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3.xml" ContentType="application/vnd.openxmlformats-officedocument.theme+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97" r:id="rId4"/>
    <p:sldMasterId id="2147483734" r:id="rId5"/>
    <p:sldMasterId id="2147483722" r:id="rId6"/>
    <p:sldMasterId id="2147483772" r:id="rId7"/>
  </p:sldMasterIdLst>
  <p:notesMasterIdLst>
    <p:notesMasterId r:id="rId65"/>
  </p:notesMasterIdLst>
  <p:sldIdLst>
    <p:sldId id="428" r:id="rId8"/>
    <p:sldId id="429" r:id="rId9"/>
    <p:sldId id="475" r:id="rId10"/>
    <p:sldId id="476" r:id="rId11"/>
    <p:sldId id="477" r:id="rId12"/>
    <p:sldId id="479" r:id="rId13"/>
    <p:sldId id="480" r:id="rId14"/>
    <p:sldId id="478" r:id="rId15"/>
    <p:sldId id="482" r:id="rId16"/>
    <p:sldId id="483" r:id="rId17"/>
    <p:sldId id="489" r:id="rId18"/>
    <p:sldId id="484" r:id="rId19"/>
    <p:sldId id="486" r:id="rId20"/>
    <p:sldId id="534" r:id="rId21"/>
    <p:sldId id="487" r:id="rId22"/>
    <p:sldId id="491" r:id="rId23"/>
    <p:sldId id="492" r:id="rId24"/>
    <p:sldId id="493" r:id="rId25"/>
    <p:sldId id="495" r:id="rId26"/>
    <p:sldId id="496" r:id="rId27"/>
    <p:sldId id="497" r:id="rId28"/>
    <p:sldId id="498" r:id="rId29"/>
    <p:sldId id="499" r:id="rId30"/>
    <p:sldId id="535" r:id="rId31"/>
    <p:sldId id="494" r:id="rId32"/>
    <p:sldId id="501" r:id="rId33"/>
    <p:sldId id="502" r:id="rId34"/>
    <p:sldId id="503" r:id="rId35"/>
    <p:sldId id="504" r:id="rId36"/>
    <p:sldId id="505" r:id="rId37"/>
    <p:sldId id="506" r:id="rId38"/>
    <p:sldId id="507" r:id="rId39"/>
    <p:sldId id="508" r:id="rId40"/>
    <p:sldId id="509" r:id="rId41"/>
    <p:sldId id="510" r:id="rId42"/>
    <p:sldId id="536" r:id="rId43"/>
    <p:sldId id="511" r:id="rId44"/>
    <p:sldId id="513" r:id="rId45"/>
    <p:sldId id="512" r:id="rId46"/>
    <p:sldId id="515" r:id="rId47"/>
    <p:sldId id="514" r:id="rId48"/>
    <p:sldId id="526" r:id="rId49"/>
    <p:sldId id="516" r:id="rId50"/>
    <p:sldId id="527" r:id="rId51"/>
    <p:sldId id="517" r:id="rId52"/>
    <p:sldId id="518" r:id="rId53"/>
    <p:sldId id="519" r:id="rId54"/>
    <p:sldId id="520" r:id="rId55"/>
    <p:sldId id="521" r:id="rId56"/>
    <p:sldId id="522" r:id="rId57"/>
    <p:sldId id="525" r:id="rId58"/>
    <p:sldId id="523" r:id="rId59"/>
    <p:sldId id="530" r:id="rId60"/>
    <p:sldId id="531" r:id="rId61"/>
    <p:sldId id="532" r:id="rId62"/>
    <p:sldId id="533" r:id="rId63"/>
    <p:sldId id="466" r:id="rId64"/>
  </p:sldIdLst>
  <p:sldSz cx="9144000" cy="5143500" type="screen16x9"/>
  <p:notesSz cx="6858000" cy="9144000"/>
  <p:defaultTextStyle>
    <a:defPPr>
      <a:defRPr lang="en-US"/>
    </a:defPPr>
    <a:lvl1pPr algn="l" defTabSz="457200" rtl="0" fontAlgn="base">
      <a:spcBef>
        <a:spcPct val="0"/>
      </a:spcBef>
      <a:spcAft>
        <a:spcPct val="0"/>
      </a:spcAft>
      <a:defRPr kern="1200">
        <a:solidFill>
          <a:schemeClr val="tx1"/>
        </a:solidFill>
        <a:latin typeface="Calibri" charset="0"/>
        <a:ea typeface="ヒラギノ角ゴ Pro W3" charset="0"/>
        <a:cs typeface="ヒラギノ角ゴ Pro W3" charset="0"/>
      </a:defRPr>
    </a:lvl1pPr>
    <a:lvl2pPr marL="457200" algn="l" defTabSz="457200" rtl="0" fontAlgn="base">
      <a:spcBef>
        <a:spcPct val="0"/>
      </a:spcBef>
      <a:spcAft>
        <a:spcPct val="0"/>
      </a:spcAft>
      <a:defRPr kern="1200">
        <a:solidFill>
          <a:schemeClr val="tx1"/>
        </a:solidFill>
        <a:latin typeface="Calibri" charset="0"/>
        <a:ea typeface="ヒラギノ角ゴ Pro W3" charset="0"/>
        <a:cs typeface="ヒラギノ角ゴ Pro W3" charset="0"/>
      </a:defRPr>
    </a:lvl2pPr>
    <a:lvl3pPr marL="914400" algn="l" defTabSz="457200" rtl="0" fontAlgn="base">
      <a:spcBef>
        <a:spcPct val="0"/>
      </a:spcBef>
      <a:spcAft>
        <a:spcPct val="0"/>
      </a:spcAft>
      <a:defRPr kern="1200">
        <a:solidFill>
          <a:schemeClr val="tx1"/>
        </a:solidFill>
        <a:latin typeface="Calibri" charset="0"/>
        <a:ea typeface="ヒラギノ角ゴ Pro W3" charset="0"/>
        <a:cs typeface="ヒラギノ角ゴ Pro W3" charset="0"/>
      </a:defRPr>
    </a:lvl3pPr>
    <a:lvl4pPr marL="1371600" algn="l" defTabSz="457200" rtl="0" fontAlgn="base">
      <a:spcBef>
        <a:spcPct val="0"/>
      </a:spcBef>
      <a:spcAft>
        <a:spcPct val="0"/>
      </a:spcAft>
      <a:defRPr kern="1200">
        <a:solidFill>
          <a:schemeClr val="tx1"/>
        </a:solidFill>
        <a:latin typeface="Calibri" charset="0"/>
        <a:ea typeface="ヒラギノ角ゴ Pro W3" charset="0"/>
        <a:cs typeface="ヒラギノ角ゴ Pro W3" charset="0"/>
      </a:defRPr>
    </a:lvl4pPr>
    <a:lvl5pPr marL="1828800" algn="l" defTabSz="457200" rtl="0" fontAlgn="base">
      <a:spcBef>
        <a:spcPct val="0"/>
      </a:spcBef>
      <a:spcAft>
        <a:spcPct val="0"/>
      </a:spcAft>
      <a:defRPr kern="1200">
        <a:solidFill>
          <a:schemeClr val="tx1"/>
        </a:solidFill>
        <a:latin typeface="Calibri" charset="0"/>
        <a:ea typeface="ヒラギノ角ゴ Pro W3" charset="0"/>
        <a:cs typeface="ヒラギノ角ゴ Pro W3" charset="0"/>
      </a:defRPr>
    </a:lvl5pPr>
    <a:lvl6pPr marL="2286000" algn="l" defTabSz="457200" rtl="0" eaLnBrk="1" latinLnBrk="0" hangingPunct="1">
      <a:defRPr kern="1200">
        <a:solidFill>
          <a:schemeClr val="tx1"/>
        </a:solidFill>
        <a:latin typeface="Calibri" charset="0"/>
        <a:ea typeface="ヒラギノ角ゴ Pro W3" charset="0"/>
        <a:cs typeface="ヒラギノ角ゴ Pro W3" charset="0"/>
      </a:defRPr>
    </a:lvl6pPr>
    <a:lvl7pPr marL="2743200" algn="l" defTabSz="457200" rtl="0" eaLnBrk="1" latinLnBrk="0" hangingPunct="1">
      <a:defRPr kern="1200">
        <a:solidFill>
          <a:schemeClr val="tx1"/>
        </a:solidFill>
        <a:latin typeface="Calibri" charset="0"/>
        <a:ea typeface="ヒラギノ角ゴ Pro W3" charset="0"/>
        <a:cs typeface="ヒラギノ角ゴ Pro W3" charset="0"/>
      </a:defRPr>
    </a:lvl7pPr>
    <a:lvl8pPr marL="3200400" algn="l" defTabSz="457200" rtl="0" eaLnBrk="1" latinLnBrk="0" hangingPunct="1">
      <a:defRPr kern="1200">
        <a:solidFill>
          <a:schemeClr val="tx1"/>
        </a:solidFill>
        <a:latin typeface="Calibri" charset="0"/>
        <a:ea typeface="ヒラギノ角ゴ Pro W3" charset="0"/>
        <a:cs typeface="ヒラギノ角ゴ Pro W3" charset="0"/>
      </a:defRPr>
    </a:lvl8pPr>
    <a:lvl9pPr marL="3657600" algn="l" defTabSz="457200" rtl="0" eaLnBrk="1" latinLnBrk="0" hangingPunct="1">
      <a:defRPr kern="1200">
        <a:solidFill>
          <a:schemeClr val="tx1"/>
        </a:solidFill>
        <a:latin typeface="Calibri" charset="0"/>
        <a:ea typeface="ヒラギノ角ゴ Pro W3" charset="0"/>
        <a:cs typeface="ヒラギノ角ゴ Pro W3" charset="0"/>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guide id="4" pos="5488"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Macdonald, Lucy J" initials="MLJ" lastIdx="23" clrIdx="0"/>
  <p:cmAuthor id="2" name="Fernandes, Jennifer A." initials="FJA" lastIdx="12" clrIdx="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3399"/>
    <a:srgbClr val="F7F7F7"/>
    <a:srgbClr val="40618A"/>
    <a:srgbClr val="56A8F2"/>
    <a:srgbClr val="EC5353"/>
    <a:srgbClr val="936EE3"/>
    <a:srgbClr val="00D9CA"/>
    <a:srgbClr val="DA281C"/>
    <a:srgbClr val="787878"/>
    <a:srgbClr val="DA641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22838BEF-8BB2-4498-84A7-C5851F593DF1}" styleName="Medium Style 4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9CF1AB2-1976-4502-BF36-3FF5EA218861}" styleName="中度样式 4 - 强调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0505E3EF-67EA-436B-97B2-0124C06EBD24}" styleName="中度样式 4 - 强调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C4B1156A-380E-4F78-BDF5-A606A8083BF9}" styleName="中度样式 4 - 强调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793D81CF-94F2-401A-BA57-92F5A7B2D0C5}" styleName="中度样式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616DA210-FB5B-4158-B5E0-FEB733F419BA}" styleName="浅色样式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ED083AE6-46FA-4A59-8FB0-9F97EB10719F}" styleName="浅色样式 3 - 强调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9549" autoAdjust="0"/>
    <p:restoredTop sz="84046"/>
  </p:normalViewPr>
  <p:slideViewPr>
    <p:cSldViewPr snapToGrid="0">
      <p:cViewPr varScale="1">
        <p:scale>
          <a:sx n="236" d="100"/>
          <a:sy n="236" d="100"/>
        </p:scale>
        <p:origin x="208" y="288"/>
      </p:cViewPr>
      <p:guideLst>
        <p:guide orient="horz" pos="1620"/>
        <p:guide pos="2880"/>
        <p:guide pos="5488"/>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19.xml"/><Relationship Id="rId21" Type="http://schemas.openxmlformats.org/officeDocument/2006/relationships/slide" Target="slides/slide14.xml"/><Relationship Id="rId42" Type="http://schemas.openxmlformats.org/officeDocument/2006/relationships/slide" Target="slides/slide35.xml"/><Relationship Id="rId47" Type="http://schemas.openxmlformats.org/officeDocument/2006/relationships/slide" Target="slides/slide40.xml"/><Relationship Id="rId63" Type="http://schemas.openxmlformats.org/officeDocument/2006/relationships/slide" Target="slides/slide56.xml"/><Relationship Id="rId68" Type="http://schemas.openxmlformats.org/officeDocument/2006/relationships/viewProps" Target="viewProps.xml"/><Relationship Id="rId7" Type="http://schemas.openxmlformats.org/officeDocument/2006/relationships/slideMaster" Target="slideMasters/slideMaster4.xml"/><Relationship Id="rId71" Type="http://schemas.microsoft.com/office/2016/11/relationships/changesInfo" Target="changesInfos/changesInfo1.xml"/><Relationship Id="rId2" Type="http://schemas.openxmlformats.org/officeDocument/2006/relationships/customXml" Target="../customXml/item2.xml"/><Relationship Id="rId16" Type="http://schemas.openxmlformats.org/officeDocument/2006/relationships/slide" Target="slides/slide9.xml"/><Relationship Id="rId29" Type="http://schemas.openxmlformats.org/officeDocument/2006/relationships/slide" Target="slides/slide22.xml"/><Relationship Id="rId11" Type="http://schemas.openxmlformats.org/officeDocument/2006/relationships/slide" Target="slides/slide4.xml"/><Relationship Id="rId24" Type="http://schemas.openxmlformats.org/officeDocument/2006/relationships/slide" Target="slides/slide17.xml"/><Relationship Id="rId32" Type="http://schemas.openxmlformats.org/officeDocument/2006/relationships/slide" Target="slides/slide25.xml"/><Relationship Id="rId37" Type="http://schemas.openxmlformats.org/officeDocument/2006/relationships/slide" Target="slides/slide30.xml"/><Relationship Id="rId40" Type="http://schemas.openxmlformats.org/officeDocument/2006/relationships/slide" Target="slides/slide33.xml"/><Relationship Id="rId45" Type="http://schemas.openxmlformats.org/officeDocument/2006/relationships/slide" Target="slides/slide38.xml"/><Relationship Id="rId53" Type="http://schemas.openxmlformats.org/officeDocument/2006/relationships/slide" Target="slides/slide46.xml"/><Relationship Id="rId58" Type="http://schemas.openxmlformats.org/officeDocument/2006/relationships/slide" Target="slides/slide51.xml"/><Relationship Id="rId66" Type="http://schemas.openxmlformats.org/officeDocument/2006/relationships/commentAuthors" Target="commentAuthors.xml"/><Relationship Id="rId5" Type="http://schemas.openxmlformats.org/officeDocument/2006/relationships/slideMaster" Target="slideMasters/slideMaster2.xml"/><Relationship Id="rId61" Type="http://schemas.openxmlformats.org/officeDocument/2006/relationships/slide" Target="slides/slide54.xml"/><Relationship Id="rId19" Type="http://schemas.openxmlformats.org/officeDocument/2006/relationships/slide" Target="slides/slide12.xml"/><Relationship Id="rId14" Type="http://schemas.openxmlformats.org/officeDocument/2006/relationships/slide" Target="slides/slide7.xml"/><Relationship Id="rId22" Type="http://schemas.openxmlformats.org/officeDocument/2006/relationships/slide" Target="slides/slide15.xml"/><Relationship Id="rId27" Type="http://schemas.openxmlformats.org/officeDocument/2006/relationships/slide" Target="slides/slide20.xml"/><Relationship Id="rId30" Type="http://schemas.openxmlformats.org/officeDocument/2006/relationships/slide" Target="slides/slide23.xml"/><Relationship Id="rId35" Type="http://schemas.openxmlformats.org/officeDocument/2006/relationships/slide" Target="slides/slide28.xml"/><Relationship Id="rId43" Type="http://schemas.openxmlformats.org/officeDocument/2006/relationships/slide" Target="slides/slide36.xml"/><Relationship Id="rId48" Type="http://schemas.openxmlformats.org/officeDocument/2006/relationships/slide" Target="slides/slide41.xml"/><Relationship Id="rId56" Type="http://schemas.openxmlformats.org/officeDocument/2006/relationships/slide" Target="slides/slide49.xml"/><Relationship Id="rId64" Type="http://schemas.openxmlformats.org/officeDocument/2006/relationships/slide" Target="slides/slide57.xml"/><Relationship Id="rId69" Type="http://schemas.openxmlformats.org/officeDocument/2006/relationships/theme" Target="theme/theme1.xml"/><Relationship Id="rId8" Type="http://schemas.openxmlformats.org/officeDocument/2006/relationships/slide" Target="slides/slide1.xml"/><Relationship Id="rId51" Type="http://schemas.openxmlformats.org/officeDocument/2006/relationships/slide" Target="slides/slide44.xml"/><Relationship Id="rId3" Type="http://schemas.openxmlformats.org/officeDocument/2006/relationships/customXml" Target="../customXml/item3.xml"/><Relationship Id="rId12" Type="http://schemas.openxmlformats.org/officeDocument/2006/relationships/slide" Target="slides/slide5.xml"/><Relationship Id="rId17" Type="http://schemas.openxmlformats.org/officeDocument/2006/relationships/slide" Target="slides/slide10.xml"/><Relationship Id="rId25" Type="http://schemas.openxmlformats.org/officeDocument/2006/relationships/slide" Target="slides/slide18.xml"/><Relationship Id="rId33" Type="http://schemas.openxmlformats.org/officeDocument/2006/relationships/slide" Target="slides/slide26.xml"/><Relationship Id="rId38" Type="http://schemas.openxmlformats.org/officeDocument/2006/relationships/slide" Target="slides/slide31.xml"/><Relationship Id="rId46" Type="http://schemas.openxmlformats.org/officeDocument/2006/relationships/slide" Target="slides/slide39.xml"/><Relationship Id="rId59" Type="http://schemas.openxmlformats.org/officeDocument/2006/relationships/slide" Target="slides/slide52.xml"/><Relationship Id="rId67" Type="http://schemas.openxmlformats.org/officeDocument/2006/relationships/presProps" Target="presProps.xml"/><Relationship Id="rId20" Type="http://schemas.openxmlformats.org/officeDocument/2006/relationships/slide" Target="slides/slide13.xml"/><Relationship Id="rId41" Type="http://schemas.openxmlformats.org/officeDocument/2006/relationships/slide" Target="slides/slide34.xml"/><Relationship Id="rId54" Type="http://schemas.openxmlformats.org/officeDocument/2006/relationships/slide" Target="slides/slide47.xml"/><Relationship Id="rId62" Type="http://schemas.openxmlformats.org/officeDocument/2006/relationships/slide" Target="slides/slide55.xml"/><Relationship Id="rId70"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Master" Target="slideMasters/slideMaster3.xml"/><Relationship Id="rId15" Type="http://schemas.openxmlformats.org/officeDocument/2006/relationships/slide" Target="slides/slide8.xml"/><Relationship Id="rId23" Type="http://schemas.openxmlformats.org/officeDocument/2006/relationships/slide" Target="slides/slide16.xml"/><Relationship Id="rId28" Type="http://schemas.openxmlformats.org/officeDocument/2006/relationships/slide" Target="slides/slide21.xml"/><Relationship Id="rId36" Type="http://schemas.openxmlformats.org/officeDocument/2006/relationships/slide" Target="slides/slide29.xml"/><Relationship Id="rId49" Type="http://schemas.openxmlformats.org/officeDocument/2006/relationships/slide" Target="slides/slide42.xml"/><Relationship Id="rId57" Type="http://schemas.openxmlformats.org/officeDocument/2006/relationships/slide" Target="slides/slide50.xml"/><Relationship Id="rId10" Type="http://schemas.openxmlformats.org/officeDocument/2006/relationships/slide" Target="slides/slide3.xml"/><Relationship Id="rId31" Type="http://schemas.openxmlformats.org/officeDocument/2006/relationships/slide" Target="slides/slide24.xml"/><Relationship Id="rId44" Type="http://schemas.openxmlformats.org/officeDocument/2006/relationships/slide" Target="slides/slide37.xml"/><Relationship Id="rId52" Type="http://schemas.openxmlformats.org/officeDocument/2006/relationships/slide" Target="slides/slide45.xml"/><Relationship Id="rId60" Type="http://schemas.openxmlformats.org/officeDocument/2006/relationships/slide" Target="slides/slide53.xml"/><Relationship Id="rId65"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2.xml"/><Relationship Id="rId13" Type="http://schemas.openxmlformats.org/officeDocument/2006/relationships/slide" Target="slides/slide6.xml"/><Relationship Id="rId18" Type="http://schemas.openxmlformats.org/officeDocument/2006/relationships/slide" Target="slides/slide11.xml"/><Relationship Id="rId39" Type="http://schemas.openxmlformats.org/officeDocument/2006/relationships/slide" Target="slides/slide32.xml"/><Relationship Id="rId34" Type="http://schemas.openxmlformats.org/officeDocument/2006/relationships/slide" Target="slides/slide27.xml"/><Relationship Id="rId50" Type="http://schemas.openxmlformats.org/officeDocument/2006/relationships/slide" Target="slides/slide43.xml"/><Relationship Id="rId55" Type="http://schemas.openxmlformats.org/officeDocument/2006/relationships/slide" Target="slides/slide4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i, Xiao" userId="bbc4f2c7-f57e-44b6-8133-52bad6aa9609" providerId="ADAL" clId="{E7490A3F-5B60-5741-A746-8ACA7DEBCA77}"/>
    <pc:docChg chg="undo custSel modSld">
      <pc:chgData name="Li, Xiao" userId="bbc4f2c7-f57e-44b6-8133-52bad6aa9609" providerId="ADAL" clId="{E7490A3F-5B60-5741-A746-8ACA7DEBCA77}" dt="2026-02-28T11:37:16.658" v="2" actId="20577"/>
      <pc:docMkLst>
        <pc:docMk/>
      </pc:docMkLst>
      <pc:sldChg chg="modSp mod">
        <pc:chgData name="Li, Xiao" userId="bbc4f2c7-f57e-44b6-8133-52bad6aa9609" providerId="ADAL" clId="{E7490A3F-5B60-5741-A746-8ACA7DEBCA77}" dt="2026-02-28T11:37:16.658" v="2" actId="20577"/>
        <pc:sldMkLst>
          <pc:docMk/>
          <pc:sldMk cId="4240204153" sldId="428"/>
        </pc:sldMkLst>
        <pc:spChg chg="mod">
          <ac:chgData name="Li, Xiao" userId="bbc4f2c7-f57e-44b6-8133-52bad6aa9609" providerId="ADAL" clId="{E7490A3F-5B60-5741-A746-8ACA7DEBCA77}" dt="2026-02-28T11:37:16.658" v="2" actId="20577"/>
          <ac:spMkLst>
            <pc:docMk/>
            <pc:sldMk cId="4240204153" sldId="428"/>
            <ac:spMk id="3" creationId="{FC8EA9F0-2D49-49CE-A162-EB45E762A6A3}"/>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0A4B29D-FB41-7449-B07E-7B0C50F1D655}" type="datetimeFigureOut">
              <a:rPr lang="en-US" smtClean="0"/>
              <a:pPr/>
              <a:t>2/28/26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35741E6-F4B0-0348-85E5-28B214E36C02}" type="slidenum">
              <a:rPr lang="en-US" smtClean="0"/>
              <a:pPr/>
              <a:t>‹#›</a:t>
            </a:fld>
            <a:endParaRPr lang="en-US"/>
          </a:p>
        </p:txBody>
      </p:sp>
    </p:spTree>
    <p:extLst>
      <p:ext uri="{BB962C8B-B14F-4D97-AF65-F5344CB8AC3E}">
        <p14:creationId xmlns:p14="http://schemas.microsoft.com/office/powerpoint/2010/main" val="395380077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D35741E6-F4B0-0348-85E5-28B214E36C02}" type="slidenum">
              <a:rPr lang="en-US" smtClean="0"/>
              <a:pPr/>
              <a:t>1</a:t>
            </a:fld>
            <a:endParaRPr lang="en-US"/>
          </a:p>
        </p:txBody>
      </p:sp>
    </p:spTree>
    <p:extLst>
      <p:ext uri="{BB962C8B-B14F-4D97-AF65-F5344CB8AC3E}">
        <p14:creationId xmlns:p14="http://schemas.microsoft.com/office/powerpoint/2010/main" val="100189710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r>
                      <a:rPr lang="en-GB" altLang="zh-CN" sz="2400" i="1" smtClean="0">
                        <a:solidFill>
                          <a:srgbClr val="003399"/>
                        </a:solidFill>
                        <a:latin typeface="Cambria Math" panose="02040503050406030204" pitchFamily="18" charset="0"/>
                      </a:rPr>
                      <m:t>𝑃</m:t>
                    </m:r>
                    <m:d>
                      <m:dPr>
                        <m:ctrlPr>
                          <a:rPr lang="en-GB" altLang="zh-CN" sz="2400" i="1">
                            <a:solidFill>
                              <a:srgbClr val="003399"/>
                            </a:solidFill>
                            <a:latin typeface="Cambria Math" panose="02040503050406030204" pitchFamily="18" charset="0"/>
                          </a:rPr>
                        </m:ctrlPr>
                      </m:dPr>
                      <m:e>
                        <m:r>
                          <a:rPr lang="en-GB" altLang="zh-CN" sz="2400" b="0" i="1" smtClean="0">
                            <a:solidFill>
                              <a:srgbClr val="003399"/>
                            </a:solidFill>
                            <a:latin typeface="Cambria Math" panose="02040503050406030204" pitchFamily="18" charset="0"/>
                          </a:rPr>
                          <m:t>𝑑𝑜𝑜𝑟</m:t>
                        </m:r>
                      </m:e>
                    </m:d>
                  </m:oMath>
                </a14:m>
                <a:r>
                  <a:rPr lang="en-GB" altLang="zh-CN" sz="1800" dirty="0">
                    <a:effectLst/>
                    <a:latin typeface="CMR10"/>
                  </a:rPr>
                  <a:t> might be the most confusing part of information we need to collect. Here,</a:t>
                </a:r>
                <a:r>
                  <a:rPr lang="en-GB" altLang="zh-CN" sz="1800" baseline="0" dirty="0">
                    <a:effectLst/>
                    <a:latin typeface="CMR10"/>
                  </a:rPr>
                  <a:t> ‘</a:t>
                </a:r>
                <a:r>
                  <a:rPr lang="en-GB" altLang="zh-CN" sz="1800" baseline="0" dirty="0" err="1">
                    <a:effectLst/>
                    <a:latin typeface="CMR10"/>
                  </a:rPr>
                  <a:t>loc’refers</a:t>
                </a:r>
                <a:r>
                  <a:rPr lang="en-GB" altLang="zh-CN" sz="1800" baseline="0" dirty="0">
                    <a:effectLst/>
                    <a:latin typeface="CMR10"/>
                  </a:rPr>
                  <a:t> to x axis, </a:t>
                </a:r>
                <a14:m>
                  <m:oMath xmlns:m="http://schemas.openxmlformats.org/officeDocument/2006/math">
                    <m:r>
                      <a:rPr lang="en-GB" altLang="zh-CN" sz="1200" i="1" smtClean="0">
                        <a:solidFill>
                          <a:srgbClr val="003399"/>
                        </a:solidFill>
                        <a:latin typeface="Cambria Math" panose="02040503050406030204" pitchFamily="18" charset="0"/>
                      </a:rPr>
                      <m:t>𝑃</m:t>
                    </m:r>
                    <m:d>
                      <m:dPr>
                        <m:ctrlPr>
                          <a:rPr lang="en-GB" altLang="zh-CN" sz="1200" i="1">
                            <a:solidFill>
                              <a:srgbClr val="003399"/>
                            </a:solidFill>
                            <a:latin typeface="Cambria Math" panose="02040503050406030204" pitchFamily="18" charset="0"/>
                          </a:rPr>
                        </m:ctrlPr>
                      </m:dPr>
                      <m:e>
                        <m:r>
                          <a:rPr lang="en-GB" altLang="zh-CN" sz="1200" b="0" i="1" smtClean="0">
                            <a:solidFill>
                              <a:srgbClr val="003399"/>
                            </a:solidFill>
                            <a:latin typeface="Cambria Math" panose="02040503050406030204" pitchFamily="18" charset="0"/>
                          </a:rPr>
                          <m:t>𝑑𝑜𝑜𝑟</m:t>
                        </m:r>
                      </m:e>
                    </m:d>
                  </m:oMath>
                </a14:m>
                <a:r>
                  <a:rPr lang="en-GB" altLang="zh-CN" dirty="0"/>
                  <a:t> is</a:t>
                </a:r>
                <a:r>
                  <a:rPr lang="en-GB" altLang="zh-CN" baseline="0" dirty="0"/>
                  <a:t> independent to </a:t>
                </a:r>
                <a:r>
                  <a:rPr lang="en-GB" altLang="zh-CN" sz="1200" baseline="0" dirty="0">
                    <a:effectLst/>
                    <a:latin typeface="CMR10"/>
                  </a:rPr>
                  <a:t>x axis, this means </a:t>
                </a:r>
                <a:r>
                  <a:rPr lang="en-GB" altLang="zh-CN" sz="1200" b="0" i="0" kern="1200" baseline="0" dirty="0">
                    <a:solidFill>
                      <a:schemeClr val="tx1"/>
                    </a:solidFill>
                    <a:effectLst/>
                    <a:latin typeface="+mn-lt"/>
                    <a:ea typeface="+mn-ea"/>
                    <a:cs typeface="+mn-cs"/>
                  </a:rPr>
                  <a:t>t</a:t>
                </a:r>
                <a:r>
                  <a:rPr lang="en-GB" altLang="zh-CN" sz="1200" b="0" i="0" kern="1200" dirty="0">
                    <a:solidFill>
                      <a:schemeClr val="tx1"/>
                    </a:solidFill>
                    <a:effectLst/>
                    <a:latin typeface="+mn-lt"/>
                    <a:ea typeface="+mn-ea"/>
                    <a:cs typeface="+mn-cs"/>
                  </a:rPr>
                  <a:t>he value of </a:t>
                </a:r>
                <a14:m>
                  <m:oMath xmlns:m="http://schemas.openxmlformats.org/officeDocument/2006/math">
                    <m:r>
                      <a:rPr lang="en-GB" altLang="zh-CN" sz="1200" i="1" smtClean="0">
                        <a:solidFill>
                          <a:srgbClr val="003399"/>
                        </a:solidFill>
                        <a:latin typeface="Cambria Math" panose="02040503050406030204" pitchFamily="18" charset="0"/>
                      </a:rPr>
                      <m:t>𝑃</m:t>
                    </m:r>
                    <m:d>
                      <m:dPr>
                        <m:ctrlPr>
                          <a:rPr lang="en-GB" altLang="zh-CN" sz="1200" i="1">
                            <a:solidFill>
                              <a:srgbClr val="003399"/>
                            </a:solidFill>
                            <a:latin typeface="Cambria Math" panose="02040503050406030204" pitchFamily="18" charset="0"/>
                          </a:rPr>
                        </m:ctrlPr>
                      </m:dPr>
                      <m:e>
                        <m:r>
                          <a:rPr lang="en-GB" altLang="zh-CN" sz="1200" b="0" i="1" smtClean="0">
                            <a:solidFill>
                              <a:srgbClr val="003399"/>
                            </a:solidFill>
                            <a:latin typeface="Cambria Math" panose="02040503050406030204" pitchFamily="18" charset="0"/>
                          </a:rPr>
                          <m:t>𝑑𝑜𝑜𝑟</m:t>
                        </m:r>
                      </m:e>
                    </m:d>
                  </m:oMath>
                </a14:m>
                <a:r>
                  <a:rPr lang="en-GB" altLang="zh-CN" sz="1200" b="0" i="0" kern="1200" dirty="0">
                    <a:solidFill>
                      <a:schemeClr val="tx1"/>
                    </a:solidFill>
                    <a:effectLst/>
                    <a:latin typeface="+mn-lt"/>
                    <a:ea typeface="+mn-ea"/>
                    <a:cs typeface="+mn-cs"/>
                  </a:rPr>
                  <a:t> is the same at every point on x.</a:t>
                </a:r>
                <a:r>
                  <a:rPr lang="zh-CN" altLang="en-US" sz="1200" b="0" i="0" kern="1200" dirty="0">
                    <a:solidFill>
                      <a:schemeClr val="tx1"/>
                    </a:solidFill>
                    <a:effectLst/>
                    <a:latin typeface="+mn-lt"/>
                    <a:ea typeface="+mn-ea"/>
                    <a:cs typeface="+mn-cs"/>
                  </a:rPr>
                  <a:t> </a:t>
                </a:r>
                <a:r>
                  <a:rPr lang="en-GB" altLang="zh-CN" sz="1200" b="0" i="0" kern="1200" dirty="0">
                    <a:solidFill>
                      <a:schemeClr val="tx1"/>
                    </a:solidFill>
                    <a:effectLst/>
                    <a:latin typeface="+mn-lt"/>
                    <a:ea typeface="+mn-ea"/>
                    <a:cs typeface="+mn-cs"/>
                  </a:rPr>
                  <a:t>So,</a:t>
                </a:r>
                <a:r>
                  <a:rPr lang="en-GB" altLang="zh-CN" sz="1200" b="0" i="0" kern="1200" baseline="0" dirty="0">
                    <a:solidFill>
                      <a:schemeClr val="tx1"/>
                    </a:solidFill>
                    <a:effectLst/>
                    <a:latin typeface="+mn-lt"/>
                    <a:ea typeface="+mn-ea"/>
                    <a:cs typeface="+mn-cs"/>
                  </a:rPr>
                  <a:t> </a:t>
                </a:r>
                <a14:m>
                  <m:oMath xmlns:m="http://schemas.openxmlformats.org/officeDocument/2006/math">
                    <m:r>
                      <a:rPr lang="en-GB" altLang="zh-CN" sz="1200" i="1" smtClean="0">
                        <a:solidFill>
                          <a:srgbClr val="003399"/>
                        </a:solidFill>
                        <a:latin typeface="Cambria Math" panose="02040503050406030204" pitchFamily="18" charset="0"/>
                      </a:rPr>
                      <m:t>𝑃</m:t>
                    </m:r>
                    <m:d>
                      <m:dPr>
                        <m:ctrlPr>
                          <a:rPr lang="en-GB" altLang="zh-CN" sz="1200" i="1">
                            <a:solidFill>
                              <a:srgbClr val="003399"/>
                            </a:solidFill>
                            <a:latin typeface="Cambria Math" panose="02040503050406030204" pitchFamily="18" charset="0"/>
                          </a:rPr>
                        </m:ctrlPr>
                      </m:dPr>
                      <m:e>
                        <m:r>
                          <a:rPr lang="en-GB" altLang="zh-CN" sz="1200" b="0" i="1" smtClean="0">
                            <a:solidFill>
                              <a:srgbClr val="003399"/>
                            </a:solidFill>
                            <a:latin typeface="Cambria Math" panose="02040503050406030204" pitchFamily="18" charset="0"/>
                          </a:rPr>
                          <m:t>𝑑𝑜𝑜𝑟</m:t>
                        </m:r>
                      </m:e>
                    </m:d>
                  </m:oMath>
                </a14:m>
                <a:r>
                  <a:rPr lang="en-GB" altLang="zh-CN" dirty="0"/>
                  <a:t> is also a uniform distribution.</a:t>
                </a:r>
              </a:p>
              <a:p>
                <a:r>
                  <a:rPr lang="en-GB" dirty="0"/>
                  <a:t>P is the distribution represented by the probability density function. The multiplication and division of two probability density functions can be expressed by 'or' and 'and' operations, but normalization is required after the calculation, because the integral of the probability density function must be 1.</a:t>
                </a:r>
              </a:p>
            </p:txBody>
          </p:sp>
        </mc:Choice>
        <mc:Fallback xmlns="">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altLang="zh-CN" sz="2400" i="0">
                    <a:solidFill>
                      <a:srgbClr val="003399"/>
                    </a:solidFill>
                    <a:latin typeface="Cambria Math" panose="02040503050406030204" pitchFamily="18" charset="0"/>
                  </a:rPr>
                  <a:t>𝑃(</a:t>
                </a:r>
                <a:r>
                  <a:rPr lang="en-GB" altLang="zh-CN" sz="2400" b="0" i="0">
                    <a:solidFill>
                      <a:srgbClr val="003399"/>
                    </a:solidFill>
                    <a:latin typeface="Cambria Math" panose="02040503050406030204" pitchFamily="18" charset="0"/>
                  </a:rPr>
                  <a:t>𝑑𝑜𝑜𝑟)</a:t>
                </a:r>
                <a:r>
                  <a:rPr lang="en-GB" altLang="zh-CN" sz="1800" dirty="0">
                    <a:effectLst/>
                    <a:latin typeface="CMR10"/>
                  </a:rPr>
                  <a:t> might be the most confusing part of information we need to collect. Here,</a:t>
                </a:r>
                <a:r>
                  <a:rPr lang="en-GB" altLang="zh-CN" sz="1800" baseline="0" dirty="0">
                    <a:effectLst/>
                    <a:latin typeface="CMR10"/>
                  </a:rPr>
                  <a:t> ‘</a:t>
                </a:r>
                <a:r>
                  <a:rPr lang="en-GB" altLang="zh-CN" sz="1800" baseline="0" dirty="0" err="1">
                    <a:effectLst/>
                    <a:latin typeface="CMR10"/>
                  </a:rPr>
                  <a:t>loc’refers</a:t>
                </a:r>
                <a:r>
                  <a:rPr lang="en-GB" altLang="zh-CN" sz="1800" baseline="0" dirty="0">
                    <a:effectLst/>
                    <a:latin typeface="CMR10"/>
                  </a:rPr>
                  <a:t> to x axis, </a:t>
                </a:r>
                <a:r>
                  <a:rPr lang="en-GB" altLang="zh-CN" sz="1200" i="0">
                    <a:solidFill>
                      <a:srgbClr val="003399"/>
                    </a:solidFill>
                    <a:latin typeface="Cambria Math" panose="02040503050406030204" pitchFamily="18" charset="0"/>
                  </a:rPr>
                  <a:t>𝑃(</a:t>
                </a:r>
                <a:r>
                  <a:rPr lang="en-GB" altLang="zh-CN" sz="1200" b="0" i="0">
                    <a:solidFill>
                      <a:srgbClr val="003399"/>
                    </a:solidFill>
                    <a:latin typeface="Cambria Math" panose="02040503050406030204" pitchFamily="18" charset="0"/>
                  </a:rPr>
                  <a:t>𝑑𝑜𝑜𝑟)</a:t>
                </a:r>
                <a:r>
                  <a:rPr lang="en-GB" altLang="zh-CN" dirty="0"/>
                  <a:t> is</a:t>
                </a:r>
                <a:r>
                  <a:rPr lang="en-GB" altLang="zh-CN" baseline="0" dirty="0"/>
                  <a:t> independent to </a:t>
                </a:r>
                <a:r>
                  <a:rPr lang="en-GB" altLang="zh-CN" sz="1200" baseline="0" dirty="0">
                    <a:effectLst/>
                    <a:latin typeface="CMR10"/>
                  </a:rPr>
                  <a:t>x axis, this means </a:t>
                </a:r>
                <a:r>
                  <a:rPr lang="en-GB" altLang="zh-CN" sz="1200" b="0" i="0" kern="1200" baseline="0" dirty="0">
                    <a:solidFill>
                      <a:schemeClr val="tx1"/>
                    </a:solidFill>
                    <a:effectLst/>
                    <a:latin typeface="+mn-lt"/>
                    <a:ea typeface="+mn-ea"/>
                    <a:cs typeface="+mn-cs"/>
                  </a:rPr>
                  <a:t>t</a:t>
                </a:r>
                <a:r>
                  <a:rPr lang="en-GB" altLang="zh-CN" sz="1200" b="0" i="0" kern="1200" dirty="0">
                    <a:solidFill>
                      <a:schemeClr val="tx1"/>
                    </a:solidFill>
                    <a:effectLst/>
                    <a:latin typeface="+mn-lt"/>
                    <a:ea typeface="+mn-ea"/>
                    <a:cs typeface="+mn-cs"/>
                  </a:rPr>
                  <a:t>he value of </a:t>
                </a:r>
                <a:r>
                  <a:rPr lang="en-GB" altLang="zh-CN" sz="1200" i="0">
                    <a:solidFill>
                      <a:srgbClr val="003399"/>
                    </a:solidFill>
                    <a:latin typeface="Cambria Math" panose="02040503050406030204" pitchFamily="18" charset="0"/>
                  </a:rPr>
                  <a:t>𝑃(</a:t>
                </a:r>
                <a:r>
                  <a:rPr lang="en-GB" altLang="zh-CN" sz="1200" b="0" i="0">
                    <a:solidFill>
                      <a:srgbClr val="003399"/>
                    </a:solidFill>
                    <a:latin typeface="Cambria Math" panose="02040503050406030204" pitchFamily="18" charset="0"/>
                  </a:rPr>
                  <a:t>𝑑𝑜𝑜𝑟)</a:t>
                </a:r>
                <a:r>
                  <a:rPr lang="en-GB" altLang="zh-CN" sz="1200" b="0" i="0" kern="1200" dirty="0">
                    <a:solidFill>
                      <a:schemeClr val="tx1"/>
                    </a:solidFill>
                    <a:effectLst/>
                    <a:latin typeface="+mn-lt"/>
                    <a:ea typeface="+mn-ea"/>
                    <a:cs typeface="+mn-cs"/>
                  </a:rPr>
                  <a:t> is the same at every point on x.</a:t>
                </a:r>
                <a:r>
                  <a:rPr lang="zh-CN" altLang="en-US" sz="1200" b="0" i="0" kern="1200" dirty="0">
                    <a:solidFill>
                      <a:schemeClr val="tx1"/>
                    </a:solidFill>
                    <a:effectLst/>
                    <a:latin typeface="+mn-lt"/>
                    <a:ea typeface="+mn-ea"/>
                    <a:cs typeface="+mn-cs"/>
                  </a:rPr>
                  <a:t> </a:t>
                </a:r>
                <a:r>
                  <a:rPr lang="en-GB" altLang="zh-CN" sz="1200" b="0" i="0" kern="1200" dirty="0">
                    <a:solidFill>
                      <a:schemeClr val="tx1"/>
                    </a:solidFill>
                    <a:effectLst/>
                    <a:latin typeface="+mn-lt"/>
                    <a:ea typeface="+mn-ea"/>
                    <a:cs typeface="+mn-cs"/>
                  </a:rPr>
                  <a:t>So,</a:t>
                </a:r>
                <a:r>
                  <a:rPr lang="en-GB" altLang="zh-CN" sz="1200" b="0" i="0" kern="1200" baseline="0" dirty="0">
                    <a:solidFill>
                      <a:schemeClr val="tx1"/>
                    </a:solidFill>
                    <a:effectLst/>
                    <a:latin typeface="+mn-lt"/>
                    <a:ea typeface="+mn-ea"/>
                    <a:cs typeface="+mn-cs"/>
                  </a:rPr>
                  <a:t> </a:t>
                </a:r>
                <a:r>
                  <a:rPr lang="en-GB" altLang="zh-CN" sz="1200" i="0">
                    <a:solidFill>
                      <a:srgbClr val="003399"/>
                    </a:solidFill>
                    <a:latin typeface="Cambria Math" panose="02040503050406030204" pitchFamily="18" charset="0"/>
                  </a:rPr>
                  <a:t>𝑃(</a:t>
                </a:r>
                <a:r>
                  <a:rPr lang="en-GB" altLang="zh-CN" sz="1200" b="0" i="0">
                    <a:solidFill>
                      <a:srgbClr val="003399"/>
                    </a:solidFill>
                    <a:latin typeface="Cambria Math" panose="02040503050406030204" pitchFamily="18" charset="0"/>
                  </a:rPr>
                  <a:t>𝑑𝑜𝑜𝑟)</a:t>
                </a:r>
                <a:r>
                  <a:rPr lang="en-GB" altLang="zh-CN" dirty="0"/>
                  <a:t> is also a uniform distribution.</a:t>
                </a:r>
              </a:p>
              <a:p>
                <a:r>
                  <a:rPr lang="en-GB" dirty="0"/>
                  <a:t>P is the distribution represented by the probability density function. The multiplication and division of two probability density functions can be expressed by 'or' and 'and' operations, but normalization is required after the calculation, because the integral of the probability density function must be 1.</a:t>
                </a:r>
              </a:p>
            </p:txBody>
          </p:sp>
        </mc:Fallback>
      </mc:AlternateContent>
      <p:sp>
        <p:nvSpPr>
          <p:cNvPr id="4" name="灯片编号占位符 3"/>
          <p:cNvSpPr>
            <a:spLocks noGrp="1"/>
          </p:cNvSpPr>
          <p:nvPr>
            <p:ph type="sldNum" sz="quarter" idx="5"/>
          </p:nvPr>
        </p:nvSpPr>
        <p:spPr/>
        <p:txBody>
          <a:bodyPr/>
          <a:lstStyle/>
          <a:p>
            <a:fld id="{D35741E6-F4B0-0348-85E5-28B214E36C02}" type="slidenum">
              <a:rPr lang="en-US" smtClean="0"/>
              <a:pPr/>
              <a:t>10</a:t>
            </a:fld>
            <a:endParaRPr lang="en-US"/>
          </a:p>
        </p:txBody>
      </p:sp>
    </p:spTree>
    <p:extLst>
      <p:ext uri="{BB962C8B-B14F-4D97-AF65-F5344CB8AC3E}">
        <p14:creationId xmlns:p14="http://schemas.microsoft.com/office/powerpoint/2010/main" val="164673477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r>
                      <a:rPr lang="en-GB" altLang="zh-CN" sz="2400" i="1" smtClean="0">
                        <a:solidFill>
                          <a:srgbClr val="003399"/>
                        </a:solidFill>
                        <a:latin typeface="Cambria Math" panose="02040503050406030204" pitchFamily="18" charset="0"/>
                      </a:rPr>
                      <m:t>𝑃</m:t>
                    </m:r>
                    <m:d>
                      <m:dPr>
                        <m:ctrlPr>
                          <a:rPr lang="en-GB" altLang="zh-CN" sz="2400" i="1">
                            <a:solidFill>
                              <a:srgbClr val="003399"/>
                            </a:solidFill>
                            <a:latin typeface="Cambria Math" panose="02040503050406030204" pitchFamily="18" charset="0"/>
                          </a:rPr>
                        </m:ctrlPr>
                      </m:dPr>
                      <m:e>
                        <m:r>
                          <a:rPr lang="en-GB" altLang="zh-CN" sz="2400" b="0" i="1" smtClean="0">
                            <a:solidFill>
                              <a:srgbClr val="003399"/>
                            </a:solidFill>
                            <a:latin typeface="Cambria Math" panose="02040503050406030204" pitchFamily="18" charset="0"/>
                          </a:rPr>
                          <m:t>𝑑𝑜𝑜𝑟</m:t>
                        </m:r>
                      </m:e>
                    </m:d>
                  </m:oMath>
                </a14:m>
                <a:r>
                  <a:rPr lang="en-GB" altLang="zh-CN" sz="1800" dirty="0">
                    <a:effectLst/>
                    <a:latin typeface="CMR10"/>
                  </a:rPr>
                  <a:t> might be the most confusing part of information we need to collect. Here,</a:t>
                </a:r>
                <a:r>
                  <a:rPr lang="en-GB" altLang="zh-CN" sz="1800" baseline="0" dirty="0">
                    <a:effectLst/>
                    <a:latin typeface="CMR10"/>
                  </a:rPr>
                  <a:t> ‘</a:t>
                </a:r>
                <a:r>
                  <a:rPr lang="en-GB" altLang="zh-CN" sz="1800" baseline="0" dirty="0" err="1">
                    <a:effectLst/>
                    <a:latin typeface="CMR10"/>
                  </a:rPr>
                  <a:t>loc’refers</a:t>
                </a:r>
                <a:r>
                  <a:rPr lang="en-GB" altLang="zh-CN" sz="1800" baseline="0" dirty="0">
                    <a:effectLst/>
                    <a:latin typeface="CMR10"/>
                  </a:rPr>
                  <a:t> to x axis, </a:t>
                </a:r>
                <a14:m>
                  <m:oMath xmlns:m="http://schemas.openxmlformats.org/officeDocument/2006/math">
                    <m:r>
                      <a:rPr lang="en-GB" altLang="zh-CN" sz="1200" i="1" smtClean="0">
                        <a:solidFill>
                          <a:srgbClr val="003399"/>
                        </a:solidFill>
                        <a:latin typeface="Cambria Math" panose="02040503050406030204" pitchFamily="18" charset="0"/>
                      </a:rPr>
                      <m:t>𝑃</m:t>
                    </m:r>
                    <m:d>
                      <m:dPr>
                        <m:ctrlPr>
                          <a:rPr lang="en-GB" altLang="zh-CN" sz="1200" i="1">
                            <a:solidFill>
                              <a:srgbClr val="003399"/>
                            </a:solidFill>
                            <a:latin typeface="Cambria Math" panose="02040503050406030204" pitchFamily="18" charset="0"/>
                          </a:rPr>
                        </m:ctrlPr>
                      </m:dPr>
                      <m:e>
                        <m:r>
                          <a:rPr lang="en-GB" altLang="zh-CN" sz="1200" b="0" i="1" smtClean="0">
                            <a:solidFill>
                              <a:srgbClr val="003399"/>
                            </a:solidFill>
                            <a:latin typeface="Cambria Math" panose="02040503050406030204" pitchFamily="18" charset="0"/>
                          </a:rPr>
                          <m:t>𝑑𝑜𝑜𝑟</m:t>
                        </m:r>
                      </m:e>
                    </m:d>
                  </m:oMath>
                </a14:m>
                <a:r>
                  <a:rPr lang="en-GB" altLang="zh-CN" dirty="0"/>
                  <a:t> is</a:t>
                </a:r>
                <a:r>
                  <a:rPr lang="en-GB" altLang="zh-CN" baseline="0" dirty="0"/>
                  <a:t> independent to </a:t>
                </a:r>
                <a:r>
                  <a:rPr lang="en-GB" altLang="zh-CN" sz="1200" baseline="0" dirty="0">
                    <a:effectLst/>
                    <a:latin typeface="CMR10"/>
                  </a:rPr>
                  <a:t>x axis, this means </a:t>
                </a:r>
                <a:r>
                  <a:rPr lang="en-GB" altLang="zh-CN" sz="1200" b="0" i="0" kern="1200" baseline="0" dirty="0">
                    <a:solidFill>
                      <a:schemeClr val="tx1"/>
                    </a:solidFill>
                    <a:effectLst/>
                    <a:latin typeface="+mn-lt"/>
                    <a:ea typeface="+mn-ea"/>
                    <a:cs typeface="+mn-cs"/>
                  </a:rPr>
                  <a:t>t</a:t>
                </a:r>
                <a:r>
                  <a:rPr lang="en-GB" altLang="zh-CN" sz="1200" b="0" i="0" kern="1200" dirty="0">
                    <a:solidFill>
                      <a:schemeClr val="tx1"/>
                    </a:solidFill>
                    <a:effectLst/>
                    <a:latin typeface="+mn-lt"/>
                    <a:ea typeface="+mn-ea"/>
                    <a:cs typeface="+mn-cs"/>
                  </a:rPr>
                  <a:t>he value of </a:t>
                </a:r>
                <a14:m>
                  <m:oMath xmlns:m="http://schemas.openxmlformats.org/officeDocument/2006/math">
                    <m:r>
                      <a:rPr lang="en-GB" altLang="zh-CN" sz="1200" i="1" smtClean="0">
                        <a:solidFill>
                          <a:srgbClr val="003399"/>
                        </a:solidFill>
                        <a:latin typeface="Cambria Math" panose="02040503050406030204" pitchFamily="18" charset="0"/>
                      </a:rPr>
                      <m:t>𝑃</m:t>
                    </m:r>
                    <m:d>
                      <m:dPr>
                        <m:ctrlPr>
                          <a:rPr lang="en-GB" altLang="zh-CN" sz="1200" i="1">
                            <a:solidFill>
                              <a:srgbClr val="003399"/>
                            </a:solidFill>
                            <a:latin typeface="Cambria Math" panose="02040503050406030204" pitchFamily="18" charset="0"/>
                          </a:rPr>
                        </m:ctrlPr>
                      </m:dPr>
                      <m:e>
                        <m:r>
                          <a:rPr lang="en-GB" altLang="zh-CN" sz="1200" b="0" i="1" smtClean="0">
                            <a:solidFill>
                              <a:srgbClr val="003399"/>
                            </a:solidFill>
                            <a:latin typeface="Cambria Math" panose="02040503050406030204" pitchFamily="18" charset="0"/>
                          </a:rPr>
                          <m:t>𝑑𝑜𝑜𝑟</m:t>
                        </m:r>
                      </m:e>
                    </m:d>
                  </m:oMath>
                </a14:m>
                <a:r>
                  <a:rPr lang="en-GB" altLang="zh-CN" sz="1200" b="0" i="0" kern="1200" dirty="0">
                    <a:solidFill>
                      <a:schemeClr val="tx1"/>
                    </a:solidFill>
                    <a:effectLst/>
                    <a:latin typeface="+mn-lt"/>
                    <a:ea typeface="+mn-ea"/>
                    <a:cs typeface="+mn-cs"/>
                  </a:rPr>
                  <a:t> is the same at every point on x.</a:t>
                </a:r>
                <a:r>
                  <a:rPr lang="zh-CN" altLang="en-US" sz="1200" b="0" i="0" kern="1200" dirty="0">
                    <a:solidFill>
                      <a:schemeClr val="tx1"/>
                    </a:solidFill>
                    <a:effectLst/>
                    <a:latin typeface="+mn-lt"/>
                    <a:ea typeface="+mn-ea"/>
                    <a:cs typeface="+mn-cs"/>
                  </a:rPr>
                  <a:t> </a:t>
                </a:r>
                <a:r>
                  <a:rPr lang="en-GB" altLang="zh-CN" sz="1200" b="0" i="0" kern="1200" dirty="0">
                    <a:solidFill>
                      <a:schemeClr val="tx1"/>
                    </a:solidFill>
                    <a:effectLst/>
                    <a:latin typeface="+mn-lt"/>
                    <a:ea typeface="+mn-ea"/>
                    <a:cs typeface="+mn-cs"/>
                  </a:rPr>
                  <a:t>So,</a:t>
                </a:r>
                <a:r>
                  <a:rPr lang="en-GB" altLang="zh-CN" sz="1200" b="0" i="0" kern="1200" baseline="0" dirty="0">
                    <a:solidFill>
                      <a:schemeClr val="tx1"/>
                    </a:solidFill>
                    <a:effectLst/>
                    <a:latin typeface="+mn-lt"/>
                    <a:ea typeface="+mn-ea"/>
                    <a:cs typeface="+mn-cs"/>
                  </a:rPr>
                  <a:t> </a:t>
                </a:r>
                <a14:m>
                  <m:oMath xmlns:m="http://schemas.openxmlformats.org/officeDocument/2006/math">
                    <m:r>
                      <a:rPr lang="en-GB" altLang="zh-CN" sz="1200" i="1" smtClean="0">
                        <a:solidFill>
                          <a:srgbClr val="003399"/>
                        </a:solidFill>
                        <a:latin typeface="Cambria Math" panose="02040503050406030204" pitchFamily="18" charset="0"/>
                      </a:rPr>
                      <m:t>𝑃</m:t>
                    </m:r>
                    <m:d>
                      <m:dPr>
                        <m:ctrlPr>
                          <a:rPr lang="en-GB" altLang="zh-CN" sz="1200" i="1">
                            <a:solidFill>
                              <a:srgbClr val="003399"/>
                            </a:solidFill>
                            <a:latin typeface="Cambria Math" panose="02040503050406030204" pitchFamily="18" charset="0"/>
                          </a:rPr>
                        </m:ctrlPr>
                      </m:dPr>
                      <m:e>
                        <m:r>
                          <a:rPr lang="en-GB" altLang="zh-CN" sz="1200" b="0" i="1" smtClean="0">
                            <a:solidFill>
                              <a:srgbClr val="003399"/>
                            </a:solidFill>
                            <a:latin typeface="Cambria Math" panose="02040503050406030204" pitchFamily="18" charset="0"/>
                          </a:rPr>
                          <m:t>𝑑𝑜𝑜𝑟</m:t>
                        </m:r>
                      </m:e>
                    </m:d>
                  </m:oMath>
                </a14:m>
                <a:r>
                  <a:rPr lang="en-GB" altLang="zh-CN" dirty="0"/>
                  <a:t> is also a uniform distribution.</a:t>
                </a:r>
              </a:p>
              <a:p>
                <a:r>
                  <a:rPr lang="en-GB" dirty="0"/>
                  <a:t>P is the distribution represented by the probability density function. The multiplication and division of two probability density functions can be expressed by 'or' and 'and' operations, but normalization is required after the calculation, because the integral of the probability density function must be 1.</a:t>
                </a:r>
              </a:p>
            </p:txBody>
          </p:sp>
        </mc:Choice>
        <mc:Fallback xmlns="">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altLang="zh-CN" sz="2400" i="0">
                    <a:solidFill>
                      <a:srgbClr val="003399"/>
                    </a:solidFill>
                    <a:latin typeface="Cambria Math" panose="02040503050406030204" pitchFamily="18" charset="0"/>
                  </a:rPr>
                  <a:t>𝑃(</a:t>
                </a:r>
                <a:r>
                  <a:rPr lang="en-GB" altLang="zh-CN" sz="2400" b="0" i="0">
                    <a:solidFill>
                      <a:srgbClr val="003399"/>
                    </a:solidFill>
                    <a:latin typeface="Cambria Math" panose="02040503050406030204" pitchFamily="18" charset="0"/>
                  </a:rPr>
                  <a:t>𝑑𝑜𝑜𝑟)</a:t>
                </a:r>
                <a:r>
                  <a:rPr lang="en-GB" altLang="zh-CN" sz="1800" dirty="0">
                    <a:effectLst/>
                    <a:latin typeface="CMR10"/>
                  </a:rPr>
                  <a:t> might be the most confusing part of information we need to collect. Here,</a:t>
                </a:r>
                <a:r>
                  <a:rPr lang="en-GB" altLang="zh-CN" sz="1800" baseline="0" dirty="0">
                    <a:effectLst/>
                    <a:latin typeface="CMR10"/>
                  </a:rPr>
                  <a:t> ‘</a:t>
                </a:r>
                <a:r>
                  <a:rPr lang="en-GB" altLang="zh-CN" sz="1800" baseline="0" dirty="0" err="1">
                    <a:effectLst/>
                    <a:latin typeface="CMR10"/>
                  </a:rPr>
                  <a:t>loc’refers</a:t>
                </a:r>
                <a:r>
                  <a:rPr lang="en-GB" altLang="zh-CN" sz="1800" baseline="0" dirty="0">
                    <a:effectLst/>
                    <a:latin typeface="CMR10"/>
                  </a:rPr>
                  <a:t> to x axis, </a:t>
                </a:r>
                <a:r>
                  <a:rPr lang="en-GB" altLang="zh-CN" sz="1200" i="0">
                    <a:solidFill>
                      <a:srgbClr val="003399"/>
                    </a:solidFill>
                    <a:latin typeface="Cambria Math" panose="02040503050406030204" pitchFamily="18" charset="0"/>
                  </a:rPr>
                  <a:t>𝑃(</a:t>
                </a:r>
                <a:r>
                  <a:rPr lang="en-GB" altLang="zh-CN" sz="1200" b="0" i="0">
                    <a:solidFill>
                      <a:srgbClr val="003399"/>
                    </a:solidFill>
                    <a:latin typeface="Cambria Math" panose="02040503050406030204" pitchFamily="18" charset="0"/>
                  </a:rPr>
                  <a:t>𝑑𝑜𝑜𝑟)</a:t>
                </a:r>
                <a:r>
                  <a:rPr lang="en-GB" altLang="zh-CN" dirty="0"/>
                  <a:t> is</a:t>
                </a:r>
                <a:r>
                  <a:rPr lang="en-GB" altLang="zh-CN" baseline="0" dirty="0"/>
                  <a:t> independent to </a:t>
                </a:r>
                <a:r>
                  <a:rPr lang="en-GB" altLang="zh-CN" sz="1200" baseline="0" dirty="0">
                    <a:effectLst/>
                    <a:latin typeface="CMR10"/>
                  </a:rPr>
                  <a:t>x axis, this means </a:t>
                </a:r>
                <a:r>
                  <a:rPr lang="en-GB" altLang="zh-CN" sz="1200" b="0" i="0" kern="1200" baseline="0" dirty="0">
                    <a:solidFill>
                      <a:schemeClr val="tx1"/>
                    </a:solidFill>
                    <a:effectLst/>
                    <a:latin typeface="+mn-lt"/>
                    <a:ea typeface="+mn-ea"/>
                    <a:cs typeface="+mn-cs"/>
                  </a:rPr>
                  <a:t>t</a:t>
                </a:r>
                <a:r>
                  <a:rPr lang="en-GB" altLang="zh-CN" sz="1200" b="0" i="0" kern="1200" dirty="0">
                    <a:solidFill>
                      <a:schemeClr val="tx1"/>
                    </a:solidFill>
                    <a:effectLst/>
                    <a:latin typeface="+mn-lt"/>
                    <a:ea typeface="+mn-ea"/>
                    <a:cs typeface="+mn-cs"/>
                  </a:rPr>
                  <a:t>he value of </a:t>
                </a:r>
                <a:r>
                  <a:rPr lang="en-GB" altLang="zh-CN" sz="1200" i="0">
                    <a:solidFill>
                      <a:srgbClr val="003399"/>
                    </a:solidFill>
                    <a:latin typeface="Cambria Math" panose="02040503050406030204" pitchFamily="18" charset="0"/>
                  </a:rPr>
                  <a:t>𝑃(</a:t>
                </a:r>
                <a:r>
                  <a:rPr lang="en-GB" altLang="zh-CN" sz="1200" b="0" i="0">
                    <a:solidFill>
                      <a:srgbClr val="003399"/>
                    </a:solidFill>
                    <a:latin typeface="Cambria Math" panose="02040503050406030204" pitchFamily="18" charset="0"/>
                  </a:rPr>
                  <a:t>𝑑𝑜𝑜𝑟)</a:t>
                </a:r>
                <a:r>
                  <a:rPr lang="en-GB" altLang="zh-CN" sz="1200" b="0" i="0" kern="1200" dirty="0">
                    <a:solidFill>
                      <a:schemeClr val="tx1"/>
                    </a:solidFill>
                    <a:effectLst/>
                    <a:latin typeface="+mn-lt"/>
                    <a:ea typeface="+mn-ea"/>
                    <a:cs typeface="+mn-cs"/>
                  </a:rPr>
                  <a:t> is the same at every point on x.</a:t>
                </a:r>
                <a:r>
                  <a:rPr lang="zh-CN" altLang="en-US" sz="1200" b="0" i="0" kern="1200" dirty="0">
                    <a:solidFill>
                      <a:schemeClr val="tx1"/>
                    </a:solidFill>
                    <a:effectLst/>
                    <a:latin typeface="+mn-lt"/>
                    <a:ea typeface="+mn-ea"/>
                    <a:cs typeface="+mn-cs"/>
                  </a:rPr>
                  <a:t> </a:t>
                </a:r>
                <a:r>
                  <a:rPr lang="en-GB" altLang="zh-CN" sz="1200" b="0" i="0" kern="1200" dirty="0">
                    <a:solidFill>
                      <a:schemeClr val="tx1"/>
                    </a:solidFill>
                    <a:effectLst/>
                    <a:latin typeface="+mn-lt"/>
                    <a:ea typeface="+mn-ea"/>
                    <a:cs typeface="+mn-cs"/>
                  </a:rPr>
                  <a:t>So,</a:t>
                </a:r>
                <a:r>
                  <a:rPr lang="en-GB" altLang="zh-CN" sz="1200" b="0" i="0" kern="1200" baseline="0" dirty="0">
                    <a:solidFill>
                      <a:schemeClr val="tx1"/>
                    </a:solidFill>
                    <a:effectLst/>
                    <a:latin typeface="+mn-lt"/>
                    <a:ea typeface="+mn-ea"/>
                    <a:cs typeface="+mn-cs"/>
                  </a:rPr>
                  <a:t> </a:t>
                </a:r>
                <a:r>
                  <a:rPr lang="en-GB" altLang="zh-CN" sz="1200" i="0">
                    <a:solidFill>
                      <a:srgbClr val="003399"/>
                    </a:solidFill>
                    <a:latin typeface="Cambria Math" panose="02040503050406030204" pitchFamily="18" charset="0"/>
                  </a:rPr>
                  <a:t>𝑃(</a:t>
                </a:r>
                <a:r>
                  <a:rPr lang="en-GB" altLang="zh-CN" sz="1200" b="0" i="0">
                    <a:solidFill>
                      <a:srgbClr val="003399"/>
                    </a:solidFill>
                    <a:latin typeface="Cambria Math" panose="02040503050406030204" pitchFamily="18" charset="0"/>
                  </a:rPr>
                  <a:t>𝑑𝑜𝑜𝑟)</a:t>
                </a:r>
                <a:r>
                  <a:rPr lang="en-GB" altLang="zh-CN" dirty="0"/>
                  <a:t> is also a uniform distribution.</a:t>
                </a:r>
              </a:p>
              <a:p>
                <a:r>
                  <a:rPr lang="en-GB" dirty="0"/>
                  <a:t>P is the distribution represented by the probability density function. The multiplication and division of two probability density functions can be expressed by 'or' and 'and' operations, but normalization is required after the calculation, because the integral of the probability density function must be 1.</a:t>
                </a:r>
              </a:p>
            </p:txBody>
          </p:sp>
        </mc:Fallback>
      </mc:AlternateContent>
      <p:sp>
        <p:nvSpPr>
          <p:cNvPr id="4" name="灯片编号占位符 3"/>
          <p:cNvSpPr>
            <a:spLocks noGrp="1"/>
          </p:cNvSpPr>
          <p:nvPr>
            <p:ph type="sldNum" sz="quarter" idx="5"/>
          </p:nvPr>
        </p:nvSpPr>
        <p:spPr/>
        <p:txBody>
          <a:bodyPr/>
          <a:lstStyle/>
          <a:p>
            <a:fld id="{D35741E6-F4B0-0348-85E5-28B214E36C02}" type="slidenum">
              <a:rPr lang="en-US" smtClean="0"/>
              <a:pPr/>
              <a:t>11</a:t>
            </a:fld>
            <a:endParaRPr lang="en-US"/>
          </a:p>
        </p:txBody>
      </p:sp>
    </p:spTree>
    <p:extLst>
      <p:ext uri="{BB962C8B-B14F-4D97-AF65-F5344CB8AC3E}">
        <p14:creationId xmlns:p14="http://schemas.microsoft.com/office/powerpoint/2010/main" val="113003516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sSub>
                      <m:sSubPr>
                        <m:ctrlPr>
                          <a:rPr lang="en-GB" altLang="zh-CN" sz="1200" i="1" smtClean="0">
                            <a:solidFill>
                              <a:srgbClr val="003399"/>
                            </a:solidFill>
                            <a:latin typeface="Cambria Math" panose="02040503050406030204" pitchFamily="18" charset="0"/>
                          </a:rPr>
                        </m:ctrlPr>
                      </m:sSubPr>
                      <m:e>
                        <m:r>
                          <a:rPr lang="en-GB" altLang="zh-CN" sz="1200" i="1">
                            <a:solidFill>
                              <a:srgbClr val="003399"/>
                            </a:solidFill>
                            <a:latin typeface="Cambria Math" panose="02040503050406030204" pitchFamily="18" charset="0"/>
                          </a:rPr>
                          <m:t>𝑙𝑜𝑐</m:t>
                        </m:r>
                      </m:e>
                      <m:sub>
                        <m:r>
                          <a:rPr lang="en-GB" altLang="zh-CN" sz="1200" i="1">
                            <a:solidFill>
                              <a:srgbClr val="003399"/>
                            </a:solidFill>
                            <a:latin typeface="Cambria Math" panose="02040503050406030204" pitchFamily="18" charset="0"/>
                          </a:rPr>
                          <m:t>0</m:t>
                        </m:r>
                      </m:sub>
                    </m:sSub>
                  </m:oMath>
                </a14:m>
                <a:r>
                  <a:rPr lang="en-GB" dirty="0"/>
                  <a:t> and </a:t>
                </a:r>
                <a14:m>
                  <m:oMath xmlns:m="http://schemas.openxmlformats.org/officeDocument/2006/math">
                    <m:r>
                      <a:rPr lang="en-GB" altLang="zh-CN" sz="1200" i="1" smtClean="0">
                        <a:solidFill>
                          <a:srgbClr val="003399"/>
                        </a:solidFill>
                        <a:latin typeface="Cambria Math" panose="02040503050406030204" pitchFamily="18" charset="0"/>
                        <a:ea typeface="Cambria Math" panose="02040503050406030204" pitchFamily="18" charset="0"/>
                      </a:rPr>
                      <m:t>𝑜𝑑𝑜</m:t>
                    </m:r>
                  </m:oMath>
                </a14:m>
                <a:r>
                  <a:rPr lang="en-GB" dirty="0"/>
                  <a:t> are independent,</a:t>
                </a:r>
                <a:r>
                  <a:rPr lang="en-GB" baseline="0" dirty="0"/>
                  <a:t> so </a:t>
                </a:r>
                <a14:m>
                  <m:oMath xmlns:m="http://schemas.openxmlformats.org/officeDocument/2006/math">
                    <m:r>
                      <a:rPr lang="en-GB" altLang="zh-CN" i="1" smtClean="0">
                        <a:solidFill>
                          <a:srgbClr val="003399"/>
                        </a:solidFill>
                        <a:latin typeface="Cambria Math" panose="02040503050406030204" pitchFamily="18" charset="0"/>
                      </a:rPr>
                      <m:t>𝑃</m:t>
                    </m:r>
                    <m:d>
                      <m:dPr>
                        <m:ctrlPr>
                          <a:rPr lang="en-GB" altLang="zh-CN" i="1">
                            <a:solidFill>
                              <a:srgbClr val="003399"/>
                            </a:solidFill>
                            <a:latin typeface="Cambria Math" panose="02040503050406030204" pitchFamily="18" charset="0"/>
                          </a:rPr>
                        </m:ctrlPr>
                      </m:dPr>
                      <m:e>
                        <m:r>
                          <a:rPr lang="en-GB" altLang="zh-CN" i="1">
                            <a:solidFill>
                              <a:srgbClr val="003399"/>
                            </a:solidFill>
                            <a:latin typeface="Cambria Math" panose="02040503050406030204" pitchFamily="18" charset="0"/>
                            <a:ea typeface="Cambria Math" panose="02040503050406030204" pitchFamily="18" charset="0"/>
                          </a:rPr>
                          <m:t>𝑜𝑑𝑜</m:t>
                        </m:r>
                        <m:r>
                          <a:rPr lang="en-GB" altLang="zh-CN" i="1">
                            <a:solidFill>
                              <a:srgbClr val="003399"/>
                            </a:solidFill>
                            <a:latin typeface="Cambria Math" panose="02040503050406030204" pitchFamily="18" charset="0"/>
                            <a:ea typeface="Cambria Math" panose="02040503050406030204" pitchFamily="18" charset="0"/>
                          </a:rPr>
                          <m:t>,</m:t>
                        </m:r>
                        <m:sSub>
                          <m:sSubPr>
                            <m:ctrlPr>
                              <a:rPr lang="en-GB" altLang="zh-CN" i="1">
                                <a:solidFill>
                                  <a:srgbClr val="003399"/>
                                </a:solidFill>
                                <a:latin typeface="Cambria Math" panose="02040503050406030204" pitchFamily="18" charset="0"/>
                              </a:rPr>
                            </m:ctrlPr>
                          </m:sSubPr>
                          <m:e>
                            <m:r>
                              <a:rPr lang="en-GB" altLang="zh-CN" i="1">
                                <a:solidFill>
                                  <a:srgbClr val="003399"/>
                                </a:solidFill>
                                <a:latin typeface="Cambria Math" panose="02040503050406030204" pitchFamily="18" charset="0"/>
                              </a:rPr>
                              <m:t>𝑙𝑜𝑐</m:t>
                            </m:r>
                          </m:e>
                          <m:sub>
                            <m:r>
                              <a:rPr lang="en-GB" altLang="zh-CN" i="1">
                                <a:solidFill>
                                  <a:srgbClr val="003399"/>
                                </a:solidFill>
                                <a:latin typeface="Cambria Math" panose="02040503050406030204" pitchFamily="18" charset="0"/>
                              </a:rPr>
                              <m:t>0</m:t>
                            </m:r>
                          </m:sub>
                        </m:sSub>
                      </m:e>
                    </m:d>
                    <m:r>
                      <a:rPr lang="en-GB" altLang="zh-CN" b="0" i="1" smtClean="0">
                        <a:solidFill>
                          <a:srgbClr val="003399"/>
                        </a:solidFill>
                        <a:latin typeface="Cambria Math" panose="02040503050406030204" pitchFamily="18" charset="0"/>
                      </a:rPr>
                      <m:t>=</m:t>
                    </m:r>
                    <m:r>
                      <a:rPr lang="en-GB" altLang="zh-CN" sz="1200" i="1" smtClean="0">
                        <a:solidFill>
                          <a:srgbClr val="003399"/>
                        </a:solidFill>
                        <a:latin typeface="Cambria Math" panose="02040503050406030204" pitchFamily="18" charset="0"/>
                      </a:rPr>
                      <m:t>𝑃</m:t>
                    </m:r>
                    <m:d>
                      <m:dPr>
                        <m:ctrlPr>
                          <a:rPr lang="en-GB" altLang="zh-CN" sz="1200" i="1">
                            <a:solidFill>
                              <a:srgbClr val="003399"/>
                            </a:solidFill>
                            <a:latin typeface="Cambria Math" panose="02040503050406030204" pitchFamily="18" charset="0"/>
                          </a:rPr>
                        </m:ctrlPr>
                      </m:dPr>
                      <m:e>
                        <m:sSub>
                          <m:sSubPr>
                            <m:ctrlPr>
                              <a:rPr lang="en-GB" altLang="zh-CN" sz="1200" i="1">
                                <a:solidFill>
                                  <a:srgbClr val="003399"/>
                                </a:solidFill>
                                <a:latin typeface="Cambria Math" panose="02040503050406030204" pitchFamily="18" charset="0"/>
                              </a:rPr>
                            </m:ctrlPr>
                          </m:sSubPr>
                          <m:e>
                            <m:r>
                              <a:rPr lang="en-GB" altLang="zh-CN" sz="1200" i="1">
                                <a:solidFill>
                                  <a:srgbClr val="003399"/>
                                </a:solidFill>
                                <a:latin typeface="Cambria Math" panose="02040503050406030204" pitchFamily="18" charset="0"/>
                              </a:rPr>
                              <m:t>𝑙𝑜𝑐</m:t>
                            </m:r>
                          </m:e>
                          <m:sub>
                            <m:r>
                              <a:rPr lang="en-GB" altLang="zh-CN" sz="1200" i="1">
                                <a:solidFill>
                                  <a:srgbClr val="003399"/>
                                </a:solidFill>
                                <a:latin typeface="Cambria Math" panose="02040503050406030204" pitchFamily="18" charset="0"/>
                              </a:rPr>
                              <m:t>0</m:t>
                            </m:r>
                          </m:sub>
                        </m:sSub>
                      </m:e>
                    </m:d>
                    <m:r>
                      <a:rPr lang="en-GB" altLang="zh-CN" sz="1200" i="1">
                        <a:solidFill>
                          <a:srgbClr val="003399"/>
                        </a:solidFill>
                        <a:latin typeface="Cambria Math" panose="02040503050406030204" pitchFamily="18" charset="0"/>
                      </a:rPr>
                      <m:t>𝑃</m:t>
                    </m:r>
                    <m:d>
                      <m:dPr>
                        <m:ctrlPr>
                          <a:rPr lang="en-GB" altLang="zh-CN" sz="1200" i="1">
                            <a:solidFill>
                              <a:srgbClr val="003399"/>
                            </a:solidFill>
                            <a:latin typeface="Cambria Math" panose="02040503050406030204" pitchFamily="18" charset="0"/>
                          </a:rPr>
                        </m:ctrlPr>
                      </m:dPr>
                      <m:e>
                        <m:r>
                          <a:rPr lang="en-GB" altLang="zh-CN" sz="1200" i="1">
                            <a:solidFill>
                              <a:srgbClr val="003399"/>
                            </a:solidFill>
                            <a:latin typeface="Cambria Math" panose="02040503050406030204" pitchFamily="18" charset="0"/>
                            <a:ea typeface="Cambria Math" panose="02040503050406030204" pitchFamily="18" charset="0"/>
                          </a:rPr>
                          <m:t>𝑜𝑑𝑜</m:t>
                        </m:r>
                        <m:r>
                          <a:rPr lang="en-GB" altLang="zh-CN" sz="1200" i="1" smtClean="0">
                            <a:solidFill>
                              <a:srgbClr val="003399"/>
                            </a:solidFill>
                            <a:latin typeface="Cambria Math" panose="02040503050406030204" pitchFamily="18" charset="0"/>
                          </a:rPr>
                          <m:t> </m:t>
                        </m:r>
                      </m:e>
                    </m:d>
                  </m:oMath>
                </a14:m>
                <a:endParaRPr lang="en-GB"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GB" dirty="0"/>
              </a:p>
              <a:p>
                <a:pPr marL="0" marR="0" lvl="0" indent="0" algn="l"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r>
                      <a:rPr lang="en-GB" altLang="zh-CN" sz="1200" i="1" smtClean="0">
                        <a:solidFill>
                          <a:srgbClr val="003399"/>
                        </a:solidFill>
                        <a:latin typeface="Cambria Math" panose="02040503050406030204" pitchFamily="18" charset="0"/>
                      </a:rPr>
                      <m:t>𝑃</m:t>
                    </m:r>
                    <m:d>
                      <m:dPr>
                        <m:ctrlPr>
                          <a:rPr lang="en-GB" altLang="zh-CN" sz="1200" i="1">
                            <a:solidFill>
                              <a:srgbClr val="003399"/>
                            </a:solidFill>
                            <a:latin typeface="Cambria Math" panose="02040503050406030204" pitchFamily="18" charset="0"/>
                          </a:rPr>
                        </m:ctrlPr>
                      </m:dPr>
                      <m:e>
                        <m:sSub>
                          <m:sSubPr>
                            <m:ctrlPr>
                              <a:rPr lang="en-GB" altLang="zh-CN" sz="1200" i="1">
                                <a:solidFill>
                                  <a:srgbClr val="003399"/>
                                </a:solidFill>
                                <a:latin typeface="Cambria Math" panose="02040503050406030204" pitchFamily="18" charset="0"/>
                              </a:rPr>
                            </m:ctrlPr>
                          </m:sSubPr>
                          <m:e>
                            <m:r>
                              <a:rPr lang="en-GB" altLang="zh-CN" sz="1200" i="1">
                                <a:solidFill>
                                  <a:srgbClr val="003399"/>
                                </a:solidFill>
                                <a:latin typeface="Cambria Math" panose="02040503050406030204" pitchFamily="18" charset="0"/>
                              </a:rPr>
                              <m:t>𝑙𝑜𝑐</m:t>
                            </m:r>
                          </m:e>
                          <m:sub>
                            <m:r>
                              <a:rPr lang="en-GB" altLang="zh-CN" sz="1200" i="1">
                                <a:solidFill>
                                  <a:srgbClr val="003399"/>
                                </a:solidFill>
                                <a:latin typeface="Cambria Math" panose="02040503050406030204" pitchFamily="18" charset="0"/>
                              </a:rPr>
                              <m:t>0</m:t>
                            </m:r>
                          </m:sub>
                        </m:sSub>
                      </m:e>
                    </m:d>
                  </m:oMath>
                </a14:m>
                <a:r>
                  <a:rPr lang="en-GB" altLang="zh-CN" sz="1200" dirty="0">
                    <a:solidFill>
                      <a:srgbClr val="003399"/>
                    </a:solidFill>
                  </a:rPr>
                  <a:t>, </a:t>
                </a:r>
                <a14:m>
                  <m:oMath xmlns:m="http://schemas.openxmlformats.org/officeDocument/2006/math">
                    <m:r>
                      <a:rPr lang="en-GB" altLang="zh-CN" sz="1200" i="1" smtClean="0">
                        <a:solidFill>
                          <a:srgbClr val="003399"/>
                        </a:solidFill>
                        <a:latin typeface="Cambria Math" panose="02040503050406030204" pitchFamily="18" charset="0"/>
                      </a:rPr>
                      <m:t>𝑃</m:t>
                    </m:r>
                    <m:d>
                      <m:dPr>
                        <m:ctrlPr>
                          <a:rPr lang="en-GB" altLang="zh-CN" sz="1200" i="1">
                            <a:solidFill>
                              <a:srgbClr val="003399"/>
                            </a:solidFill>
                            <a:latin typeface="Cambria Math" panose="02040503050406030204" pitchFamily="18" charset="0"/>
                          </a:rPr>
                        </m:ctrlPr>
                      </m:dPr>
                      <m:e>
                        <m:sSub>
                          <m:sSubPr>
                            <m:ctrlPr>
                              <a:rPr lang="en-GB" altLang="zh-CN" sz="1200" i="1">
                                <a:solidFill>
                                  <a:srgbClr val="003399"/>
                                </a:solidFill>
                                <a:latin typeface="Cambria Math" panose="02040503050406030204" pitchFamily="18" charset="0"/>
                              </a:rPr>
                            </m:ctrlPr>
                          </m:sSubPr>
                          <m:e>
                            <m:r>
                              <a:rPr lang="en-GB" altLang="zh-CN" sz="1200" i="1">
                                <a:solidFill>
                                  <a:srgbClr val="003399"/>
                                </a:solidFill>
                                <a:latin typeface="Cambria Math" panose="02040503050406030204" pitchFamily="18" charset="0"/>
                              </a:rPr>
                              <m:t>𝑙𝑜𝑐</m:t>
                            </m:r>
                          </m:e>
                          <m:sub>
                            <m:r>
                              <a:rPr lang="en-GB" altLang="zh-CN" sz="1200" i="1">
                                <a:solidFill>
                                  <a:srgbClr val="003399"/>
                                </a:solidFill>
                                <a:latin typeface="Cambria Math" panose="02040503050406030204" pitchFamily="18" charset="0"/>
                              </a:rPr>
                              <m:t>1</m:t>
                            </m:r>
                          </m:sub>
                        </m:sSub>
                      </m:e>
                    </m:d>
                  </m:oMath>
                </a14:m>
                <a:r>
                  <a:rPr lang="en-GB" dirty="0"/>
                  <a:t> and</a:t>
                </a:r>
                <a:r>
                  <a:rPr lang="en-GB" baseline="0" dirty="0"/>
                  <a:t> </a:t>
                </a:r>
                <a14:m>
                  <m:oMath xmlns:m="http://schemas.openxmlformats.org/officeDocument/2006/math">
                    <m:r>
                      <a:rPr lang="en-GB" altLang="zh-CN" sz="1200" i="1" smtClean="0">
                        <a:solidFill>
                          <a:srgbClr val="003399"/>
                        </a:solidFill>
                        <a:latin typeface="Cambria Math" panose="02040503050406030204" pitchFamily="18" charset="0"/>
                      </a:rPr>
                      <m:t>𝑃</m:t>
                    </m:r>
                    <m:d>
                      <m:dPr>
                        <m:ctrlPr>
                          <a:rPr lang="en-GB" altLang="zh-CN" sz="1200" i="1">
                            <a:solidFill>
                              <a:srgbClr val="003399"/>
                            </a:solidFill>
                            <a:latin typeface="Cambria Math" panose="02040503050406030204" pitchFamily="18" charset="0"/>
                          </a:rPr>
                        </m:ctrlPr>
                      </m:dPr>
                      <m:e>
                        <m:r>
                          <a:rPr lang="en-GB" altLang="zh-CN" sz="1200" i="1">
                            <a:solidFill>
                              <a:srgbClr val="003399"/>
                            </a:solidFill>
                            <a:latin typeface="Cambria Math" panose="02040503050406030204" pitchFamily="18" charset="0"/>
                            <a:ea typeface="Cambria Math" panose="02040503050406030204" pitchFamily="18" charset="0"/>
                          </a:rPr>
                          <m:t>𝑜𝑑𝑜</m:t>
                        </m:r>
                        <m:r>
                          <a:rPr lang="en-GB" altLang="zh-CN" sz="1200" i="1" smtClean="0">
                            <a:solidFill>
                              <a:srgbClr val="003399"/>
                            </a:solidFill>
                            <a:latin typeface="Cambria Math" panose="02040503050406030204" pitchFamily="18" charset="0"/>
                          </a:rPr>
                          <m:t> </m:t>
                        </m:r>
                      </m:e>
                    </m:d>
                  </m:oMath>
                </a14:m>
                <a:r>
                  <a:rPr lang="en-GB" dirty="0"/>
                  <a:t> </a:t>
                </a:r>
                <a:r>
                  <a:rPr lang="en-GB" altLang="zh-CN" baseline="0" dirty="0"/>
                  <a:t>independent to x, so they can be regards as </a:t>
                </a:r>
                <a:r>
                  <a:rPr lang="en-GB" altLang="zh-CN" dirty="0"/>
                  <a:t>is uniform distributions.</a:t>
                </a:r>
              </a:p>
            </p:txBody>
          </p:sp>
        </mc:Choice>
        <mc:Fallback xmlns="">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altLang="zh-CN" sz="1200" i="0">
                    <a:solidFill>
                      <a:srgbClr val="003399"/>
                    </a:solidFill>
                    <a:latin typeface="Cambria Math" panose="02040503050406030204" pitchFamily="18" charset="0"/>
                  </a:rPr>
                  <a:t>〖𝑙𝑜𝑐〗_0</a:t>
                </a:r>
                <a:r>
                  <a:rPr lang="en-GB" dirty="0"/>
                  <a:t> and </a:t>
                </a:r>
                <a:r>
                  <a:rPr lang="en-GB" altLang="zh-CN" sz="1200" i="0">
                    <a:solidFill>
                      <a:srgbClr val="003399"/>
                    </a:solidFill>
                    <a:latin typeface="Cambria Math" panose="02040503050406030204" pitchFamily="18" charset="0"/>
                    <a:ea typeface="Cambria Math" panose="02040503050406030204" pitchFamily="18" charset="0"/>
                  </a:rPr>
                  <a:t>𝑜𝑑𝑜</a:t>
                </a:r>
                <a:r>
                  <a:rPr lang="en-GB" dirty="0"/>
                  <a:t> are independent,</a:t>
                </a:r>
                <a:r>
                  <a:rPr lang="en-GB" baseline="0" dirty="0"/>
                  <a:t> so </a:t>
                </a:r>
                <a:r>
                  <a:rPr lang="en-GB" altLang="zh-CN" i="0">
                    <a:solidFill>
                      <a:srgbClr val="003399"/>
                    </a:solidFill>
                    <a:latin typeface="Cambria Math" panose="02040503050406030204" pitchFamily="18" charset="0"/>
                  </a:rPr>
                  <a:t>𝑃(</a:t>
                </a:r>
                <a:r>
                  <a:rPr lang="en-GB" altLang="zh-CN" i="0">
                    <a:solidFill>
                      <a:srgbClr val="003399"/>
                    </a:solidFill>
                    <a:latin typeface="Cambria Math" panose="02040503050406030204" pitchFamily="18" charset="0"/>
                    <a:ea typeface="Cambria Math" panose="02040503050406030204" pitchFamily="18" charset="0"/>
                  </a:rPr>
                  <a:t>𝑜𝑑𝑜,〖</a:t>
                </a:r>
                <a:r>
                  <a:rPr lang="en-GB" altLang="zh-CN" i="0">
                    <a:solidFill>
                      <a:srgbClr val="003399"/>
                    </a:solidFill>
                    <a:latin typeface="Cambria Math" panose="02040503050406030204" pitchFamily="18" charset="0"/>
                  </a:rPr>
                  <a:t>𝑙𝑜𝑐〗_0 )</a:t>
                </a:r>
                <a:r>
                  <a:rPr lang="en-GB" altLang="zh-CN" b="0" i="0">
                    <a:solidFill>
                      <a:srgbClr val="003399"/>
                    </a:solidFill>
                    <a:latin typeface="Cambria Math" panose="02040503050406030204" pitchFamily="18" charset="0"/>
                  </a:rPr>
                  <a:t>=</a:t>
                </a:r>
                <a:r>
                  <a:rPr lang="en-GB" altLang="zh-CN" sz="1200" i="0">
                    <a:solidFill>
                      <a:srgbClr val="003399"/>
                    </a:solidFill>
                    <a:latin typeface="Cambria Math" panose="02040503050406030204" pitchFamily="18" charset="0"/>
                  </a:rPr>
                  <a:t>𝑃(〖𝑙𝑜𝑐〗_0 )𝑃(</a:t>
                </a:r>
                <a:r>
                  <a:rPr lang="en-GB" altLang="zh-CN" sz="1200" i="0">
                    <a:solidFill>
                      <a:srgbClr val="003399"/>
                    </a:solidFill>
                    <a:latin typeface="Cambria Math" panose="02040503050406030204" pitchFamily="18" charset="0"/>
                    <a:ea typeface="Cambria Math" panose="02040503050406030204" pitchFamily="18" charset="0"/>
                  </a:rPr>
                  <a:t>𝑜𝑑𝑜</a:t>
                </a:r>
                <a:r>
                  <a:rPr lang="en-GB" altLang="zh-CN" sz="1200" i="0">
                    <a:solidFill>
                      <a:srgbClr val="003399"/>
                    </a:solidFill>
                    <a:latin typeface="Cambria Math" panose="02040503050406030204" pitchFamily="18" charset="0"/>
                  </a:rPr>
                  <a:t> )</a:t>
                </a:r>
                <a:endParaRPr lang="en-GB"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GB" dirty="0"/>
              </a:p>
              <a:p>
                <a:pPr marL="0" marR="0" lvl="0" indent="0" algn="l" defTabSz="914400" rtl="0" eaLnBrk="1" fontAlgn="auto" latinLnBrk="0" hangingPunct="1">
                  <a:lnSpc>
                    <a:spcPct val="100000"/>
                  </a:lnSpc>
                  <a:spcBef>
                    <a:spcPts val="0"/>
                  </a:spcBef>
                  <a:spcAft>
                    <a:spcPts val="0"/>
                  </a:spcAft>
                  <a:buClrTx/>
                  <a:buSzTx/>
                  <a:buFontTx/>
                  <a:buNone/>
                  <a:tabLst/>
                  <a:defRPr/>
                </a:pPr>
                <a:r>
                  <a:rPr lang="en-GB" altLang="zh-CN" sz="1200" i="0">
                    <a:solidFill>
                      <a:srgbClr val="003399"/>
                    </a:solidFill>
                    <a:latin typeface="Cambria Math" panose="02040503050406030204" pitchFamily="18" charset="0"/>
                  </a:rPr>
                  <a:t>𝑃(〖𝑙𝑜𝑐〗_0 )</a:t>
                </a:r>
                <a:r>
                  <a:rPr lang="en-GB" altLang="zh-CN" sz="1200" dirty="0">
                    <a:solidFill>
                      <a:srgbClr val="003399"/>
                    </a:solidFill>
                  </a:rPr>
                  <a:t>, </a:t>
                </a:r>
                <a:r>
                  <a:rPr lang="en-GB" altLang="zh-CN" sz="1200" i="0">
                    <a:solidFill>
                      <a:srgbClr val="003399"/>
                    </a:solidFill>
                    <a:latin typeface="Cambria Math" panose="02040503050406030204" pitchFamily="18" charset="0"/>
                  </a:rPr>
                  <a:t>𝑃(〖𝑙𝑜𝑐〗_1 )</a:t>
                </a:r>
                <a:r>
                  <a:rPr lang="en-GB" dirty="0"/>
                  <a:t> and</a:t>
                </a:r>
                <a:r>
                  <a:rPr lang="en-GB" baseline="0" dirty="0"/>
                  <a:t> </a:t>
                </a:r>
                <a:r>
                  <a:rPr lang="en-GB" altLang="zh-CN" sz="1200" i="0">
                    <a:solidFill>
                      <a:srgbClr val="003399"/>
                    </a:solidFill>
                    <a:latin typeface="Cambria Math" panose="02040503050406030204" pitchFamily="18" charset="0"/>
                  </a:rPr>
                  <a:t>𝑃(</a:t>
                </a:r>
                <a:r>
                  <a:rPr lang="en-GB" altLang="zh-CN" sz="1200" i="0">
                    <a:solidFill>
                      <a:srgbClr val="003399"/>
                    </a:solidFill>
                    <a:latin typeface="Cambria Math" panose="02040503050406030204" pitchFamily="18" charset="0"/>
                    <a:ea typeface="Cambria Math" panose="02040503050406030204" pitchFamily="18" charset="0"/>
                  </a:rPr>
                  <a:t>𝑜𝑑𝑜</a:t>
                </a:r>
                <a:r>
                  <a:rPr lang="en-GB" altLang="zh-CN" sz="1200" i="0">
                    <a:solidFill>
                      <a:srgbClr val="003399"/>
                    </a:solidFill>
                    <a:latin typeface="Cambria Math" panose="02040503050406030204" pitchFamily="18" charset="0"/>
                  </a:rPr>
                  <a:t> )</a:t>
                </a:r>
                <a:r>
                  <a:rPr lang="en-GB" dirty="0"/>
                  <a:t> </a:t>
                </a:r>
                <a:r>
                  <a:rPr lang="en-GB" altLang="zh-CN" baseline="0" dirty="0"/>
                  <a:t>independent to x, so they can be regards as </a:t>
                </a:r>
                <a:r>
                  <a:rPr lang="en-GB" altLang="zh-CN" dirty="0"/>
                  <a:t>is uniform distributions.</a:t>
                </a:r>
              </a:p>
            </p:txBody>
          </p:sp>
        </mc:Fallback>
      </mc:AlternateContent>
      <p:sp>
        <p:nvSpPr>
          <p:cNvPr id="4" name="灯片编号占位符 3"/>
          <p:cNvSpPr>
            <a:spLocks noGrp="1"/>
          </p:cNvSpPr>
          <p:nvPr>
            <p:ph type="sldNum" sz="quarter" idx="5"/>
          </p:nvPr>
        </p:nvSpPr>
        <p:spPr/>
        <p:txBody>
          <a:bodyPr/>
          <a:lstStyle/>
          <a:p>
            <a:fld id="{D35741E6-F4B0-0348-85E5-28B214E36C02}" type="slidenum">
              <a:rPr lang="en-US" smtClean="0"/>
              <a:pPr/>
              <a:t>12</a:t>
            </a:fld>
            <a:endParaRPr lang="en-US"/>
          </a:p>
        </p:txBody>
      </p:sp>
    </p:spTree>
    <p:extLst>
      <p:ext uri="{BB962C8B-B14F-4D97-AF65-F5344CB8AC3E}">
        <p14:creationId xmlns:p14="http://schemas.microsoft.com/office/powerpoint/2010/main" val="342832283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dirty="0"/>
          </a:p>
        </p:txBody>
      </p:sp>
      <p:sp>
        <p:nvSpPr>
          <p:cNvPr id="4" name="灯片编号占位符 3"/>
          <p:cNvSpPr>
            <a:spLocks noGrp="1"/>
          </p:cNvSpPr>
          <p:nvPr>
            <p:ph type="sldNum" sz="quarter" idx="5"/>
          </p:nvPr>
        </p:nvSpPr>
        <p:spPr/>
        <p:txBody>
          <a:bodyPr/>
          <a:lstStyle/>
          <a:p>
            <a:fld id="{D35741E6-F4B0-0348-85E5-28B214E36C02}" type="slidenum">
              <a:rPr lang="en-US" smtClean="0"/>
              <a:pPr/>
              <a:t>13</a:t>
            </a:fld>
            <a:endParaRPr lang="en-US"/>
          </a:p>
        </p:txBody>
      </p:sp>
    </p:spTree>
    <p:extLst>
      <p:ext uri="{BB962C8B-B14F-4D97-AF65-F5344CB8AC3E}">
        <p14:creationId xmlns:p14="http://schemas.microsoft.com/office/powerpoint/2010/main" val="11566610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备注占位符 2"/>
              <p:cNvSpPr>
                <a:spLocks noGrp="1"/>
              </p:cNvSpPr>
              <p:nvPr>
                <p:ph type="body" idx="1"/>
              </p:nvPr>
            </p:nvSpPr>
            <p:spPr/>
            <p:txBody>
              <a:bodyPr/>
              <a:lstStyle/>
              <a:p>
                <a14:m>
                  <m:oMath xmlns:m="http://schemas.openxmlformats.org/officeDocument/2006/math">
                    <m:acc>
                      <m:accPr>
                        <m:chr m:val="̂"/>
                        <m:ctrlPr>
                          <a:rPr lang="en-GB" altLang="zh-CN" i="1" smtClean="0">
                            <a:latin typeface="Cambria Math" panose="02040503050406030204" pitchFamily="18" charset="0"/>
                          </a:rPr>
                        </m:ctrlPr>
                      </m:accPr>
                      <m:e>
                        <m:r>
                          <a:rPr lang="en-GB" altLang="zh-CN" i="1">
                            <a:latin typeface="Cambria Math" panose="02040503050406030204" pitchFamily="18" charset="0"/>
                          </a:rPr>
                          <m:t>𝛼</m:t>
                        </m:r>
                      </m:e>
                    </m:acc>
                    <m:d>
                      <m:dPr>
                        <m:ctrlPr>
                          <a:rPr lang="en-GB" altLang="zh-CN" sz="1200" b="0" i="1" smtClean="0">
                            <a:solidFill>
                              <a:schemeClr val="tx1"/>
                            </a:solidFill>
                            <a:latin typeface="Cambria Math" panose="02040503050406030204" pitchFamily="18" charset="0"/>
                          </a:rPr>
                        </m:ctrlPr>
                      </m:dPr>
                      <m:e>
                        <m:sSub>
                          <m:sSubPr>
                            <m:ctrlPr>
                              <a:rPr lang="en-GB" altLang="zh-CN" i="1">
                                <a:latin typeface="Cambria Math" panose="02040503050406030204" pitchFamily="18" charset="0"/>
                              </a:rPr>
                            </m:ctrlPr>
                          </m:sSubPr>
                          <m:e>
                            <m:r>
                              <a:rPr lang="en-GB" altLang="zh-CN" i="1">
                                <a:latin typeface="Cambria Math" panose="02040503050406030204" pitchFamily="18" charset="0"/>
                              </a:rPr>
                              <m:t>𝑥</m:t>
                            </m:r>
                          </m:e>
                          <m:sub>
                            <m:r>
                              <a:rPr lang="en-GB" altLang="zh-CN" i="1">
                                <a:latin typeface="Cambria Math" panose="02040503050406030204" pitchFamily="18" charset="0"/>
                              </a:rPr>
                              <m:t>𝑡</m:t>
                            </m:r>
                          </m:sub>
                        </m:sSub>
                      </m:e>
                    </m:d>
                  </m:oMath>
                </a14:m>
                <a:r>
                  <a:rPr lang="en-GB" dirty="0"/>
                  <a:t> is e.g. the</a:t>
                </a:r>
                <a:r>
                  <a:rPr lang="en-GB" baseline="0" dirty="0"/>
                  <a:t> location distribution at time t</a:t>
                </a:r>
                <a:endParaRPr lang="en-GB" dirty="0"/>
              </a:p>
            </p:txBody>
          </p:sp>
        </mc:Choice>
        <mc:Fallback xmlns="">
          <p:sp>
            <p:nvSpPr>
              <p:cNvPr id="3" name="备注占位符 2"/>
              <p:cNvSpPr>
                <a:spLocks noGrp="1"/>
              </p:cNvSpPr>
              <p:nvPr>
                <p:ph type="body" idx="1"/>
              </p:nvPr>
            </p:nvSpPr>
            <p:spPr/>
            <p:txBody>
              <a:bodyPr/>
              <a:lstStyle/>
              <a:p>
                <a:r>
                  <a:rPr lang="en-GB" altLang="zh-CN" i="0">
                    <a:latin typeface="Cambria Math" panose="02040503050406030204" pitchFamily="18" charset="0"/>
                  </a:rPr>
                  <a:t>𝛼 ̂</a:t>
                </a:r>
                <a:r>
                  <a:rPr lang="en-GB" altLang="zh-CN" sz="1200" b="0" i="0">
                    <a:solidFill>
                      <a:schemeClr val="tx1"/>
                    </a:solidFill>
                    <a:latin typeface="Cambria Math" panose="02040503050406030204" pitchFamily="18" charset="0"/>
                  </a:rPr>
                  <a:t>(</a:t>
                </a:r>
                <a:r>
                  <a:rPr lang="en-GB" altLang="zh-CN" i="0">
                    <a:latin typeface="Cambria Math" panose="02040503050406030204" pitchFamily="18" charset="0"/>
                  </a:rPr>
                  <a:t>𝑥_𝑡 )</a:t>
                </a:r>
                <a:r>
                  <a:rPr lang="en-GB" dirty="0"/>
                  <a:t> is e.g. the</a:t>
                </a:r>
                <a:r>
                  <a:rPr lang="en-GB" baseline="0" dirty="0"/>
                  <a:t> location distribution at time t</a:t>
                </a:r>
                <a:endParaRPr lang="en-GB" dirty="0"/>
              </a:p>
            </p:txBody>
          </p:sp>
        </mc:Fallback>
      </mc:AlternateContent>
      <p:sp>
        <p:nvSpPr>
          <p:cNvPr id="4" name="灯片编号占位符 3"/>
          <p:cNvSpPr>
            <a:spLocks noGrp="1"/>
          </p:cNvSpPr>
          <p:nvPr>
            <p:ph type="sldNum" sz="quarter" idx="5"/>
          </p:nvPr>
        </p:nvSpPr>
        <p:spPr/>
        <p:txBody>
          <a:bodyPr/>
          <a:lstStyle/>
          <a:p>
            <a:fld id="{D35741E6-F4B0-0348-85E5-28B214E36C02}" type="slidenum">
              <a:rPr lang="en-US" smtClean="0"/>
              <a:pPr/>
              <a:t>16</a:t>
            </a:fld>
            <a:endParaRPr lang="en-US"/>
          </a:p>
        </p:txBody>
      </p:sp>
    </p:spTree>
    <p:extLst>
      <p:ext uri="{BB962C8B-B14F-4D97-AF65-F5344CB8AC3E}">
        <p14:creationId xmlns:p14="http://schemas.microsoft.com/office/powerpoint/2010/main" val="325761848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备注占位符 2"/>
              <p:cNvSpPr>
                <a:spLocks noGrp="1"/>
              </p:cNvSpPr>
              <p:nvPr>
                <p:ph type="body" idx="1"/>
              </p:nvPr>
            </p:nvSpPr>
            <p:spPr/>
            <p:txBody>
              <a:bodyPr/>
              <a:lstStyle/>
              <a:p>
                <a:r>
                  <a:rPr lang="en-GB" dirty="0"/>
                  <a:t>If we don’t use Markov assumption, </a:t>
                </a:r>
                <a14:m>
                  <m:oMath xmlns:m="http://schemas.openxmlformats.org/officeDocument/2006/math">
                    <m:sSub>
                      <m:sSubPr>
                        <m:ctrlPr>
                          <a:rPr lang="en-GB" altLang="zh-CN" i="1" smtClean="0">
                            <a:latin typeface="Cambria Math" panose="02040503050406030204" pitchFamily="18" charset="0"/>
                          </a:rPr>
                        </m:ctrlPr>
                      </m:sSubPr>
                      <m:e>
                        <m:r>
                          <a:rPr lang="en-GB" altLang="zh-CN" b="0" i="1" smtClean="0">
                            <a:latin typeface="Cambria Math" panose="02040503050406030204" pitchFamily="18" charset="0"/>
                          </a:rPr>
                          <m:t>𝑧</m:t>
                        </m:r>
                      </m:e>
                      <m:sub>
                        <m:r>
                          <a:rPr lang="en-GB" altLang="zh-CN" i="1">
                            <a:latin typeface="Cambria Math" panose="02040503050406030204" pitchFamily="18" charset="0"/>
                          </a:rPr>
                          <m:t>𝑡</m:t>
                        </m:r>
                      </m:sub>
                    </m:sSub>
                  </m:oMath>
                </a14:m>
                <a:r>
                  <a:rPr lang="en-US" altLang="zh-CN" dirty="0"/>
                  <a:t> may</a:t>
                </a:r>
                <a:r>
                  <a:rPr lang="en-US" altLang="zh-CN" baseline="0" dirty="0"/>
                  <a:t> depend on </a:t>
                </a:r>
                <a14:m>
                  <m:oMath xmlns:m="http://schemas.openxmlformats.org/officeDocument/2006/math">
                    <m:sSub>
                      <m:sSubPr>
                        <m:ctrlPr>
                          <a:rPr lang="en-GB" altLang="zh-CN" i="1" smtClean="0">
                            <a:latin typeface="Cambria Math" panose="02040503050406030204" pitchFamily="18" charset="0"/>
                          </a:rPr>
                        </m:ctrlPr>
                      </m:sSubPr>
                      <m:e>
                        <m:r>
                          <a:rPr lang="en-GB" altLang="zh-CN" i="1">
                            <a:latin typeface="Cambria Math" panose="02040503050406030204" pitchFamily="18" charset="0"/>
                          </a:rPr>
                          <m:t>𝑢</m:t>
                        </m:r>
                      </m:e>
                      <m:sub>
                        <m:r>
                          <a:rPr lang="en-GB" altLang="zh-CN" i="1">
                            <a:latin typeface="Cambria Math" panose="02040503050406030204" pitchFamily="18" charset="0"/>
                          </a:rPr>
                          <m:t>0</m:t>
                        </m:r>
                      </m:sub>
                    </m:sSub>
                    <m:r>
                      <a:rPr lang="en-GB" altLang="zh-CN" i="1">
                        <a:latin typeface="Cambria Math" panose="02040503050406030204" pitchFamily="18" charset="0"/>
                      </a:rPr>
                      <m:t>,…,</m:t>
                    </m:r>
                    <m:sSub>
                      <m:sSubPr>
                        <m:ctrlPr>
                          <a:rPr lang="en-GB" altLang="zh-CN" i="1">
                            <a:latin typeface="Cambria Math" panose="02040503050406030204" pitchFamily="18" charset="0"/>
                          </a:rPr>
                        </m:ctrlPr>
                      </m:sSubPr>
                      <m:e>
                        <m:r>
                          <a:rPr lang="en-GB" altLang="zh-CN" i="1">
                            <a:latin typeface="Cambria Math" panose="02040503050406030204" pitchFamily="18" charset="0"/>
                          </a:rPr>
                          <m:t>𝑢</m:t>
                        </m:r>
                      </m:e>
                      <m:sub>
                        <m:r>
                          <a:rPr lang="en-GB" altLang="zh-CN" i="1">
                            <a:latin typeface="Cambria Math" panose="02040503050406030204" pitchFamily="18" charset="0"/>
                          </a:rPr>
                          <m:t>𝑡</m:t>
                        </m:r>
                      </m:sub>
                    </m:sSub>
                  </m:oMath>
                </a14:m>
                <a:endParaRPr lang="en-GB" dirty="0"/>
              </a:p>
            </p:txBody>
          </p:sp>
        </mc:Choice>
        <mc:Fallback xmlns="">
          <p:sp>
            <p:nvSpPr>
              <p:cNvPr id="3" name="备注占位符 2"/>
              <p:cNvSpPr>
                <a:spLocks noGrp="1"/>
              </p:cNvSpPr>
              <p:nvPr>
                <p:ph type="body" idx="1"/>
              </p:nvPr>
            </p:nvSpPr>
            <p:spPr/>
            <p:txBody>
              <a:bodyPr/>
              <a:lstStyle/>
              <a:p>
                <a:r>
                  <a:rPr lang="en-GB" dirty="0"/>
                  <a:t>If we don’t use Markov assumption, </a:t>
                </a:r>
                <a:r>
                  <a:rPr lang="en-GB" altLang="zh-CN" b="0" i="0">
                    <a:latin typeface="Cambria Math" panose="02040503050406030204" pitchFamily="18" charset="0"/>
                  </a:rPr>
                  <a:t>𝑧_</a:t>
                </a:r>
                <a:r>
                  <a:rPr lang="en-GB" altLang="zh-CN" i="0">
                    <a:latin typeface="Cambria Math" panose="02040503050406030204" pitchFamily="18" charset="0"/>
                  </a:rPr>
                  <a:t>𝑡</a:t>
                </a:r>
                <a:r>
                  <a:rPr lang="en-US" altLang="zh-CN" dirty="0"/>
                  <a:t> may</a:t>
                </a:r>
                <a:r>
                  <a:rPr lang="en-US" altLang="zh-CN" baseline="0" dirty="0"/>
                  <a:t> depend on </a:t>
                </a:r>
                <a:r>
                  <a:rPr lang="en-GB" altLang="zh-CN" i="0">
                    <a:latin typeface="Cambria Math" panose="02040503050406030204" pitchFamily="18" charset="0"/>
                  </a:rPr>
                  <a:t>𝑢_0,…,𝑢_𝑡</a:t>
                </a:r>
                <a:endParaRPr lang="en-GB" dirty="0"/>
              </a:p>
            </p:txBody>
          </p:sp>
        </mc:Fallback>
      </mc:AlternateContent>
      <p:sp>
        <p:nvSpPr>
          <p:cNvPr id="4" name="灯片编号占位符 3"/>
          <p:cNvSpPr>
            <a:spLocks noGrp="1"/>
          </p:cNvSpPr>
          <p:nvPr>
            <p:ph type="sldNum" sz="quarter" idx="5"/>
          </p:nvPr>
        </p:nvSpPr>
        <p:spPr/>
        <p:txBody>
          <a:bodyPr/>
          <a:lstStyle/>
          <a:p>
            <a:fld id="{D35741E6-F4B0-0348-85E5-28B214E36C02}" type="slidenum">
              <a:rPr lang="en-US" smtClean="0"/>
              <a:pPr/>
              <a:t>17</a:t>
            </a:fld>
            <a:endParaRPr lang="en-US"/>
          </a:p>
        </p:txBody>
      </p:sp>
    </p:spTree>
    <p:extLst>
      <p:ext uri="{BB962C8B-B14F-4D97-AF65-F5344CB8AC3E}">
        <p14:creationId xmlns:p14="http://schemas.microsoft.com/office/powerpoint/2010/main" val="30783757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GB" dirty="0"/>
          </a:p>
        </p:txBody>
      </p:sp>
      <p:sp>
        <p:nvSpPr>
          <p:cNvPr id="4" name="灯片编号占位符 3"/>
          <p:cNvSpPr>
            <a:spLocks noGrp="1"/>
          </p:cNvSpPr>
          <p:nvPr>
            <p:ph type="sldNum" sz="quarter" idx="5"/>
          </p:nvPr>
        </p:nvSpPr>
        <p:spPr/>
        <p:txBody>
          <a:bodyPr/>
          <a:lstStyle/>
          <a:p>
            <a:fld id="{D35741E6-F4B0-0348-85E5-28B214E36C02}" type="slidenum">
              <a:rPr lang="en-US" smtClean="0"/>
              <a:pPr/>
              <a:t>18</a:t>
            </a:fld>
            <a:endParaRPr lang="en-US"/>
          </a:p>
        </p:txBody>
      </p:sp>
    </p:spTree>
    <p:extLst>
      <p:ext uri="{BB962C8B-B14F-4D97-AF65-F5344CB8AC3E}">
        <p14:creationId xmlns:p14="http://schemas.microsoft.com/office/powerpoint/2010/main" val="402387594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GB" dirty="0"/>
          </a:p>
        </p:txBody>
      </p:sp>
      <p:sp>
        <p:nvSpPr>
          <p:cNvPr id="4" name="灯片编号占位符 3"/>
          <p:cNvSpPr>
            <a:spLocks noGrp="1"/>
          </p:cNvSpPr>
          <p:nvPr>
            <p:ph type="sldNum" sz="quarter" idx="5"/>
          </p:nvPr>
        </p:nvSpPr>
        <p:spPr/>
        <p:txBody>
          <a:bodyPr/>
          <a:lstStyle/>
          <a:p>
            <a:fld id="{D35741E6-F4B0-0348-85E5-28B214E36C02}" type="slidenum">
              <a:rPr lang="en-US" smtClean="0"/>
              <a:pPr/>
              <a:t>19</a:t>
            </a:fld>
            <a:endParaRPr lang="en-US"/>
          </a:p>
        </p:txBody>
      </p:sp>
    </p:spTree>
    <p:extLst>
      <p:ext uri="{BB962C8B-B14F-4D97-AF65-F5344CB8AC3E}">
        <p14:creationId xmlns:p14="http://schemas.microsoft.com/office/powerpoint/2010/main" val="108407546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GB" dirty="0"/>
          </a:p>
        </p:txBody>
      </p:sp>
      <p:sp>
        <p:nvSpPr>
          <p:cNvPr id="4" name="灯片编号占位符 3"/>
          <p:cNvSpPr>
            <a:spLocks noGrp="1"/>
          </p:cNvSpPr>
          <p:nvPr>
            <p:ph type="sldNum" sz="quarter" idx="5"/>
          </p:nvPr>
        </p:nvSpPr>
        <p:spPr/>
        <p:txBody>
          <a:bodyPr/>
          <a:lstStyle/>
          <a:p>
            <a:fld id="{D35741E6-F4B0-0348-85E5-28B214E36C02}" type="slidenum">
              <a:rPr lang="en-US" smtClean="0"/>
              <a:pPr/>
              <a:t>20</a:t>
            </a:fld>
            <a:endParaRPr lang="en-US"/>
          </a:p>
        </p:txBody>
      </p:sp>
    </p:spTree>
    <p:extLst>
      <p:ext uri="{BB962C8B-B14F-4D97-AF65-F5344CB8AC3E}">
        <p14:creationId xmlns:p14="http://schemas.microsoft.com/office/powerpoint/2010/main" val="322258650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GB" dirty="0"/>
          </a:p>
        </p:txBody>
      </p:sp>
      <p:sp>
        <p:nvSpPr>
          <p:cNvPr id="4" name="灯片编号占位符 3"/>
          <p:cNvSpPr>
            <a:spLocks noGrp="1"/>
          </p:cNvSpPr>
          <p:nvPr>
            <p:ph type="sldNum" sz="quarter" idx="5"/>
          </p:nvPr>
        </p:nvSpPr>
        <p:spPr/>
        <p:txBody>
          <a:bodyPr/>
          <a:lstStyle/>
          <a:p>
            <a:fld id="{D35741E6-F4B0-0348-85E5-28B214E36C02}" type="slidenum">
              <a:rPr lang="en-US" smtClean="0"/>
              <a:pPr/>
              <a:t>21</a:t>
            </a:fld>
            <a:endParaRPr lang="en-US"/>
          </a:p>
        </p:txBody>
      </p:sp>
    </p:spTree>
    <p:extLst>
      <p:ext uri="{BB962C8B-B14F-4D97-AF65-F5344CB8AC3E}">
        <p14:creationId xmlns:p14="http://schemas.microsoft.com/office/powerpoint/2010/main" val="210023813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GB" dirty="0"/>
          </a:p>
        </p:txBody>
      </p:sp>
      <p:sp>
        <p:nvSpPr>
          <p:cNvPr id="4" name="灯片编号占位符 3"/>
          <p:cNvSpPr>
            <a:spLocks noGrp="1"/>
          </p:cNvSpPr>
          <p:nvPr>
            <p:ph type="sldNum" sz="quarter" idx="5"/>
          </p:nvPr>
        </p:nvSpPr>
        <p:spPr/>
        <p:txBody>
          <a:bodyPr/>
          <a:lstStyle/>
          <a:p>
            <a:fld id="{D35741E6-F4B0-0348-85E5-28B214E36C02}" type="slidenum">
              <a:rPr lang="en-US" smtClean="0"/>
              <a:pPr/>
              <a:t>22</a:t>
            </a:fld>
            <a:endParaRPr lang="en-US"/>
          </a:p>
        </p:txBody>
      </p:sp>
    </p:spTree>
    <p:extLst>
      <p:ext uri="{BB962C8B-B14F-4D97-AF65-F5344CB8AC3E}">
        <p14:creationId xmlns:p14="http://schemas.microsoft.com/office/powerpoint/2010/main" val="396157255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GB" dirty="0"/>
          </a:p>
        </p:txBody>
      </p:sp>
      <p:sp>
        <p:nvSpPr>
          <p:cNvPr id="4" name="灯片编号占位符 3"/>
          <p:cNvSpPr>
            <a:spLocks noGrp="1"/>
          </p:cNvSpPr>
          <p:nvPr>
            <p:ph type="sldNum" sz="quarter" idx="5"/>
          </p:nvPr>
        </p:nvSpPr>
        <p:spPr/>
        <p:txBody>
          <a:bodyPr/>
          <a:lstStyle/>
          <a:p>
            <a:fld id="{D35741E6-F4B0-0348-85E5-28B214E36C02}" type="slidenum">
              <a:rPr lang="en-US" smtClean="0"/>
              <a:pPr/>
              <a:t>23</a:t>
            </a:fld>
            <a:endParaRPr lang="en-US"/>
          </a:p>
        </p:txBody>
      </p:sp>
    </p:spTree>
    <p:extLst>
      <p:ext uri="{BB962C8B-B14F-4D97-AF65-F5344CB8AC3E}">
        <p14:creationId xmlns:p14="http://schemas.microsoft.com/office/powerpoint/2010/main" val="362553543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GB" dirty="0"/>
          </a:p>
        </p:txBody>
      </p:sp>
      <p:sp>
        <p:nvSpPr>
          <p:cNvPr id="4" name="灯片编号占位符 3"/>
          <p:cNvSpPr>
            <a:spLocks noGrp="1"/>
          </p:cNvSpPr>
          <p:nvPr>
            <p:ph type="sldNum" sz="quarter" idx="5"/>
          </p:nvPr>
        </p:nvSpPr>
        <p:spPr/>
        <p:txBody>
          <a:bodyPr/>
          <a:lstStyle/>
          <a:p>
            <a:fld id="{D35741E6-F4B0-0348-85E5-28B214E36C02}" type="slidenum">
              <a:rPr lang="en-US" smtClean="0"/>
              <a:pPr/>
              <a:t>26</a:t>
            </a:fld>
            <a:endParaRPr lang="en-US"/>
          </a:p>
        </p:txBody>
      </p:sp>
    </p:spTree>
    <p:extLst>
      <p:ext uri="{BB962C8B-B14F-4D97-AF65-F5344CB8AC3E}">
        <p14:creationId xmlns:p14="http://schemas.microsoft.com/office/powerpoint/2010/main" val="39771411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GB" dirty="0"/>
          </a:p>
        </p:txBody>
      </p:sp>
      <p:sp>
        <p:nvSpPr>
          <p:cNvPr id="4" name="灯片编号占位符 3"/>
          <p:cNvSpPr>
            <a:spLocks noGrp="1"/>
          </p:cNvSpPr>
          <p:nvPr>
            <p:ph type="sldNum" sz="quarter" idx="5"/>
          </p:nvPr>
        </p:nvSpPr>
        <p:spPr/>
        <p:txBody>
          <a:bodyPr/>
          <a:lstStyle/>
          <a:p>
            <a:fld id="{D35741E6-F4B0-0348-85E5-28B214E36C02}" type="slidenum">
              <a:rPr lang="en-US" smtClean="0"/>
              <a:pPr/>
              <a:t>27</a:t>
            </a:fld>
            <a:endParaRPr lang="en-US"/>
          </a:p>
        </p:txBody>
      </p:sp>
    </p:spTree>
    <p:extLst>
      <p:ext uri="{BB962C8B-B14F-4D97-AF65-F5344CB8AC3E}">
        <p14:creationId xmlns:p14="http://schemas.microsoft.com/office/powerpoint/2010/main" val="12138088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GB" dirty="0"/>
          </a:p>
        </p:txBody>
      </p:sp>
      <p:sp>
        <p:nvSpPr>
          <p:cNvPr id="4" name="灯片编号占位符 3"/>
          <p:cNvSpPr>
            <a:spLocks noGrp="1"/>
          </p:cNvSpPr>
          <p:nvPr>
            <p:ph type="sldNum" sz="quarter" idx="5"/>
          </p:nvPr>
        </p:nvSpPr>
        <p:spPr/>
        <p:txBody>
          <a:bodyPr/>
          <a:lstStyle/>
          <a:p>
            <a:fld id="{D35741E6-F4B0-0348-85E5-28B214E36C02}" type="slidenum">
              <a:rPr lang="en-US" smtClean="0"/>
              <a:pPr/>
              <a:t>28</a:t>
            </a:fld>
            <a:endParaRPr lang="en-US"/>
          </a:p>
        </p:txBody>
      </p:sp>
    </p:spTree>
    <p:extLst>
      <p:ext uri="{BB962C8B-B14F-4D97-AF65-F5344CB8AC3E}">
        <p14:creationId xmlns:p14="http://schemas.microsoft.com/office/powerpoint/2010/main" val="99907291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GB" dirty="0"/>
          </a:p>
        </p:txBody>
      </p:sp>
      <p:sp>
        <p:nvSpPr>
          <p:cNvPr id="4" name="灯片编号占位符 3"/>
          <p:cNvSpPr>
            <a:spLocks noGrp="1"/>
          </p:cNvSpPr>
          <p:nvPr>
            <p:ph type="sldNum" sz="quarter" idx="5"/>
          </p:nvPr>
        </p:nvSpPr>
        <p:spPr/>
        <p:txBody>
          <a:bodyPr/>
          <a:lstStyle/>
          <a:p>
            <a:fld id="{D35741E6-F4B0-0348-85E5-28B214E36C02}" type="slidenum">
              <a:rPr lang="en-US" smtClean="0"/>
              <a:pPr/>
              <a:t>29</a:t>
            </a:fld>
            <a:endParaRPr lang="en-US"/>
          </a:p>
        </p:txBody>
      </p:sp>
    </p:spTree>
    <p:extLst>
      <p:ext uri="{BB962C8B-B14F-4D97-AF65-F5344CB8AC3E}">
        <p14:creationId xmlns:p14="http://schemas.microsoft.com/office/powerpoint/2010/main" val="377060086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GB" dirty="0"/>
          </a:p>
        </p:txBody>
      </p:sp>
      <p:sp>
        <p:nvSpPr>
          <p:cNvPr id="4" name="灯片编号占位符 3"/>
          <p:cNvSpPr>
            <a:spLocks noGrp="1"/>
          </p:cNvSpPr>
          <p:nvPr>
            <p:ph type="sldNum" sz="quarter" idx="5"/>
          </p:nvPr>
        </p:nvSpPr>
        <p:spPr/>
        <p:txBody>
          <a:bodyPr/>
          <a:lstStyle/>
          <a:p>
            <a:fld id="{D35741E6-F4B0-0348-85E5-28B214E36C02}" type="slidenum">
              <a:rPr lang="en-US" smtClean="0"/>
              <a:pPr/>
              <a:t>30</a:t>
            </a:fld>
            <a:endParaRPr lang="en-US"/>
          </a:p>
        </p:txBody>
      </p:sp>
    </p:spTree>
    <p:extLst>
      <p:ext uri="{BB962C8B-B14F-4D97-AF65-F5344CB8AC3E}">
        <p14:creationId xmlns:p14="http://schemas.microsoft.com/office/powerpoint/2010/main" val="330945177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GB" dirty="0"/>
          </a:p>
        </p:txBody>
      </p:sp>
      <p:sp>
        <p:nvSpPr>
          <p:cNvPr id="4" name="灯片编号占位符 3"/>
          <p:cNvSpPr>
            <a:spLocks noGrp="1"/>
          </p:cNvSpPr>
          <p:nvPr>
            <p:ph type="sldNum" sz="quarter" idx="5"/>
          </p:nvPr>
        </p:nvSpPr>
        <p:spPr/>
        <p:txBody>
          <a:bodyPr/>
          <a:lstStyle/>
          <a:p>
            <a:fld id="{D35741E6-F4B0-0348-85E5-28B214E36C02}" type="slidenum">
              <a:rPr lang="en-US" smtClean="0"/>
              <a:pPr/>
              <a:t>31</a:t>
            </a:fld>
            <a:endParaRPr lang="en-US"/>
          </a:p>
        </p:txBody>
      </p:sp>
    </p:spTree>
    <p:extLst>
      <p:ext uri="{BB962C8B-B14F-4D97-AF65-F5344CB8AC3E}">
        <p14:creationId xmlns:p14="http://schemas.microsoft.com/office/powerpoint/2010/main" val="102442749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GB" dirty="0"/>
          </a:p>
        </p:txBody>
      </p:sp>
      <p:sp>
        <p:nvSpPr>
          <p:cNvPr id="4" name="灯片编号占位符 3"/>
          <p:cNvSpPr>
            <a:spLocks noGrp="1"/>
          </p:cNvSpPr>
          <p:nvPr>
            <p:ph type="sldNum" sz="quarter" idx="5"/>
          </p:nvPr>
        </p:nvSpPr>
        <p:spPr/>
        <p:txBody>
          <a:bodyPr/>
          <a:lstStyle/>
          <a:p>
            <a:fld id="{D35741E6-F4B0-0348-85E5-28B214E36C02}" type="slidenum">
              <a:rPr lang="en-US" smtClean="0"/>
              <a:pPr/>
              <a:t>32</a:t>
            </a:fld>
            <a:endParaRPr lang="en-US"/>
          </a:p>
        </p:txBody>
      </p:sp>
    </p:spTree>
    <p:extLst>
      <p:ext uri="{BB962C8B-B14F-4D97-AF65-F5344CB8AC3E}">
        <p14:creationId xmlns:p14="http://schemas.microsoft.com/office/powerpoint/2010/main" val="167070981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GB" dirty="0"/>
          </a:p>
        </p:txBody>
      </p:sp>
      <p:sp>
        <p:nvSpPr>
          <p:cNvPr id="4" name="灯片编号占位符 3"/>
          <p:cNvSpPr>
            <a:spLocks noGrp="1"/>
          </p:cNvSpPr>
          <p:nvPr>
            <p:ph type="sldNum" sz="quarter" idx="5"/>
          </p:nvPr>
        </p:nvSpPr>
        <p:spPr/>
        <p:txBody>
          <a:bodyPr/>
          <a:lstStyle/>
          <a:p>
            <a:fld id="{D35741E6-F4B0-0348-85E5-28B214E36C02}" type="slidenum">
              <a:rPr lang="en-US" smtClean="0"/>
              <a:pPr/>
              <a:t>33</a:t>
            </a:fld>
            <a:endParaRPr lang="en-US"/>
          </a:p>
        </p:txBody>
      </p:sp>
    </p:spTree>
    <p:extLst>
      <p:ext uri="{BB962C8B-B14F-4D97-AF65-F5344CB8AC3E}">
        <p14:creationId xmlns:p14="http://schemas.microsoft.com/office/powerpoint/2010/main" val="298876172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GB" dirty="0"/>
          </a:p>
        </p:txBody>
      </p:sp>
      <p:sp>
        <p:nvSpPr>
          <p:cNvPr id="4" name="灯片编号占位符 3"/>
          <p:cNvSpPr>
            <a:spLocks noGrp="1"/>
          </p:cNvSpPr>
          <p:nvPr>
            <p:ph type="sldNum" sz="quarter" idx="5"/>
          </p:nvPr>
        </p:nvSpPr>
        <p:spPr/>
        <p:txBody>
          <a:bodyPr/>
          <a:lstStyle/>
          <a:p>
            <a:fld id="{D35741E6-F4B0-0348-85E5-28B214E36C02}" type="slidenum">
              <a:rPr lang="en-US" smtClean="0"/>
              <a:pPr/>
              <a:t>34</a:t>
            </a:fld>
            <a:endParaRPr lang="en-US"/>
          </a:p>
        </p:txBody>
      </p:sp>
    </p:spTree>
    <p:extLst>
      <p:ext uri="{BB962C8B-B14F-4D97-AF65-F5344CB8AC3E}">
        <p14:creationId xmlns:p14="http://schemas.microsoft.com/office/powerpoint/2010/main" val="297022742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GB" dirty="0"/>
          </a:p>
        </p:txBody>
      </p:sp>
      <p:sp>
        <p:nvSpPr>
          <p:cNvPr id="4" name="灯片编号占位符 3"/>
          <p:cNvSpPr>
            <a:spLocks noGrp="1"/>
          </p:cNvSpPr>
          <p:nvPr>
            <p:ph type="sldNum" sz="quarter" idx="5"/>
          </p:nvPr>
        </p:nvSpPr>
        <p:spPr/>
        <p:txBody>
          <a:bodyPr/>
          <a:lstStyle/>
          <a:p>
            <a:fld id="{D35741E6-F4B0-0348-85E5-28B214E36C02}" type="slidenum">
              <a:rPr lang="en-US" smtClean="0"/>
              <a:pPr/>
              <a:t>35</a:t>
            </a:fld>
            <a:endParaRPr lang="en-US"/>
          </a:p>
        </p:txBody>
      </p:sp>
    </p:spTree>
    <p:extLst>
      <p:ext uri="{BB962C8B-B14F-4D97-AF65-F5344CB8AC3E}">
        <p14:creationId xmlns:p14="http://schemas.microsoft.com/office/powerpoint/2010/main" val="203982097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备注占位符 2"/>
              <p:cNvSpPr>
                <a:spLocks noGrp="1"/>
              </p:cNvSpPr>
              <p:nvPr>
                <p:ph type="body" idx="1"/>
              </p:nvPr>
            </p:nvSpPr>
            <p:spPr/>
            <p:txBody>
              <a:bodyPr/>
              <a:lstStyle/>
              <a:p>
                <a14:m>
                  <m:oMath xmlns:m="http://schemas.openxmlformats.org/officeDocument/2006/math">
                    <m:sSub>
                      <m:sSubPr>
                        <m:ctrlPr>
                          <a:rPr lang="en-GB" altLang="zh-CN" i="1" smtClean="0">
                            <a:solidFill>
                              <a:srgbClr val="003399"/>
                            </a:solidFill>
                            <a:latin typeface="Cambria Math" panose="02040503050406030204" pitchFamily="18" charset="0"/>
                          </a:rPr>
                        </m:ctrlPr>
                      </m:sSubPr>
                      <m:e>
                        <m:r>
                          <a:rPr lang="en-GB" altLang="zh-CN" i="1">
                            <a:solidFill>
                              <a:srgbClr val="003399"/>
                            </a:solidFill>
                            <a:latin typeface="Cambria Math" panose="02040503050406030204" pitchFamily="18" charset="0"/>
                          </a:rPr>
                          <m:t>𝑥</m:t>
                        </m:r>
                      </m:e>
                      <m:sub>
                        <m:r>
                          <a:rPr lang="en-GB" altLang="zh-CN" i="1">
                            <a:solidFill>
                              <a:srgbClr val="003399"/>
                            </a:solidFill>
                            <a:latin typeface="Cambria Math" panose="02040503050406030204" pitchFamily="18" charset="0"/>
                          </a:rPr>
                          <m:t>𝑘</m:t>
                        </m:r>
                      </m:sub>
                    </m:sSub>
                  </m:oMath>
                </a14:m>
                <a:r>
                  <a:rPr lang="en-GB" dirty="0"/>
                  <a:t> becomes unknowable.</a:t>
                </a:r>
                <a:r>
                  <a:rPr lang="en-GB" baseline="0" dirty="0"/>
                  <a:t> </a:t>
                </a:r>
              </a:p>
              <a:p>
                <a14:m>
                  <m:oMath xmlns:m="http://schemas.openxmlformats.org/officeDocument/2006/math">
                    <m:sSub>
                      <m:sSubPr>
                        <m:ctrlPr>
                          <a:rPr lang="en-GB" altLang="zh-CN" i="1" smtClean="0">
                            <a:solidFill>
                              <a:srgbClr val="003399"/>
                            </a:solidFill>
                            <a:latin typeface="Cambria Math" panose="02040503050406030204" pitchFamily="18" charset="0"/>
                          </a:rPr>
                        </m:ctrlPr>
                      </m:sSubPr>
                      <m:e>
                        <m:r>
                          <a:rPr lang="en-GB" altLang="zh-CN" i="1">
                            <a:solidFill>
                              <a:srgbClr val="003399"/>
                            </a:solidFill>
                            <a:latin typeface="Cambria Math" panose="02040503050406030204" pitchFamily="18" charset="0"/>
                          </a:rPr>
                          <m:t>𝑧</m:t>
                        </m:r>
                      </m:e>
                      <m:sub>
                        <m:r>
                          <a:rPr lang="en-GB" altLang="zh-CN" i="1">
                            <a:solidFill>
                              <a:srgbClr val="003399"/>
                            </a:solidFill>
                            <a:latin typeface="Cambria Math" panose="02040503050406030204" pitchFamily="18" charset="0"/>
                          </a:rPr>
                          <m:t>𝑘</m:t>
                        </m:r>
                      </m:sub>
                    </m:sSub>
                  </m:oMath>
                </a14:m>
                <a:r>
                  <a:rPr lang="en-GB" dirty="0"/>
                  <a:t> is observable</a:t>
                </a:r>
                <a:r>
                  <a:rPr lang="en-GB" baseline="0" dirty="0"/>
                  <a:t> so can be read directly.</a:t>
                </a:r>
                <a:endParaRPr lang="en-GB" dirty="0"/>
              </a:p>
            </p:txBody>
          </p:sp>
        </mc:Choice>
        <mc:Fallback xmlns="">
          <p:sp>
            <p:nvSpPr>
              <p:cNvPr id="3" name="备注占位符 2"/>
              <p:cNvSpPr>
                <a:spLocks noGrp="1"/>
              </p:cNvSpPr>
              <p:nvPr>
                <p:ph type="body" idx="1"/>
              </p:nvPr>
            </p:nvSpPr>
            <p:spPr/>
            <p:txBody>
              <a:bodyPr/>
              <a:lstStyle/>
              <a:p>
                <a:r>
                  <a:rPr lang="en-GB" altLang="zh-CN" i="0">
                    <a:solidFill>
                      <a:srgbClr val="003399"/>
                    </a:solidFill>
                    <a:latin typeface="Cambria Math" panose="02040503050406030204" pitchFamily="18" charset="0"/>
                  </a:rPr>
                  <a:t>𝑥_𝑘</a:t>
                </a:r>
                <a:r>
                  <a:rPr lang="en-GB" dirty="0"/>
                  <a:t> becomes unknowable.</a:t>
                </a:r>
                <a:r>
                  <a:rPr lang="en-GB" baseline="0" dirty="0"/>
                  <a:t> </a:t>
                </a:r>
              </a:p>
              <a:p>
                <a:r>
                  <a:rPr lang="en-GB" altLang="zh-CN" i="0">
                    <a:solidFill>
                      <a:srgbClr val="003399"/>
                    </a:solidFill>
                    <a:latin typeface="Cambria Math" panose="02040503050406030204" pitchFamily="18" charset="0"/>
                  </a:rPr>
                  <a:t>𝑧_𝑘</a:t>
                </a:r>
                <a:r>
                  <a:rPr lang="en-GB" dirty="0"/>
                  <a:t> is observable</a:t>
                </a:r>
                <a:r>
                  <a:rPr lang="en-GB" baseline="0" dirty="0"/>
                  <a:t> so can be read directly.</a:t>
                </a:r>
                <a:endParaRPr lang="en-GB" dirty="0"/>
              </a:p>
            </p:txBody>
          </p:sp>
        </mc:Fallback>
      </mc:AlternateContent>
      <p:sp>
        <p:nvSpPr>
          <p:cNvPr id="4" name="灯片编号占位符 3"/>
          <p:cNvSpPr>
            <a:spLocks noGrp="1"/>
          </p:cNvSpPr>
          <p:nvPr>
            <p:ph type="sldNum" sz="quarter" idx="5"/>
          </p:nvPr>
        </p:nvSpPr>
        <p:spPr/>
        <p:txBody>
          <a:bodyPr/>
          <a:lstStyle/>
          <a:p>
            <a:fld id="{D35741E6-F4B0-0348-85E5-28B214E36C02}" type="slidenum">
              <a:rPr lang="en-US" smtClean="0"/>
              <a:pPr/>
              <a:t>41</a:t>
            </a:fld>
            <a:endParaRPr lang="en-US"/>
          </a:p>
        </p:txBody>
      </p:sp>
    </p:spTree>
    <p:extLst>
      <p:ext uri="{BB962C8B-B14F-4D97-AF65-F5344CB8AC3E}">
        <p14:creationId xmlns:p14="http://schemas.microsoft.com/office/powerpoint/2010/main" val="379011565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GB" dirty="0"/>
          </a:p>
        </p:txBody>
      </p:sp>
      <p:sp>
        <p:nvSpPr>
          <p:cNvPr id="4" name="灯片编号占位符 3"/>
          <p:cNvSpPr>
            <a:spLocks noGrp="1"/>
          </p:cNvSpPr>
          <p:nvPr>
            <p:ph type="sldNum" sz="quarter" idx="5"/>
          </p:nvPr>
        </p:nvSpPr>
        <p:spPr/>
        <p:txBody>
          <a:bodyPr/>
          <a:lstStyle/>
          <a:p>
            <a:fld id="{D35741E6-F4B0-0348-85E5-28B214E36C02}" type="slidenum">
              <a:rPr lang="en-US" smtClean="0"/>
              <a:pPr/>
              <a:t>42</a:t>
            </a:fld>
            <a:endParaRPr lang="en-US"/>
          </a:p>
        </p:txBody>
      </p:sp>
    </p:spTree>
    <p:extLst>
      <p:ext uri="{BB962C8B-B14F-4D97-AF65-F5344CB8AC3E}">
        <p14:creationId xmlns:p14="http://schemas.microsoft.com/office/powerpoint/2010/main" val="254836907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GB" dirty="0"/>
          </a:p>
        </p:txBody>
      </p:sp>
      <p:sp>
        <p:nvSpPr>
          <p:cNvPr id="4" name="灯片编号占位符 3"/>
          <p:cNvSpPr>
            <a:spLocks noGrp="1"/>
          </p:cNvSpPr>
          <p:nvPr>
            <p:ph type="sldNum" sz="quarter" idx="5"/>
          </p:nvPr>
        </p:nvSpPr>
        <p:spPr/>
        <p:txBody>
          <a:bodyPr/>
          <a:lstStyle/>
          <a:p>
            <a:fld id="{D35741E6-F4B0-0348-85E5-28B214E36C02}" type="slidenum">
              <a:rPr lang="en-US" smtClean="0"/>
              <a:pPr/>
              <a:t>43</a:t>
            </a:fld>
            <a:endParaRPr lang="en-US"/>
          </a:p>
        </p:txBody>
      </p:sp>
    </p:spTree>
    <p:extLst>
      <p:ext uri="{BB962C8B-B14F-4D97-AF65-F5344CB8AC3E}">
        <p14:creationId xmlns:p14="http://schemas.microsoft.com/office/powerpoint/2010/main" val="114197121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GB" dirty="0"/>
          </a:p>
        </p:txBody>
      </p:sp>
      <p:sp>
        <p:nvSpPr>
          <p:cNvPr id="4" name="灯片编号占位符 3"/>
          <p:cNvSpPr>
            <a:spLocks noGrp="1"/>
          </p:cNvSpPr>
          <p:nvPr>
            <p:ph type="sldNum" sz="quarter" idx="5"/>
          </p:nvPr>
        </p:nvSpPr>
        <p:spPr/>
        <p:txBody>
          <a:bodyPr/>
          <a:lstStyle/>
          <a:p>
            <a:fld id="{D35741E6-F4B0-0348-85E5-28B214E36C02}" type="slidenum">
              <a:rPr lang="en-US" smtClean="0"/>
              <a:pPr/>
              <a:t>44</a:t>
            </a:fld>
            <a:endParaRPr lang="en-US"/>
          </a:p>
        </p:txBody>
      </p:sp>
    </p:spTree>
    <p:extLst>
      <p:ext uri="{BB962C8B-B14F-4D97-AF65-F5344CB8AC3E}">
        <p14:creationId xmlns:p14="http://schemas.microsoft.com/office/powerpoint/2010/main" val="215985662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GB" dirty="0"/>
          </a:p>
        </p:txBody>
      </p:sp>
      <p:sp>
        <p:nvSpPr>
          <p:cNvPr id="4" name="灯片编号占位符 3"/>
          <p:cNvSpPr>
            <a:spLocks noGrp="1"/>
          </p:cNvSpPr>
          <p:nvPr>
            <p:ph type="sldNum" sz="quarter" idx="5"/>
          </p:nvPr>
        </p:nvSpPr>
        <p:spPr/>
        <p:txBody>
          <a:bodyPr/>
          <a:lstStyle/>
          <a:p>
            <a:fld id="{D35741E6-F4B0-0348-85E5-28B214E36C02}" type="slidenum">
              <a:rPr lang="en-US" smtClean="0"/>
              <a:pPr/>
              <a:t>45</a:t>
            </a:fld>
            <a:endParaRPr lang="en-US"/>
          </a:p>
        </p:txBody>
      </p:sp>
    </p:spTree>
    <p:extLst>
      <p:ext uri="{BB962C8B-B14F-4D97-AF65-F5344CB8AC3E}">
        <p14:creationId xmlns:p14="http://schemas.microsoft.com/office/powerpoint/2010/main" val="256189563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27" name="Title 26">
            <a:extLst>
              <a:ext uri="{FF2B5EF4-FFF2-40B4-BE49-F238E27FC236}">
                <a16:creationId xmlns:a16="http://schemas.microsoft.com/office/drawing/2014/main" id="{F3B5D918-36B2-FC42-822A-6E727352DE6E}"/>
              </a:ext>
            </a:extLst>
          </p:cNvPr>
          <p:cNvSpPr>
            <a:spLocks noGrp="1"/>
          </p:cNvSpPr>
          <p:nvPr>
            <p:ph type="title"/>
          </p:nvPr>
        </p:nvSpPr>
        <p:spPr>
          <a:xfrm>
            <a:off x="627286" y="1575771"/>
            <a:ext cx="5988199" cy="906303"/>
          </a:xfrm>
          <a:prstGeom prst="rect">
            <a:avLst/>
          </a:prstGeom>
        </p:spPr>
        <p:txBody>
          <a:bodyPr anchor="b"/>
          <a:lstStyle>
            <a:lvl1pPr>
              <a:defRPr sz="3000" b="1" i="0" baseline="0">
                <a:solidFill>
                  <a:schemeClr val="bg1"/>
                </a:solidFill>
              </a:defRPr>
            </a:lvl1pPr>
          </a:lstStyle>
          <a:p>
            <a:r>
              <a:rPr lang="en-US"/>
              <a:t>Click to edit Master title style</a:t>
            </a:r>
          </a:p>
        </p:txBody>
      </p:sp>
      <p:sp>
        <p:nvSpPr>
          <p:cNvPr id="29" name="Text Placeholder 28">
            <a:extLst>
              <a:ext uri="{FF2B5EF4-FFF2-40B4-BE49-F238E27FC236}">
                <a16:creationId xmlns:a16="http://schemas.microsoft.com/office/drawing/2014/main" id="{5A3CF2EC-A73D-514B-90DA-DC81C59C653D}"/>
              </a:ext>
            </a:extLst>
          </p:cNvPr>
          <p:cNvSpPr>
            <a:spLocks noGrp="1"/>
          </p:cNvSpPr>
          <p:nvPr>
            <p:ph type="body" sz="quarter" idx="12"/>
          </p:nvPr>
        </p:nvSpPr>
        <p:spPr>
          <a:xfrm>
            <a:off x="626657" y="2565427"/>
            <a:ext cx="5988199" cy="906303"/>
          </a:xfrm>
          <a:prstGeom prst="rect">
            <a:avLst/>
          </a:prstGeom>
        </p:spPr>
        <p:txBody>
          <a:bodyPr/>
          <a:lstStyle>
            <a:lvl1pPr marL="0" indent="0">
              <a:buNone/>
              <a:defRPr sz="2400" baseline="0">
                <a:solidFill>
                  <a:schemeClr val="bg1"/>
                </a:solidFill>
                <a:latin typeface="Calibri" panose="020F0502020204030204" pitchFamily="34" charset="0"/>
              </a:defRPr>
            </a:lvl1pPr>
            <a:lvl2pPr marL="342900" indent="0">
              <a:buNone/>
              <a:defRPr/>
            </a:lvl2pPr>
          </a:lstStyle>
          <a:p>
            <a:pPr lvl="0"/>
            <a:r>
              <a:rPr lang="en-US"/>
              <a:t>Click to edit Master text styles</a:t>
            </a:r>
          </a:p>
        </p:txBody>
      </p:sp>
      <p:sp>
        <p:nvSpPr>
          <p:cNvPr id="33" name="Text Placeholder 28">
            <a:extLst>
              <a:ext uri="{FF2B5EF4-FFF2-40B4-BE49-F238E27FC236}">
                <a16:creationId xmlns:a16="http://schemas.microsoft.com/office/drawing/2014/main" id="{8BF1C7B7-77C0-964F-92F3-D5CBACA54A79}"/>
              </a:ext>
            </a:extLst>
          </p:cNvPr>
          <p:cNvSpPr>
            <a:spLocks noGrp="1"/>
          </p:cNvSpPr>
          <p:nvPr>
            <p:ph type="body" sz="quarter" idx="15" hasCustomPrompt="1"/>
          </p:nvPr>
        </p:nvSpPr>
        <p:spPr>
          <a:xfrm>
            <a:off x="626657" y="3940277"/>
            <a:ext cx="1804708" cy="445585"/>
          </a:xfrm>
          <a:prstGeom prst="rect">
            <a:avLst/>
          </a:prstGeom>
        </p:spPr>
        <p:txBody>
          <a:bodyPr/>
          <a:lstStyle>
            <a:lvl1pPr marL="0" indent="0">
              <a:buNone/>
              <a:tabLst>
                <a:tab pos="1905000" algn="l"/>
              </a:tabLst>
              <a:defRPr sz="1300" baseline="0">
                <a:solidFill>
                  <a:schemeClr val="bg1"/>
                </a:solidFill>
                <a:latin typeface="Calibri" panose="020F0502020204030204" pitchFamily="34" charset="0"/>
              </a:defRPr>
            </a:lvl1pPr>
            <a:lvl2pPr marL="342900" indent="0">
              <a:buNone/>
              <a:defRPr/>
            </a:lvl2pPr>
          </a:lstStyle>
          <a:p>
            <a:pPr lvl="0"/>
            <a:r>
              <a:rPr lang="en-GB"/>
              <a:t>00 Month 2020</a:t>
            </a:r>
          </a:p>
        </p:txBody>
      </p:sp>
    </p:spTree>
    <p:extLst>
      <p:ext uri="{BB962C8B-B14F-4D97-AF65-F5344CB8AC3E}">
        <p14:creationId xmlns:p14="http://schemas.microsoft.com/office/powerpoint/2010/main" val="362701011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ustom - no logo/text, add backgroun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7" name="Title 26">
            <a:extLst>
              <a:ext uri="{FF2B5EF4-FFF2-40B4-BE49-F238E27FC236}">
                <a16:creationId xmlns:a16="http://schemas.microsoft.com/office/drawing/2014/main" id="{02E36751-8351-A048-A25E-825FFFF2FA65}"/>
              </a:ext>
            </a:extLst>
          </p:cNvPr>
          <p:cNvSpPr>
            <a:spLocks noGrp="1"/>
          </p:cNvSpPr>
          <p:nvPr>
            <p:ph type="title"/>
          </p:nvPr>
        </p:nvSpPr>
        <p:spPr>
          <a:xfrm>
            <a:off x="563233" y="1096027"/>
            <a:ext cx="6249257" cy="1093153"/>
          </a:xfrm>
          <a:prstGeom prst="rect">
            <a:avLst/>
          </a:prstGeom>
        </p:spPr>
        <p:txBody>
          <a:bodyPr/>
          <a:lstStyle>
            <a:lvl1pPr>
              <a:defRPr sz="3000" b="1" i="0" baseline="0">
                <a:solidFill>
                  <a:schemeClr val="tx2"/>
                </a:solidFill>
              </a:defRPr>
            </a:lvl1pPr>
          </a:lstStyle>
          <a:p>
            <a:r>
              <a:rPr lang="en-US"/>
              <a:t>Click to edit Master title style</a:t>
            </a:r>
          </a:p>
        </p:txBody>
      </p:sp>
      <p:sp>
        <p:nvSpPr>
          <p:cNvPr id="18" name="Text Placeholder 28">
            <a:extLst>
              <a:ext uri="{FF2B5EF4-FFF2-40B4-BE49-F238E27FC236}">
                <a16:creationId xmlns:a16="http://schemas.microsoft.com/office/drawing/2014/main" id="{649C5231-1AB2-6945-B967-2D6B9C864FF0}"/>
              </a:ext>
            </a:extLst>
          </p:cNvPr>
          <p:cNvSpPr>
            <a:spLocks noGrp="1"/>
          </p:cNvSpPr>
          <p:nvPr>
            <p:ph type="body" sz="quarter" idx="12"/>
          </p:nvPr>
        </p:nvSpPr>
        <p:spPr>
          <a:xfrm>
            <a:off x="562604" y="2272533"/>
            <a:ext cx="6249257" cy="906303"/>
          </a:xfrm>
          <a:prstGeom prst="rect">
            <a:avLst/>
          </a:prstGeom>
        </p:spPr>
        <p:txBody>
          <a:bodyPr/>
          <a:lstStyle>
            <a:lvl1pPr marL="0" indent="0">
              <a:buNone/>
              <a:defRPr sz="2400" baseline="0">
                <a:solidFill>
                  <a:schemeClr val="tx2"/>
                </a:solidFill>
                <a:latin typeface="Calibri" panose="020F0502020204030204" pitchFamily="34" charset="0"/>
              </a:defRPr>
            </a:lvl1pPr>
            <a:lvl2pPr marL="342900" indent="0">
              <a:buNone/>
              <a:defRPr/>
            </a:lvl2pPr>
          </a:lstStyle>
          <a:p>
            <a:pPr lvl="0"/>
            <a:r>
              <a:rPr lang="en-US"/>
              <a:t>Click to edit Master text styles</a:t>
            </a:r>
          </a:p>
        </p:txBody>
      </p:sp>
      <p:sp>
        <p:nvSpPr>
          <p:cNvPr id="19" name="Text Placeholder 28">
            <a:extLst>
              <a:ext uri="{FF2B5EF4-FFF2-40B4-BE49-F238E27FC236}">
                <a16:creationId xmlns:a16="http://schemas.microsoft.com/office/drawing/2014/main" id="{D6B357D3-A859-0045-81BB-E1A5236B6E34}"/>
              </a:ext>
            </a:extLst>
          </p:cNvPr>
          <p:cNvSpPr>
            <a:spLocks noGrp="1"/>
          </p:cNvSpPr>
          <p:nvPr>
            <p:ph type="body" sz="quarter" idx="15" hasCustomPrompt="1"/>
          </p:nvPr>
        </p:nvSpPr>
        <p:spPr>
          <a:xfrm>
            <a:off x="562604" y="3355308"/>
            <a:ext cx="1804708" cy="445585"/>
          </a:xfrm>
          <a:prstGeom prst="rect">
            <a:avLst/>
          </a:prstGeom>
        </p:spPr>
        <p:txBody>
          <a:bodyPr/>
          <a:lstStyle>
            <a:lvl1pPr marL="0" indent="0">
              <a:buNone/>
              <a:tabLst>
                <a:tab pos="1905000" algn="l"/>
              </a:tabLst>
              <a:defRPr sz="1300" baseline="0">
                <a:solidFill>
                  <a:schemeClr val="tx2"/>
                </a:solidFill>
                <a:latin typeface="Calibri" panose="020F0502020204030204" pitchFamily="34" charset="0"/>
              </a:defRPr>
            </a:lvl1pPr>
            <a:lvl2pPr marL="342900" indent="0">
              <a:buNone/>
              <a:defRPr/>
            </a:lvl2pPr>
          </a:lstStyle>
          <a:p>
            <a:pPr lvl="0"/>
            <a:r>
              <a:rPr lang="en-GB"/>
              <a:t>00 Month 2020</a:t>
            </a:r>
          </a:p>
        </p:txBody>
      </p:sp>
    </p:spTree>
    <p:extLst>
      <p:ext uri="{BB962C8B-B14F-4D97-AF65-F5344CB8AC3E}">
        <p14:creationId xmlns:p14="http://schemas.microsoft.com/office/powerpoint/2010/main" val="272494798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Custom - white logo/text, add backgroun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7" name="Title 26">
            <a:extLst>
              <a:ext uri="{FF2B5EF4-FFF2-40B4-BE49-F238E27FC236}">
                <a16:creationId xmlns:a16="http://schemas.microsoft.com/office/drawing/2014/main" id="{02E36751-8351-A048-A25E-825FFFF2FA65}"/>
              </a:ext>
            </a:extLst>
          </p:cNvPr>
          <p:cNvSpPr>
            <a:spLocks noGrp="1"/>
          </p:cNvSpPr>
          <p:nvPr>
            <p:ph type="title"/>
          </p:nvPr>
        </p:nvSpPr>
        <p:spPr>
          <a:xfrm>
            <a:off x="562604" y="1388921"/>
            <a:ext cx="6249257" cy="1093153"/>
          </a:xfrm>
          <a:prstGeom prst="rect">
            <a:avLst/>
          </a:prstGeom>
        </p:spPr>
        <p:txBody>
          <a:bodyPr/>
          <a:lstStyle>
            <a:lvl1pPr>
              <a:defRPr sz="3000" b="1" i="0" baseline="0">
                <a:solidFill>
                  <a:schemeClr val="tx2"/>
                </a:solidFill>
              </a:defRPr>
            </a:lvl1pPr>
          </a:lstStyle>
          <a:p>
            <a:r>
              <a:rPr lang="en-US"/>
              <a:t>Click to edit Master title style</a:t>
            </a:r>
          </a:p>
        </p:txBody>
      </p:sp>
      <p:sp>
        <p:nvSpPr>
          <p:cNvPr id="18" name="Text Placeholder 28">
            <a:extLst>
              <a:ext uri="{FF2B5EF4-FFF2-40B4-BE49-F238E27FC236}">
                <a16:creationId xmlns:a16="http://schemas.microsoft.com/office/drawing/2014/main" id="{649C5231-1AB2-6945-B967-2D6B9C864FF0}"/>
              </a:ext>
            </a:extLst>
          </p:cNvPr>
          <p:cNvSpPr>
            <a:spLocks noGrp="1"/>
          </p:cNvSpPr>
          <p:nvPr>
            <p:ph type="body" sz="quarter" idx="12"/>
          </p:nvPr>
        </p:nvSpPr>
        <p:spPr>
          <a:xfrm>
            <a:off x="561975" y="2565427"/>
            <a:ext cx="6249257" cy="906303"/>
          </a:xfrm>
          <a:prstGeom prst="rect">
            <a:avLst/>
          </a:prstGeom>
        </p:spPr>
        <p:txBody>
          <a:bodyPr/>
          <a:lstStyle>
            <a:lvl1pPr marL="0" indent="0">
              <a:buNone/>
              <a:defRPr sz="2400" baseline="0">
                <a:solidFill>
                  <a:schemeClr val="tx2"/>
                </a:solidFill>
                <a:latin typeface="Calibri" panose="020F0502020204030204" pitchFamily="34" charset="0"/>
              </a:defRPr>
            </a:lvl1pPr>
            <a:lvl2pPr marL="342900" indent="0">
              <a:buNone/>
              <a:defRPr/>
            </a:lvl2pPr>
          </a:lstStyle>
          <a:p>
            <a:pPr lvl="0"/>
            <a:r>
              <a:rPr lang="en-US"/>
              <a:t>Click to edit Master text styles</a:t>
            </a:r>
          </a:p>
        </p:txBody>
      </p:sp>
      <p:sp>
        <p:nvSpPr>
          <p:cNvPr id="19" name="Text Placeholder 28">
            <a:extLst>
              <a:ext uri="{FF2B5EF4-FFF2-40B4-BE49-F238E27FC236}">
                <a16:creationId xmlns:a16="http://schemas.microsoft.com/office/drawing/2014/main" id="{D6B357D3-A859-0045-81BB-E1A5236B6E34}"/>
              </a:ext>
            </a:extLst>
          </p:cNvPr>
          <p:cNvSpPr>
            <a:spLocks noGrp="1"/>
          </p:cNvSpPr>
          <p:nvPr>
            <p:ph type="body" sz="quarter" idx="15" hasCustomPrompt="1"/>
          </p:nvPr>
        </p:nvSpPr>
        <p:spPr>
          <a:xfrm>
            <a:off x="561975" y="3648202"/>
            <a:ext cx="1804708" cy="445585"/>
          </a:xfrm>
          <a:prstGeom prst="rect">
            <a:avLst/>
          </a:prstGeom>
        </p:spPr>
        <p:txBody>
          <a:bodyPr/>
          <a:lstStyle>
            <a:lvl1pPr marL="0" indent="0">
              <a:buNone/>
              <a:tabLst>
                <a:tab pos="1905000" algn="l"/>
              </a:tabLst>
              <a:defRPr sz="1300" baseline="0">
                <a:solidFill>
                  <a:schemeClr val="tx2"/>
                </a:solidFill>
                <a:latin typeface="Calibri" panose="020F0502020204030204" pitchFamily="34" charset="0"/>
              </a:defRPr>
            </a:lvl1pPr>
            <a:lvl2pPr marL="342900" indent="0">
              <a:buNone/>
              <a:defRPr/>
            </a:lvl2pPr>
          </a:lstStyle>
          <a:p>
            <a:pPr lvl="0"/>
            <a:r>
              <a:rPr lang="en-GB"/>
              <a:t>00 Month 2020</a:t>
            </a:r>
          </a:p>
        </p:txBody>
      </p:sp>
    </p:spTree>
    <p:extLst>
      <p:ext uri="{BB962C8B-B14F-4D97-AF65-F5344CB8AC3E}">
        <p14:creationId xmlns:p14="http://schemas.microsoft.com/office/powerpoint/2010/main" val="245667291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ustom - blue logo/text, add backgroun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7" name="Title 26">
            <a:extLst>
              <a:ext uri="{FF2B5EF4-FFF2-40B4-BE49-F238E27FC236}">
                <a16:creationId xmlns:a16="http://schemas.microsoft.com/office/drawing/2014/main" id="{02E36751-8351-A048-A25E-825FFFF2FA65}"/>
              </a:ext>
            </a:extLst>
          </p:cNvPr>
          <p:cNvSpPr>
            <a:spLocks noGrp="1"/>
          </p:cNvSpPr>
          <p:nvPr>
            <p:ph type="title"/>
          </p:nvPr>
        </p:nvSpPr>
        <p:spPr>
          <a:xfrm>
            <a:off x="562604" y="1388921"/>
            <a:ext cx="6249257" cy="1093153"/>
          </a:xfrm>
          <a:prstGeom prst="rect">
            <a:avLst/>
          </a:prstGeom>
        </p:spPr>
        <p:txBody>
          <a:bodyPr/>
          <a:lstStyle>
            <a:lvl1pPr>
              <a:defRPr sz="3000" b="1" i="0" baseline="0">
                <a:solidFill>
                  <a:schemeClr val="tx2"/>
                </a:solidFill>
              </a:defRPr>
            </a:lvl1pPr>
          </a:lstStyle>
          <a:p>
            <a:r>
              <a:rPr lang="en-US"/>
              <a:t>Click to edit Master title style</a:t>
            </a:r>
          </a:p>
        </p:txBody>
      </p:sp>
      <p:sp>
        <p:nvSpPr>
          <p:cNvPr id="18" name="Text Placeholder 28">
            <a:extLst>
              <a:ext uri="{FF2B5EF4-FFF2-40B4-BE49-F238E27FC236}">
                <a16:creationId xmlns:a16="http://schemas.microsoft.com/office/drawing/2014/main" id="{649C5231-1AB2-6945-B967-2D6B9C864FF0}"/>
              </a:ext>
            </a:extLst>
          </p:cNvPr>
          <p:cNvSpPr>
            <a:spLocks noGrp="1"/>
          </p:cNvSpPr>
          <p:nvPr>
            <p:ph type="body" sz="quarter" idx="12"/>
          </p:nvPr>
        </p:nvSpPr>
        <p:spPr>
          <a:xfrm>
            <a:off x="561975" y="2565427"/>
            <a:ext cx="6249257" cy="906303"/>
          </a:xfrm>
          <a:prstGeom prst="rect">
            <a:avLst/>
          </a:prstGeom>
        </p:spPr>
        <p:txBody>
          <a:bodyPr/>
          <a:lstStyle>
            <a:lvl1pPr marL="0" indent="0">
              <a:buNone/>
              <a:defRPr sz="2400" baseline="0">
                <a:solidFill>
                  <a:schemeClr val="tx2"/>
                </a:solidFill>
                <a:latin typeface="Calibri" panose="020F0502020204030204" pitchFamily="34" charset="0"/>
              </a:defRPr>
            </a:lvl1pPr>
            <a:lvl2pPr marL="342900" indent="0">
              <a:buNone/>
              <a:defRPr/>
            </a:lvl2pPr>
          </a:lstStyle>
          <a:p>
            <a:pPr lvl="0"/>
            <a:r>
              <a:rPr lang="en-US"/>
              <a:t>Click to edit Master text styles</a:t>
            </a:r>
          </a:p>
        </p:txBody>
      </p:sp>
      <p:sp>
        <p:nvSpPr>
          <p:cNvPr id="19" name="Text Placeholder 28">
            <a:extLst>
              <a:ext uri="{FF2B5EF4-FFF2-40B4-BE49-F238E27FC236}">
                <a16:creationId xmlns:a16="http://schemas.microsoft.com/office/drawing/2014/main" id="{D6B357D3-A859-0045-81BB-E1A5236B6E34}"/>
              </a:ext>
            </a:extLst>
          </p:cNvPr>
          <p:cNvSpPr>
            <a:spLocks noGrp="1"/>
          </p:cNvSpPr>
          <p:nvPr>
            <p:ph type="body" sz="quarter" idx="15" hasCustomPrompt="1"/>
          </p:nvPr>
        </p:nvSpPr>
        <p:spPr>
          <a:xfrm>
            <a:off x="561975" y="3648202"/>
            <a:ext cx="1804708" cy="445585"/>
          </a:xfrm>
          <a:prstGeom prst="rect">
            <a:avLst/>
          </a:prstGeom>
        </p:spPr>
        <p:txBody>
          <a:bodyPr/>
          <a:lstStyle>
            <a:lvl1pPr marL="0" indent="0">
              <a:buNone/>
              <a:tabLst>
                <a:tab pos="1905000" algn="l"/>
              </a:tabLst>
              <a:defRPr sz="1300" baseline="0">
                <a:solidFill>
                  <a:schemeClr val="tx2"/>
                </a:solidFill>
                <a:latin typeface="Calibri" panose="020F0502020204030204" pitchFamily="34" charset="0"/>
              </a:defRPr>
            </a:lvl1pPr>
            <a:lvl2pPr marL="342900" indent="0">
              <a:buNone/>
              <a:defRPr/>
            </a:lvl2pPr>
          </a:lstStyle>
          <a:p>
            <a:pPr lvl="0"/>
            <a:r>
              <a:rPr lang="en-GB"/>
              <a:t>00 Month 2020</a:t>
            </a:r>
          </a:p>
        </p:txBody>
      </p:sp>
    </p:spTree>
    <p:extLst>
      <p:ext uri="{BB962C8B-B14F-4D97-AF65-F5344CB8AC3E}">
        <p14:creationId xmlns:p14="http://schemas.microsoft.com/office/powerpoint/2010/main" val="35110151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ection Title">
    <p:spTree>
      <p:nvGrpSpPr>
        <p:cNvPr id="1" name=""/>
        <p:cNvGrpSpPr/>
        <p:nvPr/>
      </p:nvGrpSpPr>
      <p:grpSpPr>
        <a:xfrm>
          <a:off x="0" y="0"/>
          <a:ext cx="0" cy="0"/>
          <a:chOff x="0" y="0"/>
          <a:chExt cx="0" cy="0"/>
        </a:xfrm>
      </p:grpSpPr>
      <p:sp>
        <p:nvSpPr>
          <p:cNvPr id="6" name="Title 26">
            <a:extLst>
              <a:ext uri="{FF2B5EF4-FFF2-40B4-BE49-F238E27FC236}">
                <a16:creationId xmlns:a16="http://schemas.microsoft.com/office/drawing/2014/main" id="{E59E36B3-53DD-429B-A5C6-F42D15D284C2}"/>
              </a:ext>
            </a:extLst>
          </p:cNvPr>
          <p:cNvSpPr>
            <a:spLocks noGrp="1"/>
          </p:cNvSpPr>
          <p:nvPr>
            <p:ph type="title"/>
          </p:nvPr>
        </p:nvSpPr>
        <p:spPr>
          <a:xfrm>
            <a:off x="627286" y="1575771"/>
            <a:ext cx="5988199" cy="906303"/>
          </a:xfrm>
          <a:prstGeom prst="rect">
            <a:avLst/>
          </a:prstGeom>
        </p:spPr>
        <p:txBody>
          <a:bodyPr anchor="b"/>
          <a:lstStyle>
            <a:lvl1pPr>
              <a:defRPr sz="3000" b="1" i="0" baseline="0">
                <a:solidFill>
                  <a:schemeClr val="bg1"/>
                </a:solidFill>
              </a:defRPr>
            </a:lvl1pPr>
          </a:lstStyle>
          <a:p>
            <a:r>
              <a:rPr lang="en-US"/>
              <a:t>Click to edit Master title style</a:t>
            </a:r>
          </a:p>
        </p:txBody>
      </p:sp>
      <p:sp>
        <p:nvSpPr>
          <p:cNvPr id="7" name="Text Placeholder 28">
            <a:extLst>
              <a:ext uri="{FF2B5EF4-FFF2-40B4-BE49-F238E27FC236}">
                <a16:creationId xmlns:a16="http://schemas.microsoft.com/office/drawing/2014/main" id="{5E4309F6-755A-47ED-9515-58F69DCF4312}"/>
              </a:ext>
            </a:extLst>
          </p:cNvPr>
          <p:cNvSpPr>
            <a:spLocks noGrp="1"/>
          </p:cNvSpPr>
          <p:nvPr>
            <p:ph type="body" sz="quarter" idx="12"/>
          </p:nvPr>
        </p:nvSpPr>
        <p:spPr>
          <a:xfrm>
            <a:off x="626657" y="2565427"/>
            <a:ext cx="5988199" cy="906303"/>
          </a:xfrm>
          <a:prstGeom prst="rect">
            <a:avLst/>
          </a:prstGeom>
        </p:spPr>
        <p:txBody>
          <a:bodyPr/>
          <a:lstStyle>
            <a:lvl1pPr marL="0" indent="0">
              <a:buNone/>
              <a:defRPr sz="2400" baseline="0">
                <a:solidFill>
                  <a:schemeClr val="bg1"/>
                </a:solidFill>
                <a:latin typeface="Calibri" panose="020F0502020204030204" pitchFamily="34" charset="0"/>
              </a:defRPr>
            </a:lvl1pPr>
            <a:lvl2pPr marL="342900" indent="0">
              <a:buNone/>
              <a:defRPr/>
            </a:lvl2pPr>
          </a:lstStyle>
          <a:p>
            <a:pPr lvl="0"/>
            <a:r>
              <a:rPr lang="en-US"/>
              <a:t>Click to edit Master text styles</a:t>
            </a:r>
          </a:p>
        </p:txBody>
      </p:sp>
    </p:spTree>
    <p:extLst>
      <p:ext uri="{BB962C8B-B14F-4D97-AF65-F5344CB8AC3E}">
        <p14:creationId xmlns:p14="http://schemas.microsoft.com/office/powerpoint/2010/main" val="4603120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Single column_text only">
    <p:spTree>
      <p:nvGrpSpPr>
        <p:cNvPr id="1" name=""/>
        <p:cNvGrpSpPr/>
        <p:nvPr/>
      </p:nvGrpSpPr>
      <p:grpSpPr>
        <a:xfrm>
          <a:off x="0" y="0"/>
          <a:ext cx="0" cy="0"/>
          <a:chOff x="0" y="0"/>
          <a:chExt cx="0" cy="0"/>
        </a:xfrm>
      </p:grpSpPr>
      <p:sp>
        <p:nvSpPr>
          <p:cNvPr id="7" name="Title Placeholder 1">
            <a:extLst>
              <a:ext uri="{FF2B5EF4-FFF2-40B4-BE49-F238E27FC236}">
                <a16:creationId xmlns:a16="http://schemas.microsoft.com/office/drawing/2014/main" id="{2A792C48-516D-0149-B66B-29373611B816}"/>
              </a:ext>
            </a:extLst>
          </p:cNvPr>
          <p:cNvSpPr>
            <a:spLocks noGrp="1"/>
          </p:cNvSpPr>
          <p:nvPr>
            <p:ph type="title" hasCustomPrompt="1"/>
          </p:nvPr>
        </p:nvSpPr>
        <p:spPr>
          <a:xfrm>
            <a:off x="628649" y="559420"/>
            <a:ext cx="7732925" cy="630335"/>
          </a:xfrm>
          <a:prstGeom prst="rect">
            <a:avLst/>
          </a:prstGeom>
          <a:noFill/>
        </p:spPr>
        <p:txBody>
          <a:bodyPr vert="horz" lIns="91440" tIns="45720" rIns="91440" bIns="45720" rtlCol="0" anchor="ctr">
            <a:normAutofit/>
          </a:bodyPr>
          <a:lstStyle/>
          <a:p>
            <a:r>
              <a:rPr lang="en-GB"/>
              <a:t>Click to edit title style</a:t>
            </a:r>
            <a:endParaRPr lang="en-US"/>
          </a:p>
        </p:txBody>
      </p:sp>
      <p:sp>
        <p:nvSpPr>
          <p:cNvPr id="14" name="Text Placeholder 13">
            <a:extLst>
              <a:ext uri="{FF2B5EF4-FFF2-40B4-BE49-F238E27FC236}">
                <a16:creationId xmlns:a16="http://schemas.microsoft.com/office/drawing/2014/main" id="{DC5F9D32-3EB3-3F4B-8EC4-D05593DD88E5}"/>
              </a:ext>
            </a:extLst>
          </p:cNvPr>
          <p:cNvSpPr>
            <a:spLocks noGrp="1"/>
          </p:cNvSpPr>
          <p:nvPr>
            <p:ph type="body" sz="quarter" idx="10" hasCustomPrompt="1"/>
          </p:nvPr>
        </p:nvSpPr>
        <p:spPr>
          <a:xfrm>
            <a:off x="628650" y="1465729"/>
            <a:ext cx="7732924" cy="2841951"/>
          </a:xfrm>
          <a:prstGeom prst="rect">
            <a:avLst/>
          </a:prstGeom>
        </p:spPr>
        <p:txBody>
          <a:bodyPr/>
          <a:lstStyle>
            <a:lvl1pPr marL="0" indent="0">
              <a:buNone/>
              <a:defRPr sz="1600" baseline="0"/>
            </a:lvl1pPr>
          </a:lstStyle>
          <a:p>
            <a:pPr lvl="0"/>
            <a:r>
              <a:rPr lang="en-GB"/>
              <a:t>Click to edit text </a:t>
            </a:r>
          </a:p>
        </p:txBody>
      </p:sp>
    </p:spTree>
    <p:extLst>
      <p:ext uri="{BB962C8B-B14F-4D97-AF65-F5344CB8AC3E}">
        <p14:creationId xmlns:p14="http://schemas.microsoft.com/office/powerpoint/2010/main" val="221892730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wo column_multi type content">
    <p:spTree>
      <p:nvGrpSpPr>
        <p:cNvPr id="1" name=""/>
        <p:cNvGrpSpPr/>
        <p:nvPr/>
      </p:nvGrpSpPr>
      <p:grpSpPr>
        <a:xfrm>
          <a:off x="0" y="0"/>
          <a:ext cx="0" cy="0"/>
          <a:chOff x="0" y="0"/>
          <a:chExt cx="0" cy="0"/>
        </a:xfrm>
      </p:grpSpPr>
      <p:sp>
        <p:nvSpPr>
          <p:cNvPr id="9" name="Content Placeholder 2">
            <a:extLst>
              <a:ext uri="{FF2B5EF4-FFF2-40B4-BE49-F238E27FC236}">
                <a16:creationId xmlns:a16="http://schemas.microsoft.com/office/drawing/2014/main" id="{A3546DD5-3AF7-004C-90B2-294082908FCB}"/>
              </a:ext>
            </a:extLst>
          </p:cNvPr>
          <p:cNvSpPr>
            <a:spLocks noGrp="1"/>
          </p:cNvSpPr>
          <p:nvPr>
            <p:ph sz="half" idx="1"/>
          </p:nvPr>
        </p:nvSpPr>
        <p:spPr>
          <a:xfrm>
            <a:off x="622791" y="1352877"/>
            <a:ext cx="3471663" cy="2938868"/>
          </a:xfrm>
          <a:prstGeom prst="rect">
            <a:avLst/>
          </a:prstGeom>
        </p:spPr>
        <p:txBody>
          <a:bodyPr/>
          <a:lstStyle>
            <a:lvl1pPr marL="0" indent="0">
              <a:buNone/>
              <a:defRPr sz="1800" baseline="0"/>
            </a:lvl1pPr>
          </a:lstStyle>
          <a:p>
            <a:pPr lvl="0"/>
            <a:endParaRPr lang="en-US"/>
          </a:p>
        </p:txBody>
      </p:sp>
      <p:sp>
        <p:nvSpPr>
          <p:cNvPr id="10" name="Content Placeholder 3">
            <a:extLst>
              <a:ext uri="{FF2B5EF4-FFF2-40B4-BE49-F238E27FC236}">
                <a16:creationId xmlns:a16="http://schemas.microsoft.com/office/drawing/2014/main" id="{1F17E44B-6C06-324F-ADEA-EA0DC16345E5}"/>
              </a:ext>
            </a:extLst>
          </p:cNvPr>
          <p:cNvSpPr>
            <a:spLocks noGrp="1"/>
          </p:cNvSpPr>
          <p:nvPr>
            <p:ph sz="half" idx="2"/>
          </p:nvPr>
        </p:nvSpPr>
        <p:spPr>
          <a:xfrm>
            <a:off x="4401671" y="1352877"/>
            <a:ext cx="3689906" cy="2938868"/>
          </a:xfrm>
          <a:prstGeom prst="rect">
            <a:avLst/>
          </a:prstGeom>
        </p:spPr>
        <p:txBody>
          <a:bodyPr/>
          <a:lstStyle>
            <a:lvl1pPr marL="0" indent="0">
              <a:buNone/>
              <a:defRPr sz="1800" baseline="0"/>
            </a:lvl1pPr>
          </a:lstStyle>
          <a:p>
            <a:pPr lvl="0"/>
            <a:endParaRPr lang="en-US"/>
          </a:p>
        </p:txBody>
      </p:sp>
      <p:sp>
        <p:nvSpPr>
          <p:cNvPr id="13" name="Title Placeholder 1">
            <a:extLst>
              <a:ext uri="{FF2B5EF4-FFF2-40B4-BE49-F238E27FC236}">
                <a16:creationId xmlns:a16="http://schemas.microsoft.com/office/drawing/2014/main" id="{833D2BB9-0C7A-2B41-B697-8B0D622D6EE3}"/>
              </a:ext>
            </a:extLst>
          </p:cNvPr>
          <p:cNvSpPr>
            <a:spLocks noGrp="1"/>
          </p:cNvSpPr>
          <p:nvPr>
            <p:ph type="title" hasCustomPrompt="1"/>
          </p:nvPr>
        </p:nvSpPr>
        <p:spPr>
          <a:xfrm>
            <a:off x="622791" y="554556"/>
            <a:ext cx="7462928" cy="630335"/>
          </a:xfrm>
          <a:prstGeom prst="rect">
            <a:avLst/>
          </a:prstGeom>
          <a:noFill/>
        </p:spPr>
        <p:txBody>
          <a:bodyPr vert="horz" lIns="91440" tIns="45720" rIns="91440" bIns="45720" rtlCol="0" anchor="ctr">
            <a:normAutofit/>
          </a:bodyPr>
          <a:lstStyle/>
          <a:p>
            <a:r>
              <a:rPr lang="en-GB"/>
              <a:t>Click to edit title style</a:t>
            </a:r>
            <a:endParaRPr lang="en-US"/>
          </a:p>
        </p:txBody>
      </p:sp>
    </p:spTree>
    <p:extLst>
      <p:ext uri="{BB962C8B-B14F-4D97-AF65-F5344CB8AC3E}">
        <p14:creationId xmlns:p14="http://schemas.microsoft.com/office/powerpoint/2010/main" val="56110084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SIngle column_multi type content">
    <p:spTree>
      <p:nvGrpSpPr>
        <p:cNvPr id="1" name=""/>
        <p:cNvGrpSpPr/>
        <p:nvPr/>
      </p:nvGrpSpPr>
      <p:grpSpPr>
        <a:xfrm>
          <a:off x="0" y="0"/>
          <a:ext cx="0" cy="0"/>
          <a:chOff x="0" y="0"/>
          <a:chExt cx="0" cy="0"/>
        </a:xfrm>
      </p:grpSpPr>
      <p:sp>
        <p:nvSpPr>
          <p:cNvPr id="9" name="Content Placeholder 2">
            <a:extLst>
              <a:ext uri="{FF2B5EF4-FFF2-40B4-BE49-F238E27FC236}">
                <a16:creationId xmlns:a16="http://schemas.microsoft.com/office/drawing/2014/main" id="{A3546DD5-3AF7-004C-90B2-294082908FCB}"/>
              </a:ext>
            </a:extLst>
          </p:cNvPr>
          <p:cNvSpPr>
            <a:spLocks noGrp="1"/>
          </p:cNvSpPr>
          <p:nvPr>
            <p:ph sz="half" idx="1" hasCustomPrompt="1"/>
          </p:nvPr>
        </p:nvSpPr>
        <p:spPr>
          <a:xfrm>
            <a:off x="628649" y="1364456"/>
            <a:ext cx="7661336" cy="2936080"/>
          </a:xfrm>
          <a:prstGeom prst="rect">
            <a:avLst/>
          </a:prstGeom>
        </p:spPr>
        <p:txBody>
          <a:bodyPr/>
          <a:lstStyle>
            <a:lvl1pPr marL="0" indent="0">
              <a:buNone/>
              <a:defRPr sz="1800" baseline="0"/>
            </a:lvl1pPr>
          </a:lstStyle>
          <a:p>
            <a:pPr lvl="0"/>
            <a:r>
              <a:rPr lang="en-US"/>
              <a:t>Click on the icons to insert content</a:t>
            </a:r>
          </a:p>
        </p:txBody>
      </p:sp>
      <p:sp>
        <p:nvSpPr>
          <p:cNvPr id="13" name="Title Placeholder 1">
            <a:extLst>
              <a:ext uri="{FF2B5EF4-FFF2-40B4-BE49-F238E27FC236}">
                <a16:creationId xmlns:a16="http://schemas.microsoft.com/office/drawing/2014/main" id="{833D2BB9-0C7A-2B41-B697-8B0D622D6EE3}"/>
              </a:ext>
            </a:extLst>
          </p:cNvPr>
          <p:cNvSpPr>
            <a:spLocks noGrp="1"/>
          </p:cNvSpPr>
          <p:nvPr>
            <p:ph type="title" hasCustomPrompt="1"/>
          </p:nvPr>
        </p:nvSpPr>
        <p:spPr>
          <a:xfrm>
            <a:off x="628649" y="569815"/>
            <a:ext cx="7661335" cy="630335"/>
          </a:xfrm>
          <a:prstGeom prst="rect">
            <a:avLst/>
          </a:prstGeom>
          <a:noFill/>
        </p:spPr>
        <p:txBody>
          <a:bodyPr vert="horz" lIns="91440" tIns="45720" rIns="91440" bIns="45720" rtlCol="0" anchor="ctr">
            <a:normAutofit/>
          </a:bodyPr>
          <a:lstStyle/>
          <a:p>
            <a:r>
              <a:rPr lang="en-GB"/>
              <a:t>Click to edit title style</a:t>
            </a:r>
            <a:endParaRPr lang="en-US"/>
          </a:p>
        </p:txBody>
      </p:sp>
    </p:spTree>
    <p:extLst>
      <p:ext uri="{BB962C8B-B14F-4D97-AF65-F5344CB8AC3E}">
        <p14:creationId xmlns:p14="http://schemas.microsoft.com/office/powerpoint/2010/main" val="295055130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ingle column_text only">
    <p:spTree>
      <p:nvGrpSpPr>
        <p:cNvPr id="1" name=""/>
        <p:cNvGrpSpPr/>
        <p:nvPr/>
      </p:nvGrpSpPr>
      <p:grpSpPr>
        <a:xfrm>
          <a:off x="0" y="0"/>
          <a:ext cx="0" cy="0"/>
          <a:chOff x="0" y="0"/>
          <a:chExt cx="0" cy="0"/>
        </a:xfrm>
      </p:grpSpPr>
      <p:sp>
        <p:nvSpPr>
          <p:cNvPr id="7" name="Title Placeholder 1">
            <a:extLst>
              <a:ext uri="{FF2B5EF4-FFF2-40B4-BE49-F238E27FC236}">
                <a16:creationId xmlns:a16="http://schemas.microsoft.com/office/drawing/2014/main" id="{2A792C48-516D-0149-B66B-29373611B816}"/>
              </a:ext>
            </a:extLst>
          </p:cNvPr>
          <p:cNvSpPr>
            <a:spLocks noGrp="1"/>
          </p:cNvSpPr>
          <p:nvPr>
            <p:ph type="title" hasCustomPrompt="1"/>
          </p:nvPr>
        </p:nvSpPr>
        <p:spPr>
          <a:xfrm>
            <a:off x="628649" y="559420"/>
            <a:ext cx="7732925" cy="630335"/>
          </a:xfrm>
          <a:prstGeom prst="rect">
            <a:avLst/>
          </a:prstGeom>
          <a:noFill/>
        </p:spPr>
        <p:txBody>
          <a:bodyPr vert="horz" lIns="91440" tIns="45720" rIns="91440" bIns="45720" rtlCol="0" anchor="ctr">
            <a:normAutofit/>
          </a:bodyPr>
          <a:lstStyle>
            <a:lvl1pPr>
              <a:defRPr>
                <a:solidFill>
                  <a:srgbClr val="1C4392"/>
                </a:solidFill>
              </a:defRPr>
            </a:lvl1pPr>
          </a:lstStyle>
          <a:p>
            <a:r>
              <a:rPr lang="en-GB"/>
              <a:t>Click to edit title style</a:t>
            </a:r>
            <a:endParaRPr lang="en-US"/>
          </a:p>
        </p:txBody>
      </p:sp>
      <p:sp>
        <p:nvSpPr>
          <p:cNvPr id="14" name="Text Placeholder 13">
            <a:extLst>
              <a:ext uri="{FF2B5EF4-FFF2-40B4-BE49-F238E27FC236}">
                <a16:creationId xmlns:a16="http://schemas.microsoft.com/office/drawing/2014/main" id="{DC5F9D32-3EB3-3F4B-8EC4-D05593DD88E5}"/>
              </a:ext>
            </a:extLst>
          </p:cNvPr>
          <p:cNvSpPr>
            <a:spLocks noGrp="1"/>
          </p:cNvSpPr>
          <p:nvPr>
            <p:ph type="body" sz="quarter" idx="10" hasCustomPrompt="1"/>
          </p:nvPr>
        </p:nvSpPr>
        <p:spPr>
          <a:xfrm>
            <a:off x="628650" y="1319099"/>
            <a:ext cx="7732924" cy="2988581"/>
          </a:xfrm>
          <a:prstGeom prst="rect">
            <a:avLst/>
          </a:prstGeom>
        </p:spPr>
        <p:txBody>
          <a:bodyPr/>
          <a:lstStyle>
            <a:lvl1pPr marL="0" indent="0">
              <a:buNone/>
              <a:defRPr sz="1800" baseline="0"/>
            </a:lvl1pPr>
          </a:lstStyle>
          <a:p>
            <a:pPr lvl="0"/>
            <a:r>
              <a:rPr lang="en-GB"/>
              <a:t>Click to edit text </a:t>
            </a:r>
          </a:p>
        </p:txBody>
      </p:sp>
      <p:sp>
        <p:nvSpPr>
          <p:cNvPr id="6" name="Text Placeholder 5">
            <a:extLst>
              <a:ext uri="{FF2B5EF4-FFF2-40B4-BE49-F238E27FC236}">
                <a16:creationId xmlns:a16="http://schemas.microsoft.com/office/drawing/2014/main" id="{AADCEEA5-870D-9924-120A-8AA4B9163191}"/>
              </a:ext>
            </a:extLst>
          </p:cNvPr>
          <p:cNvSpPr>
            <a:spLocks noGrp="1"/>
          </p:cNvSpPr>
          <p:nvPr>
            <p:ph type="body" sz="quarter" idx="11" hasCustomPrompt="1"/>
          </p:nvPr>
        </p:nvSpPr>
        <p:spPr>
          <a:xfrm>
            <a:off x="4572000" y="4736306"/>
            <a:ext cx="4350544" cy="407194"/>
          </a:xfrm>
          <a:prstGeom prst="rect">
            <a:avLst/>
          </a:prstGeom>
        </p:spPr>
        <p:txBody>
          <a:bodyPr anchor="ctr"/>
          <a:lstStyle>
            <a:lvl1pPr marL="0" indent="0" algn="r">
              <a:buNone/>
              <a:defRPr sz="1300">
                <a:solidFill>
                  <a:schemeClr val="bg1"/>
                </a:solidFill>
              </a:defRPr>
            </a:lvl1pPr>
          </a:lstStyle>
          <a:p>
            <a:pPr lvl="0"/>
            <a:r>
              <a:rPr lang="en-US"/>
              <a:t>Click to edit the course code and title</a:t>
            </a:r>
          </a:p>
        </p:txBody>
      </p:sp>
    </p:spTree>
    <p:extLst>
      <p:ext uri="{BB962C8B-B14F-4D97-AF65-F5344CB8AC3E}">
        <p14:creationId xmlns:p14="http://schemas.microsoft.com/office/powerpoint/2010/main" val="8780741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wo column_multi type content">
    <p:spTree>
      <p:nvGrpSpPr>
        <p:cNvPr id="1" name=""/>
        <p:cNvGrpSpPr/>
        <p:nvPr/>
      </p:nvGrpSpPr>
      <p:grpSpPr>
        <a:xfrm>
          <a:off x="0" y="0"/>
          <a:ext cx="0" cy="0"/>
          <a:chOff x="0" y="0"/>
          <a:chExt cx="0" cy="0"/>
        </a:xfrm>
      </p:grpSpPr>
      <p:sp>
        <p:nvSpPr>
          <p:cNvPr id="9" name="Content Placeholder 2">
            <a:extLst>
              <a:ext uri="{FF2B5EF4-FFF2-40B4-BE49-F238E27FC236}">
                <a16:creationId xmlns:a16="http://schemas.microsoft.com/office/drawing/2014/main" id="{A3546DD5-3AF7-004C-90B2-294082908FCB}"/>
              </a:ext>
            </a:extLst>
          </p:cNvPr>
          <p:cNvSpPr>
            <a:spLocks noGrp="1"/>
          </p:cNvSpPr>
          <p:nvPr>
            <p:ph sz="half" idx="1"/>
          </p:nvPr>
        </p:nvSpPr>
        <p:spPr>
          <a:xfrm>
            <a:off x="622791" y="1352877"/>
            <a:ext cx="3471663" cy="2938868"/>
          </a:xfrm>
          <a:prstGeom prst="rect">
            <a:avLst/>
          </a:prstGeom>
        </p:spPr>
        <p:txBody>
          <a:bodyPr/>
          <a:lstStyle>
            <a:lvl1pPr marL="0" indent="0">
              <a:buNone/>
              <a:defRPr sz="1800" baseline="0"/>
            </a:lvl1pPr>
          </a:lstStyle>
          <a:p>
            <a:pPr lvl="0"/>
            <a:endParaRPr lang="en-US"/>
          </a:p>
        </p:txBody>
      </p:sp>
      <p:sp>
        <p:nvSpPr>
          <p:cNvPr id="10" name="Content Placeholder 3">
            <a:extLst>
              <a:ext uri="{FF2B5EF4-FFF2-40B4-BE49-F238E27FC236}">
                <a16:creationId xmlns:a16="http://schemas.microsoft.com/office/drawing/2014/main" id="{1F17E44B-6C06-324F-ADEA-EA0DC16345E5}"/>
              </a:ext>
            </a:extLst>
          </p:cNvPr>
          <p:cNvSpPr>
            <a:spLocks noGrp="1"/>
          </p:cNvSpPr>
          <p:nvPr>
            <p:ph sz="half" idx="2"/>
          </p:nvPr>
        </p:nvSpPr>
        <p:spPr>
          <a:xfrm>
            <a:off x="4401671" y="1352877"/>
            <a:ext cx="3689906" cy="2938868"/>
          </a:xfrm>
          <a:prstGeom prst="rect">
            <a:avLst/>
          </a:prstGeom>
        </p:spPr>
        <p:txBody>
          <a:bodyPr/>
          <a:lstStyle>
            <a:lvl1pPr marL="0" indent="0">
              <a:buNone/>
              <a:defRPr sz="1800" baseline="0"/>
            </a:lvl1pPr>
          </a:lstStyle>
          <a:p>
            <a:pPr lvl="0"/>
            <a:endParaRPr lang="en-US"/>
          </a:p>
        </p:txBody>
      </p:sp>
      <p:sp>
        <p:nvSpPr>
          <p:cNvPr id="13" name="Title Placeholder 1">
            <a:extLst>
              <a:ext uri="{FF2B5EF4-FFF2-40B4-BE49-F238E27FC236}">
                <a16:creationId xmlns:a16="http://schemas.microsoft.com/office/drawing/2014/main" id="{833D2BB9-0C7A-2B41-B697-8B0D622D6EE3}"/>
              </a:ext>
            </a:extLst>
          </p:cNvPr>
          <p:cNvSpPr>
            <a:spLocks noGrp="1"/>
          </p:cNvSpPr>
          <p:nvPr>
            <p:ph type="title" hasCustomPrompt="1"/>
          </p:nvPr>
        </p:nvSpPr>
        <p:spPr>
          <a:xfrm>
            <a:off x="622791" y="554556"/>
            <a:ext cx="7462928" cy="630335"/>
          </a:xfrm>
          <a:prstGeom prst="rect">
            <a:avLst/>
          </a:prstGeom>
          <a:noFill/>
        </p:spPr>
        <p:txBody>
          <a:bodyPr vert="horz" lIns="91440" tIns="45720" rIns="91440" bIns="45720" rtlCol="0" anchor="ctr">
            <a:normAutofit/>
          </a:bodyPr>
          <a:lstStyle/>
          <a:p>
            <a:r>
              <a:rPr lang="en-GB"/>
              <a:t>Click to edit title style</a:t>
            </a:r>
            <a:endParaRPr lang="en-US"/>
          </a:p>
        </p:txBody>
      </p:sp>
      <p:sp>
        <p:nvSpPr>
          <p:cNvPr id="8" name="Text Placeholder 5">
            <a:extLst>
              <a:ext uri="{FF2B5EF4-FFF2-40B4-BE49-F238E27FC236}">
                <a16:creationId xmlns:a16="http://schemas.microsoft.com/office/drawing/2014/main" id="{EC3523BA-AACC-8F69-E4C8-9598B96CF89F}"/>
              </a:ext>
            </a:extLst>
          </p:cNvPr>
          <p:cNvSpPr>
            <a:spLocks noGrp="1"/>
          </p:cNvSpPr>
          <p:nvPr>
            <p:ph type="body" sz="quarter" idx="11" hasCustomPrompt="1"/>
          </p:nvPr>
        </p:nvSpPr>
        <p:spPr>
          <a:xfrm>
            <a:off x="4572000" y="4736306"/>
            <a:ext cx="4350544" cy="407194"/>
          </a:xfrm>
          <a:prstGeom prst="rect">
            <a:avLst/>
          </a:prstGeom>
        </p:spPr>
        <p:txBody>
          <a:bodyPr anchor="ctr"/>
          <a:lstStyle>
            <a:lvl1pPr marL="0" indent="0" algn="r">
              <a:buNone/>
              <a:defRPr sz="1300">
                <a:solidFill>
                  <a:schemeClr val="bg1"/>
                </a:solidFill>
              </a:defRPr>
            </a:lvl1pPr>
          </a:lstStyle>
          <a:p>
            <a:pPr lvl="0"/>
            <a:r>
              <a:rPr lang="en-US"/>
              <a:t>Click to edit the course code and title</a:t>
            </a:r>
          </a:p>
        </p:txBody>
      </p:sp>
    </p:spTree>
    <p:extLst>
      <p:ext uri="{BB962C8B-B14F-4D97-AF65-F5344CB8AC3E}">
        <p14:creationId xmlns:p14="http://schemas.microsoft.com/office/powerpoint/2010/main" val="207799600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SIngle column_multi type content">
    <p:spTree>
      <p:nvGrpSpPr>
        <p:cNvPr id="1" name=""/>
        <p:cNvGrpSpPr/>
        <p:nvPr/>
      </p:nvGrpSpPr>
      <p:grpSpPr>
        <a:xfrm>
          <a:off x="0" y="0"/>
          <a:ext cx="0" cy="0"/>
          <a:chOff x="0" y="0"/>
          <a:chExt cx="0" cy="0"/>
        </a:xfrm>
      </p:grpSpPr>
      <p:sp>
        <p:nvSpPr>
          <p:cNvPr id="9" name="Content Placeholder 2">
            <a:extLst>
              <a:ext uri="{FF2B5EF4-FFF2-40B4-BE49-F238E27FC236}">
                <a16:creationId xmlns:a16="http://schemas.microsoft.com/office/drawing/2014/main" id="{A3546DD5-3AF7-004C-90B2-294082908FCB}"/>
              </a:ext>
            </a:extLst>
          </p:cNvPr>
          <p:cNvSpPr>
            <a:spLocks noGrp="1"/>
          </p:cNvSpPr>
          <p:nvPr>
            <p:ph sz="half" idx="1" hasCustomPrompt="1"/>
          </p:nvPr>
        </p:nvSpPr>
        <p:spPr>
          <a:xfrm>
            <a:off x="628649" y="1364456"/>
            <a:ext cx="7661336" cy="2936080"/>
          </a:xfrm>
          <a:prstGeom prst="rect">
            <a:avLst/>
          </a:prstGeom>
        </p:spPr>
        <p:txBody>
          <a:bodyPr/>
          <a:lstStyle>
            <a:lvl1pPr marL="0" indent="0">
              <a:buNone/>
              <a:defRPr sz="1800" baseline="0"/>
            </a:lvl1pPr>
          </a:lstStyle>
          <a:p>
            <a:pPr lvl="0"/>
            <a:r>
              <a:rPr lang="en-US"/>
              <a:t>Click on the icons to insert content</a:t>
            </a:r>
          </a:p>
        </p:txBody>
      </p:sp>
      <p:sp>
        <p:nvSpPr>
          <p:cNvPr id="13" name="Title Placeholder 1">
            <a:extLst>
              <a:ext uri="{FF2B5EF4-FFF2-40B4-BE49-F238E27FC236}">
                <a16:creationId xmlns:a16="http://schemas.microsoft.com/office/drawing/2014/main" id="{833D2BB9-0C7A-2B41-B697-8B0D622D6EE3}"/>
              </a:ext>
            </a:extLst>
          </p:cNvPr>
          <p:cNvSpPr>
            <a:spLocks noGrp="1"/>
          </p:cNvSpPr>
          <p:nvPr>
            <p:ph type="title" hasCustomPrompt="1"/>
          </p:nvPr>
        </p:nvSpPr>
        <p:spPr>
          <a:xfrm>
            <a:off x="628649" y="569815"/>
            <a:ext cx="7661335" cy="630335"/>
          </a:xfrm>
          <a:prstGeom prst="rect">
            <a:avLst/>
          </a:prstGeom>
          <a:noFill/>
        </p:spPr>
        <p:txBody>
          <a:bodyPr vert="horz" lIns="91440" tIns="45720" rIns="91440" bIns="45720" rtlCol="0" anchor="ctr">
            <a:normAutofit/>
          </a:bodyPr>
          <a:lstStyle/>
          <a:p>
            <a:r>
              <a:rPr lang="en-GB"/>
              <a:t>Click to edit title style</a:t>
            </a:r>
            <a:endParaRPr lang="en-US"/>
          </a:p>
        </p:txBody>
      </p:sp>
      <p:sp>
        <p:nvSpPr>
          <p:cNvPr id="7" name="Text Placeholder 5">
            <a:extLst>
              <a:ext uri="{FF2B5EF4-FFF2-40B4-BE49-F238E27FC236}">
                <a16:creationId xmlns:a16="http://schemas.microsoft.com/office/drawing/2014/main" id="{FF274F51-2AD8-145F-B782-8A678AAF0F9C}"/>
              </a:ext>
            </a:extLst>
          </p:cNvPr>
          <p:cNvSpPr>
            <a:spLocks noGrp="1"/>
          </p:cNvSpPr>
          <p:nvPr>
            <p:ph type="body" sz="quarter" idx="11" hasCustomPrompt="1"/>
          </p:nvPr>
        </p:nvSpPr>
        <p:spPr>
          <a:xfrm>
            <a:off x="4572000" y="4736306"/>
            <a:ext cx="4350544" cy="407194"/>
          </a:xfrm>
          <a:prstGeom prst="rect">
            <a:avLst/>
          </a:prstGeom>
        </p:spPr>
        <p:txBody>
          <a:bodyPr anchor="ctr"/>
          <a:lstStyle>
            <a:lvl1pPr marL="0" indent="0" algn="r">
              <a:buNone/>
              <a:defRPr sz="1300">
                <a:solidFill>
                  <a:schemeClr val="bg1"/>
                </a:solidFill>
              </a:defRPr>
            </a:lvl1pPr>
          </a:lstStyle>
          <a:p>
            <a:pPr lvl="0"/>
            <a:r>
              <a:rPr lang="en-US"/>
              <a:t>Click to edit the course code and title</a:t>
            </a:r>
          </a:p>
        </p:txBody>
      </p:sp>
    </p:spTree>
    <p:extLst>
      <p:ext uri="{BB962C8B-B14F-4D97-AF65-F5344CB8AC3E}">
        <p14:creationId xmlns:p14="http://schemas.microsoft.com/office/powerpoint/2010/main" val="450951950"/>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1.png"/><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theme" Target="../theme/theme2.xml"/><Relationship Id="rId1" Type="http://schemas.openxmlformats.org/officeDocument/2006/relationships/slideLayout" Target="../slideLayouts/slideLayout5.xml"/></Relationships>
</file>

<file path=ppt/slideMasters/_rels/slideMaster3.xml.rels><?xml version="1.0" encoding="UTF-8" standalone="yes"?>
<Relationships xmlns="http://schemas.openxmlformats.org/package/2006/relationships"><Relationship Id="rId3" Type="http://schemas.openxmlformats.org/officeDocument/2006/relationships/slideLayout" Target="../slideLayouts/slideLayout8.xml"/><Relationship Id="rId2" Type="http://schemas.openxmlformats.org/officeDocument/2006/relationships/slideLayout" Target="../slideLayouts/slideLayout7.xml"/><Relationship Id="rId1" Type="http://schemas.openxmlformats.org/officeDocument/2006/relationships/slideLayout" Target="../slideLayouts/slideLayout6.xml"/><Relationship Id="rId5" Type="http://schemas.openxmlformats.org/officeDocument/2006/relationships/image" Target="../media/image4.png"/><Relationship Id="rId4"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3" Type="http://schemas.openxmlformats.org/officeDocument/2006/relationships/slideLayout" Target="../slideLayouts/slideLayout11.xml"/><Relationship Id="rId2" Type="http://schemas.openxmlformats.org/officeDocument/2006/relationships/slideLayout" Target="../slideLayouts/slideLayout10.xml"/><Relationship Id="rId1" Type="http://schemas.openxmlformats.org/officeDocument/2006/relationships/slideLayout" Target="../slideLayouts/slideLayout9.xml"/><Relationship Id="rId4" Type="http://schemas.openxmlformats.org/officeDocument/2006/relationships/theme" Target="../theme/theme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6">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115236652"/>
      </p:ext>
    </p:extLst>
  </p:cSld>
  <p:clrMap bg1="lt1" tx1="dk1" bg2="lt2" tx2="dk2" accent1="accent1" accent2="accent2" accent3="accent3" accent4="accent4" accent5="accent5" accent6="accent6" hlink="hlink" folHlink="folHlink"/>
  <p:sldLayoutIdLst>
    <p:sldLayoutId id="2147483698" r:id="rId1"/>
    <p:sldLayoutId id="2147483740" r:id="rId2"/>
    <p:sldLayoutId id="2147483771" r:id="rId3"/>
    <p:sldLayoutId id="2147483737" r:id="rId4"/>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35812539"/>
      </p:ext>
    </p:extLst>
  </p:cSld>
  <p:clrMap bg1="lt1" tx1="dk1" bg2="lt2" tx2="dk2" accent1="accent1" accent2="accent2" accent3="accent3" accent4="accent4" accent5="accent5" accent6="accent6" hlink="hlink" folHlink="folHlink"/>
  <p:sldLayoutIdLst>
    <p:sldLayoutId id="2147483735"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5"/>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73548856"/>
      </p:ext>
    </p:extLst>
  </p:cSld>
  <p:clrMap bg1="lt1" tx1="dk1" bg2="lt2" tx2="dk2" accent1="accent1" accent2="accent2" accent3="accent3" accent4="accent4" accent5="accent5" accent6="accent6" hlink="hlink" folHlink="folHlink"/>
  <p:sldLayoutIdLst>
    <p:sldLayoutId id="2147483723" r:id="rId1"/>
    <p:sldLayoutId id="2147483724" r:id="rId2"/>
    <p:sldLayoutId id="2147483736" r:id="rId3"/>
  </p:sldLayoutIdLst>
  <p:txStyles>
    <p:titleStyle>
      <a:lvl1pPr algn="l" defTabSz="914400" rtl="0" eaLnBrk="1" latinLnBrk="0" hangingPunct="1">
        <a:lnSpc>
          <a:spcPct val="90000"/>
        </a:lnSpc>
        <a:spcBef>
          <a:spcPct val="0"/>
        </a:spcBef>
        <a:buNone/>
        <a:defRPr sz="3000" b="1" i="0" kern="1200" baseline="0">
          <a:solidFill>
            <a:schemeClr val="tx2"/>
          </a:solidFill>
          <a:latin typeface="Cambria" panose="02040503050406030204" pitchFamily="18"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400" kern="1200" baseline="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200" kern="1200" baseline="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C0692EA-6E25-D1E6-C245-BC4CB7A20AF0}"/>
              </a:ext>
            </a:extLst>
          </p:cNvPr>
          <p:cNvSpPr/>
          <p:nvPr userDrawn="1"/>
        </p:nvSpPr>
        <p:spPr>
          <a:xfrm>
            <a:off x="0" y="4736306"/>
            <a:ext cx="9144000" cy="407194"/>
          </a:xfrm>
          <a:prstGeom prst="rect">
            <a:avLst/>
          </a:prstGeom>
          <a:solidFill>
            <a:srgbClr val="1C439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3052768169"/>
      </p:ext>
    </p:extLst>
  </p:cSld>
  <p:clrMap bg1="lt1" tx1="dk1" bg2="lt2" tx2="dk2" accent1="accent1" accent2="accent2" accent3="accent3" accent4="accent4" accent5="accent5" accent6="accent6" hlink="hlink" folHlink="folHlink"/>
  <p:sldLayoutIdLst>
    <p:sldLayoutId id="2147483773" r:id="rId1"/>
    <p:sldLayoutId id="2147483774" r:id="rId2"/>
    <p:sldLayoutId id="2147483775" r:id="rId3"/>
  </p:sldLayoutIdLst>
  <p:txStyles>
    <p:titleStyle>
      <a:lvl1pPr algn="l" defTabSz="914400" rtl="0" eaLnBrk="1" latinLnBrk="0" hangingPunct="1">
        <a:lnSpc>
          <a:spcPct val="90000"/>
        </a:lnSpc>
        <a:spcBef>
          <a:spcPct val="0"/>
        </a:spcBef>
        <a:buNone/>
        <a:defRPr sz="3000" b="1" i="0" kern="1200" baseline="0">
          <a:solidFill>
            <a:schemeClr val="tx2"/>
          </a:solidFill>
          <a:latin typeface="Cambria" panose="02040503050406030204" pitchFamily="18"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400" kern="1200" baseline="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200" kern="1200" baseline="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6.png"/><Relationship Id="rId1" Type="http://schemas.openxmlformats.org/officeDocument/2006/relationships/slideLayout" Target="../slideLayouts/slideLayout6.xml"/><Relationship Id="rId5" Type="http://schemas.openxmlformats.org/officeDocument/2006/relationships/image" Target="../media/image7.png"/><Relationship Id="rId4" Type="http://schemas.openxmlformats.org/officeDocument/2006/relationships/image" Target="../media/image12.png"/></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6.xml"/><Relationship Id="rId6" Type="http://schemas.openxmlformats.org/officeDocument/2006/relationships/image" Target="../media/image14.png"/><Relationship Id="rId5" Type="http://schemas.openxmlformats.org/officeDocument/2006/relationships/image" Target="../media/image7.png"/><Relationship Id="rId4" Type="http://schemas.openxmlformats.org/officeDocument/2006/relationships/image" Target="../media/image13.png"/></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6.xml"/><Relationship Id="rId5" Type="http://schemas.openxmlformats.org/officeDocument/2006/relationships/image" Target="../media/image7.png"/><Relationship Id="rId4" Type="http://schemas.openxmlformats.org/officeDocument/2006/relationships/image" Target="../media/image15.png"/></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18.png"/><Relationship Id="rId2" Type="http://schemas.openxmlformats.org/officeDocument/2006/relationships/notesSlide" Target="../notesSlides/notesSlide4.xml"/><Relationship Id="rId1" Type="http://schemas.openxmlformats.org/officeDocument/2006/relationships/slideLayout" Target="../slideLayouts/slideLayout6.xml"/><Relationship Id="rId6" Type="http://schemas.openxmlformats.org/officeDocument/2006/relationships/image" Target="../media/image17.png"/><Relationship Id="rId5" Type="http://schemas.openxmlformats.org/officeDocument/2006/relationships/image" Target="../media/image7.png"/><Relationship Id="rId4" Type="http://schemas.openxmlformats.org/officeDocument/2006/relationships/image" Target="../media/image16.png"/></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6.xml"/><Relationship Id="rId6" Type="http://schemas.openxmlformats.org/officeDocument/2006/relationships/image" Target="../media/image20.png"/><Relationship Id="rId5" Type="http://schemas.openxmlformats.org/officeDocument/2006/relationships/image" Target="../media/image7.png"/><Relationship Id="rId4" Type="http://schemas.openxmlformats.org/officeDocument/2006/relationships/image" Target="../media/image19.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8" Type="http://schemas.openxmlformats.org/officeDocument/2006/relationships/image" Target="../media/image27.png"/><Relationship Id="rId3" Type="http://schemas.openxmlformats.org/officeDocument/2006/relationships/image" Target="../media/image22.png"/><Relationship Id="rId7" Type="http://schemas.openxmlformats.org/officeDocument/2006/relationships/image" Target="../media/image26.png"/><Relationship Id="rId12" Type="http://schemas.openxmlformats.org/officeDocument/2006/relationships/image" Target="../media/image31.png"/><Relationship Id="rId2" Type="http://schemas.openxmlformats.org/officeDocument/2006/relationships/image" Target="../media/image21.png"/><Relationship Id="rId1" Type="http://schemas.openxmlformats.org/officeDocument/2006/relationships/slideLayout" Target="../slideLayouts/slideLayout6.xml"/><Relationship Id="rId6" Type="http://schemas.openxmlformats.org/officeDocument/2006/relationships/image" Target="../media/image25.png"/><Relationship Id="rId11" Type="http://schemas.openxmlformats.org/officeDocument/2006/relationships/image" Target="../media/image30.png"/><Relationship Id="rId5" Type="http://schemas.openxmlformats.org/officeDocument/2006/relationships/image" Target="../media/image24.png"/><Relationship Id="rId10" Type="http://schemas.openxmlformats.org/officeDocument/2006/relationships/image" Target="../media/image29.png"/><Relationship Id="rId4" Type="http://schemas.openxmlformats.org/officeDocument/2006/relationships/image" Target="../media/image23.png"/><Relationship Id="rId9" Type="http://schemas.openxmlformats.org/officeDocument/2006/relationships/image" Target="../media/image28.png"/></Relationships>
</file>

<file path=ppt/slides/_rels/slide16.xml.rels><?xml version="1.0" encoding="UTF-8" standalone="yes"?>
<Relationships xmlns="http://schemas.openxmlformats.org/package/2006/relationships"><Relationship Id="rId8" Type="http://schemas.openxmlformats.org/officeDocument/2006/relationships/image" Target="../media/image26.png"/><Relationship Id="rId13" Type="http://schemas.openxmlformats.org/officeDocument/2006/relationships/image" Target="../media/image31.png"/><Relationship Id="rId3" Type="http://schemas.openxmlformats.org/officeDocument/2006/relationships/image" Target="../media/image8.png"/><Relationship Id="rId7" Type="http://schemas.openxmlformats.org/officeDocument/2006/relationships/image" Target="../media/image25.png"/><Relationship Id="rId12" Type="http://schemas.openxmlformats.org/officeDocument/2006/relationships/image" Target="../media/image30.png"/><Relationship Id="rId2" Type="http://schemas.openxmlformats.org/officeDocument/2006/relationships/notesSlide" Target="../notesSlides/notesSlide6.xml"/><Relationship Id="rId1" Type="http://schemas.openxmlformats.org/officeDocument/2006/relationships/slideLayout" Target="../slideLayouts/slideLayout6.xml"/><Relationship Id="rId6" Type="http://schemas.openxmlformats.org/officeDocument/2006/relationships/image" Target="../media/image24.png"/><Relationship Id="rId11" Type="http://schemas.openxmlformats.org/officeDocument/2006/relationships/image" Target="../media/image29.png"/><Relationship Id="rId5" Type="http://schemas.openxmlformats.org/officeDocument/2006/relationships/image" Target="../media/image23.png"/><Relationship Id="rId10" Type="http://schemas.openxmlformats.org/officeDocument/2006/relationships/image" Target="../media/image28.png"/><Relationship Id="rId4" Type="http://schemas.openxmlformats.org/officeDocument/2006/relationships/image" Target="../media/image22.png"/><Relationship Id="rId9" Type="http://schemas.openxmlformats.org/officeDocument/2006/relationships/image" Target="../media/image27.png"/></Relationships>
</file>

<file path=ppt/slides/_rels/slide17.xml.rels><?xml version="1.0" encoding="UTF-8" standalone="yes"?>
<Relationships xmlns="http://schemas.openxmlformats.org/package/2006/relationships"><Relationship Id="rId8" Type="http://schemas.openxmlformats.org/officeDocument/2006/relationships/image" Target="../media/image38.png"/><Relationship Id="rId13" Type="http://schemas.openxmlformats.org/officeDocument/2006/relationships/image" Target="../media/image43.png"/><Relationship Id="rId3" Type="http://schemas.openxmlformats.org/officeDocument/2006/relationships/image" Target="../media/image9.png"/><Relationship Id="rId7" Type="http://schemas.openxmlformats.org/officeDocument/2006/relationships/image" Target="../media/image37.png"/><Relationship Id="rId12" Type="http://schemas.openxmlformats.org/officeDocument/2006/relationships/image" Target="../media/image42.png"/><Relationship Id="rId2" Type="http://schemas.openxmlformats.org/officeDocument/2006/relationships/notesSlide" Target="../notesSlides/notesSlide7.xml"/><Relationship Id="rId1" Type="http://schemas.openxmlformats.org/officeDocument/2006/relationships/slideLayout" Target="../slideLayouts/slideLayout6.xml"/><Relationship Id="rId6" Type="http://schemas.openxmlformats.org/officeDocument/2006/relationships/image" Target="../media/image36.png"/><Relationship Id="rId11" Type="http://schemas.openxmlformats.org/officeDocument/2006/relationships/image" Target="../media/image41.png"/><Relationship Id="rId5" Type="http://schemas.openxmlformats.org/officeDocument/2006/relationships/image" Target="../media/image35.png"/><Relationship Id="rId10" Type="http://schemas.openxmlformats.org/officeDocument/2006/relationships/image" Target="../media/image40.png"/><Relationship Id="rId4" Type="http://schemas.openxmlformats.org/officeDocument/2006/relationships/image" Target="../media/image34.png"/><Relationship Id="rId9" Type="http://schemas.openxmlformats.org/officeDocument/2006/relationships/image" Target="../media/image39.png"/></Relationships>
</file>

<file path=ppt/slides/_rels/slide18.xml.rels><?xml version="1.0" encoding="UTF-8" standalone="yes"?>
<Relationships xmlns="http://schemas.openxmlformats.org/package/2006/relationships"><Relationship Id="rId8" Type="http://schemas.openxmlformats.org/officeDocument/2006/relationships/image" Target="../media/image47.png"/><Relationship Id="rId13" Type="http://schemas.openxmlformats.org/officeDocument/2006/relationships/image" Target="../media/image31.png"/><Relationship Id="rId3" Type="http://schemas.openxmlformats.org/officeDocument/2006/relationships/image" Target="../media/image44.png"/><Relationship Id="rId7" Type="http://schemas.openxmlformats.org/officeDocument/2006/relationships/image" Target="../media/image46.png"/><Relationship Id="rId12" Type="http://schemas.openxmlformats.org/officeDocument/2006/relationships/image" Target="../media/image30.png"/><Relationship Id="rId2" Type="http://schemas.openxmlformats.org/officeDocument/2006/relationships/notesSlide" Target="../notesSlides/notesSlide8.xml"/><Relationship Id="rId1" Type="http://schemas.openxmlformats.org/officeDocument/2006/relationships/slideLayout" Target="../slideLayouts/slideLayout6.xml"/><Relationship Id="rId6" Type="http://schemas.openxmlformats.org/officeDocument/2006/relationships/image" Target="../media/image24.png"/><Relationship Id="rId11" Type="http://schemas.openxmlformats.org/officeDocument/2006/relationships/image" Target="../media/image29.png"/><Relationship Id="rId5" Type="http://schemas.openxmlformats.org/officeDocument/2006/relationships/image" Target="../media/image45.png"/><Relationship Id="rId10" Type="http://schemas.openxmlformats.org/officeDocument/2006/relationships/image" Target="../media/image49.png"/><Relationship Id="rId4" Type="http://schemas.openxmlformats.org/officeDocument/2006/relationships/image" Target="../media/image22.png"/><Relationship Id="rId9" Type="http://schemas.openxmlformats.org/officeDocument/2006/relationships/image" Target="../media/image48.png"/></Relationships>
</file>

<file path=ppt/slides/_rels/slide1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1.xml"/><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2.xml"/><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8" Type="http://schemas.openxmlformats.org/officeDocument/2006/relationships/image" Target="../media/image48.png"/><Relationship Id="rId3" Type="http://schemas.openxmlformats.org/officeDocument/2006/relationships/image" Target="../media/image22.png"/><Relationship Id="rId7" Type="http://schemas.openxmlformats.org/officeDocument/2006/relationships/image" Target="../media/image47.png"/><Relationship Id="rId12" Type="http://schemas.openxmlformats.org/officeDocument/2006/relationships/image" Target="../media/image31.png"/><Relationship Id="rId2" Type="http://schemas.openxmlformats.org/officeDocument/2006/relationships/image" Target="../media/image51.png"/><Relationship Id="rId1" Type="http://schemas.openxmlformats.org/officeDocument/2006/relationships/slideLayout" Target="../slideLayouts/slideLayout6.xml"/><Relationship Id="rId6" Type="http://schemas.openxmlformats.org/officeDocument/2006/relationships/image" Target="../media/image46.png"/><Relationship Id="rId11" Type="http://schemas.openxmlformats.org/officeDocument/2006/relationships/image" Target="../media/image53.png"/><Relationship Id="rId5" Type="http://schemas.openxmlformats.org/officeDocument/2006/relationships/image" Target="../media/image24.png"/><Relationship Id="rId10" Type="http://schemas.openxmlformats.org/officeDocument/2006/relationships/image" Target="../media/image52.png"/><Relationship Id="rId4" Type="http://schemas.openxmlformats.org/officeDocument/2006/relationships/image" Target="../media/image23.png"/><Relationship Id="rId9" Type="http://schemas.openxmlformats.org/officeDocument/2006/relationships/image" Target="../media/image49.png"/></Relationships>
</file>

<file path=ppt/slides/_rels/slide39.xml.rels><?xml version="1.0" encoding="UTF-8" standalone="yes"?>
<Relationships xmlns="http://schemas.openxmlformats.org/package/2006/relationships"><Relationship Id="rId8" Type="http://schemas.openxmlformats.org/officeDocument/2006/relationships/image" Target="../media/image48.png"/><Relationship Id="rId3" Type="http://schemas.openxmlformats.org/officeDocument/2006/relationships/image" Target="../media/image22.png"/><Relationship Id="rId7" Type="http://schemas.openxmlformats.org/officeDocument/2006/relationships/image" Target="../media/image47.png"/><Relationship Id="rId12" Type="http://schemas.openxmlformats.org/officeDocument/2006/relationships/image" Target="../media/image31.png"/><Relationship Id="rId2" Type="http://schemas.openxmlformats.org/officeDocument/2006/relationships/image" Target="../media/image54.png"/><Relationship Id="rId1" Type="http://schemas.openxmlformats.org/officeDocument/2006/relationships/slideLayout" Target="../slideLayouts/slideLayout6.xml"/><Relationship Id="rId6" Type="http://schemas.openxmlformats.org/officeDocument/2006/relationships/image" Target="../media/image46.png"/><Relationship Id="rId11" Type="http://schemas.openxmlformats.org/officeDocument/2006/relationships/image" Target="../media/image53.png"/><Relationship Id="rId5" Type="http://schemas.openxmlformats.org/officeDocument/2006/relationships/image" Target="../media/image24.png"/><Relationship Id="rId10" Type="http://schemas.openxmlformats.org/officeDocument/2006/relationships/image" Target="../media/image52.png"/><Relationship Id="rId4" Type="http://schemas.openxmlformats.org/officeDocument/2006/relationships/image" Target="../media/image23.png"/><Relationship Id="rId9" Type="http://schemas.openxmlformats.org/officeDocument/2006/relationships/image" Target="../media/image49.png"/></Relationships>
</file>

<file path=ppt/slides/_rels/slide40.xml.rels><?xml version="1.0" encoding="UTF-8" standalone="yes"?>
<Relationships xmlns="http://schemas.openxmlformats.org/package/2006/relationships"><Relationship Id="rId8" Type="http://schemas.openxmlformats.org/officeDocument/2006/relationships/image" Target="../media/image48.png"/><Relationship Id="rId3" Type="http://schemas.openxmlformats.org/officeDocument/2006/relationships/image" Target="../media/image22.png"/><Relationship Id="rId7" Type="http://schemas.openxmlformats.org/officeDocument/2006/relationships/image" Target="../media/image47.png"/><Relationship Id="rId12" Type="http://schemas.openxmlformats.org/officeDocument/2006/relationships/image" Target="../media/image31.png"/><Relationship Id="rId2" Type="http://schemas.openxmlformats.org/officeDocument/2006/relationships/image" Target="../media/image55.png"/><Relationship Id="rId1" Type="http://schemas.openxmlformats.org/officeDocument/2006/relationships/slideLayout" Target="../slideLayouts/slideLayout6.xml"/><Relationship Id="rId6" Type="http://schemas.openxmlformats.org/officeDocument/2006/relationships/image" Target="../media/image46.png"/><Relationship Id="rId11" Type="http://schemas.openxmlformats.org/officeDocument/2006/relationships/image" Target="../media/image53.png"/><Relationship Id="rId5" Type="http://schemas.openxmlformats.org/officeDocument/2006/relationships/image" Target="../media/image24.png"/><Relationship Id="rId10" Type="http://schemas.openxmlformats.org/officeDocument/2006/relationships/image" Target="../media/image52.png"/><Relationship Id="rId4" Type="http://schemas.openxmlformats.org/officeDocument/2006/relationships/image" Target="../media/image23.png"/><Relationship Id="rId9" Type="http://schemas.openxmlformats.org/officeDocument/2006/relationships/image" Target="../media/image49.png"/></Relationships>
</file>

<file path=ppt/slides/_rels/slide41.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4.xml"/><Relationship Id="rId1" Type="http://schemas.openxmlformats.org/officeDocument/2006/relationships/slideLayout" Target="../slideLayouts/slideLayout6.xml"/></Relationships>
</file>

<file path=ppt/slides/_rels/slide42.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5.xml"/><Relationship Id="rId1" Type="http://schemas.openxmlformats.org/officeDocument/2006/relationships/slideLayout" Target="../slideLayouts/slideLayout6.xml"/></Relationships>
</file>

<file path=ppt/slides/_rels/slide43.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26.xml"/><Relationship Id="rId1" Type="http://schemas.openxmlformats.org/officeDocument/2006/relationships/slideLayout" Target="../slideLayouts/slideLayout6.xml"/></Relationships>
</file>

<file path=ppt/slides/_rels/slide44.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27.xml"/><Relationship Id="rId1" Type="http://schemas.openxmlformats.org/officeDocument/2006/relationships/slideLayout" Target="../slideLayouts/slideLayout6.xml"/></Relationships>
</file>

<file path=ppt/slides/_rels/slide45.xml.rels><?xml version="1.0" encoding="UTF-8" standalone="yes"?>
<Relationships xmlns="http://schemas.openxmlformats.org/package/2006/relationships"><Relationship Id="rId8" Type="http://schemas.openxmlformats.org/officeDocument/2006/relationships/image" Target="../media/image65.png"/><Relationship Id="rId3" Type="http://schemas.openxmlformats.org/officeDocument/2006/relationships/image" Target="../media/image60.png"/><Relationship Id="rId7" Type="http://schemas.openxmlformats.org/officeDocument/2006/relationships/image" Target="../media/image64.png"/><Relationship Id="rId2" Type="http://schemas.openxmlformats.org/officeDocument/2006/relationships/notesSlide" Target="../notesSlides/notesSlide28.xml"/><Relationship Id="rId1" Type="http://schemas.openxmlformats.org/officeDocument/2006/relationships/slideLayout" Target="../slideLayouts/slideLayout6.xml"/><Relationship Id="rId6" Type="http://schemas.openxmlformats.org/officeDocument/2006/relationships/image" Target="../media/image63.png"/><Relationship Id="rId11" Type="http://schemas.openxmlformats.org/officeDocument/2006/relationships/image" Target="../media/image68.png"/><Relationship Id="rId5" Type="http://schemas.openxmlformats.org/officeDocument/2006/relationships/image" Target="../media/image62.png"/><Relationship Id="rId10" Type="http://schemas.openxmlformats.org/officeDocument/2006/relationships/image" Target="../media/image67.png"/><Relationship Id="rId4" Type="http://schemas.openxmlformats.org/officeDocument/2006/relationships/image" Target="../media/image61.png"/><Relationship Id="rId9" Type="http://schemas.openxmlformats.org/officeDocument/2006/relationships/image" Target="../media/image66.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7.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image" Target="../media/image69.png"/><Relationship Id="rId1" Type="http://schemas.openxmlformats.org/officeDocument/2006/relationships/slideLayout" Target="../slideLayouts/slideLayout6.xml"/></Relationships>
</file>

<file path=ppt/slides/_rels/slide48.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image" Target="../media/image56.png"/><Relationship Id="rId1" Type="http://schemas.openxmlformats.org/officeDocument/2006/relationships/slideLayout" Target="../slideLayouts/slideLayout6.xml"/></Relationships>
</file>

<file path=ppt/slides/_rels/slide49.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image" Target="../media/image57.png"/><Relationship Id="rId1" Type="http://schemas.openxmlformats.org/officeDocument/2006/relationships/slideLayout" Target="../slideLayouts/slideLayout6.xml"/></Relationships>
</file>

<file path=ppt/slides/_rels/slide50.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6.xml"/></Relationships>
</file>

<file path=ppt/slides/_rels/slide51.xml.rels><?xml version="1.0" encoding="UTF-8" standalone="yes"?>
<Relationships xmlns="http://schemas.openxmlformats.org/package/2006/relationships"><Relationship Id="rId2" Type="http://schemas.openxmlformats.org/officeDocument/2006/relationships/image" Target="../media/image71.png"/><Relationship Id="rId1" Type="http://schemas.openxmlformats.org/officeDocument/2006/relationships/slideLayout" Target="../slideLayouts/slideLayout6.xml"/></Relationships>
</file>

<file path=ppt/slides/_rels/slide52.xml.rels><?xml version="1.0" encoding="UTF-8" standalone="yes"?>
<Relationships xmlns="http://schemas.openxmlformats.org/package/2006/relationships"><Relationship Id="rId2" Type="http://schemas.openxmlformats.org/officeDocument/2006/relationships/image" Target="../media/image75.png"/><Relationship Id="rId1" Type="http://schemas.openxmlformats.org/officeDocument/2006/relationships/slideLayout" Target="../slideLayouts/slideLayout6.xml"/></Relationships>
</file>

<file path=ppt/slides/_rels/slide53.xml.rels><?xml version="1.0" encoding="UTF-8" standalone="yes"?>
<Relationships xmlns="http://schemas.openxmlformats.org/package/2006/relationships"><Relationship Id="rId2" Type="http://schemas.openxmlformats.org/officeDocument/2006/relationships/image" Target="../media/image72.png"/><Relationship Id="rId1" Type="http://schemas.openxmlformats.org/officeDocument/2006/relationships/slideLayout" Target="../slideLayouts/slideLayout6.xml"/></Relationships>
</file>

<file path=ppt/slides/_rels/slide54.xml.rels><?xml version="1.0" encoding="UTF-8" standalone="yes"?>
<Relationships xmlns="http://schemas.openxmlformats.org/package/2006/relationships"><Relationship Id="rId2" Type="http://schemas.openxmlformats.org/officeDocument/2006/relationships/image" Target="../media/image73.png"/><Relationship Id="rId1" Type="http://schemas.openxmlformats.org/officeDocument/2006/relationships/slideLayout" Target="../slideLayouts/slideLayout6.xml"/></Relationships>
</file>

<file path=ppt/slides/_rels/slide55.xml.rels><?xml version="1.0" encoding="UTF-8" standalone="yes"?>
<Relationships xmlns="http://schemas.openxmlformats.org/package/2006/relationships"><Relationship Id="rId2" Type="http://schemas.openxmlformats.org/officeDocument/2006/relationships/image" Target="../media/image74.png"/><Relationship Id="rId1" Type="http://schemas.openxmlformats.org/officeDocument/2006/relationships/slideLayout" Target="../slideLayouts/slideLayout6.xml"/></Relationships>
</file>

<file path=ppt/slides/_rels/slide56.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image" Target="../media/image79.png"/><Relationship Id="rId1" Type="http://schemas.openxmlformats.org/officeDocument/2006/relationships/slideLayout" Target="../slideLayouts/slideLayout6.xml"/><Relationship Id="rId4" Type="http://schemas.openxmlformats.org/officeDocument/2006/relationships/image" Target="../media/image81.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E2672D-E6A5-4E34-B8F6-1D2436AE9F79}"/>
              </a:ext>
            </a:extLst>
          </p:cNvPr>
          <p:cNvSpPr>
            <a:spLocks noGrp="1"/>
          </p:cNvSpPr>
          <p:nvPr>
            <p:ph type="title"/>
          </p:nvPr>
        </p:nvSpPr>
        <p:spPr>
          <a:xfrm>
            <a:off x="627286" y="1575771"/>
            <a:ext cx="8357688" cy="906303"/>
          </a:xfrm>
        </p:spPr>
        <p:txBody>
          <a:bodyPr lIns="91440" tIns="45720" rIns="91440" bIns="45720" anchor="b"/>
          <a:lstStyle/>
          <a:p>
            <a:r>
              <a:rPr lang="en-GB" dirty="0"/>
              <a:t>JC3504  Robot Technology</a:t>
            </a:r>
          </a:p>
        </p:txBody>
      </p:sp>
      <p:sp>
        <p:nvSpPr>
          <p:cNvPr id="3" name="Text Placeholder 2">
            <a:extLst>
              <a:ext uri="{FF2B5EF4-FFF2-40B4-BE49-F238E27FC236}">
                <a16:creationId xmlns:a16="http://schemas.microsoft.com/office/drawing/2014/main" id="{FC8EA9F0-2D49-49CE-A162-EB45E762A6A3}"/>
              </a:ext>
            </a:extLst>
          </p:cNvPr>
          <p:cNvSpPr>
            <a:spLocks noGrp="1"/>
          </p:cNvSpPr>
          <p:nvPr>
            <p:ph type="body" sz="quarter" idx="12"/>
          </p:nvPr>
        </p:nvSpPr>
        <p:spPr>
          <a:xfrm>
            <a:off x="626657" y="2575453"/>
            <a:ext cx="8143856" cy="896277"/>
          </a:xfrm>
        </p:spPr>
        <p:txBody>
          <a:bodyPr lIns="91440" tIns="45720" rIns="91440" bIns="45720" anchor="t"/>
          <a:lstStyle/>
          <a:p>
            <a:r>
              <a:rPr lang="en-GB" dirty="0">
                <a:latin typeface="Calibri"/>
                <a:cs typeface="Calibri"/>
              </a:rPr>
              <a:t>Lecture 1</a:t>
            </a:r>
            <a:r>
              <a:rPr lang="en-US">
                <a:latin typeface="Calibri"/>
                <a:cs typeface="Calibri"/>
              </a:rPr>
              <a:t>2</a:t>
            </a:r>
            <a:r>
              <a:rPr lang="en-GB">
                <a:latin typeface="Calibri"/>
                <a:cs typeface="Calibri"/>
              </a:rPr>
              <a:t>: </a:t>
            </a:r>
            <a:r>
              <a:rPr lang="en-GB" altLang="zh-CN" dirty="0">
                <a:latin typeface="Calibri"/>
                <a:cs typeface="Calibri"/>
              </a:rPr>
              <a:t>Localisation</a:t>
            </a:r>
            <a:endParaRPr lang="en-GB" dirty="0">
              <a:cs typeface="Calibri" panose="020F0502020204030204" pitchFamily="34" charset="0"/>
            </a:endParaRPr>
          </a:p>
        </p:txBody>
      </p:sp>
      <p:pic>
        <p:nvPicPr>
          <p:cNvPr id="5" name="Picture 6" descr="South China Normal University - Wikipedia">
            <a:extLst>
              <a:ext uri="{FF2B5EF4-FFF2-40B4-BE49-F238E27FC236}">
                <a16:creationId xmlns:a16="http://schemas.microsoft.com/office/drawing/2014/main" id="{432ED946-D500-5516-8807-AE50C0B66C8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31365" y="207001"/>
            <a:ext cx="658611" cy="70611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4020415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a:extLst>
              <a:ext uri="{FF2B5EF4-FFF2-40B4-BE49-F238E27FC236}">
                <a16:creationId xmlns:a16="http://schemas.microsoft.com/office/drawing/2014/main" id="{F86C069E-348B-5037-A402-F25D28F17576}"/>
              </a:ext>
            </a:extLst>
          </p:cNvPr>
          <p:cNvSpPr>
            <a:spLocks noGrp="1"/>
          </p:cNvSpPr>
          <p:nvPr>
            <p:ph type="title"/>
          </p:nvPr>
        </p:nvSpPr>
        <p:spPr>
          <a:xfrm>
            <a:off x="628649" y="559420"/>
            <a:ext cx="7732925" cy="630335"/>
          </a:xfrm>
        </p:spPr>
        <p:txBody>
          <a:bodyPr/>
          <a:lstStyle/>
          <a:p>
            <a:r>
              <a:rPr lang="en-GB" altLang="zh-CN" dirty="0"/>
              <a:t>Outline</a:t>
            </a:r>
            <a:endParaRPr lang="zh-CN" altLang="en-US" dirty="0"/>
          </a:p>
        </p:txBody>
      </p:sp>
      <p:sp>
        <p:nvSpPr>
          <p:cNvPr id="6" name="文本占位符 5">
            <a:extLst>
              <a:ext uri="{FF2B5EF4-FFF2-40B4-BE49-F238E27FC236}">
                <a16:creationId xmlns:a16="http://schemas.microsoft.com/office/drawing/2014/main" id="{E9563596-B771-890A-2BA8-7D3F83E14186}"/>
              </a:ext>
            </a:extLst>
          </p:cNvPr>
          <p:cNvSpPr>
            <a:spLocks noGrp="1"/>
          </p:cNvSpPr>
          <p:nvPr>
            <p:ph type="body" sz="quarter" idx="10"/>
          </p:nvPr>
        </p:nvSpPr>
        <p:spPr>
          <a:xfrm>
            <a:off x="628650" y="1465729"/>
            <a:ext cx="7732924" cy="2841951"/>
          </a:xfrm>
        </p:spPr>
        <p:txBody>
          <a:bodyPr/>
          <a:lstStyle/>
          <a:p>
            <a:r>
              <a:rPr lang="en-GB" altLang="zh-CN" sz="1800" dirty="0"/>
              <a:t>Markov Localisation</a:t>
            </a:r>
          </a:p>
          <a:p>
            <a:r>
              <a:rPr lang="en-GB" altLang="zh-CN" sz="1800" dirty="0"/>
              <a:t>The Bayes Filter</a:t>
            </a:r>
          </a:p>
          <a:p>
            <a:r>
              <a:rPr lang="en-GB" altLang="zh-CN" sz="1800" dirty="0"/>
              <a:t>Particle Filter</a:t>
            </a:r>
          </a:p>
          <a:p>
            <a:r>
              <a:rPr lang="en-GB" altLang="zh-CN" sz="1800" dirty="0"/>
              <a:t>Kalman Filter</a:t>
            </a:r>
          </a:p>
          <a:p>
            <a:pPr lvl="1"/>
            <a:r>
              <a:rPr lang="en-GB" altLang="zh-CN" sz="1600" dirty="0"/>
              <a:t>Kalman Filter</a:t>
            </a:r>
            <a:r>
              <a:rPr lang="zh-CN" altLang="en-US" sz="1600" dirty="0"/>
              <a:t> </a:t>
            </a:r>
            <a:r>
              <a:rPr lang="en-US" altLang="zh-CN" sz="1600" dirty="0"/>
              <a:t>1-D Example</a:t>
            </a:r>
          </a:p>
          <a:p>
            <a:pPr lvl="1"/>
            <a:r>
              <a:rPr lang="en-GB" altLang="zh-CN" sz="1600" dirty="0"/>
              <a:t>Kalman Filter (Simplified)</a:t>
            </a:r>
            <a:endParaRPr lang="en-US" altLang="zh-CN" sz="1600" dirty="0"/>
          </a:p>
          <a:p>
            <a:pPr lvl="1"/>
            <a:r>
              <a:rPr lang="en-GB" altLang="zh-CN" sz="1600" dirty="0"/>
              <a:t>Kalman Filter (full-version)</a:t>
            </a:r>
          </a:p>
          <a:p>
            <a:endParaRPr lang="en-GB" altLang="zh-CN" dirty="0"/>
          </a:p>
          <a:p>
            <a:endParaRPr lang="zh-CN" altLang="en-US" dirty="0"/>
          </a:p>
        </p:txBody>
      </p:sp>
    </p:spTree>
    <p:extLst>
      <p:ext uri="{BB962C8B-B14F-4D97-AF65-F5344CB8AC3E}">
        <p14:creationId xmlns:p14="http://schemas.microsoft.com/office/powerpoint/2010/main" val="50092478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a:extLst>
              <a:ext uri="{FF2B5EF4-FFF2-40B4-BE49-F238E27FC236}">
                <a16:creationId xmlns:a16="http://schemas.microsoft.com/office/drawing/2014/main" id="{94AD2C57-F265-8B0A-6998-D09748D5B04C}"/>
              </a:ext>
            </a:extLst>
          </p:cNvPr>
          <p:cNvSpPr>
            <a:spLocks noGrp="1"/>
          </p:cNvSpPr>
          <p:nvPr>
            <p:ph type="title"/>
          </p:nvPr>
        </p:nvSpPr>
        <p:spPr/>
        <p:txBody>
          <a:bodyPr/>
          <a:lstStyle/>
          <a:p>
            <a:r>
              <a:rPr lang="en-GB" altLang="zh-CN" dirty="0"/>
              <a:t>Localisation</a:t>
            </a:r>
            <a:endParaRPr lang="zh-CN" altLang="en-US" dirty="0"/>
          </a:p>
        </p:txBody>
      </p:sp>
      <p:sp>
        <p:nvSpPr>
          <p:cNvPr id="6" name="文本占位符 5">
            <a:extLst>
              <a:ext uri="{FF2B5EF4-FFF2-40B4-BE49-F238E27FC236}">
                <a16:creationId xmlns:a16="http://schemas.microsoft.com/office/drawing/2014/main" id="{41A57552-7486-50C4-4F37-AA79E7A9F51F}"/>
              </a:ext>
            </a:extLst>
          </p:cNvPr>
          <p:cNvSpPr>
            <a:spLocks noGrp="1"/>
          </p:cNvSpPr>
          <p:nvPr>
            <p:ph type="body" sz="quarter" idx="10"/>
          </p:nvPr>
        </p:nvSpPr>
        <p:spPr/>
        <p:txBody>
          <a:bodyPr/>
          <a:lstStyle/>
          <a:p>
            <a:r>
              <a:rPr lang="en-GB" altLang="zh-CN" dirty="0"/>
              <a:t>Localisation in robotics involves the determination of a robot's position and orientation within its environment, utilising various sensors and algorithms to enable accurate navigation and interaction with surroundings.</a:t>
            </a:r>
          </a:p>
          <a:p>
            <a:r>
              <a:rPr lang="en-GB" altLang="zh-CN" dirty="0"/>
              <a:t>The primary challenge of localisation in robotics lies in achieving </a:t>
            </a:r>
            <a:r>
              <a:rPr lang="en-GB" altLang="zh-CN" dirty="0">
                <a:solidFill>
                  <a:srgbClr val="003399"/>
                </a:solidFill>
              </a:rPr>
              <a:t>accurate</a:t>
            </a:r>
            <a:r>
              <a:rPr lang="en-GB" altLang="zh-CN" dirty="0"/>
              <a:t> and robust </a:t>
            </a:r>
            <a:r>
              <a:rPr lang="en-GB" altLang="zh-CN" dirty="0">
                <a:solidFill>
                  <a:srgbClr val="003399"/>
                </a:solidFill>
              </a:rPr>
              <a:t>position estimation </a:t>
            </a:r>
            <a:r>
              <a:rPr lang="en-GB" altLang="zh-CN" dirty="0"/>
              <a:t>amidst dynamic environments, sensor noise, and the inherent uncertainty of real-world settings.</a:t>
            </a:r>
            <a:endParaRPr lang="zh-CN" altLang="en-US" dirty="0"/>
          </a:p>
        </p:txBody>
      </p:sp>
    </p:spTree>
    <p:extLst>
      <p:ext uri="{BB962C8B-B14F-4D97-AF65-F5344CB8AC3E}">
        <p14:creationId xmlns:p14="http://schemas.microsoft.com/office/powerpoint/2010/main" val="375993188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a:extLst>
              <a:ext uri="{FF2B5EF4-FFF2-40B4-BE49-F238E27FC236}">
                <a16:creationId xmlns:a16="http://schemas.microsoft.com/office/drawing/2014/main" id="{7C2F29AC-2968-785F-4BFA-ADFDFD1C30A2}"/>
              </a:ext>
            </a:extLst>
          </p:cNvPr>
          <p:cNvSpPr>
            <a:spLocks noGrp="1"/>
          </p:cNvSpPr>
          <p:nvPr>
            <p:ph type="title"/>
          </p:nvPr>
        </p:nvSpPr>
        <p:spPr/>
        <p:txBody>
          <a:bodyPr/>
          <a:lstStyle/>
          <a:p>
            <a:r>
              <a:rPr lang="en-GB" b="0" dirty="0"/>
              <a:t>Motivating Example</a:t>
            </a:r>
          </a:p>
        </p:txBody>
      </p:sp>
      <p:sp>
        <p:nvSpPr>
          <p:cNvPr id="6" name="文本占位符 5">
            <a:extLst>
              <a:ext uri="{FF2B5EF4-FFF2-40B4-BE49-F238E27FC236}">
                <a16:creationId xmlns:a16="http://schemas.microsoft.com/office/drawing/2014/main" id="{A6D9E0E0-7897-C475-CE22-E04813D1F81E}"/>
              </a:ext>
            </a:extLst>
          </p:cNvPr>
          <p:cNvSpPr>
            <a:spLocks noGrp="1"/>
          </p:cNvSpPr>
          <p:nvPr>
            <p:ph type="body" sz="quarter" idx="10"/>
          </p:nvPr>
        </p:nvSpPr>
        <p:spPr>
          <a:xfrm>
            <a:off x="628650" y="1465729"/>
            <a:ext cx="7732924" cy="1153797"/>
          </a:xfrm>
        </p:spPr>
        <p:txBody>
          <a:bodyPr/>
          <a:lstStyle/>
          <a:p>
            <a:r>
              <a:rPr lang="en-GB" dirty="0"/>
              <a:t>Imagine a floor with three doors, two of which are closer together, and the third farther down the corridor. Imagine now that your </a:t>
            </a:r>
            <a:r>
              <a:rPr lang="en-GB" dirty="0">
                <a:solidFill>
                  <a:srgbClr val="003399"/>
                </a:solidFill>
              </a:rPr>
              <a:t>robot is able to detect doors</a:t>
            </a:r>
            <a:r>
              <a:rPr lang="en-GB" dirty="0"/>
              <a:t> i.e. it is able to tell </a:t>
            </a:r>
            <a:r>
              <a:rPr lang="en-GB" dirty="0">
                <a:solidFill>
                  <a:srgbClr val="003399"/>
                </a:solidFill>
              </a:rPr>
              <a:t>whether it is in front of a wall or in front of a door</a:t>
            </a:r>
            <a:r>
              <a:rPr lang="en-GB" dirty="0"/>
              <a:t>. Features like this can serve as a landmark for the robot.</a:t>
            </a:r>
          </a:p>
        </p:txBody>
      </p:sp>
      <p:grpSp>
        <p:nvGrpSpPr>
          <p:cNvPr id="25" name="组合 24">
            <a:extLst>
              <a:ext uri="{FF2B5EF4-FFF2-40B4-BE49-F238E27FC236}">
                <a16:creationId xmlns:a16="http://schemas.microsoft.com/office/drawing/2014/main" id="{E463E6F4-B911-2591-07CC-1545805B469C}"/>
              </a:ext>
            </a:extLst>
          </p:cNvPr>
          <p:cNvGrpSpPr/>
          <p:nvPr/>
        </p:nvGrpSpPr>
        <p:grpSpPr>
          <a:xfrm>
            <a:off x="768350" y="2729217"/>
            <a:ext cx="7593223" cy="1425753"/>
            <a:chOff x="768350" y="2729217"/>
            <a:chExt cx="7593223" cy="1425753"/>
          </a:xfrm>
        </p:grpSpPr>
        <p:pic>
          <p:nvPicPr>
            <p:cNvPr id="14" name="图片 13" descr="形状&#10;&#10;描述已自动生成">
              <a:extLst>
                <a:ext uri="{FF2B5EF4-FFF2-40B4-BE49-F238E27FC236}">
                  <a16:creationId xmlns:a16="http://schemas.microsoft.com/office/drawing/2014/main" id="{6075C853-7B7B-28AB-109C-EBDF49371C76}"/>
                </a:ext>
              </a:extLst>
            </p:cNvPr>
            <p:cNvPicPr>
              <a:picLocks noChangeAspect="1"/>
            </p:cNvPicPr>
            <p:nvPr/>
          </p:nvPicPr>
          <p:blipFill rotWithShape="1">
            <a:blip r:embed="rId2">
              <a:clrChange>
                <a:clrFrom>
                  <a:srgbClr val="FDFFFF"/>
                </a:clrFrom>
                <a:clrTo>
                  <a:srgbClr val="FDFFFF">
                    <a:alpha val="0"/>
                  </a:srgbClr>
                </a:clrTo>
              </a:clrChange>
            </a:blip>
            <a:srcRect l="23869" t="9103" r="21834" b="13039"/>
            <a:stretch/>
          </p:blipFill>
          <p:spPr>
            <a:xfrm>
              <a:off x="2239935" y="2729217"/>
              <a:ext cx="926581" cy="1328648"/>
            </a:xfrm>
            <a:prstGeom prst="rect">
              <a:avLst/>
            </a:prstGeom>
          </p:spPr>
        </p:pic>
        <p:sp>
          <p:nvSpPr>
            <p:cNvPr id="18" name="矩形 17">
              <a:extLst>
                <a:ext uri="{FF2B5EF4-FFF2-40B4-BE49-F238E27FC236}">
                  <a16:creationId xmlns:a16="http://schemas.microsoft.com/office/drawing/2014/main" id="{2BA51717-305F-E9FE-6912-23450AF984F5}"/>
                </a:ext>
              </a:extLst>
            </p:cNvPr>
            <p:cNvSpPr/>
            <p:nvPr/>
          </p:nvSpPr>
          <p:spPr>
            <a:xfrm>
              <a:off x="768350" y="4057866"/>
              <a:ext cx="7593223" cy="97104"/>
            </a:xfrm>
            <a:prstGeom prst="rect">
              <a:avLst/>
            </a:prstGeom>
            <a:gradFill flip="none" rotWithShape="1">
              <a:gsLst>
                <a:gs pos="100000">
                  <a:schemeClr val="bg1"/>
                </a:gs>
                <a:gs pos="0">
                  <a:schemeClr val="accent3">
                    <a:lumMod val="30000"/>
                    <a:lumOff val="70000"/>
                    <a:alpha val="49171"/>
                  </a:schemeClr>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9" name="图片 18" descr="形状&#10;&#10;描述已自动生成">
              <a:extLst>
                <a:ext uri="{FF2B5EF4-FFF2-40B4-BE49-F238E27FC236}">
                  <a16:creationId xmlns:a16="http://schemas.microsoft.com/office/drawing/2014/main" id="{5F5795F0-3615-8699-ACFF-1B7451F5D92F}"/>
                </a:ext>
              </a:extLst>
            </p:cNvPr>
            <p:cNvPicPr>
              <a:picLocks noChangeAspect="1"/>
            </p:cNvPicPr>
            <p:nvPr/>
          </p:nvPicPr>
          <p:blipFill rotWithShape="1">
            <a:blip r:embed="rId2">
              <a:clrChange>
                <a:clrFrom>
                  <a:srgbClr val="FDFFFF"/>
                </a:clrFrom>
                <a:clrTo>
                  <a:srgbClr val="FDFFFF">
                    <a:alpha val="0"/>
                  </a:srgbClr>
                </a:clrTo>
              </a:clrChange>
            </a:blip>
            <a:srcRect l="23869" t="9103" r="21834" b="13039"/>
            <a:stretch/>
          </p:blipFill>
          <p:spPr>
            <a:xfrm>
              <a:off x="3568530" y="2729217"/>
              <a:ext cx="926581" cy="1328648"/>
            </a:xfrm>
            <a:prstGeom prst="rect">
              <a:avLst/>
            </a:prstGeom>
          </p:spPr>
        </p:pic>
        <p:pic>
          <p:nvPicPr>
            <p:cNvPr id="20" name="图片 19" descr="形状&#10;&#10;描述已自动生成">
              <a:extLst>
                <a:ext uri="{FF2B5EF4-FFF2-40B4-BE49-F238E27FC236}">
                  <a16:creationId xmlns:a16="http://schemas.microsoft.com/office/drawing/2014/main" id="{112620FE-9023-18CE-E519-37F78E20F767}"/>
                </a:ext>
              </a:extLst>
            </p:cNvPr>
            <p:cNvPicPr>
              <a:picLocks noChangeAspect="1"/>
            </p:cNvPicPr>
            <p:nvPr/>
          </p:nvPicPr>
          <p:blipFill rotWithShape="1">
            <a:blip r:embed="rId2">
              <a:clrChange>
                <a:clrFrom>
                  <a:srgbClr val="FDFFFF"/>
                </a:clrFrom>
                <a:clrTo>
                  <a:srgbClr val="FDFFFF">
                    <a:alpha val="0"/>
                  </a:srgbClr>
                </a:clrTo>
              </a:clrChange>
            </a:blip>
            <a:srcRect l="23869" t="9103" r="21834" b="13039"/>
            <a:stretch/>
          </p:blipFill>
          <p:spPr>
            <a:xfrm>
              <a:off x="7234922" y="2729217"/>
              <a:ext cx="926581" cy="1328648"/>
            </a:xfrm>
            <a:prstGeom prst="rect">
              <a:avLst/>
            </a:prstGeom>
          </p:spPr>
        </p:pic>
        <p:cxnSp>
          <p:nvCxnSpPr>
            <p:cNvPr id="24" name="直线连接符 23">
              <a:extLst>
                <a:ext uri="{FF2B5EF4-FFF2-40B4-BE49-F238E27FC236}">
                  <a16:creationId xmlns:a16="http://schemas.microsoft.com/office/drawing/2014/main" id="{A91508E0-6AA6-48B4-4D0C-761EB07E5632}"/>
                </a:ext>
              </a:extLst>
            </p:cNvPr>
            <p:cNvCxnSpPr>
              <a:cxnSpLocks/>
            </p:cNvCxnSpPr>
            <p:nvPr/>
          </p:nvCxnSpPr>
          <p:spPr>
            <a:xfrm>
              <a:off x="768350" y="4051515"/>
              <a:ext cx="7593223" cy="0"/>
            </a:xfrm>
            <a:prstGeom prst="line">
              <a:avLst/>
            </a:prstGeom>
            <a:ln w="9525">
              <a:solidFill>
                <a:srgbClr val="40618A"/>
              </a:solidFill>
            </a:ln>
          </p:spPr>
          <p:style>
            <a:lnRef idx="1">
              <a:schemeClr val="accent1"/>
            </a:lnRef>
            <a:fillRef idx="0">
              <a:schemeClr val="accent1"/>
            </a:fillRef>
            <a:effectRef idx="0">
              <a:schemeClr val="accent1"/>
            </a:effectRef>
            <a:fontRef idx="minor">
              <a:schemeClr val="tx1"/>
            </a:fontRef>
          </p:style>
        </p:cxnSp>
      </p:grpSp>
      <p:grpSp>
        <p:nvGrpSpPr>
          <p:cNvPr id="37" name="组合 36">
            <a:extLst>
              <a:ext uri="{FF2B5EF4-FFF2-40B4-BE49-F238E27FC236}">
                <a16:creationId xmlns:a16="http://schemas.microsoft.com/office/drawing/2014/main" id="{8BFF8406-B32E-4466-3703-A253C8F21BB1}"/>
              </a:ext>
            </a:extLst>
          </p:cNvPr>
          <p:cNvGrpSpPr/>
          <p:nvPr/>
        </p:nvGrpSpPr>
        <p:grpSpPr>
          <a:xfrm>
            <a:off x="768350" y="3080240"/>
            <a:ext cx="1187450" cy="1187450"/>
            <a:chOff x="3377511" y="1181590"/>
            <a:chExt cx="1187450" cy="1187450"/>
          </a:xfrm>
        </p:grpSpPr>
        <p:sp>
          <p:nvSpPr>
            <p:cNvPr id="32" name="椭圆 31">
              <a:extLst>
                <a:ext uri="{FF2B5EF4-FFF2-40B4-BE49-F238E27FC236}">
                  <a16:creationId xmlns:a16="http://schemas.microsoft.com/office/drawing/2014/main" id="{8207C976-322A-BBEA-EB1E-41E8274B6E2D}"/>
                </a:ext>
              </a:extLst>
            </p:cNvPr>
            <p:cNvSpPr/>
            <p:nvPr/>
          </p:nvSpPr>
          <p:spPr>
            <a:xfrm>
              <a:off x="3377511" y="1181590"/>
              <a:ext cx="1187450" cy="1187450"/>
            </a:xfrm>
            <a:prstGeom prst="ellipse">
              <a:avLst/>
            </a:prstGeom>
            <a:gradFill>
              <a:gsLst>
                <a:gs pos="69000">
                  <a:schemeClr val="bg1">
                    <a:alpha val="0"/>
                  </a:schemeClr>
                </a:gs>
                <a:gs pos="0">
                  <a:schemeClr val="bg1"/>
                </a:gs>
              </a:gsLst>
              <a:path path="circle">
                <a:fillToRect l="50000" t="50000" r="50000" b="5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5" name="椭圆 34">
              <a:extLst>
                <a:ext uri="{FF2B5EF4-FFF2-40B4-BE49-F238E27FC236}">
                  <a16:creationId xmlns:a16="http://schemas.microsoft.com/office/drawing/2014/main" id="{29A6F815-F96F-9B1C-1661-4BCD59070C8D}"/>
                </a:ext>
              </a:extLst>
            </p:cNvPr>
            <p:cNvSpPr/>
            <p:nvPr/>
          </p:nvSpPr>
          <p:spPr>
            <a:xfrm>
              <a:off x="3730808" y="2180335"/>
              <a:ext cx="391954" cy="182906"/>
            </a:xfrm>
            <a:prstGeom prst="ellipse">
              <a:avLst/>
            </a:prstGeom>
            <a:gradFill>
              <a:gsLst>
                <a:gs pos="70000">
                  <a:schemeClr val="tx1">
                    <a:alpha val="0"/>
                  </a:schemeClr>
                </a:gs>
                <a:gs pos="0">
                  <a:schemeClr val="tx1">
                    <a:alpha val="8438"/>
                  </a:schemeClr>
                </a:gs>
              </a:gsLst>
              <a:path path="circle">
                <a:fillToRect l="50000" t="50000" r="50000" b="5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36" name="Picture 8" descr="EVE | Disney Wiki | Fandom">
              <a:extLst>
                <a:ext uri="{FF2B5EF4-FFF2-40B4-BE49-F238E27FC236}">
                  <a16:creationId xmlns:a16="http://schemas.microsoft.com/office/drawing/2014/main" id="{85BFB0EB-9619-FF5F-FC94-4B96999E852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63495" y="1284500"/>
              <a:ext cx="926581" cy="926581"/>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422525599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a:extLst>
              <a:ext uri="{FF2B5EF4-FFF2-40B4-BE49-F238E27FC236}">
                <a16:creationId xmlns:a16="http://schemas.microsoft.com/office/drawing/2014/main" id="{7C2F29AC-2968-785F-4BFA-ADFDFD1C30A2}"/>
              </a:ext>
            </a:extLst>
          </p:cNvPr>
          <p:cNvSpPr>
            <a:spLocks noGrp="1"/>
          </p:cNvSpPr>
          <p:nvPr>
            <p:ph type="title"/>
          </p:nvPr>
        </p:nvSpPr>
        <p:spPr/>
        <p:txBody>
          <a:bodyPr/>
          <a:lstStyle/>
          <a:p>
            <a:r>
              <a:rPr lang="en-GB" b="0" dirty="0"/>
              <a:t>Motivating Example</a:t>
            </a:r>
          </a:p>
        </p:txBody>
      </p:sp>
      <p:sp>
        <p:nvSpPr>
          <p:cNvPr id="6" name="文本占位符 5">
            <a:extLst>
              <a:ext uri="{FF2B5EF4-FFF2-40B4-BE49-F238E27FC236}">
                <a16:creationId xmlns:a16="http://schemas.microsoft.com/office/drawing/2014/main" id="{A6D9E0E0-7897-C475-CE22-E04813D1F81E}"/>
              </a:ext>
            </a:extLst>
          </p:cNvPr>
          <p:cNvSpPr>
            <a:spLocks noGrp="1"/>
          </p:cNvSpPr>
          <p:nvPr>
            <p:ph type="body" sz="quarter" idx="10"/>
          </p:nvPr>
        </p:nvSpPr>
        <p:spPr>
          <a:xfrm>
            <a:off x="628650" y="1465729"/>
            <a:ext cx="7732924" cy="1153797"/>
          </a:xfrm>
        </p:spPr>
        <p:txBody>
          <a:bodyPr/>
          <a:lstStyle/>
          <a:p>
            <a:r>
              <a:rPr lang="en-GB" dirty="0">
                <a:solidFill>
                  <a:srgbClr val="003399"/>
                </a:solidFill>
              </a:rPr>
              <a:t>Given the map </a:t>
            </a:r>
            <a:r>
              <a:rPr lang="en-GB" dirty="0"/>
              <a:t>of the environment but no information about the robot's location, we can use landmarks to drastically </a:t>
            </a:r>
            <a:r>
              <a:rPr lang="en-GB" dirty="0">
                <a:solidFill>
                  <a:srgbClr val="003399"/>
                </a:solidFill>
              </a:rPr>
              <a:t>reduce</a:t>
            </a:r>
            <a:r>
              <a:rPr lang="en-GB" dirty="0"/>
              <a:t> the space </a:t>
            </a:r>
            <a:r>
              <a:rPr lang="en-GB" dirty="0">
                <a:solidFill>
                  <a:srgbClr val="003399"/>
                </a:solidFill>
              </a:rPr>
              <a:t>of possible locations </a:t>
            </a:r>
            <a:r>
              <a:rPr lang="en-GB" dirty="0"/>
              <a:t>once the robot has passed one of the doors. </a:t>
            </a:r>
            <a:r>
              <a:rPr lang="en-GB" dirty="0">
                <a:solidFill>
                  <a:schemeClr val="bg1">
                    <a:lumMod val="65000"/>
                  </a:schemeClr>
                </a:solidFill>
              </a:rPr>
              <a:t>When a robot passes through a door, it cannot ascertain which door it has passed through, but it knows it is in front of a door; hence, its estimation of its own position is as follows.</a:t>
            </a:r>
          </a:p>
        </p:txBody>
      </p:sp>
      <p:grpSp>
        <p:nvGrpSpPr>
          <p:cNvPr id="25" name="组合 24">
            <a:extLst>
              <a:ext uri="{FF2B5EF4-FFF2-40B4-BE49-F238E27FC236}">
                <a16:creationId xmlns:a16="http://schemas.microsoft.com/office/drawing/2014/main" id="{E463E6F4-B911-2591-07CC-1545805B469C}"/>
              </a:ext>
            </a:extLst>
          </p:cNvPr>
          <p:cNvGrpSpPr/>
          <p:nvPr/>
        </p:nvGrpSpPr>
        <p:grpSpPr>
          <a:xfrm>
            <a:off x="768350" y="2729217"/>
            <a:ext cx="7593223" cy="1425753"/>
            <a:chOff x="768350" y="2729217"/>
            <a:chExt cx="7593223" cy="1425753"/>
          </a:xfrm>
        </p:grpSpPr>
        <p:pic>
          <p:nvPicPr>
            <p:cNvPr id="14" name="图片 13" descr="形状&#10;&#10;描述已自动生成">
              <a:extLst>
                <a:ext uri="{FF2B5EF4-FFF2-40B4-BE49-F238E27FC236}">
                  <a16:creationId xmlns:a16="http://schemas.microsoft.com/office/drawing/2014/main" id="{6075C853-7B7B-28AB-109C-EBDF49371C76}"/>
                </a:ext>
              </a:extLst>
            </p:cNvPr>
            <p:cNvPicPr>
              <a:picLocks noChangeAspect="1"/>
            </p:cNvPicPr>
            <p:nvPr/>
          </p:nvPicPr>
          <p:blipFill rotWithShape="1">
            <a:blip r:embed="rId2">
              <a:clrChange>
                <a:clrFrom>
                  <a:srgbClr val="FDFFFF"/>
                </a:clrFrom>
                <a:clrTo>
                  <a:srgbClr val="FDFFFF">
                    <a:alpha val="0"/>
                  </a:srgbClr>
                </a:clrTo>
              </a:clrChange>
            </a:blip>
            <a:srcRect l="23869" t="9103" r="21834" b="13039"/>
            <a:stretch/>
          </p:blipFill>
          <p:spPr>
            <a:xfrm>
              <a:off x="2239935" y="2729217"/>
              <a:ext cx="926581" cy="1328648"/>
            </a:xfrm>
            <a:prstGeom prst="rect">
              <a:avLst/>
            </a:prstGeom>
          </p:spPr>
        </p:pic>
        <p:sp>
          <p:nvSpPr>
            <p:cNvPr id="18" name="矩形 17">
              <a:extLst>
                <a:ext uri="{FF2B5EF4-FFF2-40B4-BE49-F238E27FC236}">
                  <a16:creationId xmlns:a16="http://schemas.microsoft.com/office/drawing/2014/main" id="{2BA51717-305F-E9FE-6912-23450AF984F5}"/>
                </a:ext>
              </a:extLst>
            </p:cNvPr>
            <p:cNvSpPr/>
            <p:nvPr/>
          </p:nvSpPr>
          <p:spPr>
            <a:xfrm>
              <a:off x="768350" y="4057866"/>
              <a:ext cx="7593223" cy="97104"/>
            </a:xfrm>
            <a:prstGeom prst="rect">
              <a:avLst/>
            </a:prstGeom>
            <a:gradFill flip="none" rotWithShape="1">
              <a:gsLst>
                <a:gs pos="100000">
                  <a:schemeClr val="bg1"/>
                </a:gs>
                <a:gs pos="0">
                  <a:schemeClr val="accent3">
                    <a:lumMod val="30000"/>
                    <a:lumOff val="70000"/>
                    <a:alpha val="49171"/>
                  </a:schemeClr>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9" name="图片 18" descr="形状&#10;&#10;描述已自动生成">
              <a:extLst>
                <a:ext uri="{FF2B5EF4-FFF2-40B4-BE49-F238E27FC236}">
                  <a16:creationId xmlns:a16="http://schemas.microsoft.com/office/drawing/2014/main" id="{5F5795F0-3615-8699-ACFF-1B7451F5D92F}"/>
                </a:ext>
              </a:extLst>
            </p:cNvPr>
            <p:cNvPicPr>
              <a:picLocks noChangeAspect="1"/>
            </p:cNvPicPr>
            <p:nvPr/>
          </p:nvPicPr>
          <p:blipFill rotWithShape="1">
            <a:blip r:embed="rId2">
              <a:clrChange>
                <a:clrFrom>
                  <a:srgbClr val="FDFFFF"/>
                </a:clrFrom>
                <a:clrTo>
                  <a:srgbClr val="FDFFFF">
                    <a:alpha val="0"/>
                  </a:srgbClr>
                </a:clrTo>
              </a:clrChange>
            </a:blip>
            <a:srcRect l="23869" t="9103" r="21834" b="13039"/>
            <a:stretch/>
          </p:blipFill>
          <p:spPr>
            <a:xfrm>
              <a:off x="3568530" y="2729217"/>
              <a:ext cx="926581" cy="1328648"/>
            </a:xfrm>
            <a:prstGeom prst="rect">
              <a:avLst/>
            </a:prstGeom>
          </p:spPr>
        </p:pic>
        <p:pic>
          <p:nvPicPr>
            <p:cNvPr id="20" name="图片 19" descr="形状&#10;&#10;描述已自动生成">
              <a:extLst>
                <a:ext uri="{FF2B5EF4-FFF2-40B4-BE49-F238E27FC236}">
                  <a16:creationId xmlns:a16="http://schemas.microsoft.com/office/drawing/2014/main" id="{112620FE-9023-18CE-E519-37F78E20F767}"/>
                </a:ext>
              </a:extLst>
            </p:cNvPr>
            <p:cNvPicPr>
              <a:picLocks noChangeAspect="1"/>
            </p:cNvPicPr>
            <p:nvPr/>
          </p:nvPicPr>
          <p:blipFill rotWithShape="1">
            <a:blip r:embed="rId2">
              <a:clrChange>
                <a:clrFrom>
                  <a:srgbClr val="FDFFFF"/>
                </a:clrFrom>
                <a:clrTo>
                  <a:srgbClr val="FDFFFF">
                    <a:alpha val="0"/>
                  </a:srgbClr>
                </a:clrTo>
              </a:clrChange>
            </a:blip>
            <a:srcRect l="23869" t="9103" r="21834" b="13039"/>
            <a:stretch/>
          </p:blipFill>
          <p:spPr>
            <a:xfrm>
              <a:off x="7234922" y="2729217"/>
              <a:ext cx="926581" cy="1328648"/>
            </a:xfrm>
            <a:prstGeom prst="rect">
              <a:avLst/>
            </a:prstGeom>
          </p:spPr>
        </p:pic>
        <p:cxnSp>
          <p:nvCxnSpPr>
            <p:cNvPr id="24" name="直线连接符 23">
              <a:extLst>
                <a:ext uri="{FF2B5EF4-FFF2-40B4-BE49-F238E27FC236}">
                  <a16:creationId xmlns:a16="http://schemas.microsoft.com/office/drawing/2014/main" id="{A91508E0-6AA6-48B4-4D0C-761EB07E5632}"/>
                </a:ext>
              </a:extLst>
            </p:cNvPr>
            <p:cNvCxnSpPr>
              <a:cxnSpLocks/>
            </p:cNvCxnSpPr>
            <p:nvPr/>
          </p:nvCxnSpPr>
          <p:spPr>
            <a:xfrm>
              <a:off x="768350" y="4051515"/>
              <a:ext cx="7593223" cy="0"/>
            </a:xfrm>
            <a:prstGeom prst="line">
              <a:avLst/>
            </a:prstGeom>
            <a:ln w="9525">
              <a:solidFill>
                <a:srgbClr val="40618A"/>
              </a:solidFill>
            </a:ln>
          </p:spPr>
          <p:style>
            <a:lnRef idx="1">
              <a:schemeClr val="accent1"/>
            </a:lnRef>
            <a:fillRef idx="0">
              <a:schemeClr val="accent1"/>
            </a:fillRef>
            <a:effectRef idx="0">
              <a:schemeClr val="accent1"/>
            </a:effectRef>
            <a:fontRef idx="minor">
              <a:schemeClr val="tx1"/>
            </a:fontRef>
          </p:style>
        </p:cxnSp>
      </p:grpSp>
      <p:grpSp>
        <p:nvGrpSpPr>
          <p:cNvPr id="37" name="组合 36">
            <a:extLst>
              <a:ext uri="{FF2B5EF4-FFF2-40B4-BE49-F238E27FC236}">
                <a16:creationId xmlns:a16="http://schemas.microsoft.com/office/drawing/2014/main" id="{8BFF8406-B32E-4466-3703-A253C8F21BB1}"/>
              </a:ext>
            </a:extLst>
          </p:cNvPr>
          <p:cNvGrpSpPr/>
          <p:nvPr/>
        </p:nvGrpSpPr>
        <p:grpSpPr>
          <a:xfrm>
            <a:off x="2109500" y="3080240"/>
            <a:ext cx="1187450" cy="1187450"/>
            <a:chOff x="3377511" y="1181590"/>
            <a:chExt cx="1187450" cy="1187450"/>
          </a:xfrm>
        </p:grpSpPr>
        <p:sp>
          <p:nvSpPr>
            <p:cNvPr id="32" name="椭圆 31">
              <a:extLst>
                <a:ext uri="{FF2B5EF4-FFF2-40B4-BE49-F238E27FC236}">
                  <a16:creationId xmlns:a16="http://schemas.microsoft.com/office/drawing/2014/main" id="{8207C976-322A-BBEA-EB1E-41E8274B6E2D}"/>
                </a:ext>
              </a:extLst>
            </p:cNvPr>
            <p:cNvSpPr/>
            <p:nvPr/>
          </p:nvSpPr>
          <p:spPr>
            <a:xfrm>
              <a:off x="3377511" y="1181590"/>
              <a:ext cx="1187450" cy="1187450"/>
            </a:xfrm>
            <a:prstGeom prst="ellipse">
              <a:avLst/>
            </a:prstGeom>
            <a:gradFill>
              <a:gsLst>
                <a:gs pos="69000">
                  <a:schemeClr val="bg1">
                    <a:alpha val="0"/>
                  </a:schemeClr>
                </a:gs>
                <a:gs pos="0">
                  <a:schemeClr val="bg1"/>
                </a:gs>
              </a:gsLst>
              <a:path path="circle">
                <a:fillToRect l="50000" t="50000" r="50000" b="5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5" name="椭圆 34">
              <a:extLst>
                <a:ext uri="{FF2B5EF4-FFF2-40B4-BE49-F238E27FC236}">
                  <a16:creationId xmlns:a16="http://schemas.microsoft.com/office/drawing/2014/main" id="{29A6F815-F96F-9B1C-1661-4BCD59070C8D}"/>
                </a:ext>
              </a:extLst>
            </p:cNvPr>
            <p:cNvSpPr/>
            <p:nvPr/>
          </p:nvSpPr>
          <p:spPr>
            <a:xfrm>
              <a:off x="3730808" y="2180335"/>
              <a:ext cx="391954" cy="182906"/>
            </a:xfrm>
            <a:prstGeom prst="ellipse">
              <a:avLst/>
            </a:prstGeom>
            <a:gradFill>
              <a:gsLst>
                <a:gs pos="70000">
                  <a:schemeClr val="tx1">
                    <a:alpha val="0"/>
                  </a:schemeClr>
                </a:gs>
                <a:gs pos="0">
                  <a:schemeClr val="tx1">
                    <a:alpha val="8438"/>
                  </a:schemeClr>
                </a:gs>
              </a:gsLst>
              <a:path path="circle">
                <a:fillToRect l="50000" t="50000" r="50000" b="5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36" name="Picture 8" descr="EVE | Disney Wiki | Fandom">
              <a:extLst>
                <a:ext uri="{FF2B5EF4-FFF2-40B4-BE49-F238E27FC236}">
                  <a16:creationId xmlns:a16="http://schemas.microsoft.com/office/drawing/2014/main" id="{85BFB0EB-9619-FF5F-FC94-4B96999E852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63495" y="1284500"/>
              <a:ext cx="926581" cy="926581"/>
            </a:xfrm>
            <a:prstGeom prst="rect">
              <a:avLst/>
            </a:prstGeom>
            <a:noFill/>
            <a:extLst>
              <a:ext uri="{909E8E84-426E-40DD-AFC4-6F175D3DCCD1}">
                <a14:hiddenFill xmlns:a14="http://schemas.microsoft.com/office/drawing/2010/main">
                  <a:solidFill>
                    <a:srgbClr val="FFFFFF"/>
                  </a:solidFill>
                </a14:hiddenFill>
              </a:ext>
            </a:extLst>
          </p:spPr>
        </p:pic>
      </p:grpSp>
      <p:cxnSp>
        <p:nvCxnSpPr>
          <p:cNvPr id="29" name="直线连接符 28">
            <a:extLst>
              <a:ext uri="{FF2B5EF4-FFF2-40B4-BE49-F238E27FC236}">
                <a16:creationId xmlns:a16="http://schemas.microsoft.com/office/drawing/2014/main" id="{A069CD64-6B0C-8E3A-6A55-5FD6F762F54A}"/>
              </a:ext>
            </a:extLst>
          </p:cNvPr>
          <p:cNvCxnSpPr>
            <a:cxnSpLocks/>
          </p:cNvCxnSpPr>
          <p:nvPr/>
        </p:nvCxnSpPr>
        <p:spPr>
          <a:xfrm>
            <a:off x="1668256" y="4614313"/>
            <a:ext cx="6700355" cy="0"/>
          </a:xfrm>
          <a:prstGeom prst="line">
            <a:avLst/>
          </a:prstGeom>
          <a:ln w="9525">
            <a:solidFill>
              <a:schemeClr val="accent4"/>
            </a:solidFill>
          </a:ln>
        </p:spPr>
        <p:style>
          <a:lnRef idx="1">
            <a:schemeClr val="accent1"/>
          </a:lnRef>
          <a:fillRef idx="0">
            <a:schemeClr val="accent1"/>
          </a:fillRef>
          <a:effectRef idx="0">
            <a:schemeClr val="accent1"/>
          </a:effectRef>
          <a:fontRef idx="minor">
            <a:schemeClr val="tx1"/>
          </a:fontRef>
        </p:style>
      </p:cxnSp>
      <p:sp>
        <p:nvSpPr>
          <p:cNvPr id="30" name="文本框 29">
            <a:extLst>
              <a:ext uri="{FF2B5EF4-FFF2-40B4-BE49-F238E27FC236}">
                <a16:creationId xmlns:a16="http://schemas.microsoft.com/office/drawing/2014/main" id="{E0DDAD7A-5526-F8EC-0F36-74D3ADDA7BB4}"/>
              </a:ext>
            </a:extLst>
          </p:cNvPr>
          <p:cNvSpPr txBox="1"/>
          <p:nvPr/>
        </p:nvSpPr>
        <p:spPr>
          <a:xfrm>
            <a:off x="1580248" y="4564353"/>
            <a:ext cx="2749151" cy="307777"/>
          </a:xfrm>
          <a:prstGeom prst="rect">
            <a:avLst/>
          </a:prstGeom>
          <a:noFill/>
        </p:spPr>
        <p:txBody>
          <a:bodyPr wrap="none" rtlCol="0">
            <a:spAutoFit/>
          </a:bodyPr>
          <a:lstStyle/>
          <a:p>
            <a:r>
              <a:rPr lang="en-GB" sz="1400" dirty="0">
                <a:solidFill>
                  <a:schemeClr val="accent4"/>
                </a:solidFill>
              </a:rPr>
              <a:t>The location possibility distribution</a:t>
            </a:r>
          </a:p>
        </p:txBody>
      </p:sp>
      <p:grpSp>
        <p:nvGrpSpPr>
          <p:cNvPr id="34" name="组合 33">
            <a:extLst>
              <a:ext uri="{FF2B5EF4-FFF2-40B4-BE49-F238E27FC236}">
                <a16:creationId xmlns:a16="http://schemas.microsoft.com/office/drawing/2014/main" id="{CA7A2A95-3C63-93BA-F664-26F44920ADA4}"/>
              </a:ext>
            </a:extLst>
          </p:cNvPr>
          <p:cNvGrpSpPr/>
          <p:nvPr/>
        </p:nvGrpSpPr>
        <p:grpSpPr>
          <a:xfrm>
            <a:off x="3392497" y="4254499"/>
            <a:ext cx="1278644" cy="364214"/>
            <a:chOff x="3392497" y="4254499"/>
            <a:chExt cx="1278644" cy="364214"/>
          </a:xfrm>
        </p:grpSpPr>
        <p:sp>
          <p:nvSpPr>
            <p:cNvPr id="27" name="任意形状 26">
              <a:extLst>
                <a:ext uri="{FF2B5EF4-FFF2-40B4-BE49-F238E27FC236}">
                  <a16:creationId xmlns:a16="http://schemas.microsoft.com/office/drawing/2014/main" id="{0D2FC9EF-F912-385F-FBFA-4AFAFBAC0C90}"/>
                </a:ext>
              </a:extLst>
            </p:cNvPr>
            <p:cNvSpPr/>
            <p:nvPr/>
          </p:nvSpPr>
          <p:spPr>
            <a:xfrm>
              <a:off x="3392498" y="4254499"/>
              <a:ext cx="1278643" cy="364214"/>
            </a:xfrm>
            <a:custGeom>
              <a:avLst/>
              <a:gdLst>
                <a:gd name="connsiteX0" fmla="*/ 0 w 2076450"/>
                <a:gd name="connsiteY0" fmla="*/ 514352 h 563845"/>
                <a:gd name="connsiteX1" fmla="*/ 584200 w 2076450"/>
                <a:gd name="connsiteY1" fmla="*/ 514352 h 563845"/>
                <a:gd name="connsiteX2" fmla="*/ 1104900 w 2076450"/>
                <a:gd name="connsiteY2" fmla="*/ 2 h 563845"/>
                <a:gd name="connsiteX3" fmla="*/ 1511300 w 2076450"/>
                <a:gd name="connsiteY3" fmla="*/ 508002 h 563845"/>
                <a:gd name="connsiteX4" fmla="*/ 2076450 w 2076450"/>
                <a:gd name="connsiteY4" fmla="*/ 552452 h 563845"/>
                <a:gd name="connsiteX0" fmla="*/ 0 w 2076450"/>
                <a:gd name="connsiteY0" fmla="*/ 552452 h 584518"/>
                <a:gd name="connsiteX1" fmla="*/ 584200 w 2076450"/>
                <a:gd name="connsiteY1" fmla="*/ 514352 h 584518"/>
                <a:gd name="connsiteX2" fmla="*/ 1104900 w 2076450"/>
                <a:gd name="connsiteY2" fmla="*/ 2 h 584518"/>
                <a:gd name="connsiteX3" fmla="*/ 1511300 w 2076450"/>
                <a:gd name="connsiteY3" fmla="*/ 508002 h 584518"/>
                <a:gd name="connsiteX4" fmla="*/ 2076450 w 2076450"/>
                <a:gd name="connsiteY4" fmla="*/ 552452 h 584518"/>
                <a:gd name="connsiteX0" fmla="*/ 0 w 2076450"/>
                <a:gd name="connsiteY0" fmla="*/ 552452 h 567630"/>
                <a:gd name="connsiteX1" fmla="*/ 584200 w 2076450"/>
                <a:gd name="connsiteY1" fmla="*/ 514352 h 567630"/>
                <a:gd name="connsiteX2" fmla="*/ 1104900 w 2076450"/>
                <a:gd name="connsiteY2" fmla="*/ 2 h 567630"/>
                <a:gd name="connsiteX3" fmla="*/ 1511300 w 2076450"/>
                <a:gd name="connsiteY3" fmla="*/ 508002 h 567630"/>
                <a:gd name="connsiteX4" fmla="*/ 2076450 w 2076450"/>
                <a:gd name="connsiteY4" fmla="*/ 552452 h 567630"/>
                <a:gd name="connsiteX0" fmla="*/ 0 w 2076450"/>
                <a:gd name="connsiteY0" fmla="*/ 552557 h 560371"/>
                <a:gd name="connsiteX1" fmla="*/ 635000 w 2076450"/>
                <a:gd name="connsiteY1" fmla="*/ 463657 h 560371"/>
                <a:gd name="connsiteX2" fmla="*/ 1104900 w 2076450"/>
                <a:gd name="connsiteY2" fmla="*/ 107 h 560371"/>
                <a:gd name="connsiteX3" fmla="*/ 1511300 w 2076450"/>
                <a:gd name="connsiteY3" fmla="*/ 508107 h 560371"/>
                <a:gd name="connsiteX4" fmla="*/ 2076450 w 2076450"/>
                <a:gd name="connsiteY4" fmla="*/ 552557 h 560371"/>
                <a:gd name="connsiteX0" fmla="*/ 0 w 2076450"/>
                <a:gd name="connsiteY0" fmla="*/ 552460 h 552460"/>
                <a:gd name="connsiteX1" fmla="*/ 635000 w 2076450"/>
                <a:gd name="connsiteY1" fmla="*/ 463560 h 552460"/>
                <a:gd name="connsiteX2" fmla="*/ 1104900 w 2076450"/>
                <a:gd name="connsiteY2" fmla="*/ 10 h 552460"/>
                <a:gd name="connsiteX3" fmla="*/ 1466850 w 2076450"/>
                <a:gd name="connsiteY3" fmla="*/ 450860 h 552460"/>
                <a:gd name="connsiteX4" fmla="*/ 2076450 w 2076450"/>
                <a:gd name="connsiteY4" fmla="*/ 552460 h 552460"/>
                <a:gd name="connsiteX0" fmla="*/ 0 w 2076450"/>
                <a:gd name="connsiteY0" fmla="*/ 552460 h 553694"/>
                <a:gd name="connsiteX1" fmla="*/ 635000 w 2076450"/>
                <a:gd name="connsiteY1" fmla="*/ 463560 h 553694"/>
                <a:gd name="connsiteX2" fmla="*/ 1104900 w 2076450"/>
                <a:gd name="connsiteY2" fmla="*/ 10 h 553694"/>
                <a:gd name="connsiteX3" fmla="*/ 1466850 w 2076450"/>
                <a:gd name="connsiteY3" fmla="*/ 450860 h 553694"/>
                <a:gd name="connsiteX4" fmla="*/ 2076450 w 2076450"/>
                <a:gd name="connsiteY4" fmla="*/ 552460 h 553694"/>
                <a:gd name="connsiteX0" fmla="*/ 0 w 2076450"/>
                <a:gd name="connsiteY0" fmla="*/ 552453 h 555210"/>
                <a:gd name="connsiteX1" fmla="*/ 635000 w 2076450"/>
                <a:gd name="connsiteY1" fmla="*/ 463553 h 555210"/>
                <a:gd name="connsiteX2" fmla="*/ 1104900 w 2076450"/>
                <a:gd name="connsiteY2" fmla="*/ 3 h 555210"/>
                <a:gd name="connsiteX3" fmla="*/ 1498600 w 2076450"/>
                <a:gd name="connsiteY3" fmla="*/ 469903 h 555210"/>
                <a:gd name="connsiteX4" fmla="*/ 2076450 w 2076450"/>
                <a:gd name="connsiteY4" fmla="*/ 552453 h 555210"/>
                <a:gd name="connsiteX0" fmla="*/ 0 w 2076450"/>
                <a:gd name="connsiteY0" fmla="*/ 552510 h 553235"/>
                <a:gd name="connsiteX1" fmla="*/ 635000 w 2076450"/>
                <a:gd name="connsiteY1" fmla="*/ 463610 h 553235"/>
                <a:gd name="connsiteX2" fmla="*/ 1104900 w 2076450"/>
                <a:gd name="connsiteY2" fmla="*/ 60 h 553235"/>
                <a:gd name="connsiteX3" fmla="*/ 1479550 w 2076450"/>
                <a:gd name="connsiteY3" fmla="*/ 431860 h 553235"/>
                <a:gd name="connsiteX4" fmla="*/ 2076450 w 2076450"/>
                <a:gd name="connsiteY4" fmla="*/ 552510 h 553235"/>
                <a:gd name="connsiteX0" fmla="*/ 0 w 2076450"/>
                <a:gd name="connsiteY0" fmla="*/ 552510 h 553991"/>
                <a:gd name="connsiteX1" fmla="*/ 635000 w 2076450"/>
                <a:gd name="connsiteY1" fmla="*/ 463610 h 553991"/>
                <a:gd name="connsiteX2" fmla="*/ 1104900 w 2076450"/>
                <a:gd name="connsiteY2" fmla="*/ 60 h 553991"/>
                <a:gd name="connsiteX3" fmla="*/ 1479550 w 2076450"/>
                <a:gd name="connsiteY3" fmla="*/ 431860 h 553991"/>
                <a:gd name="connsiteX4" fmla="*/ 2076450 w 2076450"/>
                <a:gd name="connsiteY4" fmla="*/ 552510 h 553991"/>
                <a:gd name="connsiteX0" fmla="*/ 0 w 2076450"/>
                <a:gd name="connsiteY0" fmla="*/ 552514 h 553995"/>
                <a:gd name="connsiteX1" fmla="*/ 635000 w 2076450"/>
                <a:gd name="connsiteY1" fmla="*/ 463614 h 553995"/>
                <a:gd name="connsiteX2" fmla="*/ 1104900 w 2076450"/>
                <a:gd name="connsiteY2" fmla="*/ 64 h 553995"/>
                <a:gd name="connsiteX3" fmla="*/ 1479550 w 2076450"/>
                <a:gd name="connsiteY3" fmla="*/ 431864 h 553995"/>
                <a:gd name="connsiteX4" fmla="*/ 2076450 w 2076450"/>
                <a:gd name="connsiteY4" fmla="*/ 552514 h 553995"/>
                <a:gd name="connsiteX0" fmla="*/ 0 w 2076450"/>
                <a:gd name="connsiteY0" fmla="*/ 552453 h 553934"/>
                <a:gd name="connsiteX1" fmla="*/ 635000 w 2076450"/>
                <a:gd name="connsiteY1" fmla="*/ 463553 h 553934"/>
                <a:gd name="connsiteX2" fmla="*/ 1104900 w 2076450"/>
                <a:gd name="connsiteY2" fmla="*/ 3 h 553934"/>
                <a:gd name="connsiteX3" fmla="*/ 1479550 w 2076450"/>
                <a:gd name="connsiteY3" fmla="*/ 431803 h 553934"/>
                <a:gd name="connsiteX4" fmla="*/ 2076450 w 2076450"/>
                <a:gd name="connsiteY4" fmla="*/ 552453 h 553934"/>
                <a:gd name="connsiteX0" fmla="*/ 0 w 2076450"/>
                <a:gd name="connsiteY0" fmla="*/ 552453 h 556896"/>
                <a:gd name="connsiteX1" fmla="*/ 635000 w 2076450"/>
                <a:gd name="connsiteY1" fmla="*/ 463553 h 556896"/>
                <a:gd name="connsiteX2" fmla="*/ 1104900 w 2076450"/>
                <a:gd name="connsiteY2" fmla="*/ 3 h 556896"/>
                <a:gd name="connsiteX3" fmla="*/ 1498600 w 2076450"/>
                <a:gd name="connsiteY3" fmla="*/ 457203 h 556896"/>
                <a:gd name="connsiteX4" fmla="*/ 2076450 w 2076450"/>
                <a:gd name="connsiteY4" fmla="*/ 552453 h 556896"/>
                <a:gd name="connsiteX0" fmla="*/ 0 w 2076450"/>
                <a:gd name="connsiteY0" fmla="*/ 552453 h 554014"/>
                <a:gd name="connsiteX1" fmla="*/ 635000 w 2076450"/>
                <a:gd name="connsiteY1" fmla="*/ 463553 h 554014"/>
                <a:gd name="connsiteX2" fmla="*/ 1098550 w 2076450"/>
                <a:gd name="connsiteY2" fmla="*/ 3 h 554014"/>
                <a:gd name="connsiteX3" fmla="*/ 1498600 w 2076450"/>
                <a:gd name="connsiteY3" fmla="*/ 457203 h 554014"/>
                <a:gd name="connsiteX4" fmla="*/ 2076450 w 2076450"/>
                <a:gd name="connsiteY4" fmla="*/ 552453 h 554014"/>
                <a:gd name="connsiteX0" fmla="*/ 0 w 2076450"/>
                <a:gd name="connsiteY0" fmla="*/ 552459 h 553693"/>
                <a:gd name="connsiteX1" fmla="*/ 635000 w 2076450"/>
                <a:gd name="connsiteY1" fmla="*/ 463559 h 553693"/>
                <a:gd name="connsiteX2" fmla="*/ 1098550 w 2076450"/>
                <a:gd name="connsiteY2" fmla="*/ 9 h 553693"/>
                <a:gd name="connsiteX3" fmla="*/ 1485900 w 2076450"/>
                <a:gd name="connsiteY3" fmla="*/ 450859 h 553693"/>
                <a:gd name="connsiteX4" fmla="*/ 2076450 w 2076450"/>
                <a:gd name="connsiteY4" fmla="*/ 552459 h 553693"/>
                <a:gd name="connsiteX0" fmla="*/ 0 w 2076450"/>
                <a:gd name="connsiteY0" fmla="*/ 552459 h 556763"/>
                <a:gd name="connsiteX1" fmla="*/ 635000 w 2076450"/>
                <a:gd name="connsiteY1" fmla="*/ 463559 h 556763"/>
                <a:gd name="connsiteX2" fmla="*/ 1098550 w 2076450"/>
                <a:gd name="connsiteY2" fmla="*/ 9 h 556763"/>
                <a:gd name="connsiteX3" fmla="*/ 1485900 w 2076450"/>
                <a:gd name="connsiteY3" fmla="*/ 450859 h 556763"/>
                <a:gd name="connsiteX4" fmla="*/ 2076450 w 2076450"/>
                <a:gd name="connsiteY4" fmla="*/ 555634 h 556763"/>
                <a:gd name="connsiteX0" fmla="*/ 0 w 2076450"/>
                <a:gd name="connsiteY0" fmla="*/ 552459 h 556011"/>
                <a:gd name="connsiteX1" fmla="*/ 635000 w 2076450"/>
                <a:gd name="connsiteY1" fmla="*/ 463559 h 556011"/>
                <a:gd name="connsiteX2" fmla="*/ 1098550 w 2076450"/>
                <a:gd name="connsiteY2" fmla="*/ 9 h 556011"/>
                <a:gd name="connsiteX3" fmla="*/ 1485900 w 2076450"/>
                <a:gd name="connsiteY3" fmla="*/ 450859 h 556011"/>
                <a:gd name="connsiteX4" fmla="*/ 2076450 w 2076450"/>
                <a:gd name="connsiteY4" fmla="*/ 555634 h 556011"/>
                <a:gd name="connsiteX0" fmla="*/ 0 w 1952625"/>
                <a:gd name="connsiteY0" fmla="*/ 555634 h 556011"/>
                <a:gd name="connsiteX1" fmla="*/ 511175 w 1952625"/>
                <a:gd name="connsiteY1" fmla="*/ 463559 h 556011"/>
                <a:gd name="connsiteX2" fmla="*/ 974725 w 1952625"/>
                <a:gd name="connsiteY2" fmla="*/ 9 h 556011"/>
                <a:gd name="connsiteX3" fmla="*/ 1362075 w 1952625"/>
                <a:gd name="connsiteY3" fmla="*/ 450859 h 556011"/>
                <a:gd name="connsiteX4" fmla="*/ 1952625 w 1952625"/>
                <a:gd name="connsiteY4" fmla="*/ 555634 h 556011"/>
                <a:gd name="connsiteX0" fmla="*/ 0 w 1952625"/>
                <a:gd name="connsiteY0" fmla="*/ 555634 h 556011"/>
                <a:gd name="connsiteX1" fmla="*/ 511175 w 1952625"/>
                <a:gd name="connsiteY1" fmla="*/ 463559 h 556011"/>
                <a:gd name="connsiteX2" fmla="*/ 974725 w 1952625"/>
                <a:gd name="connsiteY2" fmla="*/ 9 h 556011"/>
                <a:gd name="connsiteX3" fmla="*/ 1362075 w 1952625"/>
                <a:gd name="connsiteY3" fmla="*/ 450859 h 556011"/>
                <a:gd name="connsiteX4" fmla="*/ 1952625 w 1952625"/>
                <a:gd name="connsiteY4" fmla="*/ 555634 h 556011"/>
                <a:gd name="connsiteX0" fmla="*/ 0 w 1952625"/>
                <a:gd name="connsiteY0" fmla="*/ 555626 h 556003"/>
                <a:gd name="connsiteX1" fmla="*/ 492125 w 1952625"/>
                <a:gd name="connsiteY1" fmla="*/ 454026 h 556003"/>
                <a:gd name="connsiteX2" fmla="*/ 974725 w 1952625"/>
                <a:gd name="connsiteY2" fmla="*/ 1 h 556003"/>
                <a:gd name="connsiteX3" fmla="*/ 1362075 w 1952625"/>
                <a:gd name="connsiteY3" fmla="*/ 450851 h 556003"/>
                <a:gd name="connsiteX4" fmla="*/ 1952625 w 1952625"/>
                <a:gd name="connsiteY4" fmla="*/ 555626 h 556003"/>
                <a:gd name="connsiteX0" fmla="*/ 0 w 1952625"/>
                <a:gd name="connsiteY0" fmla="*/ 555627 h 555957"/>
                <a:gd name="connsiteX1" fmla="*/ 492125 w 1952625"/>
                <a:gd name="connsiteY1" fmla="*/ 454027 h 555957"/>
                <a:gd name="connsiteX2" fmla="*/ 974725 w 1952625"/>
                <a:gd name="connsiteY2" fmla="*/ 2 h 555957"/>
                <a:gd name="connsiteX3" fmla="*/ 1454150 w 1952625"/>
                <a:gd name="connsiteY3" fmla="*/ 447677 h 555957"/>
                <a:gd name="connsiteX4" fmla="*/ 1952625 w 1952625"/>
                <a:gd name="connsiteY4" fmla="*/ 555627 h 555957"/>
                <a:gd name="connsiteX0" fmla="*/ 0 w 1952625"/>
                <a:gd name="connsiteY0" fmla="*/ 555627 h 556133"/>
                <a:gd name="connsiteX1" fmla="*/ 492125 w 1952625"/>
                <a:gd name="connsiteY1" fmla="*/ 454027 h 556133"/>
                <a:gd name="connsiteX2" fmla="*/ 974725 w 1952625"/>
                <a:gd name="connsiteY2" fmla="*/ 2 h 556133"/>
                <a:gd name="connsiteX3" fmla="*/ 1454150 w 1952625"/>
                <a:gd name="connsiteY3" fmla="*/ 447677 h 556133"/>
                <a:gd name="connsiteX4" fmla="*/ 1952625 w 1952625"/>
                <a:gd name="connsiteY4" fmla="*/ 555627 h 556133"/>
                <a:gd name="connsiteX0" fmla="*/ 0 w 1952625"/>
                <a:gd name="connsiteY0" fmla="*/ 555627 h 556194"/>
                <a:gd name="connsiteX1" fmla="*/ 492125 w 1952625"/>
                <a:gd name="connsiteY1" fmla="*/ 454027 h 556194"/>
                <a:gd name="connsiteX2" fmla="*/ 974725 w 1952625"/>
                <a:gd name="connsiteY2" fmla="*/ 2 h 556194"/>
                <a:gd name="connsiteX3" fmla="*/ 1454150 w 1952625"/>
                <a:gd name="connsiteY3" fmla="*/ 447677 h 556194"/>
                <a:gd name="connsiteX4" fmla="*/ 1952625 w 1952625"/>
                <a:gd name="connsiteY4" fmla="*/ 555627 h 5561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52625" h="556194">
                  <a:moveTo>
                    <a:pt x="0" y="555627"/>
                  </a:moveTo>
                  <a:cubicBezTo>
                    <a:pt x="238125" y="557214"/>
                    <a:pt x="259821" y="562506"/>
                    <a:pt x="492125" y="454027"/>
                  </a:cubicBezTo>
                  <a:cubicBezTo>
                    <a:pt x="724429" y="345548"/>
                    <a:pt x="814388" y="1060"/>
                    <a:pt x="974725" y="2"/>
                  </a:cubicBezTo>
                  <a:cubicBezTo>
                    <a:pt x="1135062" y="-1056"/>
                    <a:pt x="1218142" y="345548"/>
                    <a:pt x="1454150" y="447677"/>
                  </a:cubicBezTo>
                  <a:cubicBezTo>
                    <a:pt x="1690158" y="549806"/>
                    <a:pt x="1711325" y="558802"/>
                    <a:pt x="1952625" y="555627"/>
                  </a:cubicBezTo>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3" name="任意形状 32">
              <a:extLst>
                <a:ext uri="{FF2B5EF4-FFF2-40B4-BE49-F238E27FC236}">
                  <a16:creationId xmlns:a16="http://schemas.microsoft.com/office/drawing/2014/main" id="{C9CFA7E1-D42C-2901-B016-836CA22FF930}"/>
                </a:ext>
              </a:extLst>
            </p:cNvPr>
            <p:cNvSpPr/>
            <p:nvPr/>
          </p:nvSpPr>
          <p:spPr>
            <a:xfrm>
              <a:off x="3392497" y="4254499"/>
              <a:ext cx="1278643" cy="364214"/>
            </a:xfrm>
            <a:custGeom>
              <a:avLst/>
              <a:gdLst>
                <a:gd name="connsiteX0" fmla="*/ 0 w 2076450"/>
                <a:gd name="connsiteY0" fmla="*/ 514352 h 563845"/>
                <a:gd name="connsiteX1" fmla="*/ 584200 w 2076450"/>
                <a:gd name="connsiteY1" fmla="*/ 514352 h 563845"/>
                <a:gd name="connsiteX2" fmla="*/ 1104900 w 2076450"/>
                <a:gd name="connsiteY2" fmla="*/ 2 h 563845"/>
                <a:gd name="connsiteX3" fmla="*/ 1511300 w 2076450"/>
                <a:gd name="connsiteY3" fmla="*/ 508002 h 563845"/>
                <a:gd name="connsiteX4" fmla="*/ 2076450 w 2076450"/>
                <a:gd name="connsiteY4" fmla="*/ 552452 h 563845"/>
                <a:gd name="connsiteX0" fmla="*/ 0 w 2076450"/>
                <a:gd name="connsiteY0" fmla="*/ 552452 h 584518"/>
                <a:gd name="connsiteX1" fmla="*/ 584200 w 2076450"/>
                <a:gd name="connsiteY1" fmla="*/ 514352 h 584518"/>
                <a:gd name="connsiteX2" fmla="*/ 1104900 w 2076450"/>
                <a:gd name="connsiteY2" fmla="*/ 2 h 584518"/>
                <a:gd name="connsiteX3" fmla="*/ 1511300 w 2076450"/>
                <a:gd name="connsiteY3" fmla="*/ 508002 h 584518"/>
                <a:gd name="connsiteX4" fmla="*/ 2076450 w 2076450"/>
                <a:gd name="connsiteY4" fmla="*/ 552452 h 584518"/>
                <a:gd name="connsiteX0" fmla="*/ 0 w 2076450"/>
                <a:gd name="connsiteY0" fmla="*/ 552452 h 567630"/>
                <a:gd name="connsiteX1" fmla="*/ 584200 w 2076450"/>
                <a:gd name="connsiteY1" fmla="*/ 514352 h 567630"/>
                <a:gd name="connsiteX2" fmla="*/ 1104900 w 2076450"/>
                <a:gd name="connsiteY2" fmla="*/ 2 h 567630"/>
                <a:gd name="connsiteX3" fmla="*/ 1511300 w 2076450"/>
                <a:gd name="connsiteY3" fmla="*/ 508002 h 567630"/>
                <a:gd name="connsiteX4" fmla="*/ 2076450 w 2076450"/>
                <a:gd name="connsiteY4" fmla="*/ 552452 h 567630"/>
                <a:gd name="connsiteX0" fmla="*/ 0 w 2076450"/>
                <a:gd name="connsiteY0" fmla="*/ 552557 h 560371"/>
                <a:gd name="connsiteX1" fmla="*/ 635000 w 2076450"/>
                <a:gd name="connsiteY1" fmla="*/ 463657 h 560371"/>
                <a:gd name="connsiteX2" fmla="*/ 1104900 w 2076450"/>
                <a:gd name="connsiteY2" fmla="*/ 107 h 560371"/>
                <a:gd name="connsiteX3" fmla="*/ 1511300 w 2076450"/>
                <a:gd name="connsiteY3" fmla="*/ 508107 h 560371"/>
                <a:gd name="connsiteX4" fmla="*/ 2076450 w 2076450"/>
                <a:gd name="connsiteY4" fmla="*/ 552557 h 560371"/>
                <a:gd name="connsiteX0" fmla="*/ 0 w 2076450"/>
                <a:gd name="connsiteY0" fmla="*/ 552460 h 552460"/>
                <a:gd name="connsiteX1" fmla="*/ 635000 w 2076450"/>
                <a:gd name="connsiteY1" fmla="*/ 463560 h 552460"/>
                <a:gd name="connsiteX2" fmla="*/ 1104900 w 2076450"/>
                <a:gd name="connsiteY2" fmla="*/ 10 h 552460"/>
                <a:gd name="connsiteX3" fmla="*/ 1466850 w 2076450"/>
                <a:gd name="connsiteY3" fmla="*/ 450860 h 552460"/>
                <a:gd name="connsiteX4" fmla="*/ 2076450 w 2076450"/>
                <a:gd name="connsiteY4" fmla="*/ 552460 h 552460"/>
                <a:gd name="connsiteX0" fmla="*/ 0 w 2076450"/>
                <a:gd name="connsiteY0" fmla="*/ 552460 h 553694"/>
                <a:gd name="connsiteX1" fmla="*/ 635000 w 2076450"/>
                <a:gd name="connsiteY1" fmla="*/ 463560 h 553694"/>
                <a:gd name="connsiteX2" fmla="*/ 1104900 w 2076450"/>
                <a:gd name="connsiteY2" fmla="*/ 10 h 553694"/>
                <a:gd name="connsiteX3" fmla="*/ 1466850 w 2076450"/>
                <a:gd name="connsiteY3" fmla="*/ 450860 h 553694"/>
                <a:gd name="connsiteX4" fmla="*/ 2076450 w 2076450"/>
                <a:gd name="connsiteY4" fmla="*/ 552460 h 553694"/>
                <a:gd name="connsiteX0" fmla="*/ 0 w 2076450"/>
                <a:gd name="connsiteY0" fmla="*/ 552453 h 555210"/>
                <a:gd name="connsiteX1" fmla="*/ 635000 w 2076450"/>
                <a:gd name="connsiteY1" fmla="*/ 463553 h 555210"/>
                <a:gd name="connsiteX2" fmla="*/ 1104900 w 2076450"/>
                <a:gd name="connsiteY2" fmla="*/ 3 h 555210"/>
                <a:gd name="connsiteX3" fmla="*/ 1498600 w 2076450"/>
                <a:gd name="connsiteY3" fmla="*/ 469903 h 555210"/>
                <a:gd name="connsiteX4" fmla="*/ 2076450 w 2076450"/>
                <a:gd name="connsiteY4" fmla="*/ 552453 h 555210"/>
                <a:gd name="connsiteX0" fmla="*/ 0 w 2076450"/>
                <a:gd name="connsiteY0" fmla="*/ 552510 h 553235"/>
                <a:gd name="connsiteX1" fmla="*/ 635000 w 2076450"/>
                <a:gd name="connsiteY1" fmla="*/ 463610 h 553235"/>
                <a:gd name="connsiteX2" fmla="*/ 1104900 w 2076450"/>
                <a:gd name="connsiteY2" fmla="*/ 60 h 553235"/>
                <a:gd name="connsiteX3" fmla="*/ 1479550 w 2076450"/>
                <a:gd name="connsiteY3" fmla="*/ 431860 h 553235"/>
                <a:gd name="connsiteX4" fmla="*/ 2076450 w 2076450"/>
                <a:gd name="connsiteY4" fmla="*/ 552510 h 553235"/>
                <a:gd name="connsiteX0" fmla="*/ 0 w 2076450"/>
                <a:gd name="connsiteY0" fmla="*/ 552510 h 553991"/>
                <a:gd name="connsiteX1" fmla="*/ 635000 w 2076450"/>
                <a:gd name="connsiteY1" fmla="*/ 463610 h 553991"/>
                <a:gd name="connsiteX2" fmla="*/ 1104900 w 2076450"/>
                <a:gd name="connsiteY2" fmla="*/ 60 h 553991"/>
                <a:gd name="connsiteX3" fmla="*/ 1479550 w 2076450"/>
                <a:gd name="connsiteY3" fmla="*/ 431860 h 553991"/>
                <a:gd name="connsiteX4" fmla="*/ 2076450 w 2076450"/>
                <a:gd name="connsiteY4" fmla="*/ 552510 h 553991"/>
                <a:gd name="connsiteX0" fmla="*/ 0 w 2076450"/>
                <a:gd name="connsiteY0" fmla="*/ 552514 h 553995"/>
                <a:gd name="connsiteX1" fmla="*/ 635000 w 2076450"/>
                <a:gd name="connsiteY1" fmla="*/ 463614 h 553995"/>
                <a:gd name="connsiteX2" fmla="*/ 1104900 w 2076450"/>
                <a:gd name="connsiteY2" fmla="*/ 64 h 553995"/>
                <a:gd name="connsiteX3" fmla="*/ 1479550 w 2076450"/>
                <a:gd name="connsiteY3" fmla="*/ 431864 h 553995"/>
                <a:gd name="connsiteX4" fmla="*/ 2076450 w 2076450"/>
                <a:gd name="connsiteY4" fmla="*/ 552514 h 553995"/>
                <a:gd name="connsiteX0" fmla="*/ 0 w 2076450"/>
                <a:gd name="connsiteY0" fmla="*/ 552453 h 553934"/>
                <a:gd name="connsiteX1" fmla="*/ 635000 w 2076450"/>
                <a:gd name="connsiteY1" fmla="*/ 463553 h 553934"/>
                <a:gd name="connsiteX2" fmla="*/ 1104900 w 2076450"/>
                <a:gd name="connsiteY2" fmla="*/ 3 h 553934"/>
                <a:gd name="connsiteX3" fmla="*/ 1479550 w 2076450"/>
                <a:gd name="connsiteY3" fmla="*/ 431803 h 553934"/>
                <a:gd name="connsiteX4" fmla="*/ 2076450 w 2076450"/>
                <a:gd name="connsiteY4" fmla="*/ 552453 h 553934"/>
                <a:gd name="connsiteX0" fmla="*/ 0 w 2076450"/>
                <a:gd name="connsiteY0" fmla="*/ 552453 h 556896"/>
                <a:gd name="connsiteX1" fmla="*/ 635000 w 2076450"/>
                <a:gd name="connsiteY1" fmla="*/ 463553 h 556896"/>
                <a:gd name="connsiteX2" fmla="*/ 1104900 w 2076450"/>
                <a:gd name="connsiteY2" fmla="*/ 3 h 556896"/>
                <a:gd name="connsiteX3" fmla="*/ 1498600 w 2076450"/>
                <a:gd name="connsiteY3" fmla="*/ 457203 h 556896"/>
                <a:gd name="connsiteX4" fmla="*/ 2076450 w 2076450"/>
                <a:gd name="connsiteY4" fmla="*/ 552453 h 556896"/>
                <a:gd name="connsiteX0" fmla="*/ 0 w 2076450"/>
                <a:gd name="connsiteY0" fmla="*/ 552453 h 554014"/>
                <a:gd name="connsiteX1" fmla="*/ 635000 w 2076450"/>
                <a:gd name="connsiteY1" fmla="*/ 463553 h 554014"/>
                <a:gd name="connsiteX2" fmla="*/ 1098550 w 2076450"/>
                <a:gd name="connsiteY2" fmla="*/ 3 h 554014"/>
                <a:gd name="connsiteX3" fmla="*/ 1498600 w 2076450"/>
                <a:gd name="connsiteY3" fmla="*/ 457203 h 554014"/>
                <a:gd name="connsiteX4" fmla="*/ 2076450 w 2076450"/>
                <a:gd name="connsiteY4" fmla="*/ 552453 h 554014"/>
                <a:gd name="connsiteX0" fmla="*/ 0 w 2076450"/>
                <a:gd name="connsiteY0" fmla="*/ 552459 h 553693"/>
                <a:gd name="connsiteX1" fmla="*/ 635000 w 2076450"/>
                <a:gd name="connsiteY1" fmla="*/ 463559 h 553693"/>
                <a:gd name="connsiteX2" fmla="*/ 1098550 w 2076450"/>
                <a:gd name="connsiteY2" fmla="*/ 9 h 553693"/>
                <a:gd name="connsiteX3" fmla="*/ 1485900 w 2076450"/>
                <a:gd name="connsiteY3" fmla="*/ 450859 h 553693"/>
                <a:gd name="connsiteX4" fmla="*/ 2076450 w 2076450"/>
                <a:gd name="connsiteY4" fmla="*/ 552459 h 553693"/>
                <a:gd name="connsiteX0" fmla="*/ 0 w 2076450"/>
                <a:gd name="connsiteY0" fmla="*/ 552459 h 556763"/>
                <a:gd name="connsiteX1" fmla="*/ 635000 w 2076450"/>
                <a:gd name="connsiteY1" fmla="*/ 463559 h 556763"/>
                <a:gd name="connsiteX2" fmla="*/ 1098550 w 2076450"/>
                <a:gd name="connsiteY2" fmla="*/ 9 h 556763"/>
                <a:gd name="connsiteX3" fmla="*/ 1485900 w 2076450"/>
                <a:gd name="connsiteY3" fmla="*/ 450859 h 556763"/>
                <a:gd name="connsiteX4" fmla="*/ 2076450 w 2076450"/>
                <a:gd name="connsiteY4" fmla="*/ 555634 h 556763"/>
                <a:gd name="connsiteX0" fmla="*/ 0 w 2076450"/>
                <a:gd name="connsiteY0" fmla="*/ 552459 h 556011"/>
                <a:gd name="connsiteX1" fmla="*/ 635000 w 2076450"/>
                <a:gd name="connsiteY1" fmla="*/ 463559 h 556011"/>
                <a:gd name="connsiteX2" fmla="*/ 1098550 w 2076450"/>
                <a:gd name="connsiteY2" fmla="*/ 9 h 556011"/>
                <a:gd name="connsiteX3" fmla="*/ 1485900 w 2076450"/>
                <a:gd name="connsiteY3" fmla="*/ 450859 h 556011"/>
                <a:gd name="connsiteX4" fmla="*/ 2076450 w 2076450"/>
                <a:gd name="connsiteY4" fmla="*/ 555634 h 556011"/>
                <a:gd name="connsiteX0" fmla="*/ 0 w 1952625"/>
                <a:gd name="connsiteY0" fmla="*/ 555634 h 556011"/>
                <a:gd name="connsiteX1" fmla="*/ 511175 w 1952625"/>
                <a:gd name="connsiteY1" fmla="*/ 463559 h 556011"/>
                <a:gd name="connsiteX2" fmla="*/ 974725 w 1952625"/>
                <a:gd name="connsiteY2" fmla="*/ 9 h 556011"/>
                <a:gd name="connsiteX3" fmla="*/ 1362075 w 1952625"/>
                <a:gd name="connsiteY3" fmla="*/ 450859 h 556011"/>
                <a:gd name="connsiteX4" fmla="*/ 1952625 w 1952625"/>
                <a:gd name="connsiteY4" fmla="*/ 555634 h 556011"/>
                <a:gd name="connsiteX0" fmla="*/ 0 w 1952625"/>
                <a:gd name="connsiteY0" fmla="*/ 555634 h 556011"/>
                <a:gd name="connsiteX1" fmla="*/ 511175 w 1952625"/>
                <a:gd name="connsiteY1" fmla="*/ 463559 h 556011"/>
                <a:gd name="connsiteX2" fmla="*/ 974725 w 1952625"/>
                <a:gd name="connsiteY2" fmla="*/ 9 h 556011"/>
                <a:gd name="connsiteX3" fmla="*/ 1362075 w 1952625"/>
                <a:gd name="connsiteY3" fmla="*/ 450859 h 556011"/>
                <a:gd name="connsiteX4" fmla="*/ 1952625 w 1952625"/>
                <a:gd name="connsiteY4" fmla="*/ 555634 h 556011"/>
                <a:gd name="connsiteX0" fmla="*/ 0 w 1952625"/>
                <a:gd name="connsiteY0" fmla="*/ 555626 h 556003"/>
                <a:gd name="connsiteX1" fmla="*/ 492125 w 1952625"/>
                <a:gd name="connsiteY1" fmla="*/ 454026 h 556003"/>
                <a:gd name="connsiteX2" fmla="*/ 974725 w 1952625"/>
                <a:gd name="connsiteY2" fmla="*/ 1 h 556003"/>
                <a:gd name="connsiteX3" fmla="*/ 1362075 w 1952625"/>
                <a:gd name="connsiteY3" fmla="*/ 450851 h 556003"/>
                <a:gd name="connsiteX4" fmla="*/ 1952625 w 1952625"/>
                <a:gd name="connsiteY4" fmla="*/ 555626 h 556003"/>
                <a:gd name="connsiteX0" fmla="*/ 0 w 1952625"/>
                <a:gd name="connsiteY0" fmla="*/ 555627 h 555957"/>
                <a:gd name="connsiteX1" fmla="*/ 492125 w 1952625"/>
                <a:gd name="connsiteY1" fmla="*/ 454027 h 555957"/>
                <a:gd name="connsiteX2" fmla="*/ 974725 w 1952625"/>
                <a:gd name="connsiteY2" fmla="*/ 2 h 555957"/>
                <a:gd name="connsiteX3" fmla="*/ 1454150 w 1952625"/>
                <a:gd name="connsiteY3" fmla="*/ 447677 h 555957"/>
                <a:gd name="connsiteX4" fmla="*/ 1952625 w 1952625"/>
                <a:gd name="connsiteY4" fmla="*/ 555627 h 555957"/>
                <a:gd name="connsiteX0" fmla="*/ 0 w 1952625"/>
                <a:gd name="connsiteY0" fmla="*/ 555627 h 556133"/>
                <a:gd name="connsiteX1" fmla="*/ 492125 w 1952625"/>
                <a:gd name="connsiteY1" fmla="*/ 454027 h 556133"/>
                <a:gd name="connsiteX2" fmla="*/ 974725 w 1952625"/>
                <a:gd name="connsiteY2" fmla="*/ 2 h 556133"/>
                <a:gd name="connsiteX3" fmla="*/ 1454150 w 1952625"/>
                <a:gd name="connsiteY3" fmla="*/ 447677 h 556133"/>
                <a:gd name="connsiteX4" fmla="*/ 1952625 w 1952625"/>
                <a:gd name="connsiteY4" fmla="*/ 555627 h 556133"/>
                <a:gd name="connsiteX0" fmla="*/ 0 w 1952625"/>
                <a:gd name="connsiteY0" fmla="*/ 555627 h 556194"/>
                <a:gd name="connsiteX1" fmla="*/ 492125 w 1952625"/>
                <a:gd name="connsiteY1" fmla="*/ 454027 h 556194"/>
                <a:gd name="connsiteX2" fmla="*/ 974725 w 1952625"/>
                <a:gd name="connsiteY2" fmla="*/ 2 h 556194"/>
                <a:gd name="connsiteX3" fmla="*/ 1454150 w 1952625"/>
                <a:gd name="connsiteY3" fmla="*/ 447677 h 556194"/>
                <a:gd name="connsiteX4" fmla="*/ 1952625 w 1952625"/>
                <a:gd name="connsiteY4" fmla="*/ 555627 h 5561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52625" h="556194">
                  <a:moveTo>
                    <a:pt x="0" y="555627"/>
                  </a:moveTo>
                  <a:cubicBezTo>
                    <a:pt x="238125" y="557214"/>
                    <a:pt x="259821" y="562506"/>
                    <a:pt x="492125" y="454027"/>
                  </a:cubicBezTo>
                  <a:cubicBezTo>
                    <a:pt x="724429" y="345548"/>
                    <a:pt x="814388" y="1060"/>
                    <a:pt x="974725" y="2"/>
                  </a:cubicBezTo>
                  <a:cubicBezTo>
                    <a:pt x="1135062" y="-1056"/>
                    <a:pt x="1218142" y="345548"/>
                    <a:pt x="1454150" y="447677"/>
                  </a:cubicBezTo>
                  <a:cubicBezTo>
                    <a:pt x="1690158" y="549806"/>
                    <a:pt x="1711325" y="558802"/>
                    <a:pt x="1952625" y="555627"/>
                  </a:cubicBezTo>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39" name="组合 38">
            <a:extLst>
              <a:ext uri="{FF2B5EF4-FFF2-40B4-BE49-F238E27FC236}">
                <a16:creationId xmlns:a16="http://schemas.microsoft.com/office/drawing/2014/main" id="{8093602F-48CC-2981-66E3-AFE7D0415FBC}"/>
              </a:ext>
            </a:extLst>
          </p:cNvPr>
          <p:cNvGrpSpPr/>
          <p:nvPr/>
        </p:nvGrpSpPr>
        <p:grpSpPr>
          <a:xfrm>
            <a:off x="2063903" y="4254499"/>
            <a:ext cx="1278644" cy="364214"/>
            <a:chOff x="3392497" y="4254499"/>
            <a:chExt cx="1278644" cy="364214"/>
          </a:xfrm>
        </p:grpSpPr>
        <p:sp>
          <p:nvSpPr>
            <p:cNvPr id="40" name="任意形状 39">
              <a:extLst>
                <a:ext uri="{FF2B5EF4-FFF2-40B4-BE49-F238E27FC236}">
                  <a16:creationId xmlns:a16="http://schemas.microsoft.com/office/drawing/2014/main" id="{1F11035A-024A-F911-D1E0-DF9C1A385331}"/>
                </a:ext>
              </a:extLst>
            </p:cNvPr>
            <p:cNvSpPr/>
            <p:nvPr/>
          </p:nvSpPr>
          <p:spPr>
            <a:xfrm>
              <a:off x="3392498" y="4254499"/>
              <a:ext cx="1278643" cy="364214"/>
            </a:xfrm>
            <a:custGeom>
              <a:avLst/>
              <a:gdLst>
                <a:gd name="connsiteX0" fmla="*/ 0 w 2076450"/>
                <a:gd name="connsiteY0" fmla="*/ 514352 h 563845"/>
                <a:gd name="connsiteX1" fmla="*/ 584200 w 2076450"/>
                <a:gd name="connsiteY1" fmla="*/ 514352 h 563845"/>
                <a:gd name="connsiteX2" fmla="*/ 1104900 w 2076450"/>
                <a:gd name="connsiteY2" fmla="*/ 2 h 563845"/>
                <a:gd name="connsiteX3" fmla="*/ 1511300 w 2076450"/>
                <a:gd name="connsiteY3" fmla="*/ 508002 h 563845"/>
                <a:gd name="connsiteX4" fmla="*/ 2076450 w 2076450"/>
                <a:gd name="connsiteY4" fmla="*/ 552452 h 563845"/>
                <a:gd name="connsiteX0" fmla="*/ 0 w 2076450"/>
                <a:gd name="connsiteY0" fmla="*/ 552452 h 584518"/>
                <a:gd name="connsiteX1" fmla="*/ 584200 w 2076450"/>
                <a:gd name="connsiteY1" fmla="*/ 514352 h 584518"/>
                <a:gd name="connsiteX2" fmla="*/ 1104900 w 2076450"/>
                <a:gd name="connsiteY2" fmla="*/ 2 h 584518"/>
                <a:gd name="connsiteX3" fmla="*/ 1511300 w 2076450"/>
                <a:gd name="connsiteY3" fmla="*/ 508002 h 584518"/>
                <a:gd name="connsiteX4" fmla="*/ 2076450 w 2076450"/>
                <a:gd name="connsiteY4" fmla="*/ 552452 h 584518"/>
                <a:gd name="connsiteX0" fmla="*/ 0 w 2076450"/>
                <a:gd name="connsiteY0" fmla="*/ 552452 h 567630"/>
                <a:gd name="connsiteX1" fmla="*/ 584200 w 2076450"/>
                <a:gd name="connsiteY1" fmla="*/ 514352 h 567630"/>
                <a:gd name="connsiteX2" fmla="*/ 1104900 w 2076450"/>
                <a:gd name="connsiteY2" fmla="*/ 2 h 567630"/>
                <a:gd name="connsiteX3" fmla="*/ 1511300 w 2076450"/>
                <a:gd name="connsiteY3" fmla="*/ 508002 h 567630"/>
                <a:gd name="connsiteX4" fmla="*/ 2076450 w 2076450"/>
                <a:gd name="connsiteY4" fmla="*/ 552452 h 567630"/>
                <a:gd name="connsiteX0" fmla="*/ 0 w 2076450"/>
                <a:gd name="connsiteY0" fmla="*/ 552557 h 560371"/>
                <a:gd name="connsiteX1" fmla="*/ 635000 w 2076450"/>
                <a:gd name="connsiteY1" fmla="*/ 463657 h 560371"/>
                <a:gd name="connsiteX2" fmla="*/ 1104900 w 2076450"/>
                <a:gd name="connsiteY2" fmla="*/ 107 h 560371"/>
                <a:gd name="connsiteX3" fmla="*/ 1511300 w 2076450"/>
                <a:gd name="connsiteY3" fmla="*/ 508107 h 560371"/>
                <a:gd name="connsiteX4" fmla="*/ 2076450 w 2076450"/>
                <a:gd name="connsiteY4" fmla="*/ 552557 h 560371"/>
                <a:gd name="connsiteX0" fmla="*/ 0 w 2076450"/>
                <a:gd name="connsiteY0" fmla="*/ 552460 h 552460"/>
                <a:gd name="connsiteX1" fmla="*/ 635000 w 2076450"/>
                <a:gd name="connsiteY1" fmla="*/ 463560 h 552460"/>
                <a:gd name="connsiteX2" fmla="*/ 1104900 w 2076450"/>
                <a:gd name="connsiteY2" fmla="*/ 10 h 552460"/>
                <a:gd name="connsiteX3" fmla="*/ 1466850 w 2076450"/>
                <a:gd name="connsiteY3" fmla="*/ 450860 h 552460"/>
                <a:gd name="connsiteX4" fmla="*/ 2076450 w 2076450"/>
                <a:gd name="connsiteY4" fmla="*/ 552460 h 552460"/>
                <a:gd name="connsiteX0" fmla="*/ 0 w 2076450"/>
                <a:gd name="connsiteY0" fmla="*/ 552460 h 553694"/>
                <a:gd name="connsiteX1" fmla="*/ 635000 w 2076450"/>
                <a:gd name="connsiteY1" fmla="*/ 463560 h 553694"/>
                <a:gd name="connsiteX2" fmla="*/ 1104900 w 2076450"/>
                <a:gd name="connsiteY2" fmla="*/ 10 h 553694"/>
                <a:gd name="connsiteX3" fmla="*/ 1466850 w 2076450"/>
                <a:gd name="connsiteY3" fmla="*/ 450860 h 553694"/>
                <a:gd name="connsiteX4" fmla="*/ 2076450 w 2076450"/>
                <a:gd name="connsiteY4" fmla="*/ 552460 h 553694"/>
                <a:gd name="connsiteX0" fmla="*/ 0 w 2076450"/>
                <a:gd name="connsiteY0" fmla="*/ 552453 h 555210"/>
                <a:gd name="connsiteX1" fmla="*/ 635000 w 2076450"/>
                <a:gd name="connsiteY1" fmla="*/ 463553 h 555210"/>
                <a:gd name="connsiteX2" fmla="*/ 1104900 w 2076450"/>
                <a:gd name="connsiteY2" fmla="*/ 3 h 555210"/>
                <a:gd name="connsiteX3" fmla="*/ 1498600 w 2076450"/>
                <a:gd name="connsiteY3" fmla="*/ 469903 h 555210"/>
                <a:gd name="connsiteX4" fmla="*/ 2076450 w 2076450"/>
                <a:gd name="connsiteY4" fmla="*/ 552453 h 555210"/>
                <a:gd name="connsiteX0" fmla="*/ 0 w 2076450"/>
                <a:gd name="connsiteY0" fmla="*/ 552510 h 553235"/>
                <a:gd name="connsiteX1" fmla="*/ 635000 w 2076450"/>
                <a:gd name="connsiteY1" fmla="*/ 463610 h 553235"/>
                <a:gd name="connsiteX2" fmla="*/ 1104900 w 2076450"/>
                <a:gd name="connsiteY2" fmla="*/ 60 h 553235"/>
                <a:gd name="connsiteX3" fmla="*/ 1479550 w 2076450"/>
                <a:gd name="connsiteY3" fmla="*/ 431860 h 553235"/>
                <a:gd name="connsiteX4" fmla="*/ 2076450 w 2076450"/>
                <a:gd name="connsiteY4" fmla="*/ 552510 h 553235"/>
                <a:gd name="connsiteX0" fmla="*/ 0 w 2076450"/>
                <a:gd name="connsiteY0" fmla="*/ 552510 h 553991"/>
                <a:gd name="connsiteX1" fmla="*/ 635000 w 2076450"/>
                <a:gd name="connsiteY1" fmla="*/ 463610 h 553991"/>
                <a:gd name="connsiteX2" fmla="*/ 1104900 w 2076450"/>
                <a:gd name="connsiteY2" fmla="*/ 60 h 553991"/>
                <a:gd name="connsiteX3" fmla="*/ 1479550 w 2076450"/>
                <a:gd name="connsiteY3" fmla="*/ 431860 h 553991"/>
                <a:gd name="connsiteX4" fmla="*/ 2076450 w 2076450"/>
                <a:gd name="connsiteY4" fmla="*/ 552510 h 553991"/>
                <a:gd name="connsiteX0" fmla="*/ 0 w 2076450"/>
                <a:gd name="connsiteY0" fmla="*/ 552514 h 553995"/>
                <a:gd name="connsiteX1" fmla="*/ 635000 w 2076450"/>
                <a:gd name="connsiteY1" fmla="*/ 463614 h 553995"/>
                <a:gd name="connsiteX2" fmla="*/ 1104900 w 2076450"/>
                <a:gd name="connsiteY2" fmla="*/ 64 h 553995"/>
                <a:gd name="connsiteX3" fmla="*/ 1479550 w 2076450"/>
                <a:gd name="connsiteY3" fmla="*/ 431864 h 553995"/>
                <a:gd name="connsiteX4" fmla="*/ 2076450 w 2076450"/>
                <a:gd name="connsiteY4" fmla="*/ 552514 h 553995"/>
                <a:gd name="connsiteX0" fmla="*/ 0 w 2076450"/>
                <a:gd name="connsiteY0" fmla="*/ 552453 h 553934"/>
                <a:gd name="connsiteX1" fmla="*/ 635000 w 2076450"/>
                <a:gd name="connsiteY1" fmla="*/ 463553 h 553934"/>
                <a:gd name="connsiteX2" fmla="*/ 1104900 w 2076450"/>
                <a:gd name="connsiteY2" fmla="*/ 3 h 553934"/>
                <a:gd name="connsiteX3" fmla="*/ 1479550 w 2076450"/>
                <a:gd name="connsiteY3" fmla="*/ 431803 h 553934"/>
                <a:gd name="connsiteX4" fmla="*/ 2076450 w 2076450"/>
                <a:gd name="connsiteY4" fmla="*/ 552453 h 553934"/>
                <a:gd name="connsiteX0" fmla="*/ 0 w 2076450"/>
                <a:gd name="connsiteY0" fmla="*/ 552453 h 556896"/>
                <a:gd name="connsiteX1" fmla="*/ 635000 w 2076450"/>
                <a:gd name="connsiteY1" fmla="*/ 463553 h 556896"/>
                <a:gd name="connsiteX2" fmla="*/ 1104900 w 2076450"/>
                <a:gd name="connsiteY2" fmla="*/ 3 h 556896"/>
                <a:gd name="connsiteX3" fmla="*/ 1498600 w 2076450"/>
                <a:gd name="connsiteY3" fmla="*/ 457203 h 556896"/>
                <a:gd name="connsiteX4" fmla="*/ 2076450 w 2076450"/>
                <a:gd name="connsiteY4" fmla="*/ 552453 h 556896"/>
                <a:gd name="connsiteX0" fmla="*/ 0 w 2076450"/>
                <a:gd name="connsiteY0" fmla="*/ 552453 h 554014"/>
                <a:gd name="connsiteX1" fmla="*/ 635000 w 2076450"/>
                <a:gd name="connsiteY1" fmla="*/ 463553 h 554014"/>
                <a:gd name="connsiteX2" fmla="*/ 1098550 w 2076450"/>
                <a:gd name="connsiteY2" fmla="*/ 3 h 554014"/>
                <a:gd name="connsiteX3" fmla="*/ 1498600 w 2076450"/>
                <a:gd name="connsiteY3" fmla="*/ 457203 h 554014"/>
                <a:gd name="connsiteX4" fmla="*/ 2076450 w 2076450"/>
                <a:gd name="connsiteY4" fmla="*/ 552453 h 554014"/>
                <a:gd name="connsiteX0" fmla="*/ 0 w 2076450"/>
                <a:gd name="connsiteY0" fmla="*/ 552459 h 553693"/>
                <a:gd name="connsiteX1" fmla="*/ 635000 w 2076450"/>
                <a:gd name="connsiteY1" fmla="*/ 463559 h 553693"/>
                <a:gd name="connsiteX2" fmla="*/ 1098550 w 2076450"/>
                <a:gd name="connsiteY2" fmla="*/ 9 h 553693"/>
                <a:gd name="connsiteX3" fmla="*/ 1485900 w 2076450"/>
                <a:gd name="connsiteY3" fmla="*/ 450859 h 553693"/>
                <a:gd name="connsiteX4" fmla="*/ 2076450 w 2076450"/>
                <a:gd name="connsiteY4" fmla="*/ 552459 h 553693"/>
                <a:gd name="connsiteX0" fmla="*/ 0 w 2076450"/>
                <a:gd name="connsiteY0" fmla="*/ 552459 h 556763"/>
                <a:gd name="connsiteX1" fmla="*/ 635000 w 2076450"/>
                <a:gd name="connsiteY1" fmla="*/ 463559 h 556763"/>
                <a:gd name="connsiteX2" fmla="*/ 1098550 w 2076450"/>
                <a:gd name="connsiteY2" fmla="*/ 9 h 556763"/>
                <a:gd name="connsiteX3" fmla="*/ 1485900 w 2076450"/>
                <a:gd name="connsiteY3" fmla="*/ 450859 h 556763"/>
                <a:gd name="connsiteX4" fmla="*/ 2076450 w 2076450"/>
                <a:gd name="connsiteY4" fmla="*/ 555634 h 556763"/>
                <a:gd name="connsiteX0" fmla="*/ 0 w 2076450"/>
                <a:gd name="connsiteY0" fmla="*/ 552459 h 556011"/>
                <a:gd name="connsiteX1" fmla="*/ 635000 w 2076450"/>
                <a:gd name="connsiteY1" fmla="*/ 463559 h 556011"/>
                <a:gd name="connsiteX2" fmla="*/ 1098550 w 2076450"/>
                <a:gd name="connsiteY2" fmla="*/ 9 h 556011"/>
                <a:gd name="connsiteX3" fmla="*/ 1485900 w 2076450"/>
                <a:gd name="connsiteY3" fmla="*/ 450859 h 556011"/>
                <a:gd name="connsiteX4" fmla="*/ 2076450 w 2076450"/>
                <a:gd name="connsiteY4" fmla="*/ 555634 h 556011"/>
                <a:gd name="connsiteX0" fmla="*/ 0 w 1952625"/>
                <a:gd name="connsiteY0" fmla="*/ 555634 h 556011"/>
                <a:gd name="connsiteX1" fmla="*/ 511175 w 1952625"/>
                <a:gd name="connsiteY1" fmla="*/ 463559 h 556011"/>
                <a:gd name="connsiteX2" fmla="*/ 974725 w 1952625"/>
                <a:gd name="connsiteY2" fmla="*/ 9 h 556011"/>
                <a:gd name="connsiteX3" fmla="*/ 1362075 w 1952625"/>
                <a:gd name="connsiteY3" fmla="*/ 450859 h 556011"/>
                <a:gd name="connsiteX4" fmla="*/ 1952625 w 1952625"/>
                <a:gd name="connsiteY4" fmla="*/ 555634 h 556011"/>
                <a:gd name="connsiteX0" fmla="*/ 0 w 1952625"/>
                <a:gd name="connsiteY0" fmla="*/ 555634 h 556011"/>
                <a:gd name="connsiteX1" fmla="*/ 511175 w 1952625"/>
                <a:gd name="connsiteY1" fmla="*/ 463559 h 556011"/>
                <a:gd name="connsiteX2" fmla="*/ 974725 w 1952625"/>
                <a:gd name="connsiteY2" fmla="*/ 9 h 556011"/>
                <a:gd name="connsiteX3" fmla="*/ 1362075 w 1952625"/>
                <a:gd name="connsiteY3" fmla="*/ 450859 h 556011"/>
                <a:gd name="connsiteX4" fmla="*/ 1952625 w 1952625"/>
                <a:gd name="connsiteY4" fmla="*/ 555634 h 556011"/>
                <a:gd name="connsiteX0" fmla="*/ 0 w 1952625"/>
                <a:gd name="connsiteY0" fmla="*/ 555626 h 556003"/>
                <a:gd name="connsiteX1" fmla="*/ 492125 w 1952625"/>
                <a:gd name="connsiteY1" fmla="*/ 454026 h 556003"/>
                <a:gd name="connsiteX2" fmla="*/ 974725 w 1952625"/>
                <a:gd name="connsiteY2" fmla="*/ 1 h 556003"/>
                <a:gd name="connsiteX3" fmla="*/ 1362075 w 1952625"/>
                <a:gd name="connsiteY3" fmla="*/ 450851 h 556003"/>
                <a:gd name="connsiteX4" fmla="*/ 1952625 w 1952625"/>
                <a:gd name="connsiteY4" fmla="*/ 555626 h 556003"/>
                <a:gd name="connsiteX0" fmla="*/ 0 w 1952625"/>
                <a:gd name="connsiteY0" fmla="*/ 555627 h 555957"/>
                <a:gd name="connsiteX1" fmla="*/ 492125 w 1952625"/>
                <a:gd name="connsiteY1" fmla="*/ 454027 h 555957"/>
                <a:gd name="connsiteX2" fmla="*/ 974725 w 1952625"/>
                <a:gd name="connsiteY2" fmla="*/ 2 h 555957"/>
                <a:gd name="connsiteX3" fmla="*/ 1454150 w 1952625"/>
                <a:gd name="connsiteY3" fmla="*/ 447677 h 555957"/>
                <a:gd name="connsiteX4" fmla="*/ 1952625 w 1952625"/>
                <a:gd name="connsiteY4" fmla="*/ 555627 h 555957"/>
                <a:gd name="connsiteX0" fmla="*/ 0 w 1952625"/>
                <a:gd name="connsiteY0" fmla="*/ 555627 h 556133"/>
                <a:gd name="connsiteX1" fmla="*/ 492125 w 1952625"/>
                <a:gd name="connsiteY1" fmla="*/ 454027 h 556133"/>
                <a:gd name="connsiteX2" fmla="*/ 974725 w 1952625"/>
                <a:gd name="connsiteY2" fmla="*/ 2 h 556133"/>
                <a:gd name="connsiteX3" fmla="*/ 1454150 w 1952625"/>
                <a:gd name="connsiteY3" fmla="*/ 447677 h 556133"/>
                <a:gd name="connsiteX4" fmla="*/ 1952625 w 1952625"/>
                <a:gd name="connsiteY4" fmla="*/ 555627 h 556133"/>
                <a:gd name="connsiteX0" fmla="*/ 0 w 1952625"/>
                <a:gd name="connsiteY0" fmla="*/ 555627 h 556194"/>
                <a:gd name="connsiteX1" fmla="*/ 492125 w 1952625"/>
                <a:gd name="connsiteY1" fmla="*/ 454027 h 556194"/>
                <a:gd name="connsiteX2" fmla="*/ 974725 w 1952625"/>
                <a:gd name="connsiteY2" fmla="*/ 2 h 556194"/>
                <a:gd name="connsiteX3" fmla="*/ 1454150 w 1952625"/>
                <a:gd name="connsiteY3" fmla="*/ 447677 h 556194"/>
                <a:gd name="connsiteX4" fmla="*/ 1952625 w 1952625"/>
                <a:gd name="connsiteY4" fmla="*/ 555627 h 5561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52625" h="556194">
                  <a:moveTo>
                    <a:pt x="0" y="555627"/>
                  </a:moveTo>
                  <a:cubicBezTo>
                    <a:pt x="238125" y="557214"/>
                    <a:pt x="259821" y="562506"/>
                    <a:pt x="492125" y="454027"/>
                  </a:cubicBezTo>
                  <a:cubicBezTo>
                    <a:pt x="724429" y="345548"/>
                    <a:pt x="814388" y="1060"/>
                    <a:pt x="974725" y="2"/>
                  </a:cubicBezTo>
                  <a:cubicBezTo>
                    <a:pt x="1135062" y="-1056"/>
                    <a:pt x="1218142" y="345548"/>
                    <a:pt x="1454150" y="447677"/>
                  </a:cubicBezTo>
                  <a:cubicBezTo>
                    <a:pt x="1690158" y="549806"/>
                    <a:pt x="1711325" y="558802"/>
                    <a:pt x="1952625" y="555627"/>
                  </a:cubicBezTo>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1" name="任意形状 40">
              <a:extLst>
                <a:ext uri="{FF2B5EF4-FFF2-40B4-BE49-F238E27FC236}">
                  <a16:creationId xmlns:a16="http://schemas.microsoft.com/office/drawing/2014/main" id="{767C6B8A-BF58-009A-1239-594B0A90B8FB}"/>
                </a:ext>
              </a:extLst>
            </p:cNvPr>
            <p:cNvSpPr/>
            <p:nvPr/>
          </p:nvSpPr>
          <p:spPr>
            <a:xfrm>
              <a:off x="3392497" y="4254499"/>
              <a:ext cx="1278643" cy="364214"/>
            </a:xfrm>
            <a:custGeom>
              <a:avLst/>
              <a:gdLst>
                <a:gd name="connsiteX0" fmla="*/ 0 w 2076450"/>
                <a:gd name="connsiteY0" fmla="*/ 514352 h 563845"/>
                <a:gd name="connsiteX1" fmla="*/ 584200 w 2076450"/>
                <a:gd name="connsiteY1" fmla="*/ 514352 h 563845"/>
                <a:gd name="connsiteX2" fmla="*/ 1104900 w 2076450"/>
                <a:gd name="connsiteY2" fmla="*/ 2 h 563845"/>
                <a:gd name="connsiteX3" fmla="*/ 1511300 w 2076450"/>
                <a:gd name="connsiteY3" fmla="*/ 508002 h 563845"/>
                <a:gd name="connsiteX4" fmla="*/ 2076450 w 2076450"/>
                <a:gd name="connsiteY4" fmla="*/ 552452 h 563845"/>
                <a:gd name="connsiteX0" fmla="*/ 0 w 2076450"/>
                <a:gd name="connsiteY0" fmla="*/ 552452 h 584518"/>
                <a:gd name="connsiteX1" fmla="*/ 584200 w 2076450"/>
                <a:gd name="connsiteY1" fmla="*/ 514352 h 584518"/>
                <a:gd name="connsiteX2" fmla="*/ 1104900 w 2076450"/>
                <a:gd name="connsiteY2" fmla="*/ 2 h 584518"/>
                <a:gd name="connsiteX3" fmla="*/ 1511300 w 2076450"/>
                <a:gd name="connsiteY3" fmla="*/ 508002 h 584518"/>
                <a:gd name="connsiteX4" fmla="*/ 2076450 w 2076450"/>
                <a:gd name="connsiteY4" fmla="*/ 552452 h 584518"/>
                <a:gd name="connsiteX0" fmla="*/ 0 w 2076450"/>
                <a:gd name="connsiteY0" fmla="*/ 552452 h 567630"/>
                <a:gd name="connsiteX1" fmla="*/ 584200 w 2076450"/>
                <a:gd name="connsiteY1" fmla="*/ 514352 h 567630"/>
                <a:gd name="connsiteX2" fmla="*/ 1104900 w 2076450"/>
                <a:gd name="connsiteY2" fmla="*/ 2 h 567630"/>
                <a:gd name="connsiteX3" fmla="*/ 1511300 w 2076450"/>
                <a:gd name="connsiteY3" fmla="*/ 508002 h 567630"/>
                <a:gd name="connsiteX4" fmla="*/ 2076450 w 2076450"/>
                <a:gd name="connsiteY4" fmla="*/ 552452 h 567630"/>
                <a:gd name="connsiteX0" fmla="*/ 0 w 2076450"/>
                <a:gd name="connsiteY0" fmla="*/ 552557 h 560371"/>
                <a:gd name="connsiteX1" fmla="*/ 635000 w 2076450"/>
                <a:gd name="connsiteY1" fmla="*/ 463657 h 560371"/>
                <a:gd name="connsiteX2" fmla="*/ 1104900 w 2076450"/>
                <a:gd name="connsiteY2" fmla="*/ 107 h 560371"/>
                <a:gd name="connsiteX3" fmla="*/ 1511300 w 2076450"/>
                <a:gd name="connsiteY3" fmla="*/ 508107 h 560371"/>
                <a:gd name="connsiteX4" fmla="*/ 2076450 w 2076450"/>
                <a:gd name="connsiteY4" fmla="*/ 552557 h 560371"/>
                <a:gd name="connsiteX0" fmla="*/ 0 w 2076450"/>
                <a:gd name="connsiteY0" fmla="*/ 552460 h 552460"/>
                <a:gd name="connsiteX1" fmla="*/ 635000 w 2076450"/>
                <a:gd name="connsiteY1" fmla="*/ 463560 h 552460"/>
                <a:gd name="connsiteX2" fmla="*/ 1104900 w 2076450"/>
                <a:gd name="connsiteY2" fmla="*/ 10 h 552460"/>
                <a:gd name="connsiteX3" fmla="*/ 1466850 w 2076450"/>
                <a:gd name="connsiteY3" fmla="*/ 450860 h 552460"/>
                <a:gd name="connsiteX4" fmla="*/ 2076450 w 2076450"/>
                <a:gd name="connsiteY4" fmla="*/ 552460 h 552460"/>
                <a:gd name="connsiteX0" fmla="*/ 0 w 2076450"/>
                <a:gd name="connsiteY0" fmla="*/ 552460 h 553694"/>
                <a:gd name="connsiteX1" fmla="*/ 635000 w 2076450"/>
                <a:gd name="connsiteY1" fmla="*/ 463560 h 553694"/>
                <a:gd name="connsiteX2" fmla="*/ 1104900 w 2076450"/>
                <a:gd name="connsiteY2" fmla="*/ 10 h 553694"/>
                <a:gd name="connsiteX3" fmla="*/ 1466850 w 2076450"/>
                <a:gd name="connsiteY3" fmla="*/ 450860 h 553694"/>
                <a:gd name="connsiteX4" fmla="*/ 2076450 w 2076450"/>
                <a:gd name="connsiteY4" fmla="*/ 552460 h 553694"/>
                <a:gd name="connsiteX0" fmla="*/ 0 w 2076450"/>
                <a:gd name="connsiteY0" fmla="*/ 552453 h 555210"/>
                <a:gd name="connsiteX1" fmla="*/ 635000 w 2076450"/>
                <a:gd name="connsiteY1" fmla="*/ 463553 h 555210"/>
                <a:gd name="connsiteX2" fmla="*/ 1104900 w 2076450"/>
                <a:gd name="connsiteY2" fmla="*/ 3 h 555210"/>
                <a:gd name="connsiteX3" fmla="*/ 1498600 w 2076450"/>
                <a:gd name="connsiteY3" fmla="*/ 469903 h 555210"/>
                <a:gd name="connsiteX4" fmla="*/ 2076450 w 2076450"/>
                <a:gd name="connsiteY4" fmla="*/ 552453 h 555210"/>
                <a:gd name="connsiteX0" fmla="*/ 0 w 2076450"/>
                <a:gd name="connsiteY0" fmla="*/ 552510 h 553235"/>
                <a:gd name="connsiteX1" fmla="*/ 635000 w 2076450"/>
                <a:gd name="connsiteY1" fmla="*/ 463610 h 553235"/>
                <a:gd name="connsiteX2" fmla="*/ 1104900 w 2076450"/>
                <a:gd name="connsiteY2" fmla="*/ 60 h 553235"/>
                <a:gd name="connsiteX3" fmla="*/ 1479550 w 2076450"/>
                <a:gd name="connsiteY3" fmla="*/ 431860 h 553235"/>
                <a:gd name="connsiteX4" fmla="*/ 2076450 w 2076450"/>
                <a:gd name="connsiteY4" fmla="*/ 552510 h 553235"/>
                <a:gd name="connsiteX0" fmla="*/ 0 w 2076450"/>
                <a:gd name="connsiteY0" fmla="*/ 552510 h 553991"/>
                <a:gd name="connsiteX1" fmla="*/ 635000 w 2076450"/>
                <a:gd name="connsiteY1" fmla="*/ 463610 h 553991"/>
                <a:gd name="connsiteX2" fmla="*/ 1104900 w 2076450"/>
                <a:gd name="connsiteY2" fmla="*/ 60 h 553991"/>
                <a:gd name="connsiteX3" fmla="*/ 1479550 w 2076450"/>
                <a:gd name="connsiteY3" fmla="*/ 431860 h 553991"/>
                <a:gd name="connsiteX4" fmla="*/ 2076450 w 2076450"/>
                <a:gd name="connsiteY4" fmla="*/ 552510 h 553991"/>
                <a:gd name="connsiteX0" fmla="*/ 0 w 2076450"/>
                <a:gd name="connsiteY0" fmla="*/ 552514 h 553995"/>
                <a:gd name="connsiteX1" fmla="*/ 635000 w 2076450"/>
                <a:gd name="connsiteY1" fmla="*/ 463614 h 553995"/>
                <a:gd name="connsiteX2" fmla="*/ 1104900 w 2076450"/>
                <a:gd name="connsiteY2" fmla="*/ 64 h 553995"/>
                <a:gd name="connsiteX3" fmla="*/ 1479550 w 2076450"/>
                <a:gd name="connsiteY3" fmla="*/ 431864 h 553995"/>
                <a:gd name="connsiteX4" fmla="*/ 2076450 w 2076450"/>
                <a:gd name="connsiteY4" fmla="*/ 552514 h 553995"/>
                <a:gd name="connsiteX0" fmla="*/ 0 w 2076450"/>
                <a:gd name="connsiteY0" fmla="*/ 552453 h 553934"/>
                <a:gd name="connsiteX1" fmla="*/ 635000 w 2076450"/>
                <a:gd name="connsiteY1" fmla="*/ 463553 h 553934"/>
                <a:gd name="connsiteX2" fmla="*/ 1104900 w 2076450"/>
                <a:gd name="connsiteY2" fmla="*/ 3 h 553934"/>
                <a:gd name="connsiteX3" fmla="*/ 1479550 w 2076450"/>
                <a:gd name="connsiteY3" fmla="*/ 431803 h 553934"/>
                <a:gd name="connsiteX4" fmla="*/ 2076450 w 2076450"/>
                <a:gd name="connsiteY4" fmla="*/ 552453 h 553934"/>
                <a:gd name="connsiteX0" fmla="*/ 0 w 2076450"/>
                <a:gd name="connsiteY0" fmla="*/ 552453 h 556896"/>
                <a:gd name="connsiteX1" fmla="*/ 635000 w 2076450"/>
                <a:gd name="connsiteY1" fmla="*/ 463553 h 556896"/>
                <a:gd name="connsiteX2" fmla="*/ 1104900 w 2076450"/>
                <a:gd name="connsiteY2" fmla="*/ 3 h 556896"/>
                <a:gd name="connsiteX3" fmla="*/ 1498600 w 2076450"/>
                <a:gd name="connsiteY3" fmla="*/ 457203 h 556896"/>
                <a:gd name="connsiteX4" fmla="*/ 2076450 w 2076450"/>
                <a:gd name="connsiteY4" fmla="*/ 552453 h 556896"/>
                <a:gd name="connsiteX0" fmla="*/ 0 w 2076450"/>
                <a:gd name="connsiteY0" fmla="*/ 552453 h 554014"/>
                <a:gd name="connsiteX1" fmla="*/ 635000 w 2076450"/>
                <a:gd name="connsiteY1" fmla="*/ 463553 h 554014"/>
                <a:gd name="connsiteX2" fmla="*/ 1098550 w 2076450"/>
                <a:gd name="connsiteY2" fmla="*/ 3 h 554014"/>
                <a:gd name="connsiteX3" fmla="*/ 1498600 w 2076450"/>
                <a:gd name="connsiteY3" fmla="*/ 457203 h 554014"/>
                <a:gd name="connsiteX4" fmla="*/ 2076450 w 2076450"/>
                <a:gd name="connsiteY4" fmla="*/ 552453 h 554014"/>
                <a:gd name="connsiteX0" fmla="*/ 0 w 2076450"/>
                <a:gd name="connsiteY0" fmla="*/ 552459 h 553693"/>
                <a:gd name="connsiteX1" fmla="*/ 635000 w 2076450"/>
                <a:gd name="connsiteY1" fmla="*/ 463559 h 553693"/>
                <a:gd name="connsiteX2" fmla="*/ 1098550 w 2076450"/>
                <a:gd name="connsiteY2" fmla="*/ 9 h 553693"/>
                <a:gd name="connsiteX3" fmla="*/ 1485900 w 2076450"/>
                <a:gd name="connsiteY3" fmla="*/ 450859 h 553693"/>
                <a:gd name="connsiteX4" fmla="*/ 2076450 w 2076450"/>
                <a:gd name="connsiteY4" fmla="*/ 552459 h 553693"/>
                <a:gd name="connsiteX0" fmla="*/ 0 w 2076450"/>
                <a:gd name="connsiteY0" fmla="*/ 552459 h 556763"/>
                <a:gd name="connsiteX1" fmla="*/ 635000 w 2076450"/>
                <a:gd name="connsiteY1" fmla="*/ 463559 h 556763"/>
                <a:gd name="connsiteX2" fmla="*/ 1098550 w 2076450"/>
                <a:gd name="connsiteY2" fmla="*/ 9 h 556763"/>
                <a:gd name="connsiteX3" fmla="*/ 1485900 w 2076450"/>
                <a:gd name="connsiteY3" fmla="*/ 450859 h 556763"/>
                <a:gd name="connsiteX4" fmla="*/ 2076450 w 2076450"/>
                <a:gd name="connsiteY4" fmla="*/ 555634 h 556763"/>
                <a:gd name="connsiteX0" fmla="*/ 0 w 2076450"/>
                <a:gd name="connsiteY0" fmla="*/ 552459 h 556011"/>
                <a:gd name="connsiteX1" fmla="*/ 635000 w 2076450"/>
                <a:gd name="connsiteY1" fmla="*/ 463559 h 556011"/>
                <a:gd name="connsiteX2" fmla="*/ 1098550 w 2076450"/>
                <a:gd name="connsiteY2" fmla="*/ 9 h 556011"/>
                <a:gd name="connsiteX3" fmla="*/ 1485900 w 2076450"/>
                <a:gd name="connsiteY3" fmla="*/ 450859 h 556011"/>
                <a:gd name="connsiteX4" fmla="*/ 2076450 w 2076450"/>
                <a:gd name="connsiteY4" fmla="*/ 555634 h 556011"/>
                <a:gd name="connsiteX0" fmla="*/ 0 w 1952625"/>
                <a:gd name="connsiteY0" fmla="*/ 555634 h 556011"/>
                <a:gd name="connsiteX1" fmla="*/ 511175 w 1952625"/>
                <a:gd name="connsiteY1" fmla="*/ 463559 h 556011"/>
                <a:gd name="connsiteX2" fmla="*/ 974725 w 1952625"/>
                <a:gd name="connsiteY2" fmla="*/ 9 h 556011"/>
                <a:gd name="connsiteX3" fmla="*/ 1362075 w 1952625"/>
                <a:gd name="connsiteY3" fmla="*/ 450859 h 556011"/>
                <a:gd name="connsiteX4" fmla="*/ 1952625 w 1952625"/>
                <a:gd name="connsiteY4" fmla="*/ 555634 h 556011"/>
                <a:gd name="connsiteX0" fmla="*/ 0 w 1952625"/>
                <a:gd name="connsiteY0" fmla="*/ 555634 h 556011"/>
                <a:gd name="connsiteX1" fmla="*/ 511175 w 1952625"/>
                <a:gd name="connsiteY1" fmla="*/ 463559 h 556011"/>
                <a:gd name="connsiteX2" fmla="*/ 974725 w 1952625"/>
                <a:gd name="connsiteY2" fmla="*/ 9 h 556011"/>
                <a:gd name="connsiteX3" fmla="*/ 1362075 w 1952625"/>
                <a:gd name="connsiteY3" fmla="*/ 450859 h 556011"/>
                <a:gd name="connsiteX4" fmla="*/ 1952625 w 1952625"/>
                <a:gd name="connsiteY4" fmla="*/ 555634 h 556011"/>
                <a:gd name="connsiteX0" fmla="*/ 0 w 1952625"/>
                <a:gd name="connsiteY0" fmla="*/ 555626 h 556003"/>
                <a:gd name="connsiteX1" fmla="*/ 492125 w 1952625"/>
                <a:gd name="connsiteY1" fmla="*/ 454026 h 556003"/>
                <a:gd name="connsiteX2" fmla="*/ 974725 w 1952625"/>
                <a:gd name="connsiteY2" fmla="*/ 1 h 556003"/>
                <a:gd name="connsiteX3" fmla="*/ 1362075 w 1952625"/>
                <a:gd name="connsiteY3" fmla="*/ 450851 h 556003"/>
                <a:gd name="connsiteX4" fmla="*/ 1952625 w 1952625"/>
                <a:gd name="connsiteY4" fmla="*/ 555626 h 556003"/>
                <a:gd name="connsiteX0" fmla="*/ 0 w 1952625"/>
                <a:gd name="connsiteY0" fmla="*/ 555627 h 555957"/>
                <a:gd name="connsiteX1" fmla="*/ 492125 w 1952625"/>
                <a:gd name="connsiteY1" fmla="*/ 454027 h 555957"/>
                <a:gd name="connsiteX2" fmla="*/ 974725 w 1952625"/>
                <a:gd name="connsiteY2" fmla="*/ 2 h 555957"/>
                <a:gd name="connsiteX3" fmla="*/ 1454150 w 1952625"/>
                <a:gd name="connsiteY3" fmla="*/ 447677 h 555957"/>
                <a:gd name="connsiteX4" fmla="*/ 1952625 w 1952625"/>
                <a:gd name="connsiteY4" fmla="*/ 555627 h 555957"/>
                <a:gd name="connsiteX0" fmla="*/ 0 w 1952625"/>
                <a:gd name="connsiteY0" fmla="*/ 555627 h 556133"/>
                <a:gd name="connsiteX1" fmla="*/ 492125 w 1952625"/>
                <a:gd name="connsiteY1" fmla="*/ 454027 h 556133"/>
                <a:gd name="connsiteX2" fmla="*/ 974725 w 1952625"/>
                <a:gd name="connsiteY2" fmla="*/ 2 h 556133"/>
                <a:gd name="connsiteX3" fmla="*/ 1454150 w 1952625"/>
                <a:gd name="connsiteY3" fmla="*/ 447677 h 556133"/>
                <a:gd name="connsiteX4" fmla="*/ 1952625 w 1952625"/>
                <a:gd name="connsiteY4" fmla="*/ 555627 h 556133"/>
                <a:gd name="connsiteX0" fmla="*/ 0 w 1952625"/>
                <a:gd name="connsiteY0" fmla="*/ 555627 h 556194"/>
                <a:gd name="connsiteX1" fmla="*/ 492125 w 1952625"/>
                <a:gd name="connsiteY1" fmla="*/ 454027 h 556194"/>
                <a:gd name="connsiteX2" fmla="*/ 974725 w 1952625"/>
                <a:gd name="connsiteY2" fmla="*/ 2 h 556194"/>
                <a:gd name="connsiteX3" fmla="*/ 1454150 w 1952625"/>
                <a:gd name="connsiteY3" fmla="*/ 447677 h 556194"/>
                <a:gd name="connsiteX4" fmla="*/ 1952625 w 1952625"/>
                <a:gd name="connsiteY4" fmla="*/ 555627 h 5561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52625" h="556194">
                  <a:moveTo>
                    <a:pt x="0" y="555627"/>
                  </a:moveTo>
                  <a:cubicBezTo>
                    <a:pt x="238125" y="557214"/>
                    <a:pt x="259821" y="562506"/>
                    <a:pt x="492125" y="454027"/>
                  </a:cubicBezTo>
                  <a:cubicBezTo>
                    <a:pt x="724429" y="345548"/>
                    <a:pt x="814388" y="1060"/>
                    <a:pt x="974725" y="2"/>
                  </a:cubicBezTo>
                  <a:cubicBezTo>
                    <a:pt x="1135062" y="-1056"/>
                    <a:pt x="1218142" y="345548"/>
                    <a:pt x="1454150" y="447677"/>
                  </a:cubicBezTo>
                  <a:cubicBezTo>
                    <a:pt x="1690158" y="549806"/>
                    <a:pt x="1711325" y="558802"/>
                    <a:pt x="1952625" y="555627"/>
                  </a:cubicBezTo>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42" name="组合 41">
            <a:extLst>
              <a:ext uri="{FF2B5EF4-FFF2-40B4-BE49-F238E27FC236}">
                <a16:creationId xmlns:a16="http://schemas.microsoft.com/office/drawing/2014/main" id="{C7F5DA22-E02A-2600-B111-F5FA7139F62B}"/>
              </a:ext>
            </a:extLst>
          </p:cNvPr>
          <p:cNvGrpSpPr/>
          <p:nvPr/>
        </p:nvGrpSpPr>
        <p:grpSpPr>
          <a:xfrm>
            <a:off x="7058890" y="4254499"/>
            <a:ext cx="1278644" cy="364214"/>
            <a:chOff x="3392497" y="4254499"/>
            <a:chExt cx="1278644" cy="364214"/>
          </a:xfrm>
        </p:grpSpPr>
        <p:sp>
          <p:nvSpPr>
            <p:cNvPr id="43" name="任意形状 42">
              <a:extLst>
                <a:ext uri="{FF2B5EF4-FFF2-40B4-BE49-F238E27FC236}">
                  <a16:creationId xmlns:a16="http://schemas.microsoft.com/office/drawing/2014/main" id="{AC39556A-0524-4EB7-0DEA-211B03AE9064}"/>
                </a:ext>
              </a:extLst>
            </p:cNvPr>
            <p:cNvSpPr/>
            <p:nvPr/>
          </p:nvSpPr>
          <p:spPr>
            <a:xfrm>
              <a:off x="3392498" y="4254499"/>
              <a:ext cx="1278643" cy="364214"/>
            </a:xfrm>
            <a:custGeom>
              <a:avLst/>
              <a:gdLst>
                <a:gd name="connsiteX0" fmla="*/ 0 w 2076450"/>
                <a:gd name="connsiteY0" fmla="*/ 514352 h 563845"/>
                <a:gd name="connsiteX1" fmla="*/ 584200 w 2076450"/>
                <a:gd name="connsiteY1" fmla="*/ 514352 h 563845"/>
                <a:gd name="connsiteX2" fmla="*/ 1104900 w 2076450"/>
                <a:gd name="connsiteY2" fmla="*/ 2 h 563845"/>
                <a:gd name="connsiteX3" fmla="*/ 1511300 w 2076450"/>
                <a:gd name="connsiteY3" fmla="*/ 508002 h 563845"/>
                <a:gd name="connsiteX4" fmla="*/ 2076450 w 2076450"/>
                <a:gd name="connsiteY4" fmla="*/ 552452 h 563845"/>
                <a:gd name="connsiteX0" fmla="*/ 0 w 2076450"/>
                <a:gd name="connsiteY0" fmla="*/ 552452 h 584518"/>
                <a:gd name="connsiteX1" fmla="*/ 584200 w 2076450"/>
                <a:gd name="connsiteY1" fmla="*/ 514352 h 584518"/>
                <a:gd name="connsiteX2" fmla="*/ 1104900 w 2076450"/>
                <a:gd name="connsiteY2" fmla="*/ 2 h 584518"/>
                <a:gd name="connsiteX3" fmla="*/ 1511300 w 2076450"/>
                <a:gd name="connsiteY3" fmla="*/ 508002 h 584518"/>
                <a:gd name="connsiteX4" fmla="*/ 2076450 w 2076450"/>
                <a:gd name="connsiteY4" fmla="*/ 552452 h 584518"/>
                <a:gd name="connsiteX0" fmla="*/ 0 w 2076450"/>
                <a:gd name="connsiteY0" fmla="*/ 552452 h 567630"/>
                <a:gd name="connsiteX1" fmla="*/ 584200 w 2076450"/>
                <a:gd name="connsiteY1" fmla="*/ 514352 h 567630"/>
                <a:gd name="connsiteX2" fmla="*/ 1104900 w 2076450"/>
                <a:gd name="connsiteY2" fmla="*/ 2 h 567630"/>
                <a:gd name="connsiteX3" fmla="*/ 1511300 w 2076450"/>
                <a:gd name="connsiteY3" fmla="*/ 508002 h 567630"/>
                <a:gd name="connsiteX4" fmla="*/ 2076450 w 2076450"/>
                <a:gd name="connsiteY4" fmla="*/ 552452 h 567630"/>
                <a:gd name="connsiteX0" fmla="*/ 0 w 2076450"/>
                <a:gd name="connsiteY0" fmla="*/ 552557 h 560371"/>
                <a:gd name="connsiteX1" fmla="*/ 635000 w 2076450"/>
                <a:gd name="connsiteY1" fmla="*/ 463657 h 560371"/>
                <a:gd name="connsiteX2" fmla="*/ 1104900 w 2076450"/>
                <a:gd name="connsiteY2" fmla="*/ 107 h 560371"/>
                <a:gd name="connsiteX3" fmla="*/ 1511300 w 2076450"/>
                <a:gd name="connsiteY3" fmla="*/ 508107 h 560371"/>
                <a:gd name="connsiteX4" fmla="*/ 2076450 w 2076450"/>
                <a:gd name="connsiteY4" fmla="*/ 552557 h 560371"/>
                <a:gd name="connsiteX0" fmla="*/ 0 w 2076450"/>
                <a:gd name="connsiteY0" fmla="*/ 552460 h 552460"/>
                <a:gd name="connsiteX1" fmla="*/ 635000 w 2076450"/>
                <a:gd name="connsiteY1" fmla="*/ 463560 h 552460"/>
                <a:gd name="connsiteX2" fmla="*/ 1104900 w 2076450"/>
                <a:gd name="connsiteY2" fmla="*/ 10 h 552460"/>
                <a:gd name="connsiteX3" fmla="*/ 1466850 w 2076450"/>
                <a:gd name="connsiteY3" fmla="*/ 450860 h 552460"/>
                <a:gd name="connsiteX4" fmla="*/ 2076450 w 2076450"/>
                <a:gd name="connsiteY4" fmla="*/ 552460 h 552460"/>
                <a:gd name="connsiteX0" fmla="*/ 0 w 2076450"/>
                <a:gd name="connsiteY0" fmla="*/ 552460 h 553694"/>
                <a:gd name="connsiteX1" fmla="*/ 635000 w 2076450"/>
                <a:gd name="connsiteY1" fmla="*/ 463560 h 553694"/>
                <a:gd name="connsiteX2" fmla="*/ 1104900 w 2076450"/>
                <a:gd name="connsiteY2" fmla="*/ 10 h 553694"/>
                <a:gd name="connsiteX3" fmla="*/ 1466850 w 2076450"/>
                <a:gd name="connsiteY3" fmla="*/ 450860 h 553694"/>
                <a:gd name="connsiteX4" fmla="*/ 2076450 w 2076450"/>
                <a:gd name="connsiteY4" fmla="*/ 552460 h 553694"/>
                <a:gd name="connsiteX0" fmla="*/ 0 w 2076450"/>
                <a:gd name="connsiteY0" fmla="*/ 552453 h 555210"/>
                <a:gd name="connsiteX1" fmla="*/ 635000 w 2076450"/>
                <a:gd name="connsiteY1" fmla="*/ 463553 h 555210"/>
                <a:gd name="connsiteX2" fmla="*/ 1104900 w 2076450"/>
                <a:gd name="connsiteY2" fmla="*/ 3 h 555210"/>
                <a:gd name="connsiteX3" fmla="*/ 1498600 w 2076450"/>
                <a:gd name="connsiteY3" fmla="*/ 469903 h 555210"/>
                <a:gd name="connsiteX4" fmla="*/ 2076450 w 2076450"/>
                <a:gd name="connsiteY4" fmla="*/ 552453 h 555210"/>
                <a:gd name="connsiteX0" fmla="*/ 0 w 2076450"/>
                <a:gd name="connsiteY0" fmla="*/ 552510 h 553235"/>
                <a:gd name="connsiteX1" fmla="*/ 635000 w 2076450"/>
                <a:gd name="connsiteY1" fmla="*/ 463610 h 553235"/>
                <a:gd name="connsiteX2" fmla="*/ 1104900 w 2076450"/>
                <a:gd name="connsiteY2" fmla="*/ 60 h 553235"/>
                <a:gd name="connsiteX3" fmla="*/ 1479550 w 2076450"/>
                <a:gd name="connsiteY3" fmla="*/ 431860 h 553235"/>
                <a:gd name="connsiteX4" fmla="*/ 2076450 w 2076450"/>
                <a:gd name="connsiteY4" fmla="*/ 552510 h 553235"/>
                <a:gd name="connsiteX0" fmla="*/ 0 w 2076450"/>
                <a:gd name="connsiteY0" fmla="*/ 552510 h 553991"/>
                <a:gd name="connsiteX1" fmla="*/ 635000 w 2076450"/>
                <a:gd name="connsiteY1" fmla="*/ 463610 h 553991"/>
                <a:gd name="connsiteX2" fmla="*/ 1104900 w 2076450"/>
                <a:gd name="connsiteY2" fmla="*/ 60 h 553991"/>
                <a:gd name="connsiteX3" fmla="*/ 1479550 w 2076450"/>
                <a:gd name="connsiteY3" fmla="*/ 431860 h 553991"/>
                <a:gd name="connsiteX4" fmla="*/ 2076450 w 2076450"/>
                <a:gd name="connsiteY4" fmla="*/ 552510 h 553991"/>
                <a:gd name="connsiteX0" fmla="*/ 0 w 2076450"/>
                <a:gd name="connsiteY0" fmla="*/ 552514 h 553995"/>
                <a:gd name="connsiteX1" fmla="*/ 635000 w 2076450"/>
                <a:gd name="connsiteY1" fmla="*/ 463614 h 553995"/>
                <a:gd name="connsiteX2" fmla="*/ 1104900 w 2076450"/>
                <a:gd name="connsiteY2" fmla="*/ 64 h 553995"/>
                <a:gd name="connsiteX3" fmla="*/ 1479550 w 2076450"/>
                <a:gd name="connsiteY3" fmla="*/ 431864 h 553995"/>
                <a:gd name="connsiteX4" fmla="*/ 2076450 w 2076450"/>
                <a:gd name="connsiteY4" fmla="*/ 552514 h 553995"/>
                <a:gd name="connsiteX0" fmla="*/ 0 w 2076450"/>
                <a:gd name="connsiteY0" fmla="*/ 552453 h 553934"/>
                <a:gd name="connsiteX1" fmla="*/ 635000 w 2076450"/>
                <a:gd name="connsiteY1" fmla="*/ 463553 h 553934"/>
                <a:gd name="connsiteX2" fmla="*/ 1104900 w 2076450"/>
                <a:gd name="connsiteY2" fmla="*/ 3 h 553934"/>
                <a:gd name="connsiteX3" fmla="*/ 1479550 w 2076450"/>
                <a:gd name="connsiteY3" fmla="*/ 431803 h 553934"/>
                <a:gd name="connsiteX4" fmla="*/ 2076450 w 2076450"/>
                <a:gd name="connsiteY4" fmla="*/ 552453 h 553934"/>
                <a:gd name="connsiteX0" fmla="*/ 0 w 2076450"/>
                <a:gd name="connsiteY0" fmla="*/ 552453 h 556896"/>
                <a:gd name="connsiteX1" fmla="*/ 635000 w 2076450"/>
                <a:gd name="connsiteY1" fmla="*/ 463553 h 556896"/>
                <a:gd name="connsiteX2" fmla="*/ 1104900 w 2076450"/>
                <a:gd name="connsiteY2" fmla="*/ 3 h 556896"/>
                <a:gd name="connsiteX3" fmla="*/ 1498600 w 2076450"/>
                <a:gd name="connsiteY3" fmla="*/ 457203 h 556896"/>
                <a:gd name="connsiteX4" fmla="*/ 2076450 w 2076450"/>
                <a:gd name="connsiteY4" fmla="*/ 552453 h 556896"/>
                <a:gd name="connsiteX0" fmla="*/ 0 w 2076450"/>
                <a:gd name="connsiteY0" fmla="*/ 552453 h 554014"/>
                <a:gd name="connsiteX1" fmla="*/ 635000 w 2076450"/>
                <a:gd name="connsiteY1" fmla="*/ 463553 h 554014"/>
                <a:gd name="connsiteX2" fmla="*/ 1098550 w 2076450"/>
                <a:gd name="connsiteY2" fmla="*/ 3 h 554014"/>
                <a:gd name="connsiteX3" fmla="*/ 1498600 w 2076450"/>
                <a:gd name="connsiteY3" fmla="*/ 457203 h 554014"/>
                <a:gd name="connsiteX4" fmla="*/ 2076450 w 2076450"/>
                <a:gd name="connsiteY4" fmla="*/ 552453 h 554014"/>
                <a:gd name="connsiteX0" fmla="*/ 0 w 2076450"/>
                <a:gd name="connsiteY0" fmla="*/ 552459 h 553693"/>
                <a:gd name="connsiteX1" fmla="*/ 635000 w 2076450"/>
                <a:gd name="connsiteY1" fmla="*/ 463559 h 553693"/>
                <a:gd name="connsiteX2" fmla="*/ 1098550 w 2076450"/>
                <a:gd name="connsiteY2" fmla="*/ 9 h 553693"/>
                <a:gd name="connsiteX3" fmla="*/ 1485900 w 2076450"/>
                <a:gd name="connsiteY3" fmla="*/ 450859 h 553693"/>
                <a:gd name="connsiteX4" fmla="*/ 2076450 w 2076450"/>
                <a:gd name="connsiteY4" fmla="*/ 552459 h 553693"/>
                <a:gd name="connsiteX0" fmla="*/ 0 w 2076450"/>
                <a:gd name="connsiteY0" fmla="*/ 552459 h 556763"/>
                <a:gd name="connsiteX1" fmla="*/ 635000 w 2076450"/>
                <a:gd name="connsiteY1" fmla="*/ 463559 h 556763"/>
                <a:gd name="connsiteX2" fmla="*/ 1098550 w 2076450"/>
                <a:gd name="connsiteY2" fmla="*/ 9 h 556763"/>
                <a:gd name="connsiteX3" fmla="*/ 1485900 w 2076450"/>
                <a:gd name="connsiteY3" fmla="*/ 450859 h 556763"/>
                <a:gd name="connsiteX4" fmla="*/ 2076450 w 2076450"/>
                <a:gd name="connsiteY4" fmla="*/ 555634 h 556763"/>
                <a:gd name="connsiteX0" fmla="*/ 0 w 2076450"/>
                <a:gd name="connsiteY0" fmla="*/ 552459 h 556011"/>
                <a:gd name="connsiteX1" fmla="*/ 635000 w 2076450"/>
                <a:gd name="connsiteY1" fmla="*/ 463559 h 556011"/>
                <a:gd name="connsiteX2" fmla="*/ 1098550 w 2076450"/>
                <a:gd name="connsiteY2" fmla="*/ 9 h 556011"/>
                <a:gd name="connsiteX3" fmla="*/ 1485900 w 2076450"/>
                <a:gd name="connsiteY3" fmla="*/ 450859 h 556011"/>
                <a:gd name="connsiteX4" fmla="*/ 2076450 w 2076450"/>
                <a:gd name="connsiteY4" fmla="*/ 555634 h 556011"/>
                <a:gd name="connsiteX0" fmla="*/ 0 w 1952625"/>
                <a:gd name="connsiteY0" fmla="*/ 555634 h 556011"/>
                <a:gd name="connsiteX1" fmla="*/ 511175 w 1952625"/>
                <a:gd name="connsiteY1" fmla="*/ 463559 h 556011"/>
                <a:gd name="connsiteX2" fmla="*/ 974725 w 1952625"/>
                <a:gd name="connsiteY2" fmla="*/ 9 h 556011"/>
                <a:gd name="connsiteX3" fmla="*/ 1362075 w 1952625"/>
                <a:gd name="connsiteY3" fmla="*/ 450859 h 556011"/>
                <a:gd name="connsiteX4" fmla="*/ 1952625 w 1952625"/>
                <a:gd name="connsiteY4" fmla="*/ 555634 h 556011"/>
                <a:gd name="connsiteX0" fmla="*/ 0 w 1952625"/>
                <a:gd name="connsiteY0" fmla="*/ 555634 h 556011"/>
                <a:gd name="connsiteX1" fmla="*/ 511175 w 1952625"/>
                <a:gd name="connsiteY1" fmla="*/ 463559 h 556011"/>
                <a:gd name="connsiteX2" fmla="*/ 974725 w 1952625"/>
                <a:gd name="connsiteY2" fmla="*/ 9 h 556011"/>
                <a:gd name="connsiteX3" fmla="*/ 1362075 w 1952625"/>
                <a:gd name="connsiteY3" fmla="*/ 450859 h 556011"/>
                <a:gd name="connsiteX4" fmla="*/ 1952625 w 1952625"/>
                <a:gd name="connsiteY4" fmla="*/ 555634 h 556011"/>
                <a:gd name="connsiteX0" fmla="*/ 0 w 1952625"/>
                <a:gd name="connsiteY0" fmla="*/ 555626 h 556003"/>
                <a:gd name="connsiteX1" fmla="*/ 492125 w 1952625"/>
                <a:gd name="connsiteY1" fmla="*/ 454026 h 556003"/>
                <a:gd name="connsiteX2" fmla="*/ 974725 w 1952625"/>
                <a:gd name="connsiteY2" fmla="*/ 1 h 556003"/>
                <a:gd name="connsiteX3" fmla="*/ 1362075 w 1952625"/>
                <a:gd name="connsiteY3" fmla="*/ 450851 h 556003"/>
                <a:gd name="connsiteX4" fmla="*/ 1952625 w 1952625"/>
                <a:gd name="connsiteY4" fmla="*/ 555626 h 556003"/>
                <a:gd name="connsiteX0" fmla="*/ 0 w 1952625"/>
                <a:gd name="connsiteY0" fmla="*/ 555627 h 555957"/>
                <a:gd name="connsiteX1" fmla="*/ 492125 w 1952625"/>
                <a:gd name="connsiteY1" fmla="*/ 454027 h 555957"/>
                <a:gd name="connsiteX2" fmla="*/ 974725 w 1952625"/>
                <a:gd name="connsiteY2" fmla="*/ 2 h 555957"/>
                <a:gd name="connsiteX3" fmla="*/ 1454150 w 1952625"/>
                <a:gd name="connsiteY3" fmla="*/ 447677 h 555957"/>
                <a:gd name="connsiteX4" fmla="*/ 1952625 w 1952625"/>
                <a:gd name="connsiteY4" fmla="*/ 555627 h 555957"/>
                <a:gd name="connsiteX0" fmla="*/ 0 w 1952625"/>
                <a:gd name="connsiteY0" fmla="*/ 555627 h 556133"/>
                <a:gd name="connsiteX1" fmla="*/ 492125 w 1952625"/>
                <a:gd name="connsiteY1" fmla="*/ 454027 h 556133"/>
                <a:gd name="connsiteX2" fmla="*/ 974725 w 1952625"/>
                <a:gd name="connsiteY2" fmla="*/ 2 h 556133"/>
                <a:gd name="connsiteX3" fmla="*/ 1454150 w 1952625"/>
                <a:gd name="connsiteY3" fmla="*/ 447677 h 556133"/>
                <a:gd name="connsiteX4" fmla="*/ 1952625 w 1952625"/>
                <a:gd name="connsiteY4" fmla="*/ 555627 h 556133"/>
                <a:gd name="connsiteX0" fmla="*/ 0 w 1952625"/>
                <a:gd name="connsiteY0" fmla="*/ 555627 h 556194"/>
                <a:gd name="connsiteX1" fmla="*/ 492125 w 1952625"/>
                <a:gd name="connsiteY1" fmla="*/ 454027 h 556194"/>
                <a:gd name="connsiteX2" fmla="*/ 974725 w 1952625"/>
                <a:gd name="connsiteY2" fmla="*/ 2 h 556194"/>
                <a:gd name="connsiteX3" fmla="*/ 1454150 w 1952625"/>
                <a:gd name="connsiteY3" fmla="*/ 447677 h 556194"/>
                <a:gd name="connsiteX4" fmla="*/ 1952625 w 1952625"/>
                <a:gd name="connsiteY4" fmla="*/ 555627 h 5561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52625" h="556194">
                  <a:moveTo>
                    <a:pt x="0" y="555627"/>
                  </a:moveTo>
                  <a:cubicBezTo>
                    <a:pt x="238125" y="557214"/>
                    <a:pt x="259821" y="562506"/>
                    <a:pt x="492125" y="454027"/>
                  </a:cubicBezTo>
                  <a:cubicBezTo>
                    <a:pt x="724429" y="345548"/>
                    <a:pt x="814388" y="1060"/>
                    <a:pt x="974725" y="2"/>
                  </a:cubicBezTo>
                  <a:cubicBezTo>
                    <a:pt x="1135062" y="-1056"/>
                    <a:pt x="1218142" y="345548"/>
                    <a:pt x="1454150" y="447677"/>
                  </a:cubicBezTo>
                  <a:cubicBezTo>
                    <a:pt x="1690158" y="549806"/>
                    <a:pt x="1711325" y="558802"/>
                    <a:pt x="1952625" y="555627"/>
                  </a:cubicBezTo>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4" name="任意形状 43">
              <a:extLst>
                <a:ext uri="{FF2B5EF4-FFF2-40B4-BE49-F238E27FC236}">
                  <a16:creationId xmlns:a16="http://schemas.microsoft.com/office/drawing/2014/main" id="{DE65FED4-99D4-71CE-22DE-F96D52BE94DA}"/>
                </a:ext>
              </a:extLst>
            </p:cNvPr>
            <p:cNvSpPr/>
            <p:nvPr/>
          </p:nvSpPr>
          <p:spPr>
            <a:xfrm>
              <a:off x="3392497" y="4254499"/>
              <a:ext cx="1278643" cy="364214"/>
            </a:xfrm>
            <a:custGeom>
              <a:avLst/>
              <a:gdLst>
                <a:gd name="connsiteX0" fmla="*/ 0 w 2076450"/>
                <a:gd name="connsiteY0" fmla="*/ 514352 h 563845"/>
                <a:gd name="connsiteX1" fmla="*/ 584200 w 2076450"/>
                <a:gd name="connsiteY1" fmla="*/ 514352 h 563845"/>
                <a:gd name="connsiteX2" fmla="*/ 1104900 w 2076450"/>
                <a:gd name="connsiteY2" fmla="*/ 2 h 563845"/>
                <a:gd name="connsiteX3" fmla="*/ 1511300 w 2076450"/>
                <a:gd name="connsiteY3" fmla="*/ 508002 h 563845"/>
                <a:gd name="connsiteX4" fmla="*/ 2076450 w 2076450"/>
                <a:gd name="connsiteY4" fmla="*/ 552452 h 563845"/>
                <a:gd name="connsiteX0" fmla="*/ 0 w 2076450"/>
                <a:gd name="connsiteY0" fmla="*/ 552452 h 584518"/>
                <a:gd name="connsiteX1" fmla="*/ 584200 w 2076450"/>
                <a:gd name="connsiteY1" fmla="*/ 514352 h 584518"/>
                <a:gd name="connsiteX2" fmla="*/ 1104900 w 2076450"/>
                <a:gd name="connsiteY2" fmla="*/ 2 h 584518"/>
                <a:gd name="connsiteX3" fmla="*/ 1511300 w 2076450"/>
                <a:gd name="connsiteY3" fmla="*/ 508002 h 584518"/>
                <a:gd name="connsiteX4" fmla="*/ 2076450 w 2076450"/>
                <a:gd name="connsiteY4" fmla="*/ 552452 h 584518"/>
                <a:gd name="connsiteX0" fmla="*/ 0 w 2076450"/>
                <a:gd name="connsiteY0" fmla="*/ 552452 h 567630"/>
                <a:gd name="connsiteX1" fmla="*/ 584200 w 2076450"/>
                <a:gd name="connsiteY1" fmla="*/ 514352 h 567630"/>
                <a:gd name="connsiteX2" fmla="*/ 1104900 w 2076450"/>
                <a:gd name="connsiteY2" fmla="*/ 2 h 567630"/>
                <a:gd name="connsiteX3" fmla="*/ 1511300 w 2076450"/>
                <a:gd name="connsiteY3" fmla="*/ 508002 h 567630"/>
                <a:gd name="connsiteX4" fmla="*/ 2076450 w 2076450"/>
                <a:gd name="connsiteY4" fmla="*/ 552452 h 567630"/>
                <a:gd name="connsiteX0" fmla="*/ 0 w 2076450"/>
                <a:gd name="connsiteY0" fmla="*/ 552557 h 560371"/>
                <a:gd name="connsiteX1" fmla="*/ 635000 w 2076450"/>
                <a:gd name="connsiteY1" fmla="*/ 463657 h 560371"/>
                <a:gd name="connsiteX2" fmla="*/ 1104900 w 2076450"/>
                <a:gd name="connsiteY2" fmla="*/ 107 h 560371"/>
                <a:gd name="connsiteX3" fmla="*/ 1511300 w 2076450"/>
                <a:gd name="connsiteY3" fmla="*/ 508107 h 560371"/>
                <a:gd name="connsiteX4" fmla="*/ 2076450 w 2076450"/>
                <a:gd name="connsiteY4" fmla="*/ 552557 h 560371"/>
                <a:gd name="connsiteX0" fmla="*/ 0 w 2076450"/>
                <a:gd name="connsiteY0" fmla="*/ 552460 h 552460"/>
                <a:gd name="connsiteX1" fmla="*/ 635000 w 2076450"/>
                <a:gd name="connsiteY1" fmla="*/ 463560 h 552460"/>
                <a:gd name="connsiteX2" fmla="*/ 1104900 w 2076450"/>
                <a:gd name="connsiteY2" fmla="*/ 10 h 552460"/>
                <a:gd name="connsiteX3" fmla="*/ 1466850 w 2076450"/>
                <a:gd name="connsiteY3" fmla="*/ 450860 h 552460"/>
                <a:gd name="connsiteX4" fmla="*/ 2076450 w 2076450"/>
                <a:gd name="connsiteY4" fmla="*/ 552460 h 552460"/>
                <a:gd name="connsiteX0" fmla="*/ 0 w 2076450"/>
                <a:gd name="connsiteY0" fmla="*/ 552460 h 553694"/>
                <a:gd name="connsiteX1" fmla="*/ 635000 w 2076450"/>
                <a:gd name="connsiteY1" fmla="*/ 463560 h 553694"/>
                <a:gd name="connsiteX2" fmla="*/ 1104900 w 2076450"/>
                <a:gd name="connsiteY2" fmla="*/ 10 h 553694"/>
                <a:gd name="connsiteX3" fmla="*/ 1466850 w 2076450"/>
                <a:gd name="connsiteY3" fmla="*/ 450860 h 553694"/>
                <a:gd name="connsiteX4" fmla="*/ 2076450 w 2076450"/>
                <a:gd name="connsiteY4" fmla="*/ 552460 h 553694"/>
                <a:gd name="connsiteX0" fmla="*/ 0 w 2076450"/>
                <a:gd name="connsiteY0" fmla="*/ 552453 h 555210"/>
                <a:gd name="connsiteX1" fmla="*/ 635000 w 2076450"/>
                <a:gd name="connsiteY1" fmla="*/ 463553 h 555210"/>
                <a:gd name="connsiteX2" fmla="*/ 1104900 w 2076450"/>
                <a:gd name="connsiteY2" fmla="*/ 3 h 555210"/>
                <a:gd name="connsiteX3" fmla="*/ 1498600 w 2076450"/>
                <a:gd name="connsiteY3" fmla="*/ 469903 h 555210"/>
                <a:gd name="connsiteX4" fmla="*/ 2076450 w 2076450"/>
                <a:gd name="connsiteY4" fmla="*/ 552453 h 555210"/>
                <a:gd name="connsiteX0" fmla="*/ 0 w 2076450"/>
                <a:gd name="connsiteY0" fmla="*/ 552510 h 553235"/>
                <a:gd name="connsiteX1" fmla="*/ 635000 w 2076450"/>
                <a:gd name="connsiteY1" fmla="*/ 463610 h 553235"/>
                <a:gd name="connsiteX2" fmla="*/ 1104900 w 2076450"/>
                <a:gd name="connsiteY2" fmla="*/ 60 h 553235"/>
                <a:gd name="connsiteX3" fmla="*/ 1479550 w 2076450"/>
                <a:gd name="connsiteY3" fmla="*/ 431860 h 553235"/>
                <a:gd name="connsiteX4" fmla="*/ 2076450 w 2076450"/>
                <a:gd name="connsiteY4" fmla="*/ 552510 h 553235"/>
                <a:gd name="connsiteX0" fmla="*/ 0 w 2076450"/>
                <a:gd name="connsiteY0" fmla="*/ 552510 h 553991"/>
                <a:gd name="connsiteX1" fmla="*/ 635000 w 2076450"/>
                <a:gd name="connsiteY1" fmla="*/ 463610 h 553991"/>
                <a:gd name="connsiteX2" fmla="*/ 1104900 w 2076450"/>
                <a:gd name="connsiteY2" fmla="*/ 60 h 553991"/>
                <a:gd name="connsiteX3" fmla="*/ 1479550 w 2076450"/>
                <a:gd name="connsiteY3" fmla="*/ 431860 h 553991"/>
                <a:gd name="connsiteX4" fmla="*/ 2076450 w 2076450"/>
                <a:gd name="connsiteY4" fmla="*/ 552510 h 553991"/>
                <a:gd name="connsiteX0" fmla="*/ 0 w 2076450"/>
                <a:gd name="connsiteY0" fmla="*/ 552514 h 553995"/>
                <a:gd name="connsiteX1" fmla="*/ 635000 w 2076450"/>
                <a:gd name="connsiteY1" fmla="*/ 463614 h 553995"/>
                <a:gd name="connsiteX2" fmla="*/ 1104900 w 2076450"/>
                <a:gd name="connsiteY2" fmla="*/ 64 h 553995"/>
                <a:gd name="connsiteX3" fmla="*/ 1479550 w 2076450"/>
                <a:gd name="connsiteY3" fmla="*/ 431864 h 553995"/>
                <a:gd name="connsiteX4" fmla="*/ 2076450 w 2076450"/>
                <a:gd name="connsiteY4" fmla="*/ 552514 h 553995"/>
                <a:gd name="connsiteX0" fmla="*/ 0 w 2076450"/>
                <a:gd name="connsiteY0" fmla="*/ 552453 h 553934"/>
                <a:gd name="connsiteX1" fmla="*/ 635000 w 2076450"/>
                <a:gd name="connsiteY1" fmla="*/ 463553 h 553934"/>
                <a:gd name="connsiteX2" fmla="*/ 1104900 w 2076450"/>
                <a:gd name="connsiteY2" fmla="*/ 3 h 553934"/>
                <a:gd name="connsiteX3" fmla="*/ 1479550 w 2076450"/>
                <a:gd name="connsiteY3" fmla="*/ 431803 h 553934"/>
                <a:gd name="connsiteX4" fmla="*/ 2076450 w 2076450"/>
                <a:gd name="connsiteY4" fmla="*/ 552453 h 553934"/>
                <a:gd name="connsiteX0" fmla="*/ 0 w 2076450"/>
                <a:gd name="connsiteY0" fmla="*/ 552453 h 556896"/>
                <a:gd name="connsiteX1" fmla="*/ 635000 w 2076450"/>
                <a:gd name="connsiteY1" fmla="*/ 463553 h 556896"/>
                <a:gd name="connsiteX2" fmla="*/ 1104900 w 2076450"/>
                <a:gd name="connsiteY2" fmla="*/ 3 h 556896"/>
                <a:gd name="connsiteX3" fmla="*/ 1498600 w 2076450"/>
                <a:gd name="connsiteY3" fmla="*/ 457203 h 556896"/>
                <a:gd name="connsiteX4" fmla="*/ 2076450 w 2076450"/>
                <a:gd name="connsiteY4" fmla="*/ 552453 h 556896"/>
                <a:gd name="connsiteX0" fmla="*/ 0 w 2076450"/>
                <a:gd name="connsiteY0" fmla="*/ 552453 h 554014"/>
                <a:gd name="connsiteX1" fmla="*/ 635000 w 2076450"/>
                <a:gd name="connsiteY1" fmla="*/ 463553 h 554014"/>
                <a:gd name="connsiteX2" fmla="*/ 1098550 w 2076450"/>
                <a:gd name="connsiteY2" fmla="*/ 3 h 554014"/>
                <a:gd name="connsiteX3" fmla="*/ 1498600 w 2076450"/>
                <a:gd name="connsiteY3" fmla="*/ 457203 h 554014"/>
                <a:gd name="connsiteX4" fmla="*/ 2076450 w 2076450"/>
                <a:gd name="connsiteY4" fmla="*/ 552453 h 554014"/>
                <a:gd name="connsiteX0" fmla="*/ 0 w 2076450"/>
                <a:gd name="connsiteY0" fmla="*/ 552459 h 553693"/>
                <a:gd name="connsiteX1" fmla="*/ 635000 w 2076450"/>
                <a:gd name="connsiteY1" fmla="*/ 463559 h 553693"/>
                <a:gd name="connsiteX2" fmla="*/ 1098550 w 2076450"/>
                <a:gd name="connsiteY2" fmla="*/ 9 h 553693"/>
                <a:gd name="connsiteX3" fmla="*/ 1485900 w 2076450"/>
                <a:gd name="connsiteY3" fmla="*/ 450859 h 553693"/>
                <a:gd name="connsiteX4" fmla="*/ 2076450 w 2076450"/>
                <a:gd name="connsiteY4" fmla="*/ 552459 h 553693"/>
                <a:gd name="connsiteX0" fmla="*/ 0 w 2076450"/>
                <a:gd name="connsiteY0" fmla="*/ 552459 h 556763"/>
                <a:gd name="connsiteX1" fmla="*/ 635000 w 2076450"/>
                <a:gd name="connsiteY1" fmla="*/ 463559 h 556763"/>
                <a:gd name="connsiteX2" fmla="*/ 1098550 w 2076450"/>
                <a:gd name="connsiteY2" fmla="*/ 9 h 556763"/>
                <a:gd name="connsiteX3" fmla="*/ 1485900 w 2076450"/>
                <a:gd name="connsiteY3" fmla="*/ 450859 h 556763"/>
                <a:gd name="connsiteX4" fmla="*/ 2076450 w 2076450"/>
                <a:gd name="connsiteY4" fmla="*/ 555634 h 556763"/>
                <a:gd name="connsiteX0" fmla="*/ 0 w 2076450"/>
                <a:gd name="connsiteY0" fmla="*/ 552459 h 556011"/>
                <a:gd name="connsiteX1" fmla="*/ 635000 w 2076450"/>
                <a:gd name="connsiteY1" fmla="*/ 463559 h 556011"/>
                <a:gd name="connsiteX2" fmla="*/ 1098550 w 2076450"/>
                <a:gd name="connsiteY2" fmla="*/ 9 h 556011"/>
                <a:gd name="connsiteX3" fmla="*/ 1485900 w 2076450"/>
                <a:gd name="connsiteY3" fmla="*/ 450859 h 556011"/>
                <a:gd name="connsiteX4" fmla="*/ 2076450 w 2076450"/>
                <a:gd name="connsiteY4" fmla="*/ 555634 h 556011"/>
                <a:gd name="connsiteX0" fmla="*/ 0 w 1952625"/>
                <a:gd name="connsiteY0" fmla="*/ 555634 h 556011"/>
                <a:gd name="connsiteX1" fmla="*/ 511175 w 1952625"/>
                <a:gd name="connsiteY1" fmla="*/ 463559 h 556011"/>
                <a:gd name="connsiteX2" fmla="*/ 974725 w 1952625"/>
                <a:gd name="connsiteY2" fmla="*/ 9 h 556011"/>
                <a:gd name="connsiteX3" fmla="*/ 1362075 w 1952625"/>
                <a:gd name="connsiteY3" fmla="*/ 450859 h 556011"/>
                <a:gd name="connsiteX4" fmla="*/ 1952625 w 1952625"/>
                <a:gd name="connsiteY4" fmla="*/ 555634 h 556011"/>
                <a:gd name="connsiteX0" fmla="*/ 0 w 1952625"/>
                <a:gd name="connsiteY0" fmla="*/ 555634 h 556011"/>
                <a:gd name="connsiteX1" fmla="*/ 511175 w 1952625"/>
                <a:gd name="connsiteY1" fmla="*/ 463559 h 556011"/>
                <a:gd name="connsiteX2" fmla="*/ 974725 w 1952625"/>
                <a:gd name="connsiteY2" fmla="*/ 9 h 556011"/>
                <a:gd name="connsiteX3" fmla="*/ 1362075 w 1952625"/>
                <a:gd name="connsiteY3" fmla="*/ 450859 h 556011"/>
                <a:gd name="connsiteX4" fmla="*/ 1952625 w 1952625"/>
                <a:gd name="connsiteY4" fmla="*/ 555634 h 556011"/>
                <a:gd name="connsiteX0" fmla="*/ 0 w 1952625"/>
                <a:gd name="connsiteY0" fmla="*/ 555626 h 556003"/>
                <a:gd name="connsiteX1" fmla="*/ 492125 w 1952625"/>
                <a:gd name="connsiteY1" fmla="*/ 454026 h 556003"/>
                <a:gd name="connsiteX2" fmla="*/ 974725 w 1952625"/>
                <a:gd name="connsiteY2" fmla="*/ 1 h 556003"/>
                <a:gd name="connsiteX3" fmla="*/ 1362075 w 1952625"/>
                <a:gd name="connsiteY3" fmla="*/ 450851 h 556003"/>
                <a:gd name="connsiteX4" fmla="*/ 1952625 w 1952625"/>
                <a:gd name="connsiteY4" fmla="*/ 555626 h 556003"/>
                <a:gd name="connsiteX0" fmla="*/ 0 w 1952625"/>
                <a:gd name="connsiteY0" fmla="*/ 555627 h 555957"/>
                <a:gd name="connsiteX1" fmla="*/ 492125 w 1952625"/>
                <a:gd name="connsiteY1" fmla="*/ 454027 h 555957"/>
                <a:gd name="connsiteX2" fmla="*/ 974725 w 1952625"/>
                <a:gd name="connsiteY2" fmla="*/ 2 h 555957"/>
                <a:gd name="connsiteX3" fmla="*/ 1454150 w 1952625"/>
                <a:gd name="connsiteY3" fmla="*/ 447677 h 555957"/>
                <a:gd name="connsiteX4" fmla="*/ 1952625 w 1952625"/>
                <a:gd name="connsiteY4" fmla="*/ 555627 h 555957"/>
                <a:gd name="connsiteX0" fmla="*/ 0 w 1952625"/>
                <a:gd name="connsiteY0" fmla="*/ 555627 h 556133"/>
                <a:gd name="connsiteX1" fmla="*/ 492125 w 1952625"/>
                <a:gd name="connsiteY1" fmla="*/ 454027 h 556133"/>
                <a:gd name="connsiteX2" fmla="*/ 974725 w 1952625"/>
                <a:gd name="connsiteY2" fmla="*/ 2 h 556133"/>
                <a:gd name="connsiteX3" fmla="*/ 1454150 w 1952625"/>
                <a:gd name="connsiteY3" fmla="*/ 447677 h 556133"/>
                <a:gd name="connsiteX4" fmla="*/ 1952625 w 1952625"/>
                <a:gd name="connsiteY4" fmla="*/ 555627 h 556133"/>
                <a:gd name="connsiteX0" fmla="*/ 0 w 1952625"/>
                <a:gd name="connsiteY0" fmla="*/ 555627 h 556194"/>
                <a:gd name="connsiteX1" fmla="*/ 492125 w 1952625"/>
                <a:gd name="connsiteY1" fmla="*/ 454027 h 556194"/>
                <a:gd name="connsiteX2" fmla="*/ 974725 w 1952625"/>
                <a:gd name="connsiteY2" fmla="*/ 2 h 556194"/>
                <a:gd name="connsiteX3" fmla="*/ 1454150 w 1952625"/>
                <a:gd name="connsiteY3" fmla="*/ 447677 h 556194"/>
                <a:gd name="connsiteX4" fmla="*/ 1952625 w 1952625"/>
                <a:gd name="connsiteY4" fmla="*/ 555627 h 5561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52625" h="556194">
                  <a:moveTo>
                    <a:pt x="0" y="555627"/>
                  </a:moveTo>
                  <a:cubicBezTo>
                    <a:pt x="238125" y="557214"/>
                    <a:pt x="259821" y="562506"/>
                    <a:pt x="492125" y="454027"/>
                  </a:cubicBezTo>
                  <a:cubicBezTo>
                    <a:pt x="724429" y="345548"/>
                    <a:pt x="814388" y="1060"/>
                    <a:pt x="974725" y="2"/>
                  </a:cubicBezTo>
                  <a:cubicBezTo>
                    <a:pt x="1135062" y="-1056"/>
                    <a:pt x="1218142" y="345548"/>
                    <a:pt x="1454150" y="447677"/>
                  </a:cubicBezTo>
                  <a:cubicBezTo>
                    <a:pt x="1690158" y="549806"/>
                    <a:pt x="1711325" y="558802"/>
                    <a:pt x="1952625" y="555627"/>
                  </a:cubicBezTo>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spTree>
    <p:extLst>
      <p:ext uri="{BB962C8B-B14F-4D97-AF65-F5344CB8AC3E}">
        <p14:creationId xmlns:p14="http://schemas.microsoft.com/office/powerpoint/2010/main" val="134082133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a:extLst>
              <a:ext uri="{FF2B5EF4-FFF2-40B4-BE49-F238E27FC236}">
                <a16:creationId xmlns:a16="http://schemas.microsoft.com/office/drawing/2014/main" id="{7C2F29AC-2968-785F-4BFA-ADFDFD1C30A2}"/>
              </a:ext>
            </a:extLst>
          </p:cNvPr>
          <p:cNvSpPr>
            <a:spLocks noGrp="1"/>
          </p:cNvSpPr>
          <p:nvPr>
            <p:ph type="title"/>
          </p:nvPr>
        </p:nvSpPr>
        <p:spPr/>
        <p:txBody>
          <a:bodyPr/>
          <a:lstStyle/>
          <a:p>
            <a:r>
              <a:rPr lang="en-GB" b="0" dirty="0"/>
              <a:t>Motivating Example</a:t>
            </a:r>
          </a:p>
        </p:txBody>
      </p:sp>
      <p:sp>
        <p:nvSpPr>
          <p:cNvPr id="6" name="文本占位符 5">
            <a:extLst>
              <a:ext uri="{FF2B5EF4-FFF2-40B4-BE49-F238E27FC236}">
                <a16:creationId xmlns:a16="http://schemas.microsoft.com/office/drawing/2014/main" id="{A6D9E0E0-7897-C475-CE22-E04813D1F81E}"/>
              </a:ext>
            </a:extLst>
          </p:cNvPr>
          <p:cNvSpPr>
            <a:spLocks noGrp="1"/>
          </p:cNvSpPr>
          <p:nvPr>
            <p:ph type="body" sz="quarter" idx="10"/>
          </p:nvPr>
        </p:nvSpPr>
        <p:spPr>
          <a:xfrm>
            <a:off x="628650" y="1465729"/>
            <a:ext cx="7732924" cy="1308038"/>
          </a:xfrm>
        </p:spPr>
        <p:txBody>
          <a:bodyPr/>
          <a:lstStyle/>
          <a:p>
            <a:r>
              <a:rPr lang="en-GB" dirty="0"/>
              <a:t>One way of representing this belief is to describe the robot’s position with three Gaussian distributions, each centred in front of a door and its variance a function of the uncertainty with which the robot can detect a door’s centre. </a:t>
            </a:r>
          </a:p>
          <a:p>
            <a:r>
              <a:rPr lang="en-GB" dirty="0"/>
              <a:t>This is known as a </a:t>
            </a:r>
            <a:r>
              <a:rPr lang="en-GB" dirty="0">
                <a:solidFill>
                  <a:srgbClr val="003399"/>
                </a:solidFill>
              </a:rPr>
              <a:t>multi-hypothesis belief</a:t>
            </a:r>
            <a:r>
              <a:rPr lang="en-GB" dirty="0"/>
              <a:t>, since we have a hypothesis stating that the robot can be in front of each door. </a:t>
            </a:r>
            <a:endParaRPr lang="en-GB" dirty="0">
              <a:solidFill>
                <a:schemeClr val="bg1">
                  <a:lumMod val="65000"/>
                </a:schemeClr>
              </a:solidFill>
            </a:endParaRPr>
          </a:p>
        </p:txBody>
      </p:sp>
      <p:grpSp>
        <p:nvGrpSpPr>
          <p:cNvPr id="25" name="组合 24">
            <a:extLst>
              <a:ext uri="{FF2B5EF4-FFF2-40B4-BE49-F238E27FC236}">
                <a16:creationId xmlns:a16="http://schemas.microsoft.com/office/drawing/2014/main" id="{E463E6F4-B911-2591-07CC-1545805B469C}"/>
              </a:ext>
            </a:extLst>
          </p:cNvPr>
          <p:cNvGrpSpPr/>
          <p:nvPr/>
        </p:nvGrpSpPr>
        <p:grpSpPr>
          <a:xfrm>
            <a:off x="768350" y="2729217"/>
            <a:ext cx="7593223" cy="1425753"/>
            <a:chOff x="768350" y="2729217"/>
            <a:chExt cx="7593223" cy="1425753"/>
          </a:xfrm>
        </p:grpSpPr>
        <p:pic>
          <p:nvPicPr>
            <p:cNvPr id="14" name="图片 13" descr="形状&#10;&#10;描述已自动生成">
              <a:extLst>
                <a:ext uri="{FF2B5EF4-FFF2-40B4-BE49-F238E27FC236}">
                  <a16:creationId xmlns:a16="http://schemas.microsoft.com/office/drawing/2014/main" id="{6075C853-7B7B-28AB-109C-EBDF49371C76}"/>
                </a:ext>
              </a:extLst>
            </p:cNvPr>
            <p:cNvPicPr>
              <a:picLocks noChangeAspect="1"/>
            </p:cNvPicPr>
            <p:nvPr/>
          </p:nvPicPr>
          <p:blipFill rotWithShape="1">
            <a:blip r:embed="rId2">
              <a:clrChange>
                <a:clrFrom>
                  <a:srgbClr val="FDFFFF"/>
                </a:clrFrom>
                <a:clrTo>
                  <a:srgbClr val="FDFFFF">
                    <a:alpha val="0"/>
                  </a:srgbClr>
                </a:clrTo>
              </a:clrChange>
            </a:blip>
            <a:srcRect l="23869" t="9103" r="21834" b="13039"/>
            <a:stretch/>
          </p:blipFill>
          <p:spPr>
            <a:xfrm>
              <a:off x="2239935" y="2729217"/>
              <a:ext cx="926581" cy="1328648"/>
            </a:xfrm>
            <a:prstGeom prst="rect">
              <a:avLst/>
            </a:prstGeom>
          </p:spPr>
        </p:pic>
        <p:sp>
          <p:nvSpPr>
            <p:cNvPr id="18" name="矩形 17">
              <a:extLst>
                <a:ext uri="{FF2B5EF4-FFF2-40B4-BE49-F238E27FC236}">
                  <a16:creationId xmlns:a16="http://schemas.microsoft.com/office/drawing/2014/main" id="{2BA51717-305F-E9FE-6912-23450AF984F5}"/>
                </a:ext>
              </a:extLst>
            </p:cNvPr>
            <p:cNvSpPr/>
            <p:nvPr/>
          </p:nvSpPr>
          <p:spPr>
            <a:xfrm>
              <a:off x="768350" y="4057866"/>
              <a:ext cx="7593223" cy="97104"/>
            </a:xfrm>
            <a:prstGeom prst="rect">
              <a:avLst/>
            </a:prstGeom>
            <a:gradFill flip="none" rotWithShape="1">
              <a:gsLst>
                <a:gs pos="100000">
                  <a:schemeClr val="bg1"/>
                </a:gs>
                <a:gs pos="0">
                  <a:schemeClr val="accent3">
                    <a:lumMod val="30000"/>
                    <a:lumOff val="70000"/>
                    <a:alpha val="49171"/>
                  </a:schemeClr>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9" name="图片 18" descr="形状&#10;&#10;描述已自动生成">
              <a:extLst>
                <a:ext uri="{FF2B5EF4-FFF2-40B4-BE49-F238E27FC236}">
                  <a16:creationId xmlns:a16="http://schemas.microsoft.com/office/drawing/2014/main" id="{5F5795F0-3615-8699-ACFF-1B7451F5D92F}"/>
                </a:ext>
              </a:extLst>
            </p:cNvPr>
            <p:cNvPicPr>
              <a:picLocks noChangeAspect="1"/>
            </p:cNvPicPr>
            <p:nvPr/>
          </p:nvPicPr>
          <p:blipFill rotWithShape="1">
            <a:blip r:embed="rId2">
              <a:clrChange>
                <a:clrFrom>
                  <a:srgbClr val="FDFFFF"/>
                </a:clrFrom>
                <a:clrTo>
                  <a:srgbClr val="FDFFFF">
                    <a:alpha val="0"/>
                  </a:srgbClr>
                </a:clrTo>
              </a:clrChange>
            </a:blip>
            <a:srcRect l="23869" t="9103" r="21834" b="13039"/>
            <a:stretch/>
          </p:blipFill>
          <p:spPr>
            <a:xfrm>
              <a:off x="3568530" y="2729217"/>
              <a:ext cx="926581" cy="1328648"/>
            </a:xfrm>
            <a:prstGeom prst="rect">
              <a:avLst/>
            </a:prstGeom>
          </p:spPr>
        </p:pic>
        <p:pic>
          <p:nvPicPr>
            <p:cNvPr id="20" name="图片 19" descr="形状&#10;&#10;描述已自动生成">
              <a:extLst>
                <a:ext uri="{FF2B5EF4-FFF2-40B4-BE49-F238E27FC236}">
                  <a16:creationId xmlns:a16="http://schemas.microsoft.com/office/drawing/2014/main" id="{112620FE-9023-18CE-E519-37F78E20F767}"/>
                </a:ext>
              </a:extLst>
            </p:cNvPr>
            <p:cNvPicPr>
              <a:picLocks noChangeAspect="1"/>
            </p:cNvPicPr>
            <p:nvPr/>
          </p:nvPicPr>
          <p:blipFill rotWithShape="1">
            <a:blip r:embed="rId2">
              <a:clrChange>
                <a:clrFrom>
                  <a:srgbClr val="FDFFFF"/>
                </a:clrFrom>
                <a:clrTo>
                  <a:srgbClr val="FDFFFF">
                    <a:alpha val="0"/>
                  </a:srgbClr>
                </a:clrTo>
              </a:clrChange>
            </a:blip>
            <a:srcRect l="23869" t="9103" r="21834" b="13039"/>
            <a:stretch/>
          </p:blipFill>
          <p:spPr>
            <a:xfrm>
              <a:off x="7234922" y="2729217"/>
              <a:ext cx="926581" cy="1328648"/>
            </a:xfrm>
            <a:prstGeom prst="rect">
              <a:avLst/>
            </a:prstGeom>
          </p:spPr>
        </p:pic>
        <p:cxnSp>
          <p:nvCxnSpPr>
            <p:cNvPr id="24" name="直线连接符 23">
              <a:extLst>
                <a:ext uri="{FF2B5EF4-FFF2-40B4-BE49-F238E27FC236}">
                  <a16:creationId xmlns:a16="http://schemas.microsoft.com/office/drawing/2014/main" id="{A91508E0-6AA6-48B4-4D0C-761EB07E5632}"/>
                </a:ext>
              </a:extLst>
            </p:cNvPr>
            <p:cNvCxnSpPr>
              <a:cxnSpLocks/>
            </p:cNvCxnSpPr>
            <p:nvPr/>
          </p:nvCxnSpPr>
          <p:spPr>
            <a:xfrm>
              <a:off x="768350" y="4051515"/>
              <a:ext cx="7593223" cy="0"/>
            </a:xfrm>
            <a:prstGeom prst="line">
              <a:avLst/>
            </a:prstGeom>
            <a:ln w="9525">
              <a:solidFill>
                <a:srgbClr val="40618A"/>
              </a:solidFill>
            </a:ln>
          </p:spPr>
          <p:style>
            <a:lnRef idx="1">
              <a:schemeClr val="accent1"/>
            </a:lnRef>
            <a:fillRef idx="0">
              <a:schemeClr val="accent1"/>
            </a:fillRef>
            <a:effectRef idx="0">
              <a:schemeClr val="accent1"/>
            </a:effectRef>
            <a:fontRef idx="minor">
              <a:schemeClr val="tx1"/>
            </a:fontRef>
          </p:style>
        </p:cxnSp>
      </p:grpSp>
      <p:grpSp>
        <p:nvGrpSpPr>
          <p:cNvPr id="37" name="组合 36">
            <a:extLst>
              <a:ext uri="{FF2B5EF4-FFF2-40B4-BE49-F238E27FC236}">
                <a16:creationId xmlns:a16="http://schemas.microsoft.com/office/drawing/2014/main" id="{8BFF8406-B32E-4466-3703-A253C8F21BB1}"/>
              </a:ext>
            </a:extLst>
          </p:cNvPr>
          <p:cNvGrpSpPr/>
          <p:nvPr/>
        </p:nvGrpSpPr>
        <p:grpSpPr>
          <a:xfrm>
            <a:off x="2109500" y="3080240"/>
            <a:ext cx="1187450" cy="1187450"/>
            <a:chOff x="3377511" y="1181590"/>
            <a:chExt cx="1187450" cy="1187450"/>
          </a:xfrm>
        </p:grpSpPr>
        <p:sp>
          <p:nvSpPr>
            <p:cNvPr id="32" name="椭圆 31">
              <a:extLst>
                <a:ext uri="{FF2B5EF4-FFF2-40B4-BE49-F238E27FC236}">
                  <a16:creationId xmlns:a16="http://schemas.microsoft.com/office/drawing/2014/main" id="{8207C976-322A-BBEA-EB1E-41E8274B6E2D}"/>
                </a:ext>
              </a:extLst>
            </p:cNvPr>
            <p:cNvSpPr/>
            <p:nvPr/>
          </p:nvSpPr>
          <p:spPr>
            <a:xfrm>
              <a:off x="3377511" y="1181590"/>
              <a:ext cx="1187450" cy="1187450"/>
            </a:xfrm>
            <a:prstGeom prst="ellipse">
              <a:avLst/>
            </a:prstGeom>
            <a:gradFill>
              <a:gsLst>
                <a:gs pos="69000">
                  <a:schemeClr val="bg1">
                    <a:alpha val="0"/>
                  </a:schemeClr>
                </a:gs>
                <a:gs pos="0">
                  <a:schemeClr val="bg1"/>
                </a:gs>
              </a:gsLst>
              <a:path path="circle">
                <a:fillToRect l="50000" t="50000" r="50000" b="5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5" name="椭圆 34">
              <a:extLst>
                <a:ext uri="{FF2B5EF4-FFF2-40B4-BE49-F238E27FC236}">
                  <a16:creationId xmlns:a16="http://schemas.microsoft.com/office/drawing/2014/main" id="{29A6F815-F96F-9B1C-1661-4BCD59070C8D}"/>
                </a:ext>
              </a:extLst>
            </p:cNvPr>
            <p:cNvSpPr/>
            <p:nvPr/>
          </p:nvSpPr>
          <p:spPr>
            <a:xfrm>
              <a:off x="3730808" y="2180335"/>
              <a:ext cx="391954" cy="182906"/>
            </a:xfrm>
            <a:prstGeom prst="ellipse">
              <a:avLst/>
            </a:prstGeom>
            <a:gradFill>
              <a:gsLst>
                <a:gs pos="70000">
                  <a:schemeClr val="tx1">
                    <a:alpha val="0"/>
                  </a:schemeClr>
                </a:gs>
                <a:gs pos="0">
                  <a:schemeClr val="tx1">
                    <a:alpha val="8438"/>
                  </a:schemeClr>
                </a:gs>
              </a:gsLst>
              <a:path path="circle">
                <a:fillToRect l="50000" t="50000" r="50000" b="5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36" name="Picture 8" descr="EVE | Disney Wiki | Fandom">
              <a:extLst>
                <a:ext uri="{FF2B5EF4-FFF2-40B4-BE49-F238E27FC236}">
                  <a16:creationId xmlns:a16="http://schemas.microsoft.com/office/drawing/2014/main" id="{85BFB0EB-9619-FF5F-FC94-4B96999E852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63495" y="1284500"/>
              <a:ext cx="926581" cy="926581"/>
            </a:xfrm>
            <a:prstGeom prst="rect">
              <a:avLst/>
            </a:prstGeom>
            <a:noFill/>
            <a:extLst>
              <a:ext uri="{909E8E84-426E-40DD-AFC4-6F175D3DCCD1}">
                <a14:hiddenFill xmlns:a14="http://schemas.microsoft.com/office/drawing/2010/main">
                  <a:solidFill>
                    <a:srgbClr val="FFFFFF"/>
                  </a:solidFill>
                </a14:hiddenFill>
              </a:ext>
            </a:extLst>
          </p:spPr>
        </p:pic>
      </p:grpSp>
      <p:cxnSp>
        <p:nvCxnSpPr>
          <p:cNvPr id="29" name="直线连接符 28">
            <a:extLst>
              <a:ext uri="{FF2B5EF4-FFF2-40B4-BE49-F238E27FC236}">
                <a16:creationId xmlns:a16="http://schemas.microsoft.com/office/drawing/2014/main" id="{A069CD64-6B0C-8E3A-6A55-5FD6F762F54A}"/>
              </a:ext>
            </a:extLst>
          </p:cNvPr>
          <p:cNvCxnSpPr>
            <a:cxnSpLocks/>
          </p:cNvCxnSpPr>
          <p:nvPr/>
        </p:nvCxnSpPr>
        <p:spPr>
          <a:xfrm>
            <a:off x="1668256" y="4614313"/>
            <a:ext cx="6700355" cy="0"/>
          </a:xfrm>
          <a:prstGeom prst="line">
            <a:avLst/>
          </a:prstGeom>
          <a:ln w="9525">
            <a:solidFill>
              <a:schemeClr val="accent4"/>
            </a:solidFill>
          </a:ln>
        </p:spPr>
        <p:style>
          <a:lnRef idx="1">
            <a:schemeClr val="accent1"/>
          </a:lnRef>
          <a:fillRef idx="0">
            <a:schemeClr val="accent1"/>
          </a:fillRef>
          <a:effectRef idx="0">
            <a:schemeClr val="accent1"/>
          </a:effectRef>
          <a:fontRef idx="minor">
            <a:schemeClr val="tx1"/>
          </a:fontRef>
        </p:style>
      </p:cxnSp>
      <p:sp>
        <p:nvSpPr>
          <p:cNvPr id="30" name="文本框 29">
            <a:extLst>
              <a:ext uri="{FF2B5EF4-FFF2-40B4-BE49-F238E27FC236}">
                <a16:creationId xmlns:a16="http://schemas.microsoft.com/office/drawing/2014/main" id="{E0DDAD7A-5526-F8EC-0F36-74D3ADDA7BB4}"/>
              </a:ext>
            </a:extLst>
          </p:cNvPr>
          <p:cNvSpPr txBox="1"/>
          <p:nvPr/>
        </p:nvSpPr>
        <p:spPr>
          <a:xfrm>
            <a:off x="1580248" y="4564353"/>
            <a:ext cx="2749151" cy="307777"/>
          </a:xfrm>
          <a:prstGeom prst="rect">
            <a:avLst/>
          </a:prstGeom>
          <a:noFill/>
        </p:spPr>
        <p:txBody>
          <a:bodyPr wrap="none" rtlCol="0">
            <a:spAutoFit/>
          </a:bodyPr>
          <a:lstStyle/>
          <a:p>
            <a:r>
              <a:rPr lang="en-GB" sz="1400" dirty="0">
                <a:solidFill>
                  <a:schemeClr val="accent4"/>
                </a:solidFill>
              </a:rPr>
              <a:t>The location possibility distribution</a:t>
            </a:r>
          </a:p>
        </p:txBody>
      </p:sp>
      <p:grpSp>
        <p:nvGrpSpPr>
          <p:cNvPr id="34" name="组合 33">
            <a:extLst>
              <a:ext uri="{FF2B5EF4-FFF2-40B4-BE49-F238E27FC236}">
                <a16:creationId xmlns:a16="http://schemas.microsoft.com/office/drawing/2014/main" id="{CA7A2A95-3C63-93BA-F664-26F44920ADA4}"/>
              </a:ext>
            </a:extLst>
          </p:cNvPr>
          <p:cNvGrpSpPr/>
          <p:nvPr/>
        </p:nvGrpSpPr>
        <p:grpSpPr>
          <a:xfrm>
            <a:off x="3392497" y="4254499"/>
            <a:ext cx="1278644" cy="364214"/>
            <a:chOff x="3392497" y="4254499"/>
            <a:chExt cx="1278644" cy="364214"/>
          </a:xfrm>
        </p:grpSpPr>
        <p:sp>
          <p:nvSpPr>
            <p:cNvPr id="27" name="任意形状 26">
              <a:extLst>
                <a:ext uri="{FF2B5EF4-FFF2-40B4-BE49-F238E27FC236}">
                  <a16:creationId xmlns:a16="http://schemas.microsoft.com/office/drawing/2014/main" id="{0D2FC9EF-F912-385F-FBFA-4AFAFBAC0C90}"/>
                </a:ext>
              </a:extLst>
            </p:cNvPr>
            <p:cNvSpPr/>
            <p:nvPr/>
          </p:nvSpPr>
          <p:spPr>
            <a:xfrm>
              <a:off x="3392498" y="4254499"/>
              <a:ext cx="1278643" cy="364214"/>
            </a:xfrm>
            <a:custGeom>
              <a:avLst/>
              <a:gdLst>
                <a:gd name="connsiteX0" fmla="*/ 0 w 2076450"/>
                <a:gd name="connsiteY0" fmla="*/ 514352 h 563845"/>
                <a:gd name="connsiteX1" fmla="*/ 584200 w 2076450"/>
                <a:gd name="connsiteY1" fmla="*/ 514352 h 563845"/>
                <a:gd name="connsiteX2" fmla="*/ 1104900 w 2076450"/>
                <a:gd name="connsiteY2" fmla="*/ 2 h 563845"/>
                <a:gd name="connsiteX3" fmla="*/ 1511300 w 2076450"/>
                <a:gd name="connsiteY3" fmla="*/ 508002 h 563845"/>
                <a:gd name="connsiteX4" fmla="*/ 2076450 w 2076450"/>
                <a:gd name="connsiteY4" fmla="*/ 552452 h 563845"/>
                <a:gd name="connsiteX0" fmla="*/ 0 w 2076450"/>
                <a:gd name="connsiteY0" fmla="*/ 552452 h 584518"/>
                <a:gd name="connsiteX1" fmla="*/ 584200 w 2076450"/>
                <a:gd name="connsiteY1" fmla="*/ 514352 h 584518"/>
                <a:gd name="connsiteX2" fmla="*/ 1104900 w 2076450"/>
                <a:gd name="connsiteY2" fmla="*/ 2 h 584518"/>
                <a:gd name="connsiteX3" fmla="*/ 1511300 w 2076450"/>
                <a:gd name="connsiteY3" fmla="*/ 508002 h 584518"/>
                <a:gd name="connsiteX4" fmla="*/ 2076450 w 2076450"/>
                <a:gd name="connsiteY4" fmla="*/ 552452 h 584518"/>
                <a:gd name="connsiteX0" fmla="*/ 0 w 2076450"/>
                <a:gd name="connsiteY0" fmla="*/ 552452 h 567630"/>
                <a:gd name="connsiteX1" fmla="*/ 584200 w 2076450"/>
                <a:gd name="connsiteY1" fmla="*/ 514352 h 567630"/>
                <a:gd name="connsiteX2" fmla="*/ 1104900 w 2076450"/>
                <a:gd name="connsiteY2" fmla="*/ 2 h 567630"/>
                <a:gd name="connsiteX3" fmla="*/ 1511300 w 2076450"/>
                <a:gd name="connsiteY3" fmla="*/ 508002 h 567630"/>
                <a:gd name="connsiteX4" fmla="*/ 2076450 w 2076450"/>
                <a:gd name="connsiteY4" fmla="*/ 552452 h 567630"/>
                <a:gd name="connsiteX0" fmla="*/ 0 w 2076450"/>
                <a:gd name="connsiteY0" fmla="*/ 552557 h 560371"/>
                <a:gd name="connsiteX1" fmla="*/ 635000 w 2076450"/>
                <a:gd name="connsiteY1" fmla="*/ 463657 h 560371"/>
                <a:gd name="connsiteX2" fmla="*/ 1104900 w 2076450"/>
                <a:gd name="connsiteY2" fmla="*/ 107 h 560371"/>
                <a:gd name="connsiteX3" fmla="*/ 1511300 w 2076450"/>
                <a:gd name="connsiteY3" fmla="*/ 508107 h 560371"/>
                <a:gd name="connsiteX4" fmla="*/ 2076450 w 2076450"/>
                <a:gd name="connsiteY4" fmla="*/ 552557 h 560371"/>
                <a:gd name="connsiteX0" fmla="*/ 0 w 2076450"/>
                <a:gd name="connsiteY0" fmla="*/ 552460 h 552460"/>
                <a:gd name="connsiteX1" fmla="*/ 635000 w 2076450"/>
                <a:gd name="connsiteY1" fmla="*/ 463560 h 552460"/>
                <a:gd name="connsiteX2" fmla="*/ 1104900 w 2076450"/>
                <a:gd name="connsiteY2" fmla="*/ 10 h 552460"/>
                <a:gd name="connsiteX3" fmla="*/ 1466850 w 2076450"/>
                <a:gd name="connsiteY3" fmla="*/ 450860 h 552460"/>
                <a:gd name="connsiteX4" fmla="*/ 2076450 w 2076450"/>
                <a:gd name="connsiteY4" fmla="*/ 552460 h 552460"/>
                <a:gd name="connsiteX0" fmla="*/ 0 w 2076450"/>
                <a:gd name="connsiteY0" fmla="*/ 552460 h 553694"/>
                <a:gd name="connsiteX1" fmla="*/ 635000 w 2076450"/>
                <a:gd name="connsiteY1" fmla="*/ 463560 h 553694"/>
                <a:gd name="connsiteX2" fmla="*/ 1104900 w 2076450"/>
                <a:gd name="connsiteY2" fmla="*/ 10 h 553694"/>
                <a:gd name="connsiteX3" fmla="*/ 1466850 w 2076450"/>
                <a:gd name="connsiteY3" fmla="*/ 450860 h 553694"/>
                <a:gd name="connsiteX4" fmla="*/ 2076450 w 2076450"/>
                <a:gd name="connsiteY4" fmla="*/ 552460 h 553694"/>
                <a:gd name="connsiteX0" fmla="*/ 0 w 2076450"/>
                <a:gd name="connsiteY0" fmla="*/ 552453 h 555210"/>
                <a:gd name="connsiteX1" fmla="*/ 635000 w 2076450"/>
                <a:gd name="connsiteY1" fmla="*/ 463553 h 555210"/>
                <a:gd name="connsiteX2" fmla="*/ 1104900 w 2076450"/>
                <a:gd name="connsiteY2" fmla="*/ 3 h 555210"/>
                <a:gd name="connsiteX3" fmla="*/ 1498600 w 2076450"/>
                <a:gd name="connsiteY3" fmla="*/ 469903 h 555210"/>
                <a:gd name="connsiteX4" fmla="*/ 2076450 w 2076450"/>
                <a:gd name="connsiteY4" fmla="*/ 552453 h 555210"/>
                <a:gd name="connsiteX0" fmla="*/ 0 w 2076450"/>
                <a:gd name="connsiteY0" fmla="*/ 552510 h 553235"/>
                <a:gd name="connsiteX1" fmla="*/ 635000 w 2076450"/>
                <a:gd name="connsiteY1" fmla="*/ 463610 h 553235"/>
                <a:gd name="connsiteX2" fmla="*/ 1104900 w 2076450"/>
                <a:gd name="connsiteY2" fmla="*/ 60 h 553235"/>
                <a:gd name="connsiteX3" fmla="*/ 1479550 w 2076450"/>
                <a:gd name="connsiteY3" fmla="*/ 431860 h 553235"/>
                <a:gd name="connsiteX4" fmla="*/ 2076450 w 2076450"/>
                <a:gd name="connsiteY4" fmla="*/ 552510 h 553235"/>
                <a:gd name="connsiteX0" fmla="*/ 0 w 2076450"/>
                <a:gd name="connsiteY0" fmla="*/ 552510 h 553991"/>
                <a:gd name="connsiteX1" fmla="*/ 635000 w 2076450"/>
                <a:gd name="connsiteY1" fmla="*/ 463610 h 553991"/>
                <a:gd name="connsiteX2" fmla="*/ 1104900 w 2076450"/>
                <a:gd name="connsiteY2" fmla="*/ 60 h 553991"/>
                <a:gd name="connsiteX3" fmla="*/ 1479550 w 2076450"/>
                <a:gd name="connsiteY3" fmla="*/ 431860 h 553991"/>
                <a:gd name="connsiteX4" fmla="*/ 2076450 w 2076450"/>
                <a:gd name="connsiteY4" fmla="*/ 552510 h 553991"/>
                <a:gd name="connsiteX0" fmla="*/ 0 w 2076450"/>
                <a:gd name="connsiteY0" fmla="*/ 552514 h 553995"/>
                <a:gd name="connsiteX1" fmla="*/ 635000 w 2076450"/>
                <a:gd name="connsiteY1" fmla="*/ 463614 h 553995"/>
                <a:gd name="connsiteX2" fmla="*/ 1104900 w 2076450"/>
                <a:gd name="connsiteY2" fmla="*/ 64 h 553995"/>
                <a:gd name="connsiteX3" fmla="*/ 1479550 w 2076450"/>
                <a:gd name="connsiteY3" fmla="*/ 431864 h 553995"/>
                <a:gd name="connsiteX4" fmla="*/ 2076450 w 2076450"/>
                <a:gd name="connsiteY4" fmla="*/ 552514 h 553995"/>
                <a:gd name="connsiteX0" fmla="*/ 0 w 2076450"/>
                <a:gd name="connsiteY0" fmla="*/ 552453 h 553934"/>
                <a:gd name="connsiteX1" fmla="*/ 635000 w 2076450"/>
                <a:gd name="connsiteY1" fmla="*/ 463553 h 553934"/>
                <a:gd name="connsiteX2" fmla="*/ 1104900 w 2076450"/>
                <a:gd name="connsiteY2" fmla="*/ 3 h 553934"/>
                <a:gd name="connsiteX3" fmla="*/ 1479550 w 2076450"/>
                <a:gd name="connsiteY3" fmla="*/ 431803 h 553934"/>
                <a:gd name="connsiteX4" fmla="*/ 2076450 w 2076450"/>
                <a:gd name="connsiteY4" fmla="*/ 552453 h 553934"/>
                <a:gd name="connsiteX0" fmla="*/ 0 w 2076450"/>
                <a:gd name="connsiteY0" fmla="*/ 552453 h 556896"/>
                <a:gd name="connsiteX1" fmla="*/ 635000 w 2076450"/>
                <a:gd name="connsiteY1" fmla="*/ 463553 h 556896"/>
                <a:gd name="connsiteX2" fmla="*/ 1104900 w 2076450"/>
                <a:gd name="connsiteY2" fmla="*/ 3 h 556896"/>
                <a:gd name="connsiteX3" fmla="*/ 1498600 w 2076450"/>
                <a:gd name="connsiteY3" fmla="*/ 457203 h 556896"/>
                <a:gd name="connsiteX4" fmla="*/ 2076450 w 2076450"/>
                <a:gd name="connsiteY4" fmla="*/ 552453 h 556896"/>
                <a:gd name="connsiteX0" fmla="*/ 0 w 2076450"/>
                <a:gd name="connsiteY0" fmla="*/ 552453 h 554014"/>
                <a:gd name="connsiteX1" fmla="*/ 635000 w 2076450"/>
                <a:gd name="connsiteY1" fmla="*/ 463553 h 554014"/>
                <a:gd name="connsiteX2" fmla="*/ 1098550 w 2076450"/>
                <a:gd name="connsiteY2" fmla="*/ 3 h 554014"/>
                <a:gd name="connsiteX3" fmla="*/ 1498600 w 2076450"/>
                <a:gd name="connsiteY3" fmla="*/ 457203 h 554014"/>
                <a:gd name="connsiteX4" fmla="*/ 2076450 w 2076450"/>
                <a:gd name="connsiteY4" fmla="*/ 552453 h 554014"/>
                <a:gd name="connsiteX0" fmla="*/ 0 w 2076450"/>
                <a:gd name="connsiteY0" fmla="*/ 552459 h 553693"/>
                <a:gd name="connsiteX1" fmla="*/ 635000 w 2076450"/>
                <a:gd name="connsiteY1" fmla="*/ 463559 h 553693"/>
                <a:gd name="connsiteX2" fmla="*/ 1098550 w 2076450"/>
                <a:gd name="connsiteY2" fmla="*/ 9 h 553693"/>
                <a:gd name="connsiteX3" fmla="*/ 1485900 w 2076450"/>
                <a:gd name="connsiteY3" fmla="*/ 450859 h 553693"/>
                <a:gd name="connsiteX4" fmla="*/ 2076450 w 2076450"/>
                <a:gd name="connsiteY4" fmla="*/ 552459 h 553693"/>
                <a:gd name="connsiteX0" fmla="*/ 0 w 2076450"/>
                <a:gd name="connsiteY0" fmla="*/ 552459 h 556763"/>
                <a:gd name="connsiteX1" fmla="*/ 635000 w 2076450"/>
                <a:gd name="connsiteY1" fmla="*/ 463559 h 556763"/>
                <a:gd name="connsiteX2" fmla="*/ 1098550 w 2076450"/>
                <a:gd name="connsiteY2" fmla="*/ 9 h 556763"/>
                <a:gd name="connsiteX3" fmla="*/ 1485900 w 2076450"/>
                <a:gd name="connsiteY3" fmla="*/ 450859 h 556763"/>
                <a:gd name="connsiteX4" fmla="*/ 2076450 w 2076450"/>
                <a:gd name="connsiteY4" fmla="*/ 555634 h 556763"/>
                <a:gd name="connsiteX0" fmla="*/ 0 w 2076450"/>
                <a:gd name="connsiteY0" fmla="*/ 552459 h 556011"/>
                <a:gd name="connsiteX1" fmla="*/ 635000 w 2076450"/>
                <a:gd name="connsiteY1" fmla="*/ 463559 h 556011"/>
                <a:gd name="connsiteX2" fmla="*/ 1098550 w 2076450"/>
                <a:gd name="connsiteY2" fmla="*/ 9 h 556011"/>
                <a:gd name="connsiteX3" fmla="*/ 1485900 w 2076450"/>
                <a:gd name="connsiteY3" fmla="*/ 450859 h 556011"/>
                <a:gd name="connsiteX4" fmla="*/ 2076450 w 2076450"/>
                <a:gd name="connsiteY4" fmla="*/ 555634 h 556011"/>
                <a:gd name="connsiteX0" fmla="*/ 0 w 1952625"/>
                <a:gd name="connsiteY0" fmla="*/ 555634 h 556011"/>
                <a:gd name="connsiteX1" fmla="*/ 511175 w 1952625"/>
                <a:gd name="connsiteY1" fmla="*/ 463559 h 556011"/>
                <a:gd name="connsiteX2" fmla="*/ 974725 w 1952625"/>
                <a:gd name="connsiteY2" fmla="*/ 9 h 556011"/>
                <a:gd name="connsiteX3" fmla="*/ 1362075 w 1952625"/>
                <a:gd name="connsiteY3" fmla="*/ 450859 h 556011"/>
                <a:gd name="connsiteX4" fmla="*/ 1952625 w 1952625"/>
                <a:gd name="connsiteY4" fmla="*/ 555634 h 556011"/>
                <a:gd name="connsiteX0" fmla="*/ 0 w 1952625"/>
                <a:gd name="connsiteY0" fmla="*/ 555634 h 556011"/>
                <a:gd name="connsiteX1" fmla="*/ 511175 w 1952625"/>
                <a:gd name="connsiteY1" fmla="*/ 463559 h 556011"/>
                <a:gd name="connsiteX2" fmla="*/ 974725 w 1952625"/>
                <a:gd name="connsiteY2" fmla="*/ 9 h 556011"/>
                <a:gd name="connsiteX3" fmla="*/ 1362075 w 1952625"/>
                <a:gd name="connsiteY3" fmla="*/ 450859 h 556011"/>
                <a:gd name="connsiteX4" fmla="*/ 1952625 w 1952625"/>
                <a:gd name="connsiteY4" fmla="*/ 555634 h 556011"/>
                <a:gd name="connsiteX0" fmla="*/ 0 w 1952625"/>
                <a:gd name="connsiteY0" fmla="*/ 555626 h 556003"/>
                <a:gd name="connsiteX1" fmla="*/ 492125 w 1952625"/>
                <a:gd name="connsiteY1" fmla="*/ 454026 h 556003"/>
                <a:gd name="connsiteX2" fmla="*/ 974725 w 1952625"/>
                <a:gd name="connsiteY2" fmla="*/ 1 h 556003"/>
                <a:gd name="connsiteX3" fmla="*/ 1362075 w 1952625"/>
                <a:gd name="connsiteY3" fmla="*/ 450851 h 556003"/>
                <a:gd name="connsiteX4" fmla="*/ 1952625 w 1952625"/>
                <a:gd name="connsiteY4" fmla="*/ 555626 h 556003"/>
                <a:gd name="connsiteX0" fmla="*/ 0 w 1952625"/>
                <a:gd name="connsiteY0" fmla="*/ 555627 h 555957"/>
                <a:gd name="connsiteX1" fmla="*/ 492125 w 1952625"/>
                <a:gd name="connsiteY1" fmla="*/ 454027 h 555957"/>
                <a:gd name="connsiteX2" fmla="*/ 974725 w 1952625"/>
                <a:gd name="connsiteY2" fmla="*/ 2 h 555957"/>
                <a:gd name="connsiteX3" fmla="*/ 1454150 w 1952625"/>
                <a:gd name="connsiteY3" fmla="*/ 447677 h 555957"/>
                <a:gd name="connsiteX4" fmla="*/ 1952625 w 1952625"/>
                <a:gd name="connsiteY4" fmla="*/ 555627 h 555957"/>
                <a:gd name="connsiteX0" fmla="*/ 0 w 1952625"/>
                <a:gd name="connsiteY0" fmla="*/ 555627 h 556133"/>
                <a:gd name="connsiteX1" fmla="*/ 492125 w 1952625"/>
                <a:gd name="connsiteY1" fmla="*/ 454027 h 556133"/>
                <a:gd name="connsiteX2" fmla="*/ 974725 w 1952625"/>
                <a:gd name="connsiteY2" fmla="*/ 2 h 556133"/>
                <a:gd name="connsiteX3" fmla="*/ 1454150 w 1952625"/>
                <a:gd name="connsiteY3" fmla="*/ 447677 h 556133"/>
                <a:gd name="connsiteX4" fmla="*/ 1952625 w 1952625"/>
                <a:gd name="connsiteY4" fmla="*/ 555627 h 556133"/>
                <a:gd name="connsiteX0" fmla="*/ 0 w 1952625"/>
                <a:gd name="connsiteY0" fmla="*/ 555627 h 556194"/>
                <a:gd name="connsiteX1" fmla="*/ 492125 w 1952625"/>
                <a:gd name="connsiteY1" fmla="*/ 454027 h 556194"/>
                <a:gd name="connsiteX2" fmla="*/ 974725 w 1952625"/>
                <a:gd name="connsiteY2" fmla="*/ 2 h 556194"/>
                <a:gd name="connsiteX3" fmla="*/ 1454150 w 1952625"/>
                <a:gd name="connsiteY3" fmla="*/ 447677 h 556194"/>
                <a:gd name="connsiteX4" fmla="*/ 1952625 w 1952625"/>
                <a:gd name="connsiteY4" fmla="*/ 555627 h 5561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52625" h="556194">
                  <a:moveTo>
                    <a:pt x="0" y="555627"/>
                  </a:moveTo>
                  <a:cubicBezTo>
                    <a:pt x="238125" y="557214"/>
                    <a:pt x="259821" y="562506"/>
                    <a:pt x="492125" y="454027"/>
                  </a:cubicBezTo>
                  <a:cubicBezTo>
                    <a:pt x="724429" y="345548"/>
                    <a:pt x="814388" y="1060"/>
                    <a:pt x="974725" y="2"/>
                  </a:cubicBezTo>
                  <a:cubicBezTo>
                    <a:pt x="1135062" y="-1056"/>
                    <a:pt x="1218142" y="345548"/>
                    <a:pt x="1454150" y="447677"/>
                  </a:cubicBezTo>
                  <a:cubicBezTo>
                    <a:pt x="1690158" y="549806"/>
                    <a:pt x="1711325" y="558802"/>
                    <a:pt x="1952625" y="555627"/>
                  </a:cubicBezTo>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3" name="任意形状 32">
              <a:extLst>
                <a:ext uri="{FF2B5EF4-FFF2-40B4-BE49-F238E27FC236}">
                  <a16:creationId xmlns:a16="http://schemas.microsoft.com/office/drawing/2014/main" id="{C9CFA7E1-D42C-2901-B016-836CA22FF930}"/>
                </a:ext>
              </a:extLst>
            </p:cNvPr>
            <p:cNvSpPr/>
            <p:nvPr/>
          </p:nvSpPr>
          <p:spPr>
            <a:xfrm>
              <a:off x="3392497" y="4254499"/>
              <a:ext cx="1278643" cy="364214"/>
            </a:xfrm>
            <a:custGeom>
              <a:avLst/>
              <a:gdLst>
                <a:gd name="connsiteX0" fmla="*/ 0 w 2076450"/>
                <a:gd name="connsiteY0" fmla="*/ 514352 h 563845"/>
                <a:gd name="connsiteX1" fmla="*/ 584200 w 2076450"/>
                <a:gd name="connsiteY1" fmla="*/ 514352 h 563845"/>
                <a:gd name="connsiteX2" fmla="*/ 1104900 w 2076450"/>
                <a:gd name="connsiteY2" fmla="*/ 2 h 563845"/>
                <a:gd name="connsiteX3" fmla="*/ 1511300 w 2076450"/>
                <a:gd name="connsiteY3" fmla="*/ 508002 h 563845"/>
                <a:gd name="connsiteX4" fmla="*/ 2076450 w 2076450"/>
                <a:gd name="connsiteY4" fmla="*/ 552452 h 563845"/>
                <a:gd name="connsiteX0" fmla="*/ 0 w 2076450"/>
                <a:gd name="connsiteY0" fmla="*/ 552452 h 584518"/>
                <a:gd name="connsiteX1" fmla="*/ 584200 w 2076450"/>
                <a:gd name="connsiteY1" fmla="*/ 514352 h 584518"/>
                <a:gd name="connsiteX2" fmla="*/ 1104900 w 2076450"/>
                <a:gd name="connsiteY2" fmla="*/ 2 h 584518"/>
                <a:gd name="connsiteX3" fmla="*/ 1511300 w 2076450"/>
                <a:gd name="connsiteY3" fmla="*/ 508002 h 584518"/>
                <a:gd name="connsiteX4" fmla="*/ 2076450 w 2076450"/>
                <a:gd name="connsiteY4" fmla="*/ 552452 h 584518"/>
                <a:gd name="connsiteX0" fmla="*/ 0 w 2076450"/>
                <a:gd name="connsiteY0" fmla="*/ 552452 h 567630"/>
                <a:gd name="connsiteX1" fmla="*/ 584200 w 2076450"/>
                <a:gd name="connsiteY1" fmla="*/ 514352 h 567630"/>
                <a:gd name="connsiteX2" fmla="*/ 1104900 w 2076450"/>
                <a:gd name="connsiteY2" fmla="*/ 2 h 567630"/>
                <a:gd name="connsiteX3" fmla="*/ 1511300 w 2076450"/>
                <a:gd name="connsiteY3" fmla="*/ 508002 h 567630"/>
                <a:gd name="connsiteX4" fmla="*/ 2076450 w 2076450"/>
                <a:gd name="connsiteY4" fmla="*/ 552452 h 567630"/>
                <a:gd name="connsiteX0" fmla="*/ 0 w 2076450"/>
                <a:gd name="connsiteY0" fmla="*/ 552557 h 560371"/>
                <a:gd name="connsiteX1" fmla="*/ 635000 w 2076450"/>
                <a:gd name="connsiteY1" fmla="*/ 463657 h 560371"/>
                <a:gd name="connsiteX2" fmla="*/ 1104900 w 2076450"/>
                <a:gd name="connsiteY2" fmla="*/ 107 h 560371"/>
                <a:gd name="connsiteX3" fmla="*/ 1511300 w 2076450"/>
                <a:gd name="connsiteY3" fmla="*/ 508107 h 560371"/>
                <a:gd name="connsiteX4" fmla="*/ 2076450 w 2076450"/>
                <a:gd name="connsiteY4" fmla="*/ 552557 h 560371"/>
                <a:gd name="connsiteX0" fmla="*/ 0 w 2076450"/>
                <a:gd name="connsiteY0" fmla="*/ 552460 h 552460"/>
                <a:gd name="connsiteX1" fmla="*/ 635000 w 2076450"/>
                <a:gd name="connsiteY1" fmla="*/ 463560 h 552460"/>
                <a:gd name="connsiteX2" fmla="*/ 1104900 w 2076450"/>
                <a:gd name="connsiteY2" fmla="*/ 10 h 552460"/>
                <a:gd name="connsiteX3" fmla="*/ 1466850 w 2076450"/>
                <a:gd name="connsiteY3" fmla="*/ 450860 h 552460"/>
                <a:gd name="connsiteX4" fmla="*/ 2076450 w 2076450"/>
                <a:gd name="connsiteY4" fmla="*/ 552460 h 552460"/>
                <a:gd name="connsiteX0" fmla="*/ 0 w 2076450"/>
                <a:gd name="connsiteY0" fmla="*/ 552460 h 553694"/>
                <a:gd name="connsiteX1" fmla="*/ 635000 w 2076450"/>
                <a:gd name="connsiteY1" fmla="*/ 463560 h 553694"/>
                <a:gd name="connsiteX2" fmla="*/ 1104900 w 2076450"/>
                <a:gd name="connsiteY2" fmla="*/ 10 h 553694"/>
                <a:gd name="connsiteX3" fmla="*/ 1466850 w 2076450"/>
                <a:gd name="connsiteY3" fmla="*/ 450860 h 553694"/>
                <a:gd name="connsiteX4" fmla="*/ 2076450 w 2076450"/>
                <a:gd name="connsiteY4" fmla="*/ 552460 h 553694"/>
                <a:gd name="connsiteX0" fmla="*/ 0 w 2076450"/>
                <a:gd name="connsiteY0" fmla="*/ 552453 h 555210"/>
                <a:gd name="connsiteX1" fmla="*/ 635000 w 2076450"/>
                <a:gd name="connsiteY1" fmla="*/ 463553 h 555210"/>
                <a:gd name="connsiteX2" fmla="*/ 1104900 w 2076450"/>
                <a:gd name="connsiteY2" fmla="*/ 3 h 555210"/>
                <a:gd name="connsiteX3" fmla="*/ 1498600 w 2076450"/>
                <a:gd name="connsiteY3" fmla="*/ 469903 h 555210"/>
                <a:gd name="connsiteX4" fmla="*/ 2076450 w 2076450"/>
                <a:gd name="connsiteY4" fmla="*/ 552453 h 555210"/>
                <a:gd name="connsiteX0" fmla="*/ 0 w 2076450"/>
                <a:gd name="connsiteY0" fmla="*/ 552510 h 553235"/>
                <a:gd name="connsiteX1" fmla="*/ 635000 w 2076450"/>
                <a:gd name="connsiteY1" fmla="*/ 463610 h 553235"/>
                <a:gd name="connsiteX2" fmla="*/ 1104900 w 2076450"/>
                <a:gd name="connsiteY2" fmla="*/ 60 h 553235"/>
                <a:gd name="connsiteX3" fmla="*/ 1479550 w 2076450"/>
                <a:gd name="connsiteY3" fmla="*/ 431860 h 553235"/>
                <a:gd name="connsiteX4" fmla="*/ 2076450 w 2076450"/>
                <a:gd name="connsiteY4" fmla="*/ 552510 h 553235"/>
                <a:gd name="connsiteX0" fmla="*/ 0 w 2076450"/>
                <a:gd name="connsiteY0" fmla="*/ 552510 h 553991"/>
                <a:gd name="connsiteX1" fmla="*/ 635000 w 2076450"/>
                <a:gd name="connsiteY1" fmla="*/ 463610 h 553991"/>
                <a:gd name="connsiteX2" fmla="*/ 1104900 w 2076450"/>
                <a:gd name="connsiteY2" fmla="*/ 60 h 553991"/>
                <a:gd name="connsiteX3" fmla="*/ 1479550 w 2076450"/>
                <a:gd name="connsiteY3" fmla="*/ 431860 h 553991"/>
                <a:gd name="connsiteX4" fmla="*/ 2076450 w 2076450"/>
                <a:gd name="connsiteY4" fmla="*/ 552510 h 553991"/>
                <a:gd name="connsiteX0" fmla="*/ 0 w 2076450"/>
                <a:gd name="connsiteY0" fmla="*/ 552514 h 553995"/>
                <a:gd name="connsiteX1" fmla="*/ 635000 w 2076450"/>
                <a:gd name="connsiteY1" fmla="*/ 463614 h 553995"/>
                <a:gd name="connsiteX2" fmla="*/ 1104900 w 2076450"/>
                <a:gd name="connsiteY2" fmla="*/ 64 h 553995"/>
                <a:gd name="connsiteX3" fmla="*/ 1479550 w 2076450"/>
                <a:gd name="connsiteY3" fmla="*/ 431864 h 553995"/>
                <a:gd name="connsiteX4" fmla="*/ 2076450 w 2076450"/>
                <a:gd name="connsiteY4" fmla="*/ 552514 h 553995"/>
                <a:gd name="connsiteX0" fmla="*/ 0 w 2076450"/>
                <a:gd name="connsiteY0" fmla="*/ 552453 h 553934"/>
                <a:gd name="connsiteX1" fmla="*/ 635000 w 2076450"/>
                <a:gd name="connsiteY1" fmla="*/ 463553 h 553934"/>
                <a:gd name="connsiteX2" fmla="*/ 1104900 w 2076450"/>
                <a:gd name="connsiteY2" fmla="*/ 3 h 553934"/>
                <a:gd name="connsiteX3" fmla="*/ 1479550 w 2076450"/>
                <a:gd name="connsiteY3" fmla="*/ 431803 h 553934"/>
                <a:gd name="connsiteX4" fmla="*/ 2076450 w 2076450"/>
                <a:gd name="connsiteY4" fmla="*/ 552453 h 553934"/>
                <a:gd name="connsiteX0" fmla="*/ 0 w 2076450"/>
                <a:gd name="connsiteY0" fmla="*/ 552453 h 556896"/>
                <a:gd name="connsiteX1" fmla="*/ 635000 w 2076450"/>
                <a:gd name="connsiteY1" fmla="*/ 463553 h 556896"/>
                <a:gd name="connsiteX2" fmla="*/ 1104900 w 2076450"/>
                <a:gd name="connsiteY2" fmla="*/ 3 h 556896"/>
                <a:gd name="connsiteX3" fmla="*/ 1498600 w 2076450"/>
                <a:gd name="connsiteY3" fmla="*/ 457203 h 556896"/>
                <a:gd name="connsiteX4" fmla="*/ 2076450 w 2076450"/>
                <a:gd name="connsiteY4" fmla="*/ 552453 h 556896"/>
                <a:gd name="connsiteX0" fmla="*/ 0 w 2076450"/>
                <a:gd name="connsiteY0" fmla="*/ 552453 h 554014"/>
                <a:gd name="connsiteX1" fmla="*/ 635000 w 2076450"/>
                <a:gd name="connsiteY1" fmla="*/ 463553 h 554014"/>
                <a:gd name="connsiteX2" fmla="*/ 1098550 w 2076450"/>
                <a:gd name="connsiteY2" fmla="*/ 3 h 554014"/>
                <a:gd name="connsiteX3" fmla="*/ 1498600 w 2076450"/>
                <a:gd name="connsiteY3" fmla="*/ 457203 h 554014"/>
                <a:gd name="connsiteX4" fmla="*/ 2076450 w 2076450"/>
                <a:gd name="connsiteY4" fmla="*/ 552453 h 554014"/>
                <a:gd name="connsiteX0" fmla="*/ 0 w 2076450"/>
                <a:gd name="connsiteY0" fmla="*/ 552459 h 553693"/>
                <a:gd name="connsiteX1" fmla="*/ 635000 w 2076450"/>
                <a:gd name="connsiteY1" fmla="*/ 463559 h 553693"/>
                <a:gd name="connsiteX2" fmla="*/ 1098550 w 2076450"/>
                <a:gd name="connsiteY2" fmla="*/ 9 h 553693"/>
                <a:gd name="connsiteX3" fmla="*/ 1485900 w 2076450"/>
                <a:gd name="connsiteY3" fmla="*/ 450859 h 553693"/>
                <a:gd name="connsiteX4" fmla="*/ 2076450 w 2076450"/>
                <a:gd name="connsiteY4" fmla="*/ 552459 h 553693"/>
                <a:gd name="connsiteX0" fmla="*/ 0 w 2076450"/>
                <a:gd name="connsiteY0" fmla="*/ 552459 h 556763"/>
                <a:gd name="connsiteX1" fmla="*/ 635000 w 2076450"/>
                <a:gd name="connsiteY1" fmla="*/ 463559 h 556763"/>
                <a:gd name="connsiteX2" fmla="*/ 1098550 w 2076450"/>
                <a:gd name="connsiteY2" fmla="*/ 9 h 556763"/>
                <a:gd name="connsiteX3" fmla="*/ 1485900 w 2076450"/>
                <a:gd name="connsiteY3" fmla="*/ 450859 h 556763"/>
                <a:gd name="connsiteX4" fmla="*/ 2076450 w 2076450"/>
                <a:gd name="connsiteY4" fmla="*/ 555634 h 556763"/>
                <a:gd name="connsiteX0" fmla="*/ 0 w 2076450"/>
                <a:gd name="connsiteY0" fmla="*/ 552459 h 556011"/>
                <a:gd name="connsiteX1" fmla="*/ 635000 w 2076450"/>
                <a:gd name="connsiteY1" fmla="*/ 463559 h 556011"/>
                <a:gd name="connsiteX2" fmla="*/ 1098550 w 2076450"/>
                <a:gd name="connsiteY2" fmla="*/ 9 h 556011"/>
                <a:gd name="connsiteX3" fmla="*/ 1485900 w 2076450"/>
                <a:gd name="connsiteY3" fmla="*/ 450859 h 556011"/>
                <a:gd name="connsiteX4" fmla="*/ 2076450 w 2076450"/>
                <a:gd name="connsiteY4" fmla="*/ 555634 h 556011"/>
                <a:gd name="connsiteX0" fmla="*/ 0 w 1952625"/>
                <a:gd name="connsiteY0" fmla="*/ 555634 h 556011"/>
                <a:gd name="connsiteX1" fmla="*/ 511175 w 1952625"/>
                <a:gd name="connsiteY1" fmla="*/ 463559 h 556011"/>
                <a:gd name="connsiteX2" fmla="*/ 974725 w 1952625"/>
                <a:gd name="connsiteY2" fmla="*/ 9 h 556011"/>
                <a:gd name="connsiteX3" fmla="*/ 1362075 w 1952625"/>
                <a:gd name="connsiteY3" fmla="*/ 450859 h 556011"/>
                <a:gd name="connsiteX4" fmla="*/ 1952625 w 1952625"/>
                <a:gd name="connsiteY4" fmla="*/ 555634 h 556011"/>
                <a:gd name="connsiteX0" fmla="*/ 0 w 1952625"/>
                <a:gd name="connsiteY0" fmla="*/ 555634 h 556011"/>
                <a:gd name="connsiteX1" fmla="*/ 511175 w 1952625"/>
                <a:gd name="connsiteY1" fmla="*/ 463559 h 556011"/>
                <a:gd name="connsiteX2" fmla="*/ 974725 w 1952625"/>
                <a:gd name="connsiteY2" fmla="*/ 9 h 556011"/>
                <a:gd name="connsiteX3" fmla="*/ 1362075 w 1952625"/>
                <a:gd name="connsiteY3" fmla="*/ 450859 h 556011"/>
                <a:gd name="connsiteX4" fmla="*/ 1952625 w 1952625"/>
                <a:gd name="connsiteY4" fmla="*/ 555634 h 556011"/>
                <a:gd name="connsiteX0" fmla="*/ 0 w 1952625"/>
                <a:gd name="connsiteY0" fmla="*/ 555626 h 556003"/>
                <a:gd name="connsiteX1" fmla="*/ 492125 w 1952625"/>
                <a:gd name="connsiteY1" fmla="*/ 454026 h 556003"/>
                <a:gd name="connsiteX2" fmla="*/ 974725 w 1952625"/>
                <a:gd name="connsiteY2" fmla="*/ 1 h 556003"/>
                <a:gd name="connsiteX3" fmla="*/ 1362075 w 1952625"/>
                <a:gd name="connsiteY3" fmla="*/ 450851 h 556003"/>
                <a:gd name="connsiteX4" fmla="*/ 1952625 w 1952625"/>
                <a:gd name="connsiteY4" fmla="*/ 555626 h 556003"/>
                <a:gd name="connsiteX0" fmla="*/ 0 w 1952625"/>
                <a:gd name="connsiteY0" fmla="*/ 555627 h 555957"/>
                <a:gd name="connsiteX1" fmla="*/ 492125 w 1952625"/>
                <a:gd name="connsiteY1" fmla="*/ 454027 h 555957"/>
                <a:gd name="connsiteX2" fmla="*/ 974725 w 1952625"/>
                <a:gd name="connsiteY2" fmla="*/ 2 h 555957"/>
                <a:gd name="connsiteX3" fmla="*/ 1454150 w 1952625"/>
                <a:gd name="connsiteY3" fmla="*/ 447677 h 555957"/>
                <a:gd name="connsiteX4" fmla="*/ 1952625 w 1952625"/>
                <a:gd name="connsiteY4" fmla="*/ 555627 h 555957"/>
                <a:gd name="connsiteX0" fmla="*/ 0 w 1952625"/>
                <a:gd name="connsiteY0" fmla="*/ 555627 h 556133"/>
                <a:gd name="connsiteX1" fmla="*/ 492125 w 1952625"/>
                <a:gd name="connsiteY1" fmla="*/ 454027 h 556133"/>
                <a:gd name="connsiteX2" fmla="*/ 974725 w 1952625"/>
                <a:gd name="connsiteY2" fmla="*/ 2 h 556133"/>
                <a:gd name="connsiteX3" fmla="*/ 1454150 w 1952625"/>
                <a:gd name="connsiteY3" fmla="*/ 447677 h 556133"/>
                <a:gd name="connsiteX4" fmla="*/ 1952625 w 1952625"/>
                <a:gd name="connsiteY4" fmla="*/ 555627 h 556133"/>
                <a:gd name="connsiteX0" fmla="*/ 0 w 1952625"/>
                <a:gd name="connsiteY0" fmla="*/ 555627 h 556194"/>
                <a:gd name="connsiteX1" fmla="*/ 492125 w 1952625"/>
                <a:gd name="connsiteY1" fmla="*/ 454027 h 556194"/>
                <a:gd name="connsiteX2" fmla="*/ 974725 w 1952625"/>
                <a:gd name="connsiteY2" fmla="*/ 2 h 556194"/>
                <a:gd name="connsiteX3" fmla="*/ 1454150 w 1952625"/>
                <a:gd name="connsiteY3" fmla="*/ 447677 h 556194"/>
                <a:gd name="connsiteX4" fmla="*/ 1952625 w 1952625"/>
                <a:gd name="connsiteY4" fmla="*/ 555627 h 5561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52625" h="556194">
                  <a:moveTo>
                    <a:pt x="0" y="555627"/>
                  </a:moveTo>
                  <a:cubicBezTo>
                    <a:pt x="238125" y="557214"/>
                    <a:pt x="259821" y="562506"/>
                    <a:pt x="492125" y="454027"/>
                  </a:cubicBezTo>
                  <a:cubicBezTo>
                    <a:pt x="724429" y="345548"/>
                    <a:pt x="814388" y="1060"/>
                    <a:pt x="974725" y="2"/>
                  </a:cubicBezTo>
                  <a:cubicBezTo>
                    <a:pt x="1135062" y="-1056"/>
                    <a:pt x="1218142" y="345548"/>
                    <a:pt x="1454150" y="447677"/>
                  </a:cubicBezTo>
                  <a:cubicBezTo>
                    <a:pt x="1690158" y="549806"/>
                    <a:pt x="1711325" y="558802"/>
                    <a:pt x="1952625" y="555627"/>
                  </a:cubicBezTo>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2" name="组合 1">
            <a:extLst>
              <a:ext uri="{FF2B5EF4-FFF2-40B4-BE49-F238E27FC236}">
                <a16:creationId xmlns:a16="http://schemas.microsoft.com/office/drawing/2014/main" id="{48AF3291-E50A-5606-DF91-C5A472F7B6B2}"/>
              </a:ext>
            </a:extLst>
          </p:cNvPr>
          <p:cNvGrpSpPr/>
          <p:nvPr/>
        </p:nvGrpSpPr>
        <p:grpSpPr>
          <a:xfrm>
            <a:off x="2063903" y="4254499"/>
            <a:ext cx="1278644" cy="364214"/>
            <a:chOff x="3392497" y="4254499"/>
            <a:chExt cx="1278644" cy="364214"/>
          </a:xfrm>
        </p:grpSpPr>
        <p:sp>
          <p:nvSpPr>
            <p:cNvPr id="4" name="任意形状 3">
              <a:extLst>
                <a:ext uri="{FF2B5EF4-FFF2-40B4-BE49-F238E27FC236}">
                  <a16:creationId xmlns:a16="http://schemas.microsoft.com/office/drawing/2014/main" id="{FC8057E1-1424-9CAE-59C3-EDA4A1258E52}"/>
                </a:ext>
              </a:extLst>
            </p:cNvPr>
            <p:cNvSpPr/>
            <p:nvPr/>
          </p:nvSpPr>
          <p:spPr>
            <a:xfrm>
              <a:off x="3392498" y="4254499"/>
              <a:ext cx="1278643" cy="364214"/>
            </a:xfrm>
            <a:custGeom>
              <a:avLst/>
              <a:gdLst>
                <a:gd name="connsiteX0" fmla="*/ 0 w 2076450"/>
                <a:gd name="connsiteY0" fmla="*/ 514352 h 563845"/>
                <a:gd name="connsiteX1" fmla="*/ 584200 w 2076450"/>
                <a:gd name="connsiteY1" fmla="*/ 514352 h 563845"/>
                <a:gd name="connsiteX2" fmla="*/ 1104900 w 2076450"/>
                <a:gd name="connsiteY2" fmla="*/ 2 h 563845"/>
                <a:gd name="connsiteX3" fmla="*/ 1511300 w 2076450"/>
                <a:gd name="connsiteY3" fmla="*/ 508002 h 563845"/>
                <a:gd name="connsiteX4" fmla="*/ 2076450 w 2076450"/>
                <a:gd name="connsiteY4" fmla="*/ 552452 h 563845"/>
                <a:gd name="connsiteX0" fmla="*/ 0 w 2076450"/>
                <a:gd name="connsiteY0" fmla="*/ 552452 h 584518"/>
                <a:gd name="connsiteX1" fmla="*/ 584200 w 2076450"/>
                <a:gd name="connsiteY1" fmla="*/ 514352 h 584518"/>
                <a:gd name="connsiteX2" fmla="*/ 1104900 w 2076450"/>
                <a:gd name="connsiteY2" fmla="*/ 2 h 584518"/>
                <a:gd name="connsiteX3" fmla="*/ 1511300 w 2076450"/>
                <a:gd name="connsiteY3" fmla="*/ 508002 h 584518"/>
                <a:gd name="connsiteX4" fmla="*/ 2076450 w 2076450"/>
                <a:gd name="connsiteY4" fmla="*/ 552452 h 584518"/>
                <a:gd name="connsiteX0" fmla="*/ 0 w 2076450"/>
                <a:gd name="connsiteY0" fmla="*/ 552452 h 567630"/>
                <a:gd name="connsiteX1" fmla="*/ 584200 w 2076450"/>
                <a:gd name="connsiteY1" fmla="*/ 514352 h 567630"/>
                <a:gd name="connsiteX2" fmla="*/ 1104900 w 2076450"/>
                <a:gd name="connsiteY2" fmla="*/ 2 h 567630"/>
                <a:gd name="connsiteX3" fmla="*/ 1511300 w 2076450"/>
                <a:gd name="connsiteY3" fmla="*/ 508002 h 567630"/>
                <a:gd name="connsiteX4" fmla="*/ 2076450 w 2076450"/>
                <a:gd name="connsiteY4" fmla="*/ 552452 h 567630"/>
                <a:gd name="connsiteX0" fmla="*/ 0 w 2076450"/>
                <a:gd name="connsiteY0" fmla="*/ 552557 h 560371"/>
                <a:gd name="connsiteX1" fmla="*/ 635000 w 2076450"/>
                <a:gd name="connsiteY1" fmla="*/ 463657 h 560371"/>
                <a:gd name="connsiteX2" fmla="*/ 1104900 w 2076450"/>
                <a:gd name="connsiteY2" fmla="*/ 107 h 560371"/>
                <a:gd name="connsiteX3" fmla="*/ 1511300 w 2076450"/>
                <a:gd name="connsiteY3" fmla="*/ 508107 h 560371"/>
                <a:gd name="connsiteX4" fmla="*/ 2076450 w 2076450"/>
                <a:gd name="connsiteY4" fmla="*/ 552557 h 560371"/>
                <a:gd name="connsiteX0" fmla="*/ 0 w 2076450"/>
                <a:gd name="connsiteY0" fmla="*/ 552460 h 552460"/>
                <a:gd name="connsiteX1" fmla="*/ 635000 w 2076450"/>
                <a:gd name="connsiteY1" fmla="*/ 463560 h 552460"/>
                <a:gd name="connsiteX2" fmla="*/ 1104900 w 2076450"/>
                <a:gd name="connsiteY2" fmla="*/ 10 h 552460"/>
                <a:gd name="connsiteX3" fmla="*/ 1466850 w 2076450"/>
                <a:gd name="connsiteY3" fmla="*/ 450860 h 552460"/>
                <a:gd name="connsiteX4" fmla="*/ 2076450 w 2076450"/>
                <a:gd name="connsiteY4" fmla="*/ 552460 h 552460"/>
                <a:gd name="connsiteX0" fmla="*/ 0 w 2076450"/>
                <a:gd name="connsiteY0" fmla="*/ 552460 h 553694"/>
                <a:gd name="connsiteX1" fmla="*/ 635000 w 2076450"/>
                <a:gd name="connsiteY1" fmla="*/ 463560 h 553694"/>
                <a:gd name="connsiteX2" fmla="*/ 1104900 w 2076450"/>
                <a:gd name="connsiteY2" fmla="*/ 10 h 553694"/>
                <a:gd name="connsiteX3" fmla="*/ 1466850 w 2076450"/>
                <a:gd name="connsiteY3" fmla="*/ 450860 h 553694"/>
                <a:gd name="connsiteX4" fmla="*/ 2076450 w 2076450"/>
                <a:gd name="connsiteY4" fmla="*/ 552460 h 553694"/>
                <a:gd name="connsiteX0" fmla="*/ 0 w 2076450"/>
                <a:gd name="connsiteY0" fmla="*/ 552453 h 555210"/>
                <a:gd name="connsiteX1" fmla="*/ 635000 w 2076450"/>
                <a:gd name="connsiteY1" fmla="*/ 463553 h 555210"/>
                <a:gd name="connsiteX2" fmla="*/ 1104900 w 2076450"/>
                <a:gd name="connsiteY2" fmla="*/ 3 h 555210"/>
                <a:gd name="connsiteX3" fmla="*/ 1498600 w 2076450"/>
                <a:gd name="connsiteY3" fmla="*/ 469903 h 555210"/>
                <a:gd name="connsiteX4" fmla="*/ 2076450 w 2076450"/>
                <a:gd name="connsiteY4" fmla="*/ 552453 h 555210"/>
                <a:gd name="connsiteX0" fmla="*/ 0 w 2076450"/>
                <a:gd name="connsiteY0" fmla="*/ 552510 h 553235"/>
                <a:gd name="connsiteX1" fmla="*/ 635000 w 2076450"/>
                <a:gd name="connsiteY1" fmla="*/ 463610 h 553235"/>
                <a:gd name="connsiteX2" fmla="*/ 1104900 w 2076450"/>
                <a:gd name="connsiteY2" fmla="*/ 60 h 553235"/>
                <a:gd name="connsiteX3" fmla="*/ 1479550 w 2076450"/>
                <a:gd name="connsiteY3" fmla="*/ 431860 h 553235"/>
                <a:gd name="connsiteX4" fmla="*/ 2076450 w 2076450"/>
                <a:gd name="connsiteY4" fmla="*/ 552510 h 553235"/>
                <a:gd name="connsiteX0" fmla="*/ 0 w 2076450"/>
                <a:gd name="connsiteY0" fmla="*/ 552510 h 553991"/>
                <a:gd name="connsiteX1" fmla="*/ 635000 w 2076450"/>
                <a:gd name="connsiteY1" fmla="*/ 463610 h 553991"/>
                <a:gd name="connsiteX2" fmla="*/ 1104900 w 2076450"/>
                <a:gd name="connsiteY2" fmla="*/ 60 h 553991"/>
                <a:gd name="connsiteX3" fmla="*/ 1479550 w 2076450"/>
                <a:gd name="connsiteY3" fmla="*/ 431860 h 553991"/>
                <a:gd name="connsiteX4" fmla="*/ 2076450 w 2076450"/>
                <a:gd name="connsiteY4" fmla="*/ 552510 h 553991"/>
                <a:gd name="connsiteX0" fmla="*/ 0 w 2076450"/>
                <a:gd name="connsiteY0" fmla="*/ 552514 h 553995"/>
                <a:gd name="connsiteX1" fmla="*/ 635000 w 2076450"/>
                <a:gd name="connsiteY1" fmla="*/ 463614 h 553995"/>
                <a:gd name="connsiteX2" fmla="*/ 1104900 w 2076450"/>
                <a:gd name="connsiteY2" fmla="*/ 64 h 553995"/>
                <a:gd name="connsiteX3" fmla="*/ 1479550 w 2076450"/>
                <a:gd name="connsiteY3" fmla="*/ 431864 h 553995"/>
                <a:gd name="connsiteX4" fmla="*/ 2076450 w 2076450"/>
                <a:gd name="connsiteY4" fmla="*/ 552514 h 553995"/>
                <a:gd name="connsiteX0" fmla="*/ 0 w 2076450"/>
                <a:gd name="connsiteY0" fmla="*/ 552453 h 553934"/>
                <a:gd name="connsiteX1" fmla="*/ 635000 w 2076450"/>
                <a:gd name="connsiteY1" fmla="*/ 463553 h 553934"/>
                <a:gd name="connsiteX2" fmla="*/ 1104900 w 2076450"/>
                <a:gd name="connsiteY2" fmla="*/ 3 h 553934"/>
                <a:gd name="connsiteX3" fmla="*/ 1479550 w 2076450"/>
                <a:gd name="connsiteY3" fmla="*/ 431803 h 553934"/>
                <a:gd name="connsiteX4" fmla="*/ 2076450 w 2076450"/>
                <a:gd name="connsiteY4" fmla="*/ 552453 h 553934"/>
                <a:gd name="connsiteX0" fmla="*/ 0 w 2076450"/>
                <a:gd name="connsiteY0" fmla="*/ 552453 h 556896"/>
                <a:gd name="connsiteX1" fmla="*/ 635000 w 2076450"/>
                <a:gd name="connsiteY1" fmla="*/ 463553 h 556896"/>
                <a:gd name="connsiteX2" fmla="*/ 1104900 w 2076450"/>
                <a:gd name="connsiteY2" fmla="*/ 3 h 556896"/>
                <a:gd name="connsiteX3" fmla="*/ 1498600 w 2076450"/>
                <a:gd name="connsiteY3" fmla="*/ 457203 h 556896"/>
                <a:gd name="connsiteX4" fmla="*/ 2076450 w 2076450"/>
                <a:gd name="connsiteY4" fmla="*/ 552453 h 556896"/>
                <a:gd name="connsiteX0" fmla="*/ 0 w 2076450"/>
                <a:gd name="connsiteY0" fmla="*/ 552453 h 554014"/>
                <a:gd name="connsiteX1" fmla="*/ 635000 w 2076450"/>
                <a:gd name="connsiteY1" fmla="*/ 463553 h 554014"/>
                <a:gd name="connsiteX2" fmla="*/ 1098550 w 2076450"/>
                <a:gd name="connsiteY2" fmla="*/ 3 h 554014"/>
                <a:gd name="connsiteX3" fmla="*/ 1498600 w 2076450"/>
                <a:gd name="connsiteY3" fmla="*/ 457203 h 554014"/>
                <a:gd name="connsiteX4" fmla="*/ 2076450 w 2076450"/>
                <a:gd name="connsiteY4" fmla="*/ 552453 h 554014"/>
                <a:gd name="connsiteX0" fmla="*/ 0 w 2076450"/>
                <a:gd name="connsiteY0" fmla="*/ 552459 h 553693"/>
                <a:gd name="connsiteX1" fmla="*/ 635000 w 2076450"/>
                <a:gd name="connsiteY1" fmla="*/ 463559 h 553693"/>
                <a:gd name="connsiteX2" fmla="*/ 1098550 w 2076450"/>
                <a:gd name="connsiteY2" fmla="*/ 9 h 553693"/>
                <a:gd name="connsiteX3" fmla="*/ 1485900 w 2076450"/>
                <a:gd name="connsiteY3" fmla="*/ 450859 h 553693"/>
                <a:gd name="connsiteX4" fmla="*/ 2076450 w 2076450"/>
                <a:gd name="connsiteY4" fmla="*/ 552459 h 553693"/>
                <a:gd name="connsiteX0" fmla="*/ 0 w 2076450"/>
                <a:gd name="connsiteY0" fmla="*/ 552459 h 556763"/>
                <a:gd name="connsiteX1" fmla="*/ 635000 w 2076450"/>
                <a:gd name="connsiteY1" fmla="*/ 463559 h 556763"/>
                <a:gd name="connsiteX2" fmla="*/ 1098550 w 2076450"/>
                <a:gd name="connsiteY2" fmla="*/ 9 h 556763"/>
                <a:gd name="connsiteX3" fmla="*/ 1485900 w 2076450"/>
                <a:gd name="connsiteY3" fmla="*/ 450859 h 556763"/>
                <a:gd name="connsiteX4" fmla="*/ 2076450 w 2076450"/>
                <a:gd name="connsiteY4" fmla="*/ 555634 h 556763"/>
                <a:gd name="connsiteX0" fmla="*/ 0 w 2076450"/>
                <a:gd name="connsiteY0" fmla="*/ 552459 h 556011"/>
                <a:gd name="connsiteX1" fmla="*/ 635000 w 2076450"/>
                <a:gd name="connsiteY1" fmla="*/ 463559 h 556011"/>
                <a:gd name="connsiteX2" fmla="*/ 1098550 w 2076450"/>
                <a:gd name="connsiteY2" fmla="*/ 9 h 556011"/>
                <a:gd name="connsiteX3" fmla="*/ 1485900 w 2076450"/>
                <a:gd name="connsiteY3" fmla="*/ 450859 h 556011"/>
                <a:gd name="connsiteX4" fmla="*/ 2076450 w 2076450"/>
                <a:gd name="connsiteY4" fmla="*/ 555634 h 556011"/>
                <a:gd name="connsiteX0" fmla="*/ 0 w 1952625"/>
                <a:gd name="connsiteY0" fmla="*/ 555634 h 556011"/>
                <a:gd name="connsiteX1" fmla="*/ 511175 w 1952625"/>
                <a:gd name="connsiteY1" fmla="*/ 463559 h 556011"/>
                <a:gd name="connsiteX2" fmla="*/ 974725 w 1952625"/>
                <a:gd name="connsiteY2" fmla="*/ 9 h 556011"/>
                <a:gd name="connsiteX3" fmla="*/ 1362075 w 1952625"/>
                <a:gd name="connsiteY3" fmla="*/ 450859 h 556011"/>
                <a:gd name="connsiteX4" fmla="*/ 1952625 w 1952625"/>
                <a:gd name="connsiteY4" fmla="*/ 555634 h 556011"/>
                <a:gd name="connsiteX0" fmla="*/ 0 w 1952625"/>
                <a:gd name="connsiteY0" fmla="*/ 555634 h 556011"/>
                <a:gd name="connsiteX1" fmla="*/ 511175 w 1952625"/>
                <a:gd name="connsiteY1" fmla="*/ 463559 h 556011"/>
                <a:gd name="connsiteX2" fmla="*/ 974725 w 1952625"/>
                <a:gd name="connsiteY2" fmla="*/ 9 h 556011"/>
                <a:gd name="connsiteX3" fmla="*/ 1362075 w 1952625"/>
                <a:gd name="connsiteY3" fmla="*/ 450859 h 556011"/>
                <a:gd name="connsiteX4" fmla="*/ 1952625 w 1952625"/>
                <a:gd name="connsiteY4" fmla="*/ 555634 h 556011"/>
                <a:gd name="connsiteX0" fmla="*/ 0 w 1952625"/>
                <a:gd name="connsiteY0" fmla="*/ 555626 h 556003"/>
                <a:gd name="connsiteX1" fmla="*/ 492125 w 1952625"/>
                <a:gd name="connsiteY1" fmla="*/ 454026 h 556003"/>
                <a:gd name="connsiteX2" fmla="*/ 974725 w 1952625"/>
                <a:gd name="connsiteY2" fmla="*/ 1 h 556003"/>
                <a:gd name="connsiteX3" fmla="*/ 1362075 w 1952625"/>
                <a:gd name="connsiteY3" fmla="*/ 450851 h 556003"/>
                <a:gd name="connsiteX4" fmla="*/ 1952625 w 1952625"/>
                <a:gd name="connsiteY4" fmla="*/ 555626 h 556003"/>
                <a:gd name="connsiteX0" fmla="*/ 0 w 1952625"/>
                <a:gd name="connsiteY0" fmla="*/ 555627 h 555957"/>
                <a:gd name="connsiteX1" fmla="*/ 492125 w 1952625"/>
                <a:gd name="connsiteY1" fmla="*/ 454027 h 555957"/>
                <a:gd name="connsiteX2" fmla="*/ 974725 w 1952625"/>
                <a:gd name="connsiteY2" fmla="*/ 2 h 555957"/>
                <a:gd name="connsiteX3" fmla="*/ 1454150 w 1952625"/>
                <a:gd name="connsiteY3" fmla="*/ 447677 h 555957"/>
                <a:gd name="connsiteX4" fmla="*/ 1952625 w 1952625"/>
                <a:gd name="connsiteY4" fmla="*/ 555627 h 555957"/>
                <a:gd name="connsiteX0" fmla="*/ 0 w 1952625"/>
                <a:gd name="connsiteY0" fmla="*/ 555627 h 556133"/>
                <a:gd name="connsiteX1" fmla="*/ 492125 w 1952625"/>
                <a:gd name="connsiteY1" fmla="*/ 454027 h 556133"/>
                <a:gd name="connsiteX2" fmla="*/ 974725 w 1952625"/>
                <a:gd name="connsiteY2" fmla="*/ 2 h 556133"/>
                <a:gd name="connsiteX3" fmla="*/ 1454150 w 1952625"/>
                <a:gd name="connsiteY3" fmla="*/ 447677 h 556133"/>
                <a:gd name="connsiteX4" fmla="*/ 1952625 w 1952625"/>
                <a:gd name="connsiteY4" fmla="*/ 555627 h 556133"/>
                <a:gd name="connsiteX0" fmla="*/ 0 w 1952625"/>
                <a:gd name="connsiteY0" fmla="*/ 555627 h 556194"/>
                <a:gd name="connsiteX1" fmla="*/ 492125 w 1952625"/>
                <a:gd name="connsiteY1" fmla="*/ 454027 h 556194"/>
                <a:gd name="connsiteX2" fmla="*/ 974725 w 1952625"/>
                <a:gd name="connsiteY2" fmla="*/ 2 h 556194"/>
                <a:gd name="connsiteX3" fmla="*/ 1454150 w 1952625"/>
                <a:gd name="connsiteY3" fmla="*/ 447677 h 556194"/>
                <a:gd name="connsiteX4" fmla="*/ 1952625 w 1952625"/>
                <a:gd name="connsiteY4" fmla="*/ 555627 h 5561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52625" h="556194">
                  <a:moveTo>
                    <a:pt x="0" y="555627"/>
                  </a:moveTo>
                  <a:cubicBezTo>
                    <a:pt x="238125" y="557214"/>
                    <a:pt x="259821" y="562506"/>
                    <a:pt x="492125" y="454027"/>
                  </a:cubicBezTo>
                  <a:cubicBezTo>
                    <a:pt x="724429" y="345548"/>
                    <a:pt x="814388" y="1060"/>
                    <a:pt x="974725" y="2"/>
                  </a:cubicBezTo>
                  <a:cubicBezTo>
                    <a:pt x="1135062" y="-1056"/>
                    <a:pt x="1218142" y="345548"/>
                    <a:pt x="1454150" y="447677"/>
                  </a:cubicBezTo>
                  <a:cubicBezTo>
                    <a:pt x="1690158" y="549806"/>
                    <a:pt x="1711325" y="558802"/>
                    <a:pt x="1952625" y="555627"/>
                  </a:cubicBezTo>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任意形状 6">
              <a:extLst>
                <a:ext uri="{FF2B5EF4-FFF2-40B4-BE49-F238E27FC236}">
                  <a16:creationId xmlns:a16="http://schemas.microsoft.com/office/drawing/2014/main" id="{C5C3ACD7-C1EF-9F0F-3C32-ACBE12A32084}"/>
                </a:ext>
              </a:extLst>
            </p:cNvPr>
            <p:cNvSpPr/>
            <p:nvPr/>
          </p:nvSpPr>
          <p:spPr>
            <a:xfrm>
              <a:off x="3392497" y="4254499"/>
              <a:ext cx="1278643" cy="364214"/>
            </a:xfrm>
            <a:custGeom>
              <a:avLst/>
              <a:gdLst>
                <a:gd name="connsiteX0" fmla="*/ 0 w 2076450"/>
                <a:gd name="connsiteY0" fmla="*/ 514352 h 563845"/>
                <a:gd name="connsiteX1" fmla="*/ 584200 w 2076450"/>
                <a:gd name="connsiteY1" fmla="*/ 514352 h 563845"/>
                <a:gd name="connsiteX2" fmla="*/ 1104900 w 2076450"/>
                <a:gd name="connsiteY2" fmla="*/ 2 h 563845"/>
                <a:gd name="connsiteX3" fmla="*/ 1511300 w 2076450"/>
                <a:gd name="connsiteY3" fmla="*/ 508002 h 563845"/>
                <a:gd name="connsiteX4" fmla="*/ 2076450 w 2076450"/>
                <a:gd name="connsiteY4" fmla="*/ 552452 h 563845"/>
                <a:gd name="connsiteX0" fmla="*/ 0 w 2076450"/>
                <a:gd name="connsiteY0" fmla="*/ 552452 h 584518"/>
                <a:gd name="connsiteX1" fmla="*/ 584200 w 2076450"/>
                <a:gd name="connsiteY1" fmla="*/ 514352 h 584518"/>
                <a:gd name="connsiteX2" fmla="*/ 1104900 w 2076450"/>
                <a:gd name="connsiteY2" fmla="*/ 2 h 584518"/>
                <a:gd name="connsiteX3" fmla="*/ 1511300 w 2076450"/>
                <a:gd name="connsiteY3" fmla="*/ 508002 h 584518"/>
                <a:gd name="connsiteX4" fmla="*/ 2076450 w 2076450"/>
                <a:gd name="connsiteY4" fmla="*/ 552452 h 584518"/>
                <a:gd name="connsiteX0" fmla="*/ 0 w 2076450"/>
                <a:gd name="connsiteY0" fmla="*/ 552452 h 567630"/>
                <a:gd name="connsiteX1" fmla="*/ 584200 w 2076450"/>
                <a:gd name="connsiteY1" fmla="*/ 514352 h 567630"/>
                <a:gd name="connsiteX2" fmla="*/ 1104900 w 2076450"/>
                <a:gd name="connsiteY2" fmla="*/ 2 h 567630"/>
                <a:gd name="connsiteX3" fmla="*/ 1511300 w 2076450"/>
                <a:gd name="connsiteY3" fmla="*/ 508002 h 567630"/>
                <a:gd name="connsiteX4" fmla="*/ 2076450 w 2076450"/>
                <a:gd name="connsiteY4" fmla="*/ 552452 h 567630"/>
                <a:gd name="connsiteX0" fmla="*/ 0 w 2076450"/>
                <a:gd name="connsiteY0" fmla="*/ 552557 h 560371"/>
                <a:gd name="connsiteX1" fmla="*/ 635000 w 2076450"/>
                <a:gd name="connsiteY1" fmla="*/ 463657 h 560371"/>
                <a:gd name="connsiteX2" fmla="*/ 1104900 w 2076450"/>
                <a:gd name="connsiteY2" fmla="*/ 107 h 560371"/>
                <a:gd name="connsiteX3" fmla="*/ 1511300 w 2076450"/>
                <a:gd name="connsiteY3" fmla="*/ 508107 h 560371"/>
                <a:gd name="connsiteX4" fmla="*/ 2076450 w 2076450"/>
                <a:gd name="connsiteY4" fmla="*/ 552557 h 560371"/>
                <a:gd name="connsiteX0" fmla="*/ 0 w 2076450"/>
                <a:gd name="connsiteY0" fmla="*/ 552460 h 552460"/>
                <a:gd name="connsiteX1" fmla="*/ 635000 w 2076450"/>
                <a:gd name="connsiteY1" fmla="*/ 463560 h 552460"/>
                <a:gd name="connsiteX2" fmla="*/ 1104900 w 2076450"/>
                <a:gd name="connsiteY2" fmla="*/ 10 h 552460"/>
                <a:gd name="connsiteX3" fmla="*/ 1466850 w 2076450"/>
                <a:gd name="connsiteY3" fmla="*/ 450860 h 552460"/>
                <a:gd name="connsiteX4" fmla="*/ 2076450 w 2076450"/>
                <a:gd name="connsiteY4" fmla="*/ 552460 h 552460"/>
                <a:gd name="connsiteX0" fmla="*/ 0 w 2076450"/>
                <a:gd name="connsiteY0" fmla="*/ 552460 h 553694"/>
                <a:gd name="connsiteX1" fmla="*/ 635000 w 2076450"/>
                <a:gd name="connsiteY1" fmla="*/ 463560 h 553694"/>
                <a:gd name="connsiteX2" fmla="*/ 1104900 w 2076450"/>
                <a:gd name="connsiteY2" fmla="*/ 10 h 553694"/>
                <a:gd name="connsiteX3" fmla="*/ 1466850 w 2076450"/>
                <a:gd name="connsiteY3" fmla="*/ 450860 h 553694"/>
                <a:gd name="connsiteX4" fmla="*/ 2076450 w 2076450"/>
                <a:gd name="connsiteY4" fmla="*/ 552460 h 553694"/>
                <a:gd name="connsiteX0" fmla="*/ 0 w 2076450"/>
                <a:gd name="connsiteY0" fmla="*/ 552453 h 555210"/>
                <a:gd name="connsiteX1" fmla="*/ 635000 w 2076450"/>
                <a:gd name="connsiteY1" fmla="*/ 463553 h 555210"/>
                <a:gd name="connsiteX2" fmla="*/ 1104900 w 2076450"/>
                <a:gd name="connsiteY2" fmla="*/ 3 h 555210"/>
                <a:gd name="connsiteX3" fmla="*/ 1498600 w 2076450"/>
                <a:gd name="connsiteY3" fmla="*/ 469903 h 555210"/>
                <a:gd name="connsiteX4" fmla="*/ 2076450 w 2076450"/>
                <a:gd name="connsiteY4" fmla="*/ 552453 h 555210"/>
                <a:gd name="connsiteX0" fmla="*/ 0 w 2076450"/>
                <a:gd name="connsiteY0" fmla="*/ 552510 h 553235"/>
                <a:gd name="connsiteX1" fmla="*/ 635000 w 2076450"/>
                <a:gd name="connsiteY1" fmla="*/ 463610 h 553235"/>
                <a:gd name="connsiteX2" fmla="*/ 1104900 w 2076450"/>
                <a:gd name="connsiteY2" fmla="*/ 60 h 553235"/>
                <a:gd name="connsiteX3" fmla="*/ 1479550 w 2076450"/>
                <a:gd name="connsiteY3" fmla="*/ 431860 h 553235"/>
                <a:gd name="connsiteX4" fmla="*/ 2076450 w 2076450"/>
                <a:gd name="connsiteY4" fmla="*/ 552510 h 553235"/>
                <a:gd name="connsiteX0" fmla="*/ 0 w 2076450"/>
                <a:gd name="connsiteY0" fmla="*/ 552510 h 553991"/>
                <a:gd name="connsiteX1" fmla="*/ 635000 w 2076450"/>
                <a:gd name="connsiteY1" fmla="*/ 463610 h 553991"/>
                <a:gd name="connsiteX2" fmla="*/ 1104900 w 2076450"/>
                <a:gd name="connsiteY2" fmla="*/ 60 h 553991"/>
                <a:gd name="connsiteX3" fmla="*/ 1479550 w 2076450"/>
                <a:gd name="connsiteY3" fmla="*/ 431860 h 553991"/>
                <a:gd name="connsiteX4" fmla="*/ 2076450 w 2076450"/>
                <a:gd name="connsiteY4" fmla="*/ 552510 h 553991"/>
                <a:gd name="connsiteX0" fmla="*/ 0 w 2076450"/>
                <a:gd name="connsiteY0" fmla="*/ 552514 h 553995"/>
                <a:gd name="connsiteX1" fmla="*/ 635000 w 2076450"/>
                <a:gd name="connsiteY1" fmla="*/ 463614 h 553995"/>
                <a:gd name="connsiteX2" fmla="*/ 1104900 w 2076450"/>
                <a:gd name="connsiteY2" fmla="*/ 64 h 553995"/>
                <a:gd name="connsiteX3" fmla="*/ 1479550 w 2076450"/>
                <a:gd name="connsiteY3" fmla="*/ 431864 h 553995"/>
                <a:gd name="connsiteX4" fmla="*/ 2076450 w 2076450"/>
                <a:gd name="connsiteY4" fmla="*/ 552514 h 553995"/>
                <a:gd name="connsiteX0" fmla="*/ 0 w 2076450"/>
                <a:gd name="connsiteY0" fmla="*/ 552453 h 553934"/>
                <a:gd name="connsiteX1" fmla="*/ 635000 w 2076450"/>
                <a:gd name="connsiteY1" fmla="*/ 463553 h 553934"/>
                <a:gd name="connsiteX2" fmla="*/ 1104900 w 2076450"/>
                <a:gd name="connsiteY2" fmla="*/ 3 h 553934"/>
                <a:gd name="connsiteX3" fmla="*/ 1479550 w 2076450"/>
                <a:gd name="connsiteY3" fmla="*/ 431803 h 553934"/>
                <a:gd name="connsiteX4" fmla="*/ 2076450 w 2076450"/>
                <a:gd name="connsiteY4" fmla="*/ 552453 h 553934"/>
                <a:gd name="connsiteX0" fmla="*/ 0 w 2076450"/>
                <a:gd name="connsiteY0" fmla="*/ 552453 h 556896"/>
                <a:gd name="connsiteX1" fmla="*/ 635000 w 2076450"/>
                <a:gd name="connsiteY1" fmla="*/ 463553 h 556896"/>
                <a:gd name="connsiteX2" fmla="*/ 1104900 w 2076450"/>
                <a:gd name="connsiteY2" fmla="*/ 3 h 556896"/>
                <a:gd name="connsiteX3" fmla="*/ 1498600 w 2076450"/>
                <a:gd name="connsiteY3" fmla="*/ 457203 h 556896"/>
                <a:gd name="connsiteX4" fmla="*/ 2076450 w 2076450"/>
                <a:gd name="connsiteY4" fmla="*/ 552453 h 556896"/>
                <a:gd name="connsiteX0" fmla="*/ 0 w 2076450"/>
                <a:gd name="connsiteY0" fmla="*/ 552453 h 554014"/>
                <a:gd name="connsiteX1" fmla="*/ 635000 w 2076450"/>
                <a:gd name="connsiteY1" fmla="*/ 463553 h 554014"/>
                <a:gd name="connsiteX2" fmla="*/ 1098550 w 2076450"/>
                <a:gd name="connsiteY2" fmla="*/ 3 h 554014"/>
                <a:gd name="connsiteX3" fmla="*/ 1498600 w 2076450"/>
                <a:gd name="connsiteY3" fmla="*/ 457203 h 554014"/>
                <a:gd name="connsiteX4" fmla="*/ 2076450 w 2076450"/>
                <a:gd name="connsiteY4" fmla="*/ 552453 h 554014"/>
                <a:gd name="connsiteX0" fmla="*/ 0 w 2076450"/>
                <a:gd name="connsiteY0" fmla="*/ 552459 h 553693"/>
                <a:gd name="connsiteX1" fmla="*/ 635000 w 2076450"/>
                <a:gd name="connsiteY1" fmla="*/ 463559 h 553693"/>
                <a:gd name="connsiteX2" fmla="*/ 1098550 w 2076450"/>
                <a:gd name="connsiteY2" fmla="*/ 9 h 553693"/>
                <a:gd name="connsiteX3" fmla="*/ 1485900 w 2076450"/>
                <a:gd name="connsiteY3" fmla="*/ 450859 h 553693"/>
                <a:gd name="connsiteX4" fmla="*/ 2076450 w 2076450"/>
                <a:gd name="connsiteY4" fmla="*/ 552459 h 553693"/>
                <a:gd name="connsiteX0" fmla="*/ 0 w 2076450"/>
                <a:gd name="connsiteY0" fmla="*/ 552459 h 556763"/>
                <a:gd name="connsiteX1" fmla="*/ 635000 w 2076450"/>
                <a:gd name="connsiteY1" fmla="*/ 463559 h 556763"/>
                <a:gd name="connsiteX2" fmla="*/ 1098550 w 2076450"/>
                <a:gd name="connsiteY2" fmla="*/ 9 h 556763"/>
                <a:gd name="connsiteX3" fmla="*/ 1485900 w 2076450"/>
                <a:gd name="connsiteY3" fmla="*/ 450859 h 556763"/>
                <a:gd name="connsiteX4" fmla="*/ 2076450 w 2076450"/>
                <a:gd name="connsiteY4" fmla="*/ 555634 h 556763"/>
                <a:gd name="connsiteX0" fmla="*/ 0 w 2076450"/>
                <a:gd name="connsiteY0" fmla="*/ 552459 h 556011"/>
                <a:gd name="connsiteX1" fmla="*/ 635000 w 2076450"/>
                <a:gd name="connsiteY1" fmla="*/ 463559 h 556011"/>
                <a:gd name="connsiteX2" fmla="*/ 1098550 w 2076450"/>
                <a:gd name="connsiteY2" fmla="*/ 9 h 556011"/>
                <a:gd name="connsiteX3" fmla="*/ 1485900 w 2076450"/>
                <a:gd name="connsiteY3" fmla="*/ 450859 h 556011"/>
                <a:gd name="connsiteX4" fmla="*/ 2076450 w 2076450"/>
                <a:gd name="connsiteY4" fmla="*/ 555634 h 556011"/>
                <a:gd name="connsiteX0" fmla="*/ 0 w 1952625"/>
                <a:gd name="connsiteY0" fmla="*/ 555634 h 556011"/>
                <a:gd name="connsiteX1" fmla="*/ 511175 w 1952625"/>
                <a:gd name="connsiteY1" fmla="*/ 463559 h 556011"/>
                <a:gd name="connsiteX2" fmla="*/ 974725 w 1952625"/>
                <a:gd name="connsiteY2" fmla="*/ 9 h 556011"/>
                <a:gd name="connsiteX3" fmla="*/ 1362075 w 1952625"/>
                <a:gd name="connsiteY3" fmla="*/ 450859 h 556011"/>
                <a:gd name="connsiteX4" fmla="*/ 1952625 w 1952625"/>
                <a:gd name="connsiteY4" fmla="*/ 555634 h 556011"/>
                <a:gd name="connsiteX0" fmla="*/ 0 w 1952625"/>
                <a:gd name="connsiteY0" fmla="*/ 555634 h 556011"/>
                <a:gd name="connsiteX1" fmla="*/ 511175 w 1952625"/>
                <a:gd name="connsiteY1" fmla="*/ 463559 h 556011"/>
                <a:gd name="connsiteX2" fmla="*/ 974725 w 1952625"/>
                <a:gd name="connsiteY2" fmla="*/ 9 h 556011"/>
                <a:gd name="connsiteX3" fmla="*/ 1362075 w 1952625"/>
                <a:gd name="connsiteY3" fmla="*/ 450859 h 556011"/>
                <a:gd name="connsiteX4" fmla="*/ 1952625 w 1952625"/>
                <a:gd name="connsiteY4" fmla="*/ 555634 h 556011"/>
                <a:gd name="connsiteX0" fmla="*/ 0 w 1952625"/>
                <a:gd name="connsiteY0" fmla="*/ 555626 h 556003"/>
                <a:gd name="connsiteX1" fmla="*/ 492125 w 1952625"/>
                <a:gd name="connsiteY1" fmla="*/ 454026 h 556003"/>
                <a:gd name="connsiteX2" fmla="*/ 974725 w 1952625"/>
                <a:gd name="connsiteY2" fmla="*/ 1 h 556003"/>
                <a:gd name="connsiteX3" fmla="*/ 1362075 w 1952625"/>
                <a:gd name="connsiteY3" fmla="*/ 450851 h 556003"/>
                <a:gd name="connsiteX4" fmla="*/ 1952625 w 1952625"/>
                <a:gd name="connsiteY4" fmla="*/ 555626 h 556003"/>
                <a:gd name="connsiteX0" fmla="*/ 0 w 1952625"/>
                <a:gd name="connsiteY0" fmla="*/ 555627 h 555957"/>
                <a:gd name="connsiteX1" fmla="*/ 492125 w 1952625"/>
                <a:gd name="connsiteY1" fmla="*/ 454027 h 555957"/>
                <a:gd name="connsiteX2" fmla="*/ 974725 w 1952625"/>
                <a:gd name="connsiteY2" fmla="*/ 2 h 555957"/>
                <a:gd name="connsiteX3" fmla="*/ 1454150 w 1952625"/>
                <a:gd name="connsiteY3" fmla="*/ 447677 h 555957"/>
                <a:gd name="connsiteX4" fmla="*/ 1952625 w 1952625"/>
                <a:gd name="connsiteY4" fmla="*/ 555627 h 555957"/>
                <a:gd name="connsiteX0" fmla="*/ 0 w 1952625"/>
                <a:gd name="connsiteY0" fmla="*/ 555627 h 556133"/>
                <a:gd name="connsiteX1" fmla="*/ 492125 w 1952625"/>
                <a:gd name="connsiteY1" fmla="*/ 454027 h 556133"/>
                <a:gd name="connsiteX2" fmla="*/ 974725 w 1952625"/>
                <a:gd name="connsiteY2" fmla="*/ 2 h 556133"/>
                <a:gd name="connsiteX3" fmla="*/ 1454150 w 1952625"/>
                <a:gd name="connsiteY3" fmla="*/ 447677 h 556133"/>
                <a:gd name="connsiteX4" fmla="*/ 1952625 w 1952625"/>
                <a:gd name="connsiteY4" fmla="*/ 555627 h 556133"/>
                <a:gd name="connsiteX0" fmla="*/ 0 w 1952625"/>
                <a:gd name="connsiteY0" fmla="*/ 555627 h 556194"/>
                <a:gd name="connsiteX1" fmla="*/ 492125 w 1952625"/>
                <a:gd name="connsiteY1" fmla="*/ 454027 h 556194"/>
                <a:gd name="connsiteX2" fmla="*/ 974725 w 1952625"/>
                <a:gd name="connsiteY2" fmla="*/ 2 h 556194"/>
                <a:gd name="connsiteX3" fmla="*/ 1454150 w 1952625"/>
                <a:gd name="connsiteY3" fmla="*/ 447677 h 556194"/>
                <a:gd name="connsiteX4" fmla="*/ 1952625 w 1952625"/>
                <a:gd name="connsiteY4" fmla="*/ 555627 h 5561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52625" h="556194">
                  <a:moveTo>
                    <a:pt x="0" y="555627"/>
                  </a:moveTo>
                  <a:cubicBezTo>
                    <a:pt x="238125" y="557214"/>
                    <a:pt x="259821" y="562506"/>
                    <a:pt x="492125" y="454027"/>
                  </a:cubicBezTo>
                  <a:cubicBezTo>
                    <a:pt x="724429" y="345548"/>
                    <a:pt x="814388" y="1060"/>
                    <a:pt x="974725" y="2"/>
                  </a:cubicBezTo>
                  <a:cubicBezTo>
                    <a:pt x="1135062" y="-1056"/>
                    <a:pt x="1218142" y="345548"/>
                    <a:pt x="1454150" y="447677"/>
                  </a:cubicBezTo>
                  <a:cubicBezTo>
                    <a:pt x="1690158" y="549806"/>
                    <a:pt x="1711325" y="558802"/>
                    <a:pt x="1952625" y="555627"/>
                  </a:cubicBezTo>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8" name="组合 7">
            <a:extLst>
              <a:ext uri="{FF2B5EF4-FFF2-40B4-BE49-F238E27FC236}">
                <a16:creationId xmlns:a16="http://schemas.microsoft.com/office/drawing/2014/main" id="{37AD93F6-A802-46C3-0ADC-A0D6678C28A7}"/>
              </a:ext>
            </a:extLst>
          </p:cNvPr>
          <p:cNvGrpSpPr/>
          <p:nvPr/>
        </p:nvGrpSpPr>
        <p:grpSpPr>
          <a:xfrm>
            <a:off x="7058890" y="4254499"/>
            <a:ext cx="1278644" cy="364214"/>
            <a:chOff x="3392497" y="4254499"/>
            <a:chExt cx="1278644" cy="364214"/>
          </a:xfrm>
        </p:grpSpPr>
        <p:sp>
          <p:nvSpPr>
            <p:cNvPr id="9" name="任意形状 8">
              <a:extLst>
                <a:ext uri="{FF2B5EF4-FFF2-40B4-BE49-F238E27FC236}">
                  <a16:creationId xmlns:a16="http://schemas.microsoft.com/office/drawing/2014/main" id="{5D205A1D-210B-D909-893D-93C77989A1A0}"/>
                </a:ext>
              </a:extLst>
            </p:cNvPr>
            <p:cNvSpPr/>
            <p:nvPr/>
          </p:nvSpPr>
          <p:spPr>
            <a:xfrm>
              <a:off x="3392498" y="4254499"/>
              <a:ext cx="1278643" cy="364214"/>
            </a:xfrm>
            <a:custGeom>
              <a:avLst/>
              <a:gdLst>
                <a:gd name="connsiteX0" fmla="*/ 0 w 2076450"/>
                <a:gd name="connsiteY0" fmla="*/ 514352 h 563845"/>
                <a:gd name="connsiteX1" fmla="*/ 584200 w 2076450"/>
                <a:gd name="connsiteY1" fmla="*/ 514352 h 563845"/>
                <a:gd name="connsiteX2" fmla="*/ 1104900 w 2076450"/>
                <a:gd name="connsiteY2" fmla="*/ 2 h 563845"/>
                <a:gd name="connsiteX3" fmla="*/ 1511300 w 2076450"/>
                <a:gd name="connsiteY3" fmla="*/ 508002 h 563845"/>
                <a:gd name="connsiteX4" fmla="*/ 2076450 w 2076450"/>
                <a:gd name="connsiteY4" fmla="*/ 552452 h 563845"/>
                <a:gd name="connsiteX0" fmla="*/ 0 w 2076450"/>
                <a:gd name="connsiteY0" fmla="*/ 552452 h 584518"/>
                <a:gd name="connsiteX1" fmla="*/ 584200 w 2076450"/>
                <a:gd name="connsiteY1" fmla="*/ 514352 h 584518"/>
                <a:gd name="connsiteX2" fmla="*/ 1104900 w 2076450"/>
                <a:gd name="connsiteY2" fmla="*/ 2 h 584518"/>
                <a:gd name="connsiteX3" fmla="*/ 1511300 w 2076450"/>
                <a:gd name="connsiteY3" fmla="*/ 508002 h 584518"/>
                <a:gd name="connsiteX4" fmla="*/ 2076450 w 2076450"/>
                <a:gd name="connsiteY4" fmla="*/ 552452 h 584518"/>
                <a:gd name="connsiteX0" fmla="*/ 0 w 2076450"/>
                <a:gd name="connsiteY0" fmla="*/ 552452 h 567630"/>
                <a:gd name="connsiteX1" fmla="*/ 584200 w 2076450"/>
                <a:gd name="connsiteY1" fmla="*/ 514352 h 567630"/>
                <a:gd name="connsiteX2" fmla="*/ 1104900 w 2076450"/>
                <a:gd name="connsiteY2" fmla="*/ 2 h 567630"/>
                <a:gd name="connsiteX3" fmla="*/ 1511300 w 2076450"/>
                <a:gd name="connsiteY3" fmla="*/ 508002 h 567630"/>
                <a:gd name="connsiteX4" fmla="*/ 2076450 w 2076450"/>
                <a:gd name="connsiteY4" fmla="*/ 552452 h 567630"/>
                <a:gd name="connsiteX0" fmla="*/ 0 w 2076450"/>
                <a:gd name="connsiteY0" fmla="*/ 552557 h 560371"/>
                <a:gd name="connsiteX1" fmla="*/ 635000 w 2076450"/>
                <a:gd name="connsiteY1" fmla="*/ 463657 h 560371"/>
                <a:gd name="connsiteX2" fmla="*/ 1104900 w 2076450"/>
                <a:gd name="connsiteY2" fmla="*/ 107 h 560371"/>
                <a:gd name="connsiteX3" fmla="*/ 1511300 w 2076450"/>
                <a:gd name="connsiteY3" fmla="*/ 508107 h 560371"/>
                <a:gd name="connsiteX4" fmla="*/ 2076450 w 2076450"/>
                <a:gd name="connsiteY4" fmla="*/ 552557 h 560371"/>
                <a:gd name="connsiteX0" fmla="*/ 0 w 2076450"/>
                <a:gd name="connsiteY0" fmla="*/ 552460 h 552460"/>
                <a:gd name="connsiteX1" fmla="*/ 635000 w 2076450"/>
                <a:gd name="connsiteY1" fmla="*/ 463560 h 552460"/>
                <a:gd name="connsiteX2" fmla="*/ 1104900 w 2076450"/>
                <a:gd name="connsiteY2" fmla="*/ 10 h 552460"/>
                <a:gd name="connsiteX3" fmla="*/ 1466850 w 2076450"/>
                <a:gd name="connsiteY3" fmla="*/ 450860 h 552460"/>
                <a:gd name="connsiteX4" fmla="*/ 2076450 w 2076450"/>
                <a:gd name="connsiteY4" fmla="*/ 552460 h 552460"/>
                <a:gd name="connsiteX0" fmla="*/ 0 w 2076450"/>
                <a:gd name="connsiteY0" fmla="*/ 552460 h 553694"/>
                <a:gd name="connsiteX1" fmla="*/ 635000 w 2076450"/>
                <a:gd name="connsiteY1" fmla="*/ 463560 h 553694"/>
                <a:gd name="connsiteX2" fmla="*/ 1104900 w 2076450"/>
                <a:gd name="connsiteY2" fmla="*/ 10 h 553694"/>
                <a:gd name="connsiteX3" fmla="*/ 1466850 w 2076450"/>
                <a:gd name="connsiteY3" fmla="*/ 450860 h 553694"/>
                <a:gd name="connsiteX4" fmla="*/ 2076450 w 2076450"/>
                <a:gd name="connsiteY4" fmla="*/ 552460 h 553694"/>
                <a:gd name="connsiteX0" fmla="*/ 0 w 2076450"/>
                <a:gd name="connsiteY0" fmla="*/ 552453 h 555210"/>
                <a:gd name="connsiteX1" fmla="*/ 635000 w 2076450"/>
                <a:gd name="connsiteY1" fmla="*/ 463553 h 555210"/>
                <a:gd name="connsiteX2" fmla="*/ 1104900 w 2076450"/>
                <a:gd name="connsiteY2" fmla="*/ 3 h 555210"/>
                <a:gd name="connsiteX3" fmla="*/ 1498600 w 2076450"/>
                <a:gd name="connsiteY3" fmla="*/ 469903 h 555210"/>
                <a:gd name="connsiteX4" fmla="*/ 2076450 w 2076450"/>
                <a:gd name="connsiteY4" fmla="*/ 552453 h 555210"/>
                <a:gd name="connsiteX0" fmla="*/ 0 w 2076450"/>
                <a:gd name="connsiteY0" fmla="*/ 552510 h 553235"/>
                <a:gd name="connsiteX1" fmla="*/ 635000 w 2076450"/>
                <a:gd name="connsiteY1" fmla="*/ 463610 h 553235"/>
                <a:gd name="connsiteX2" fmla="*/ 1104900 w 2076450"/>
                <a:gd name="connsiteY2" fmla="*/ 60 h 553235"/>
                <a:gd name="connsiteX3" fmla="*/ 1479550 w 2076450"/>
                <a:gd name="connsiteY3" fmla="*/ 431860 h 553235"/>
                <a:gd name="connsiteX4" fmla="*/ 2076450 w 2076450"/>
                <a:gd name="connsiteY4" fmla="*/ 552510 h 553235"/>
                <a:gd name="connsiteX0" fmla="*/ 0 w 2076450"/>
                <a:gd name="connsiteY0" fmla="*/ 552510 h 553991"/>
                <a:gd name="connsiteX1" fmla="*/ 635000 w 2076450"/>
                <a:gd name="connsiteY1" fmla="*/ 463610 h 553991"/>
                <a:gd name="connsiteX2" fmla="*/ 1104900 w 2076450"/>
                <a:gd name="connsiteY2" fmla="*/ 60 h 553991"/>
                <a:gd name="connsiteX3" fmla="*/ 1479550 w 2076450"/>
                <a:gd name="connsiteY3" fmla="*/ 431860 h 553991"/>
                <a:gd name="connsiteX4" fmla="*/ 2076450 w 2076450"/>
                <a:gd name="connsiteY4" fmla="*/ 552510 h 553991"/>
                <a:gd name="connsiteX0" fmla="*/ 0 w 2076450"/>
                <a:gd name="connsiteY0" fmla="*/ 552514 h 553995"/>
                <a:gd name="connsiteX1" fmla="*/ 635000 w 2076450"/>
                <a:gd name="connsiteY1" fmla="*/ 463614 h 553995"/>
                <a:gd name="connsiteX2" fmla="*/ 1104900 w 2076450"/>
                <a:gd name="connsiteY2" fmla="*/ 64 h 553995"/>
                <a:gd name="connsiteX3" fmla="*/ 1479550 w 2076450"/>
                <a:gd name="connsiteY3" fmla="*/ 431864 h 553995"/>
                <a:gd name="connsiteX4" fmla="*/ 2076450 w 2076450"/>
                <a:gd name="connsiteY4" fmla="*/ 552514 h 553995"/>
                <a:gd name="connsiteX0" fmla="*/ 0 w 2076450"/>
                <a:gd name="connsiteY0" fmla="*/ 552453 h 553934"/>
                <a:gd name="connsiteX1" fmla="*/ 635000 w 2076450"/>
                <a:gd name="connsiteY1" fmla="*/ 463553 h 553934"/>
                <a:gd name="connsiteX2" fmla="*/ 1104900 w 2076450"/>
                <a:gd name="connsiteY2" fmla="*/ 3 h 553934"/>
                <a:gd name="connsiteX3" fmla="*/ 1479550 w 2076450"/>
                <a:gd name="connsiteY3" fmla="*/ 431803 h 553934"/>
                <a:gd name="connsiteX4" fmla="*/ 2076450 w 2076450"/>
                <a:gd name="connsiteY4" fmla="*/ 552453 h 553934"/>
                <a:gd name="connsiteX0" fmla="*/ 0 w 2076450"/>
                <a:gd name="connsiteY0" fmla="*/ 552453 h 556896"/>
                <a:gd name="connsiteX1" fmla="*/ 635000 w 2076450"/>
                <a:gd name="connsiteY1" fmla="*/ 463553 h 556896"/>
                <a:gd name="connsiteX2" fmla="*/ 1104900 w 2076450"/>
                <a:gd name="connsiteY2" fmla="*/ 3 h 556896"/>
                <a:gd name="connsiteX3" fmla="*/ 1498600 w 2076450"/>
                <a:gd name="connsiteY3" fmla="*/ 457203 h 556896"/>
                <a:gd name="connsiteX4" fmla="*/ 2076450 w 2076450"/>
                <a:gd name="connsiteY4" fmla="*/ 552453 h 556896"/>
                <a:gd name="connsiteX0" fmla="*/ 0 w 2076450"/>
                <a:gd name="connsiteY0" fmla="*/ 552453 h 554014"/>
                <a:gd name="connsiteX1" fmla="*/ 635000 w 2076450"/>
                <a:gd name="connsiteY1" fmla="*/ 463553 h 554014"/>
                <a:gd name="connsiteX2" fmla="*/ 1098550 w 2076450"/>
                <a:gd name="connsiteY2" fmla="*/ 3 h 554014"/>
                <a:gd name="connsiteX3" fmla="*/ 1498600 w 2076450"/>
                <a:gd name="connsiteY3" fmla="*/ 457203 h 554014"/>
                <a:gd name="connsiteX4" fmla="*/ 2076450 w 2076450"/>
                <a:gd name="connsiteY4" fmla="*/ 552453 h 554014"/>
                <a:gd name="connsiteX0" fmla="*/ 0 w 2076450"/>
                <a:gd name="connsiteY0" fmla="*/ 552459 h 553693"/>
                <a:gd name="connsiteX1" fmla="*/ 635000 w 2076450"/>
                <a:gd name="connsiteY1" fmla="*/ 463559 h 553693"/>
                <a:gd name="connsiteX2" fmla="*/ 1098550 w 2076450"/>
                <a:gd name="connsiteY2" fmla="*/ 9 h 553693"/>
                <a:gd name="connsiteX3" fmla="*/ 1485900 w 2076450"/>
                <a:gd name="connsiteY3" fmla="*/ 450859 h 553693"/>
                <a:gd name="connsiteX4" fmla="*/ 2076450 w 2076450"/>
                <a:gd name="connsiteY4" fmla="*/ 552459 h 553693"/>
                <a:gd name="connsiteX0" fmla="*/ 0 w 2076450"/>
                <a:gd name="connsiteY0" fmla="*/ 552459 h 556763"/>
                <a:gd name="connsiteX1" fmla="*/ 635000 w 2076450"/>
                <a:gd name="connsiteY1" fmla="*/ 463559 h 556763"/>
                <a:gd name="connsiteX2" fmla="*/ 1098550 w 2076450"/>
                <a:gd name="connsiteY2" fmla="*/ 9 h 556763"/>
                <a:gd name="connsiteX3" fmla="*/ 1485900 w 2076450"/>
                <a:gd name="connsiteY3" fmla="*/ 450859 h 556763"/>
                <a:gd name="connsiteX4" fmla="*/ 2076450 w 2076450"/>
                <a:gd name="connsiteY4" fmla="*/ 555634 h 556763"/>
                <a:gd name="connsiteX0" fmla="*/ 0 w 2076450"/>
                <a:gd name="connsiteY0" fmla="*/ 552459 h 556011"/>
                <a:gd name="connsiteX1" fmla="*/ 635000 w 2076450"/>
                <a:gd name="connsiteY1" fmla="*/ 463559 h 556011"/>
                <a:gd name="connsiteX2" fmla="*/ 1098550 w 2076450"/>
                <a:gd name="connsiteY2" fmla="*/ 9 h 556011"/>
                <a:gd name="connsiteX3" fmla="*/ 1485900 w 2076450"/>
                <a:gd name="connsiteY3" fmla="*/ 450859 h 556011"/>
                <a:gd name="connsiteX4" fmla="*/ 2076450 w 2076450"/>
                <a:gd name="connsiteY4" fmla="*/ 555634 h 556011"/>
                <a:gd name="connsiteX0" fmla="*/ 0 w 1952625"/>
                <a:gd name="connsiteY0" fmla="*/ 555634 h 556011"/>
                <a:gd name="connsiteX1" fmla="*/ 511175 w 1952625"/>
                <a:gd name="connsiteY1" fmla="*/ 463559 h 556011"/>
                <a:gd name="connsiteX2" fmla="*/ 974725 w 1952625"/>
                <a:gd name="connsiteY2" fmla="*/ 9 h 556011"/>
                <a:gd name="connsiteX3" fmla="*/ 1362075 w 1952625"/>
                <a:gd name="connsiteY3" fmla="*/ 450859 h 556011"/>
                <a:gd name="connsiteX4" fmla="*/ 1952625 w 1952625"/>
                <a:gd name="connsiteY4" fmla="*/ 555634 h 556011"/>
                <a:gd name="connsiteX0" fmla="*/ 0 w 1952625"/>
                <a:gd name="connsiteY0" fmla="*/ 555634 h 556011"/>
                <a:gd name="connsiteX1" fmla="*/ 511175 w 1952625"/>
                <a:gd name="connsiteY1" fmla="*/ 463559 h 556011"/>
                <a:gd name="connsiteX2" fmla="*/ 974725 w 1952625"/>
                <a:gd name="connsiteY2" fmla="*/ 9 h 556011"/>
                <a:gd name="connsiteX3" fmla="*/ 1362075 w 1952625"/>
                <a:gd name="connsiteY3" fmla="*/ 450859 h 556011"/>
                <a:gd name="connsiteX4" fmla="*/ 1952625 w 1952625"/>
                <a:gd name="connsiteY4" fmla="*/ 555634 h 556011"/>
                <a:gd name="connsiteX0" fmla="*/ 0 w 1952625"/>
                <a:gd name="connsiteY0" fmla="*/ 555626 h 556003"/>
                <a:gd name="connsiteX1" fmla="*/ 492125 w 1952625"/>
                <a:gd name="connsiteY1" fmla="*/ 454026 h 556003"/>
                <a:gd name="connsiteX2" fmla="*/ 974725 w 1952625"/>
                <a:gd name="connsiteY2" fmla="*/ 1 h 556003"/>
                <a:gd name="connsiteX3" fmla="*/ 1362075 w 1952625"/>
                <a:gd name="connsiteY3" fmla="*/ 450851 h 556003"/>
                <a:gd name="connsiteX4" fmla="*/ 1952625 w 1952625"/>
                <a:gd name="connsiteY4" fmla="*/ 555626 h 556003"/>
                <a:gd name="connsiteX0" fmla="*/ 0 w 1952625"/>
                <a:gd name="connsiteY0" fmla="*/ 555627 h 555957"/>
                <a:gd name="connsiteX1" fmla="*/ 492125 w 1952625"/>
                <a:gd name="connsiteY1" fmla="*/ 454027 h 555957"/>
                <a:gd name="connsiteX2" fmla="*/ 974725 w 1952625"/>
                <a:gd name="connsiteY2" fmla="*/ 2 h 555957"/>
                <a:gd name="connsiteX3" fmla="*/ 1454150 w 1952625"/>
                <a:gd name="connsiteY3" fmla="*/ 447677 h 555957"/>
                <a:gd name="connsiteX4" fmla="*/ 1952625 w 1952625"/>
                <a:gd name="connsiteY4" fmla="*/ 555627 h 555957"/>
                <a:gd name="connsiteX0" fmla="*/ 0 w 1952625"/>
                <a:gd name="connsiteY0" fmla="*/ 555627 h 556133"/>
                <a:gd name="connsiteX1" fmla="*/ 492125 w 1952625"/>
                <a:gd name="connsiteY1" fmla="*/ 454027 h 556133"/>
                <a:gd name="connsiteX2" fmla="*/ 974725 w 1952625"/>
                <a:gd name="connsiteY2" fmla="*/ 2 h 556133"/>
                <a:gd name="connsiteX3" fmla="*/ 1454150 w 1952625"/>
                <a:gd name="connsiteY3" fmla="*/ 447677 h 556133"/>
                <a:gd name="connsiteX4" fmla="*/ 1952625 w 1952625"/>
                <a:gd name="connsiteY4" fmla="*/ 555627 h 556133"/>
                <a:gd name="connsiteX0" fmla="*/ 0 w 1952625"/>
                <a:gd name="connsiteY0" fmla="*/ 555627 h 556194"/>
                <a:gd name="connsiteX1" fmla="*/ 492125 w 1952625"/>
                <a:gd name="connsiteY1" fmla="*/ 454027 h 556194"/>
                <a:gd name="connsiteX2" fmla="*/ 974725 w 1952625"/>
                <a:gd name="connsiteY2" fmla="*/ 2 h 556194"/>
                <a:gd name="connsiteX3" fmla="*/ 1454150 w 1952625"/>
                <a:gd name="connsiteY3" fmla="*/ 447677 h 556194"/>
                <a:gd name="connsiteX4" fmla="*/ 1952625 w 1952625"/>
                <a:gd name="connsiteY4" fmla="*/ 555627 h 5561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52625" h="556194">
                  <a:moveTo>
                    <a:pt x="0" y="555627"/>
                  </a:moveTo>
                  <a:cubicBezTo>
                    <a:pt x="238125" y="557214"/>
                    <a:pt x="259821" y="562506"/>
                    <a:pt x="492125" y="454027"/>
                  </a:cubicBezTo>
                  <a:cubicBezTo>
                    <a:pt x="724429" y="345548"/>
                    <a:pt x="814388" y="1060"/>
                    <a:pt x="974725" y="2"/>
                  </a:cubicBezTo>
                  <a:cubicBezTo>
                    <a:pt x="1135062" y="-1056"/>
                    <a:pt x="1218142" y="345548"/>
                    <a:pt x="1454150" y="447677"/>
                  </a:cubicBezTo>
                  <a:cubicBezTo>
                    <a:pt x="1690158" y="549806"/>
                    <a:pt x="1711325" y="558802"/>
                    <a:pt x="1952625" y="555627"/>
                  </a:cubicBezTo>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 name="任意形状 9">
              <a:extLst>
                <a:ext uri="{FF2B5EF4-FFF2-40B4-BE49-F238E27FC236}">
                  <a16:creationId xmlns:a16="http://schemas.microsoft.com/office/drawing/2014/main" id="{A2F79B1D-F25C-80BB-BBEC-D67E0BB84396}"/>
                </a:ext>
              </a:extLst>
            </p:cNvPr>
            <p:cNvSpPr/>
            <p:nvPr/>
          </p:nvSpPr>
          <p:spPr>
            <a:xfrm>
              <a:off x="3392497" y="4254499"/>
              <a:ext cx="1278643" cy="364214"/>
            </a:xfrm>
            <a:custGeom>
              <a:avLst/>
              <a:gdLst>
                <a:gd name="connsiteX0" fmla="*/ 0 w 2076450"/>
                <a:gd name="connsiteY0" fmla="*/ 514352 h 563845"/>
                <a:gd name="connsiteX1" fmla="*/ 584200 w 2076450"/>
                <a:gd name="connsiteY1" fmla="*/ 514352 h 563845"/>
                <a:gd name="connsiteX2" fmla="*/ 1104900 w 2076450"/>
                <a:gd name="connsiteY2" fmla="*/ 2 h 563845"/>
                <a:gd name="connsiteX3" fmla="*/ 1511300 w 2076450"/>
                <a:gd name="connsiteY3" fmla="*/ 508002 h 563845"/>
                <a:gd name="connsiteX4" fmla="*/ 2076450 w 2076450"/>
                <a:gd name="connsiteY4" fmla="*/ 552452 h 563845"/>
                <a:gd name="connsiteX0" fmla="*/ 0 w 2076450"/>
                <a:gd name="connsiteY0" fmla="*/ 552452 h 584518"/>
                <a:gd name="connsiteX1" fmla="*/ 584200 w 2076450"/>
                <a:gd name="connsiteY1" fmla="*/ 514352 h 584518"/>
                <a:gd name="connsiteX2" fmla="*/ 1104900 w 2076450"/>
                <a:gd name="connsiteY2" fmla="*/ 2 h 584518"/>
                <a:gd name="connsiteX3" fmla="*/ 1511300 w 2076450"/>
                <a:gd name="connsiteY3" fmla="*/ 508002 h 584518"/>
                <a:gd name="connsiteX4" fmla="*/ 2076450 w 2076450"/>
                <a:gd name="connsiteY4" fmla="*/ 552452 h 584518"/>
                <a:gd name="connsiteX0" fmla="*/ 0 w 2076450"/>
                <a:gd name="connsiteY0" fmla="*/ 552452 h 567630"/>
                <a:gd name="connsiteX1" fmla="*/ 584200 w 2076450"/>
                <a:gd name="connsiteY1" fmla="*/ 514352 h 567630"/>
                <a:gd name="connsiteX2" fmla="*/ 1104900 w 2076450"/>
                <a:gd name="connsiteY2" fmla="*/ 2 h 567630"/>
                <a:gd name="connsiteX3" fmla="*/ 1511300 w 2076450"/>
                <a:gd name="connsiteY3" fmla="*/ 508002 h 567630"/>
                <a:gd name="connsiteX4" fmla="*/ 2076450 w 2076450"/>
                <a:gd name="connsiteY4" fmla="*/ 552452 h 567630"/>
                <a:gd name="connsiteX0" fmla="*/ 0 w 2076450"/>
                <a:gd name="connsiteY0" fmla="*/ 552557 h 560371"/>
                <a:gd name="connsiteX1" fmla="*/ 635000 w 2076450"/>
                <a:gd name="connsiteY1" fmla="*/ 463657 h 560371"/>
                <a:gd name="connsiteX2" fmla="*/ 1104900 w 2076450"/>
                <a:gd name="connsiteY2" fmla="*/ 107 h 560371"/>
                <a:gd name="connsiteX3" fmla="*/ 1511300 w 2076450"/>
                <a:gd name="connsiteY3" fmla="*/ 508107 h 560371"/>
                <a:gd name="connsiteX4" fmla="*/ 2076450 w 2076450"/>
                <a:gd name="connsiteY4" fmla="*/ 552557 h 560371"/>
                <a:gd name="connsiteX0" fmla="*/ 0 w 2076450"/>
                <a:gd name="connsiteY0" fmla="*/ 552460 h 552460"/>
                <a:gd name="connsiteX1" fmla="*/ 635000 w 2076450"/>
                <a:gd name="connsiteY1" fmla="*/ 463560 h 552460"/>
                <a:gd name="connsiteX2" fmla="*/ 1104900 w 2076450"/>
                <a:gd name="connsiteY2" fmla="*/ 10 h 552460"/>
                <a:gd name="connsiteX3" fmla="*/ 1466850 w 2076450"/>
                <a:gd name="connsiteY3" fmla="*/ 450860 h 552460"/>
                <a:gd name="connsiteX4" fmla="*/ 2076450 w 2076450"/>
                <a:gd name="connsiteY4" fmla="*/ 552460 h 552460"/>
                <a:gd name="connsiteX0" fmla="*/ 0 w 2076450"/>
                <a:gd name="connsiteY0" fmla="*/ 552460 h 553694"/>
                <a:gd name="connsiteX1" fmla="*/ 635000 w 2076450"/>
                <a:gd name="connsiteY1" fmla="*/ 463560 h 553694"/>
                <a:gd name="connsiteX2" fmla="*/ 1104900 w 2076450"/>
                <a:gd name="connsiteY2" fmla="*/ 10 h 553694"/>
                <a:gd name="connsiteX3" fmla="*/ 1466850 w 2076450"/>
                <a:gd name="connsiteY3" fmla="*/ 450860 h 553694"/>
                <a:gd name="connsiteX4" fmla="*/ 2076450 w 2076450"/>
                <a:gd name="connsiteY4" fmla="*/ 552460 h 553694"/>
                <a:gd name="connsiteX0" fmla="*/ 0 w 2076450"/>
                <a:gd name="connsiteY0" fmla="*/ 552453 h 555210"/>
                <a:gd name="connsiteX1" fmla="*/ 635000 w 2076450"/>
                <a:gd name="connsiteY1" fmla="*/ 463553 h 555210"/>
                <a:gd name="connsiteX2" fmla="*/ 1104900 w 2076450"/>
                <a:gd name="connsiteY2" fmla="*/ 3 h 555210"/>
                <a:gd name="connsiteX3" fmla="*/ 1498600 w 2076450"/>
                <a:gd name="connsiteY3" fmla="*/ 469903 h 555210"/>
                <a:gd name="connsiteX4" fmla="*/ 2076450 w 2076450"/>
                <a:gd name="connsiteY4" fmla="*/ 552453 h 555210"/>
                <a:gd name="connsiteX0" fmla="*/ 0 w 2076450"/>
                <a:gd name="connsiteY0" fmla="*/ 552510 h 553235"/>
                <a:gd name="connsiteX1" fmla="*/ 635000 w 2076450"/>
                <a:gd name="connsiteY1" fmla="*/ 463610 h 553235"/>
                <a:gd name="connsiteX2" fmla="*/ 1104900 w 2076450"/>
                <a:gd name="connsiteY2" fmla="*/ 60 h 553235"/>
                <a:gd name="connsiteX3" fmla="*/ 1479550 w 2076450"/>
                <a:gd name="connsiteY3" fmla="*/ 431860 h 553235"/>
                <a:gd name="connsiteX4" fmla="*/ 2076450 w 2076450"/>
                <a:gd name="connsiteY4" fmla="*/ 552510 h 553235"/>
                <a:gd name="connsiteX0" fmla="*/ 0 w 2076450"/>
                <a:gd name="connsiteY0" fmla="*/ 552510 h 553991"/>
                <a:gd name="connsiteX1" fmla="*/ 635000 w 2076450"/>
                <a:gd name="connsiteY1" fmla="*/ 463610 h 553991"/>
                <a:gd name="connsiteX2" fmla="*/ 1104900 w 2076450"/>
                <a:gd name="connsiteY2" fmla="*/ 60 h 553991"/>
                <a:gd name="connsiteX3" fmla="*/ 1479550 w 2076450"/>
                <a:gd name="connsiteY3" fmla="*/ 431860 h 553991"/>
                <a:gd name="connsiteX4" fmla="*/ 2076450 w 2076450"/>
                <a:gd name="connsiteY4" fmla="*/ 552510 h 553991"/>
                <a:gd name="connsiteX0" fmla="*/ 0 w 2076450"/>
                <a:gd name="connsiteY0" fmla="*/ 552514 h 553995"/>
                <a:gd name="connsiteX1" fmla="*/ 635000 w 2076450"/>
                <a:gd name="connsiteY1" fmla="*/ 463614 h 553995"/>
                <a:gd name="connsiteX2" fmla="*/ 1104900 w 2076450"/>
                <a:gd name="connsiteY2" fmla="*/ 64 h 553995"/>
                <a:gd name="connsiteX3" fmla="*/ 1479550 w 2076450"/>
                <a:gd name="connsiteY3" fmla="*/ 431864 h 553995"/>
                <a:gd name="connsiteX4" fmla="*/ 2076450 w 2076450"/>
                <a:gd name="connsiteY4" fmla="*/ 552514 h 553995"/>
                <a:gd name="connsiteX0" fmla="*/ 0 w 2076450"/>
                <a:gd name="connsiteY0" fmla="*/ 552453 h 553934"/>
                <a:gd name="connsiteX1" fmla="*/ 635000 w 2076450"/>
                <a:gd name="connsiteY1" fmla="*/ 463553 h 553934"/>
                <a:gd name="connsiteX2" fmla="*/ 1104900 w 2076450"/>
                <a:gd name="connsiteY2" fmla="*/ 3 h 553934"/>
                <a:gd name="connsiteX3" fmla="*/ 1479550 w 2076450"/>
                <a:gd name="connsiteY3" fmla="*/ 431803 h 553934"/>
                <a:gd name="connsiteX4" fmla="*/ 2076450 w 2076450"/>
                <a:gd name="connsiteY4" fmla="*/ 552453 h 553934"/>
                <a:gd name="connsiteX0" fmla="*/ 0 w 2076450"/>
                <a:gd name="connsiteY0" fmla="*/ 552453 h 556896"/>
                <a:gd name="connsiteX1" fmla="*/ 635000 w 2076450"/>
                <a:gd name="connsiteY1" fmla="*/ 463553 h 556896"/>
                <a:gd name="connsiteX2" fmla="*/ 1104900 w 2076450"/>
                <a:gd name="connsiteY2" fmla="*/ 3 h 556896"/>
                <a:gd name="connsiteX3" fmla="*/ 1498600 w 2076450"/>
                <a:gd name="connsiteY3" fmla="*/ 457203 h 556896"/>
                <a:gd name="connsiteX4" fmla="*/ 2076450 w 2076450"/>
                <a:gd name="connsiteY4" fmla="*/ 552453 h 556896"/>
                <a:gd name="connsiteX0" fmla="*/ 0 w 2076450"/>
                <a:gd name="connsiteY0" fmla="*/ 552453 h 554014"/>
                <a:gd name="connsiteX1" fmla="*/ 635000 w 2076450"/>
                <a:gd name="connsiteY1" fmla="*/ 463553 h 554014"/>
                <a:gd name="connsiteX2" fmla="*/ 1098550 w 2076450"/>
                <a:gd name="connsiteY2" fmla="*/ 3 h 554014"/>
                <a:gd name="connsiteX3" fmla="*/ 1498600 w 2076450"/>
                <a:gd name="connsiteY3" fmla="*/ 457203 h 554014"/>
                <a:gd name="connsiteX4" fmla="*/ 2076450 w 2076450"/>
                <a:gd name="connsiteY4" fmla="*/ 552453 h 554014"/>
                <a:gd name="connsiteX0" fmla="*/ 0 w 2076450"/>
                <a:gd name="connsiteY0" fmla="*/ 552459 h 553693"/>
                <a:gd name="connsiteX1" fmla="*/ 635000 w 2076450"/>
                <a:gd name="connsiteY1" fmla="*/ 463559 h 553693"/>
                <a:gd name="connsiteX2" fmla="*/ 1098550 w 2076450"/>
                <a:gd name="connsiteY2" fmla="*/ 9 h 553693"/>
                <a:gd name="connsiteX3" fmla="*/ 1485900 w 2076450"/>
                <a:gd name="connsiteY3" fmla="*/ 450859 h 553693"/>
                <a:gd name="connsiteX4" fmla="*/ 2076450 w 2076450"/>
                <a:gd name="connsiteY4" fmla="*/ 552459 h 553693"/>
                <a:gd name="connsiteX0" fmla="*/ 0 w 2076450"/>
                <a:gd name="connsiteY0" fmla="*/ 552459 h 556763"/>
                <a:gd name="connsiteX1" fmla="*/ 635000 w 2076450"/>
                <a:gd name="connsiteY1" fmla="*/ 463559 h 556763"/>
                <a:gd name="connsiteX2" fmla="*/ 1098550 w 2076450"/>
                <a:gd name="connsiteY2" fmla="*/ 9 h 556763"/>
                <a:gd name="connsiteX3" fmla="*/ 1485900 w 2076450"/>
                <a:gd name="connsiteY3" fmla="*/ 450859 h 556763"/>
                <a:gd name="connsiteX4" fmla="*/ 2076450 w 2076450"/>
                <a:gd name="connsiteY4" fmla="*/ 555634 h 556763"/>
                <a:gd name="connsiteX0" fmla="*/ 0 w 2076450"/>
                <a:gd name="connsiteY0" fmla="*/ 552459 h 556011"/>
                <a:gd name="connsiteX1" fmla="*/ 635000 w 2076450"/>
                <a:gd name="connsiteY1" fmla="*/ 463559 h 556011"/>
                <a:gd name="connsiteX2" fmla="*/ 1098550 w 2076450"/>
                <a:gd name="connsiteY2" fmla="*/ 9 h 556011"/>
                <a:gd name="connsiteX3" fmla="*/ 1485900 w 2076450"/>
                <a:gd name="connsiteY3" fmla="*/ 450859 h 556011"/>
                <a:gd name="connsiteX4" fmla="*/ 2076450 w 2076450"/>
                <a:gd name="connsiteY4" fmla="*/ 555634 h 556011"/>
                <a:gd name="connsiteX0" fmla="*/ 0 w 1952625"/>
                <a:gd name="connsiteY0" fmla="*/ 555634 h 556011"/>
                <a:gd name="connsiteX1" fmla="*/ 511175 w 1952625"/>
                <a:gd name="connsiteY1" fmla="*/ 463559 h 556011"/>
                <a:gd name="connsiteX2" fmla="*/ 974725 w 1952625"/>
                <a:gd name="connsiteY2" fmla="*/ 9 h 556011"/>
                <a:gd name="connsiteX3" fmla="*/ 1362075 w 1952625"/>
                <a:gd name="connsiteY3" fmla="*/ 450859 h 556011"/>
                <a:gd name="connsiteX4" fmla="*/ 1952625 w 1952625"/>
                <a:gd name="connsiteY4" fmla="*/ 555634 h 556011"/>
                <a:gd name="connsiteX0" fmla="*/ 0 w 1952625"/>
                <a:gd name="connsiteY0" fmla="*/ 555634 h 556011"/>
                <a:gd name="connsiteX1" fmla="*/ 511175 w 1952625"/>
                <a:gd name="connsiteY1" fmla="*/ 463559 h 556011"/>
                <a:gd name="connsiteX2" fmla="*/ 974725 w 1952625"/>
                <a:gd name="connsiteY2" fmla="*/ 9 h 556011"/>
                <a:gd name="connsiteX3" fmla="*/ 1362075 w 1952625"/>
                <a:gd name="connsiteY3" fmla="*/ 450859 h 556011"/>
                <a:gd name="connsiteX4" fmla="*/ 1952625 w 1952625"/>
                <a:gd name="connsiteY4" fmla="*/ 555634 h 556011"/>
                <a:gd name="connsiteX0" fmla="*/ 0 w 1952625"/>
                <a:gd name="connsiteY0" fmla="*/ 555626 h 556003"/>
                <a:gd name="connsiteX1" fmla="*/ 492125 w 1952625"/>
                <a:gd name="connsiteY1" fmla="*/ 454026 h 556003"/>
                <a:gd name="connsiteX2" fmla="*/ 974725 w 1952625"/>
                <a:gd name="connsiteY2" fmla="*/ 1 h 556003"/>
                <a:gd name="connsiteX3" fmla="*/ 1362075 w 1952625"/>
                <a:gd name="connsiteY3" fmla="*/ 450851 h 556003"/>
                <a:gd name="connsiteX4" fmla="*/ 1952625 w 1952625"/>
                <a:gd name="connsiteY4" fmla="*/ 555626 h 556003"/>
                <a:gd name="connsiteX0" fmla="*/ 0 w 1952625"/>
                <a:gd name="connsiteY0" fmla="*/ 555627 h 555957"/>
                <a:gd name="connsiteX1" fmla="*/ 492125 w 1952625"/>
                <a:gd name="connsiteY1" fmla="*/ 454027 h 555957"/>
                <a:gd name="connsiteX2" fmla="*/ 974725 w 1952625"/>
                <a:gd name="connsiteY2" fmla="*/ 2 h 555957"/>
                <a:gd name="connsiteX3" fmla="*/ 1454150 w 1952625"/>
                <a:gd name="connsiteY3" fmla="*/ 447677 h 555957"/>
                <a:gd name="connsiteX4" fmla="*/ 1952625 w 1952625"/>
                <a:gd name="connsiteY4" fmla="*/ 555627 h 555957"/>
                <a:gd name="connsiteX0" fmla="*/ 0 w 1952625"/>
                <a:gd name="connsiteY0" fmla="*/ 555627 h 556133"/>
                <a:gd name="connsiteX1" fmla="*/ 492125 w 1952625"/>
                <a:gd name="connsiteY1" fmla="*/ 454027 h 556133"/>
                <a:gd name="connsiteX2" fmla="*/ 974725 w 1952625"/>
                <a:gd name="connsiteY2" fmla="*/ 2 h 556133"/>
                <a:gd name="connsiteX3" fmla="*/ 1454150 w 1952625"/>
                <a:gd name="connsiteY3" fmla="*/ 447677 h 556133"/>
                <a:gd name="connsiteX4" fmla="*/ 1952625 w 1952625"/>
                <a:gd name="connsiteY4" fmla="*/ 555627 h 556133"/>
                <a:gd name="connsiteX0" fmla="*/ 0 w 1952625"/>
                <a:gd name="connsiteY0" fmla="*/ 555627 h 556194"/>
                <a:gd name="connsiteX1" fmla="*/ 492125 w 1952625"/>
                <a:gd name="connsiteY1" fmla="*/ 454027 h 556194"/>
                <a:gd name="connsiteX2" fmla="*/ 974725 w 1952625"/>
                <a:gd name="connsiteY2" fmla="*/ 2 h 556194"/>
                <a:gd name="connsiteX3" fmla="*/ 1454150 w 1952625"/>
                <a:gd name="connsiteY3" fmla="*/ 447677 h 556194"/>
                <a:gd name="connsiteX4" fmla="*/ 1952625 w 1952625"/>
                <a:gd name="connsiteY4" fmla="*/ 555627 h 5561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52625" h="556194">
                  <a:moveTo>
                    <a:pt x="0" y="555627"/>
                  </a:moveTo>
                  <a:cubicBezTo>
                    <a:pt x="238125" y="557214"/>
                    <a:pt x="259821" y="562506"/>
                    <a:pt x="492125" y="454027"/>
                  </a:cubicBezTo>
                  <a:cubicBezTo>
                    <a:pt x="724429" y="345548"/>
                    <a:pt x="814388" y="1060"/>
                    <a:pt x="974725" y="2"/>
                  </a:cubicBezTo>
                  <a:cubicBezTo>
                    <a:pt x="1135062" y="-1056"/>
                    <a:pt x="1218142" y="345548"/>
                    <a:pt x="1454150" y="447677"/>
                  </a:cubicBezTo>
                  <a:cubicBezTo>
                    <a:pt x="1690158" y="549806"/>
                    <a:pt x="1711325" y="558802"/>
                    <a:pt x="1952625" y="555627"/>
                  </a:cubicBezTo>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spTree>
    <p:extLst>
      <p:ext uri="{BB962C8B-B14F-4D97-AF65-F5344CB8AC3E}">
        <p14:creationId xmlns:p14="http://schemas.microsoft.com/office/powerpoint/2010/main" val="311153383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a:extLst>
              <a:ext uri="{FF2B5EF4-FFF2-40B4-BE49-F238E27FC236}">
                <a16:creationId xmlns:a16="http://schemas.microsoft.com/office/drawing/2014/main" id="{7C2F29AC-2968-785F-4BFA-ADFDFD1C30A2}"/>
              </a:ext>
            </a:extLst>
          </p:cNvPr>
          <p:cNvSpPr>
            <a:spLocks noGrp="1"/>
          </p:cNvSpPr>
          <p:nvPr>
            <p:ph type="title"/>
          </p:nvPr>
        </p:nvSpPr>
        <p:spPr/>
        <p:txBody>
          <a:bodyPr/>
          <a:lstStyle/>
          <a:p>
            <a:r>
              <a:rPr lang="en-GB" b="0" dirty="0"/>
              <a:t>Motivating Example</a:t>
            </a:r>
          </a:p>
        </p:txBody>
      </p:sp>
      <p:sp>
        <p:nvSpPr>
          <p:cNvPr id="6" name="文本占位符 5">
            <a:extLst>
              <a:ext uri="{FF2B5EF4-FFF2-40B4-BE49-F238E27FC236}">
                <a16:creationId xmlns:a16="http://schemas.microsoft.com/office/drawing/2014/main" id="{A6D9E0E0-7897-C475-CE22-E04813D1F81E}"/>
              </a:ext>
            </a:extLst>
          </p:cNvPr>
          <p:cNvSpPr>
            <a:spLocks noGrp="1"/>
          </p:cNvSpPr>
          <p:nvPr>
            <p:ph type="body" sz="quarter" idx="10"/>
          </p:nvPr>
        </p:nvSpPr>
        <p:spPr>
          <a:xfrm>
            <a:off x="628650" y="1465729"/>
            <a:ext cx="7732924" cy="1308038"/>
          </a:xfrm>
        </p:spPr>
        <p:txBody>
          <a:bodyPr/>
          <a:lstStyle/>
          <a:p>
            <a:r>
              <a:rPr lang="en-GB" dirty="0"/>
              <a:t>If the robot continues to move, </a:t>
            </a:r>
            <a:r>
              <a:rPr lang="en-GB" dirty="0">
                <a:solidFill>
                  <a:schemeClr val="bg1">
                    <a:lumMod val="75000"/>
                  </a:schemeClr>
                </a:solidFill>
              </a:rPr>
              <a:t>according to the error propagation law</a:t>
            </a:r>
            <a:r>
              <a:rPr lang="en-GB" dirty="0"/>
              <a:t>:</a:t>
            </a:r>
          </a:p>
          <a:p>
            <a:pPr marL="342900" indent="-342900">
              <a:buFont typeface="+mj-lt"/>
              <a:buAutoNum type="arabicPeriod"/>
            </a:pPr>
            <a:r>
              <a:rPr lang="en-GB" dirty="0"/>
              <a:t>The Gaussians describing the robot’s 3 possible locations will move with the robot.</a:t>
            </a:r>
          </a:p>
          <a:p>
            <a:pPr marL="342900" indent="-342900">
              <a:buFont typeface="+mj-lt"/>
              <a:buAutoNum type="arabicPeriod"/>
            </a:pPr>
            <a:r>
              <a:rPr lang="en-GB" dirty="0"/>
              <a:t>The variance of each Gaussian will keep increasing with the distance the robot moves.</a:t>
            </a:r>
          </a:p>
        </p:txBody>
      </p:sp>
      <p:grpSp>
        <p:nvGrpSpPr>
          <p:cNvPr id="25" name="组合 24">
            <a:extLst>
              <a:ext uri="{FF2B5EF4-FFF2-40B4-BE49-F238E27FC236}">
                <a16:creationId xmlns:a16="http://schemas.microsoft.com/office/drawing/2014/main" id="{E463E6F4-B911-2591-07CC-1545805B469C}"/>
              </a:ext>
            </a:extLst>
          </p:cNvPr>
          <p:cNvGrpSpPr/>
          <p:nvPr/>
        </p:nvGrpSpPr>
        <p:grpSpPr>
          <a:xfrm>
            <a:off x="768350" y="2729217"/>
            <a:ext cx="7593223" cy="1425753"/>
            <a:chOff x="768350" y="2729217"/>
            <a:chExt cx="7593223" cy="1425753"/>
          </a:xfrm>
        </p:grpSpPr>
        <p:pic>
          <p:nvPicPr>
            <p:cNvPr id="14" name="图片 13" descr="形状&#10;&#10;描述已自动生成">
              <a:extLst>
                <a:ext uri="{FF2B5EF4-FFF2-40B4-BE49-F238E27FC236}">
                  <a16:creationId xmlns:a16="http://schemas.microsoft.com/office/drawing/2014/main" id="{6075C853-7B7B-28AB-109C-EBDF49371C76}"/>
                </a:ext>
              </a:extLst>
            </p:cNvPr>
            <p:cNvPicPr>
              <a:picLocks noChangeAspect="1"/>
            </p:cNvPicPr>
            <p:nvPr/>
          </p:nvPicPr>
          <p:blipFill rotWithShape="1">
            <a:blip r:embed="rId2">
              <a:clrChange>
                <a:clrFrom>
                  <a:srgbClr val="FDFFFF"/>
                </a:clrFrom>
                <a:clrTo>
                  <a:srgbClr val="FDFFFF">
                    <a:alpha val="0"/>
                  </a:srgbClr>
                </a:clrTo>
              </a:clrChange>
            </a:blip>
            <a:srcRect l="23869" t="9103" r="21834" b="13039"/>
            <a:stretch/>
          </p:blipFill>
          <p:spPr>
            <a:xfrm>
              <a:off x="2239935" y="2729217"/>
              <a:ext cx="926581" cy="1328648"/>
            </a:xfrm>
            <a:prstGeom prst="rect">
              <a:avLst/>
            </a:prstGeom>
          </p:spPr>
        </p:pic>
        <p:sp>
          <p:nvSpPr>
            <p:cNvPr id="18" name="矩形 17">
              <a:extLst>
                <a:ext uri="{FF2B5EF4-FFF2-40B4-BE49-F238E27FC236}">
                  <a16:creationId xmlns:a16="http://schemas.microsoft.com/office/drawing/2014/main" id="{2BA51717-305F-E9FE-6912-23450AF984F5}"/>
                </a:ext>
              </a:extLst>
            </p:cNvPr>
            <p:cNvSpPr/>
            <p:nvPr/>
          </p:nvSpPr>
          <p:spPr>
            <a:xfrm>
              <a:off x="768350" y="4057866"/>
              <a:ext cx="7593223" cy="97104"/>
            </a:xfrm>
            <a:prstGeom prst="rect">
              <a:avLst/>
            </a:prstGeom>
            <a:gradFill flip="none" rotWithShape="1">
              <a:gsLst>
                <a:gs pos="100000">
                  <a:schemeClr val="bg1"/>
                </a:gs>
                <a:gs pos="0">
                  <a:schemeClr val="accent3">
                    <a:lumMod val="30000"/>
                    <a:lumOff val="70000"/>
                    <a:alpha val="49171"/>
                  </a:schemeClr>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9" name="图片 18" descr="形状&#10;&#10;描述已自动生成">
              <a:extLst>
                <a:ext uri="{FF2B5EF4-FFF2-40B4-BE49-F238E27FC236}">
                  <a16:creationId xmlns:a16="http://schemas.microsoft.com/office/drawing/2014/main" id="{5F5795F0-3615-8699-ACFF-1B7451F5D92F}"/>
                </a:ext>
              </a:extLst>
            </p:cNvPr>
            <p:cNvPicPr>
              <a:picLocks noChangeAspect="1"/>
            </p:cNvPicPr>
            <p:nvPr/>
          </p:nvPicPr>
          <p:blipFill rotWithShape="1">
            <a:blip r:embed="rId2">
              <a:clrChange>
                <a:clrFrom>
                  <a:srgbClr val="FDFFFF"/>
                </a:clrFrom>
                <a:clrTo>
                  <a:srgbClr val="FDFFFF">
                    <a:alpha val="0"/>
                  </a:srgbClr>
                </a:clrTo>
              </a:clrChange>
            </a:blip>
            <a:srcRect l="23869" t="9103" r="21834" b="13039"/>
            <a:stretch/>
          </p:blipFill>
          <p:spPr>
            <a:xfrm>
              <a:off x="3568530" y="2729217"/>
              <a:ext cx="926581" cy="1328648"/>
            </a:xfrm>
            <a:prstGeom prst="rect">
              <a:avLst/>
            </a:prstGeom>
          </p:spPr>
        </p:pic>
        <p:pic>
          <p:nvPicPr>
            <p:cNvPr id="20" name="图片 19" descr="形状&#10;&#10;描述已自动生成">
              <a:extLst>
                <a:ext uri="{FF2B5EF4-FFF2-40B4-BE49-F238E27FC236}">
                  <a16:creationId xmlns:a16="http://schemas.microsoft.com/office/drawing/2014/main" id="{112620FE-9023-18CE-E519-37F78E20F767}"/>
                </a:ext>
              </a:extLst>
            </p:cNvPr>
            <p:cNvPicPr>
              <a:picLocks noChangeAspect="1"/>
            </p:cNvPicPr>
            <p:nvPr/>
          </p:nvPicPr>
          <p:blipFill rotWithShape="1">
            <a:blip r:embed="rId2">
              <a:clrChange>
                <a:clrFrom>
                  <a:srgbClr val="FDFFFF"/>
                </a:clrFrom>
                <a:clrTo>
                  <a:srgbClr val="FDFFFF">
                    <a:alpha val="0"/>
                  </a:srgbClr>
                </a:clrTo>
              </a:clrChange>
            </a:blip>
            <a:srcRect l="23869" t="9103" r="21834" b="13039"/>
            <a:stretch/>
          </p:blipFill>
          <p:spPr>
            <a:xfrm>
              <a:off x="7234922" y="2729217"/>
              <a:ext cx="926581" cy="1328648"/>
            </a:xfrm>
            <a:prstGeom prst="rect">
              <a:avLst/>
            </a:prstGeom>
          </p:spPr>
        </p:pic>
        <p:cxnSp>
          <p:nvCxnSpPr>
            <p:cNvPr id="24" name="直线连接符 23">
              <a:extLst>
                <a:ext uri="{FF2B5EF4-FFF2-40B4-BE49-F238E27FC236}">
                  <a16:creationId xmlns:a16="http://schemas.microsoft.com/office/drawing/2014/main" id="{A91508E0-6AA6-48B4-4D0C-761EB07E5632}"/>
                </a:ext>
              </a:extLst>
            </p:cNvPr>
            <p:cNvCxnSpPr>
              <a:cxnSpLocks/>
            </p:cNvCxnSpPr>
            <p:nvPr/>
          </p:nvCxnSpPr>
          <p:spPr>
            <a:xfrm>
              <a:off x="768350" y="4051515"/>
              <a:ext cx="7593223" cy="0"/>
            </a:xfrm>
            <a:prstGeom prst="line">
              <a:avLst/>
            </a:prstGeom>
            <a:ln w="9525">
              <a:solidFill>
                <a:srgbClr val="40618A"/>
              </a:solidFill>
            </a:ln>
          </p:spPr>
          <p:style>
            <a:lnRef idx="1">
              <a:schemeClr val="accent1"/>
            </a:lnRef>
            <a:fillRef idx="0">
              <a:schemeClr val="accent1"/>
            </a:fillRef>
            <a:effectRef idx="0">
              <a:schemeClr val="accent1"/>
            </a:effectRef>
            <a:fontRef idx="minor">
              <a:schemeClr val="tx1"/>
            </a:fontRef>
          </p:style>
        </p:cxnSp>
      </p:grpSp>
      <p:grpSp>
        <p:nvGrpSpPr>
          <p:cNvPr id="37" name="组合 36">
            <a:extLst>
              <a:ext uri="{FF2B5EF4-FFF2-40B4-BE49-F238E27FC236}">
                <a16:creationId xmlns:a16="http://schemas.microsoft.com/office/drawing/2014/main" id="{8BFF8406-B32E-4466-3703-A253C8F21BB1}"/>
              </a:ext>
            </a:extLst>
          </p:cNvPr>
          <p:cNvGrpSpPr/>
          <p:nvPr/>
        </p:nvGrpSpPr>
        <p:grpSpPr>
          <a:xfrm>
            <a:off x="2653952" y="3080240"/>
            <a:ext cx="1187450" cy="1187450"/>
            <a:chOff x="3377511" y="1181590"/>
            <a:chExt cx="1187450" cy="1187450"/>
          </a:xfrm>
        </p:grpSpPr>
        <p:sp>
          <p:nvSpPr>
            <p:cNvPr id="32" name="椭圆 31">
              <a:extLst>
                <a:ext uri="{FF2B5EF4-FFF2-40B4-BE49-F238E27FC236}">
                  <a16:creationId xmlns:a16="http://schemas.microsoft.com/office/drawing/2014/main" id="{8207C976-322A-BBEA-EB1E-41E8274B6E2D}"/>
                </a:ext>
              </a:extLst>
            </p:cNvPr>
            <p:cNvSpPr/>
            <p:nvPr/>
          </p:nvSpPr>
          <p:spPr>
            <a:xfrm>
              <a:off x="3377511" y="1181590"/>
              <a:ext cx="1187450" cy="1187450"/>
            </a:xfrm>
            <a:prstGeom prst="ellipse">
              <a:avLst/>
            </a:prstGeom>
            <a:gradFill>
              <a:gsLst>
                <a:gs pos="69000">
                  <a:schemeClr val="bg1">
                    <a:alpha val="0"/>
                  </a:schemeClr>
                </a:gs>
                <a:gs pos="0">
                  <a:schemeClr val="bg1"/>
                </a:gs>
              </a:gsLst>
              <a:path path="circle">
                <a:fillToRect l="50000" t="50000" r="50000" b="5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5" name="椭圆 34">
              <a:extLst>
                <a:ext uri="{FF2B5EF4-FFF2-40B4-BE49-F238E27FC236}">
                  <a16:creationId xmlns:a16="http://schemas.microsoft.com/office/drawing/2014/main" id="{29A6F815-F96F-9B1C-1661-4BCD59070C8D}"/>
                </a:ext>
              </a:extLst>
            </p:cNvPr>
            <p:cNvSpPr/>
            <p:nvPr/>
          </p:nvSpPr>
          <p:spPr>
            <a:xfrm>
              <a:off x="3730808" y="2180335"/>
              <a:ext cx="391954" cy="182906"/>
            </a:xfrm>
            <a:prstGeom prst="ellipse">
              <a:avLst/>
            </a:prstGeom>
            <a:gradFill>
              <a:gsLst>
                <a:gs pos="70000">
                  <a:schemeClr val="tx1">
                    <a:alpha val="0"/>
                  </a:schemeClr>
                </a:gs>
                <a:gs pos="0">
                  <a:schemeClr val="tx1">
                    <a:alpha val="8438"/>
                  </a:schemeClr>
                </a:gs>
              </a:gsLst>
              <a:path path="circle">
                <a:fillToRect l="50000" t="50000" r="50000" b="5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36" name="Picture 8" descr="EVE | Disney Wiki | Fandom">
              <a:extLst>
                <a:ext uri="{FF2B5EF4-FFF2-40B4-BE49-F238E27FC236}">
                  <a16:creationId xmlns:a16="http://schemas.microsoft.com/office/drawing/2014/main" id="{85BFB0EB-9619-FF5F-FC94-4B96999E852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63495" y="1284500"/>
              <a:ext cx="926581" cy="926581"/>
            </a:xfrm>
            <a:prstGeom prst="rect">
              <a:avLst/>
            </a:prstGeom>
            <a:noFill/>
            <a:extLst>
              <a:ext uri="{909E8E84-426E-40DD-AFC4-6F175D3DCCD1}">
                <a14:hiddenFill xmlns:a14="http://schemas.microsoft.com/office/drawing/2010/main">
                  <a:solidFill>
                    <a:srgbClr val="FFFFFF"/>
                  </a:solidFill>
                </a14:hiddenFill>
              </a:ext>
            </a:extLst>
          </p:spPr>
        </p:pic>
      </p:grpSp>
      <p:cxnSp>
        <p:nvCxnSpPr>
          <p:cNvPr id="29" name="直线连接符 28">
            <a:extLst>
              <a:ext uri="{FF2B5EF4-FFF2-40B4-BE49-F238E27FC236}">
                <a16:creationId xmlns:a16="http://schemas.microsoft.com/office/drawing/2014/main" id="{A069CD64-6B0C-8E3A-6A55-5FD6F762F54A}"/>
              </a:ext>
            </a:extLst>
          </p:cNvPr>
          <p:cNvCxnSpPr>
            <a:cxnSpLocks/>
          </p:cNvCxnSpPr>
          <p:nvPr/>
        </p:nvCxnSpPr>
        <p:spPr>
          <a:xfrm>
            <a:off x="1668256" y="4614313"/>
            <a:ext cx="6700355" cy="0"/>
          </a:xfrm>
          <a:prstGeom prst="line">
            <a:avLst/>
          </a:prstGeom>
          <a:ln w="9525">
            <a:solidFill>
              <a:schemeClr val="accent4"/>
            </a:solidFill>
          </a:ln>
        </p:spPr>
        <p:style>
          <a:lnRef idx="1">
            <a:schemeClr val="accent1"/>
          </a:lnRef>
          <a:fillRef idx="0">
            <a:schemeClr val="accent1"/>
          </a:fillRef>
          <a:effectRef idx="0">
            <a:schemeClr val="accent1"/>
          </a:effectRef>
          <a:fontRef idx="minor">
            <a:schemeClr val="tx1"/>
          </a:fontRef>
        </p:style>
      </p:cxnSp>
      <p:grpSp>
        <p:nvGrpSpPr>
          <p:cNvPr id="34" name="组合 33">
            <a:extLst>
              <a:ext uri="{FF2B5EF4-FFF2-40B4-BE49-F238E27FC236}">
                <a16:creationId xmlns:a16="http://schemas.microsoft.com/office/drawing/2014/main" id="{CA7A2A95-3C63-93BA-F664-26F44920ADA4}"/>
              </a:ext>
            </a:extLst>
          </p:cNvPr>
          <p:cNvGrpSpPr/>
          <p:nvPr/>
        </p:nvGrpSpPr>
        <p:grpSpPr>
          <a:xfrm>
            <a:off x="3763864" y="4306103"/>
            <a:ext cx="1624814" cy="312609"/>
            <a:chOff x="3392497" y="4254499"/>
            <a:chExt cx="1278644" cy="364214"/>
          </a:xfrm>
        </p:grpSpPr>
        <p:sp>
          <p:nvSpPr>
            <p:cNvPr id="27" name="任意形状 26">
              <a:extLst>
                <a:ext uri="{FF2B5EF4-FFF2-40B4-BE49-F238E27FC236}">
                  <a16:creationId xmlns:a16="http://schemas.microsoft.com/office/drawing/2014/main" id="{0D2FC9EF-F912-385F-FBFA-4AFAFBAC0C90}"/>
                </a:ext>
              </a:extLst>
            </p:cNvPr>
            <p:cNvSpPr/>
            <p:nvPr/>
          </p:nvSpPr>
          <p:spPr>
            <a:xfrm>
              <a:off x="3392498" y="4254499"/>
              <a:ext cx="1278643" cy="364214"/>
            </a:xfrm>
            <a:custGeom>
              <a:avLst/>
              <a:gdLst>
                <a:gd name="connsiteX0" fmla="*/ 0 w 2076450"/>
                <a:gd name="connsiteY0" fmla="*/ 514352 h 563845"/>
                <a:gd name="connsiteX1" fmla="*/ 584200 w 2076450"/>
                <a:gd name="connsiteY1" fmla="*/ 514352 h 563845"/>
                <a:gd name="connsiteX2" fmla="*/ 1104900 w 2076450"/>
                <a:gd name="connsiteY2" fmla="*/ 2 h 563845"/>
                <a:gd name="connsiteX3" fmla="*/ 1511300 w 2076450"/>
                <a:gd name="connsiteY3" fmla="*/ 508002 h 563845"/>
                <a:gd name="connsiteX4" fmla="*/ 2076450 w 2076450"/>
                <a:gd name="connsiteY4" fmla="*/ 552452 h 563845"/>
                <a:gd name="connsiteX0" fmla="*/ 0 w 2076450"/>
                <a:gd name="connsiteY0" fmla="*/ 552452 h 584518"/>
                <a:gd name="connsiteX1" fmla="*/ 584200 w 2076450"/>
                <a:gd name="connsiteY1" fmla="*/ 514352 h 584518"/>
                <a:gd name="connsiteX2" fmla="*/ 1104900 w 2076450"/>
                <a:gd name="connsiteY2" fmla="*/ 2 h 584518"/>
                <a:gd name="connsiteX3" fmla="*/ 1511300 w 2076450"/>
                <a:gd name="connsiteY3" fmla="*/ 508002 h 584518"/>
                <a:gd name="connsiteX4" fmla="*/ 2076450 w 2076450"/>
                <a:gd name="connsiteY4" fmla="*/ 552452 h 584518"/>
                <a:gd name="connsiteX0" fmla="*/ 0 w 2076450"/>
                <a:gd name="connsiteY0" fmla="*/ 552452 h 567630"/>
                <a:gd name="connsiteX1" fmla="*/ 584200 w 2076450"/>
                <a:gd name="connsiteY1" fmla="*/ 514352 h 567630"/>
                <a:gd name="connsiteX2" fmla="*/ 1104900 w 2076450"/>
                <a:gd name="connsiteY2" fmla="*/ 2 h 567630"/>
                <a:gd name="connsiteX3" fmla="*/ 1511300 w 2076450"/>
                <a:gd name="connsiteY3" fmla="*/ 508002 h 567630"/>
                <a:gd name="connsiteX4" fmla="*/ 2076450 w 2076450"/>
                <a:gd name="connsiteY4" fmla="*/ 552452 h 567630"/>
                <a:gd name="connsiteX0" fmla="*/ 0 w 2076450"/>
                <a:gd name="connsiteY0" fmla="*/ 552557 h 560371"/>
                <a:gd name="connsiteX1" fmla="*/ 635000 w 2076450"/>
                <a:gd name="connsiteY1" fmla="*/ 463657 h 560371"/>
                <a:gd name="connsiteX2" fmla="*/ 1104900 w 2076450"/>
                <a:gd name="connsiteY2" fmla="*/ 107 h 560371"/>
                <a:gd name="connsiteX3" fmla="*/ 1511300 w 2076450"/>
                <a:gd name="connsiteY3" fmla="*/ 508107 h 560371"/>
                <a:gd name="connsiteX4" fmla="*/ 2076450 w 2076450"/>
                <a:gd name="connsiteY4" fmla="*/ 552557 h 560371"/>
                <a:gd name="connsiteX0" fmla="*/ 0 w 2076450"/>
                <a:gd name="connsiteY0" fmla="*/ 552460 h 552460"/>
                <a:gd name="connsiteX1" fmla="*/ 635000 w 2076450"/>
                <a:gd name="connsiteY1" fmla="*/ 463560 h 552460"/>
                <a:gd name="connsiteX2" fmla="*/ 1104900 w 2076450"/>
                <a:gd name="connsiteY2" fmla="*/ 10 h 552460"/>
                <a:gd name="connsiteX3" fmla="*/ 1466850 w 2076450"/>
                <a:gd name="connsiteY3" fmla="*/ 450860 h 552460"/>
                <a:gd name="connsiteX4" fmla="*/ 2076450 w 2076450"/>
                <a:gd name="connsiteY4" fmla="*/ 552460 h 552460"/>
                <a:gd name="connsiteX0" fmla="*/ 0 w 2076450"/>
                <a:gd name="connsiteY0" fmla="*/ 552460 h 553694"/>
                <a:gd name="connsiteX1" fmla="*/ 635000 w 2076450"/>
                <a:gd name="connsiteY1" fmla="*/ 463560 h 553694"/>
                <a:gd name="connsiteX2" fmla="*/ 1104900 w 2076450"/>
                <a:gd name="connsiteY2" fmla="*/ 10 h 553694"/>
                <a:gd name="connsiteX3" fmla="*/ 1466850 w 2076450"/>
                <a:gd name="connsiteY3" fmla="*/ 450860 h 553694"/>
                <a:gd name="connsiteX4" fmla="*/ 2076450 w 2076450"/>
                <a:gd name="connsiteY4" fmla="*/ 552460 h 553694"/>
                <a:gd name="connsiteX0" fmla="*/ 0 w 2076450"/>
                <a:gd name="connsiteY0" fmla="*/ 552453 h 555210"/>
                <a:gd name="connsiteX1" fmla="*/ 635000 w 2076450"/>
                <a:gd name="connsiteY1" fmla="*/ 463553 h 555210"/>
                <a:gd name="connsiteX2" fmla="*/ 1104900 w 2076450"/>
                <a:gd name="connsiteY2" fmla="*/ 3 h 555210"/>
                <a:gd name="connsiteX3" fmla="*/ 1498600 w 2076450"/>
                <a:gd name="connsiteY3" fmla="*/ 469903 h 555210"/>
                <a:gd name="connsiteX4" fmla="*/ 2076450 w 2076450"/>
                <a:gd name="connsiteY4" fmla="*/ 552453 h 555210"/>
                <a:gd name="connsiteX0" fmla="*/ 0 w 2076450"/>
                <a:gd name="connsiteY0" fmla="*/ 552510 h 553235"/>
                <a:gd name="connsiteX1" fmla="*/ 635000 w 2076450"/>
                <a:gd name="connsiteY1" fmla="*/ 463610 h 553235"/>
                <a:gd name="connsiteX2" fmla="*/ 1104900 w 2076450"/>
                <a:gd name="connsiteY2" fmla="*/ 60 h 553235"/>
                <a:gd name="connsiteX3" fmla="*/ 1479550 w 2076450"/>
                <a:gd name="connsiteY3" fmla="*/ 431860 h 553235"/>
                <a:gd name="connsiteX4" fmla="*/ 2076450 w 2076450"/>
                <a:gd name="connsiteY4" fmla="*/ 552510 h 553235"/>
                <a:gd name="connsiteX0" fmla="*/ 0 w 2076450"/>
                <a:gd name="connsiteY0" fmla="*/ 552510 h 553991"/>
                <a:gd name="connsiteX1" fmla="*/ 635000 w 2076450"/>
                <a:gd name="connsiteY1" fmla="*/ 463610 h 553991"/>
                <a:gd name="connsiteX2" fmla="*/ 1104900 w 2076450"/>
                <a:gd name="connsiteY2" fmla="*/ 60 h 553991"/>
                <a:gd name="connsiteX3" fmla="*/ 1479550 w 2076450"/>
                <a:gd name="connsiteY3" fmla="*/ 431860 h 553991"/>
                <a:gd name="connsiteX4" fmla="*/ 2076450 w 2076450"/>
                <a:gd name="connsiteY4" fmla="*/ 552510 h 553991"/>
                <a:gd name="connsiteX0" fmla="*/ 0 w 2076450"/>
                <a:gd name="connsiteY0" fmla="*/ 552514 h 553995"/>
                <a:gd name="connsiteX1" fmla="*/ 635000 w 2076450"/>
                <a:gd name="connsiteY1" fmla="*/ 463614 h 553995"/>
                <a:gd name="connsiteX2" fmla="*/ 1104900 w 2076450"/>
                <a:gd name="connsiteY2" fmla="*/ 64 h 553995"/>
                <a:gd name="connsiteX3" fmla="*/ 1479550 w 2076450"/>
                <a:gd name="connsiteY3" fmla="*/ 431864 h 553995"/>
                <a:gd name="connsiteX4" fmla="*/ 2076450 w 2076450"/>
                <a:gd name="connsiteY4" fmla="*/ 552514 h 553995"/>
                <a:gd name="connsiteX0" fmla="*/ 0 w 2076450"/>
                <a:gd name="connsiteY0" fmla="*/ 552453 h 553934"/>
                <a:gd name="connsiteX1" fmla="*/ 635000 w 2076450"/>
                <a:gd name="connsiteY1" fmla="*/ 463553 h 553934"/>
                <a:gd name="connsiteX2" fmla="*/ 1104900 w 2076450"/>
                <a:gd name="connsiteY2" fmla="*/ 3 h 553934"/>
                <a:gd name="connsiteX3" fmla="*/ 1479550 w 2076450"/>
                <a:gd name="connsiteY3" fmla="*/ 431803 h 553934"/>
                <a:gd name="connsiteX4" fmla="*/ 2076450 w 2076450"/>
                <a:gd name="connsiteY4" fmla="*/ 552453 h 553934"/>
                <a:gd name="connsiteX0" fmla="*/ 0 w 2076450"/>
                <a:gd name="connsiteY0" fmla="*/ 552453 h 556896"/>
                <a:gd name="connsiteX1" fmla="*/ 635000 w 2076450"/>
                <a:gd name="connsiteY1" fmla="*/ 463553 h 556896"/>
                <a:gd name="connsiteX2" fmla="*/ 1104900 w 2076450"/>
                <a:gd name="connsiteY2" fmla="*/ 3 h 556896"/>
                <a:gd name="connsiteX3" fmla="*/ 1498600 w 2076450"/>
                <a:gd name="connsiteY3" fmla="*/ 457203 h 556896"/>
                <a:gd name="connsiteX4" fmla="*/ 2076450 w 2076450"/>
                <a:gd name="connsiteY4" fmla="*/ 552453 h 556896"/>
                <a:gd name="connsiteX0" fmla="*/ 0 w 2076450"/>
                <a:gd name="connsiteY0" fmla="*/ 552453 h 554014"/>
                <a:gd name="connsiteX1" fmla="*/ 635000 w 2076450"/>
                <a:gd name="connsiteY1" fmla="*/ 463553 h 554014"/>
                <a:gd name="connsiteX2" fmla="*/ 1098550 w 2076450"/>
                <a:gd name="connsiteY2" fmla="*/ 3 h 554014"/>
                <a:gd name="connsiteX3" fmla="*/ 1498600 w 2076450"/>
                <a:gd name="connsiteY3" fmla="*/ 457203 h 554014"/>
                <a:gd name="connsiteX4" fmla="*/ 2076450 w 2076450"/>
                <a:gd name="connsiteY4" fmla="*/ 552453 h 554014"/>
                <a:gd name="connsiteX0" fmla="*/ 0 w 2076450"/>
                <a:gd name="connsiteY0" fmla="*/ 552459 h 553693"/>
                <a:gd name="connsiteX1" fmla="*/ 635000 w 2076450"/>
                <a:gd name="connsiteY1" fmla="*/ 463559 h 553693"/>
                <a:gd name="connsiteX2" fmla="*/ 1098550 w 2076450"/>
                <a:gd name="connsiteY2" fmla="*/ 9 h 553693"/>
                <a:gd name="connsiteX3" fmla="*/ 1485900 w 2076450"/>
                <a:gd name="connsiteY3" fmla="*/ 450859 h 553693"/>
                <a:gd name="connsiteX4" fmla="*/ 2076450 w 2076450"/>
                <a:gd name="connsiteY4" fmla="*/ 552459 h 553693"/>
                <a:gd name="connsiteX0" fmla="*/ 0 w 2076450"/>
                <a:gd name="connsiteY0" fmla="*/ 552459 h 556763"/>
                <a:gd name="connsiteX1" fmla="*/ 635000 w 2076450"/>
                <a:gd name="connsiteY1" fmla="*/ 463559 h 556763"/>
                <a:gd name="connsiteX2" fmla="*/ 1098550 w 2076450"/>
                <a:gd name="connsiteY2" fmla="*/ 9 h 556763"/>
                <a:gd name="connsiteX3" fmla="*/ 1485900 w 2076450"/>
                <a:gd name="connsiteY3" fmla="*/ 450859 h 556763"/>
                <a:gd name="connsiteX4" fmla="*/ 2076450 w 2076450"/>
                <a:gd name="connsiteY4" fmla="*/ 555634 h 556763"/>
                <a:gd name="connsiteX0" fmla="*/ 0 w 2076450"/>
                <a:gd name="connsiteY0" fmla="*/ 552459 h 556011"/>
                <a:gd name="connsiteX1" fmla="*/ 635000 w 2076450"/>
                <a:gd name="connsiteY1" fmla="*/ 463559 h 556011"/>
                <a:gd name="connsiteX2" fmla="*/ 1098550 w 2076450"/>
                <a:gd name="connsiteY2" fmla="*/ 9 h 556011"/>
                <a:gd name="connsiteX3" fmla="*/ 1485900 w 2076450"/>
                <a:gd name="connsiteY3" fmla="*/ 450859 h 556011"/>
                <a:gd name="connsiteX4" fmla="*/ 2076450 w 2076450"/>
                <a:gd name="connsiteY4" fmla="*/ 555634 h 556011"/>
                <a:gd name="connsiteX0" fmla="*/ 0 w 1952625"/>
                <a:gd name="connsiteY0" fmla="*/ 555634 h 556011"/>
                <a:gd name="connsiteX1" fmla="*/ 511175 w 1952625"/>
                <a:gd name="connsiteY1" fmla="*/ 463559 h 556011"/>
                <a:gd name="connsiteX2" fmla="*/ 974725 w 1952625"/>
                <a:gd name="connsiteY2" fmla="*/ 9 h 556011"/>
                <a:gd name="connsiteX3" fmla="*/ 1362075 w 1952625"/>
                <a:gd name="connsiteY3" fmla="*/ 450859 h 556011"/>
                <a:gd name="connsiteX4" fmla="*/ 1952625 w 1952625"/>
                <a:gd name="connsiteY4" fmla="*/ 555634 h 556011"/>
                <a:gd name="connsiteX0" fmla="*/ 0 w 1952625"/>
                <a:gd name="connsiteY0" fmla="*/ 555634 h 556011"/>
                <a:gd name="connsiteX1" fmla="*/ 511175 w 1952625"/>
                <a:gd name="connsiteY1" fmla="*/ 463559 h 556011"/>
                <a:gd name="connsiteX2" fmla="*/ 974725 w 1952625"/>
                <a:gd name="connsiteY2" fmla="*/ 9 h 556011"/>
                <a:gd name="connsiteX3" fmla="*/ 1362075 w 1952625"/>
                <a:gd name="connsiteY3" fmla="*/ 450859 h 556011"/>
                <a:gd name="connsiteX4" fmla="*/ 1952625 w 1952625"/>
                <a:gd name="connsiteY4" fmla="*/ 555634 h 556011"/>
                <a:gd name="connsiteX0" fmla="*/ 0 w 1952625"/>
                <a:gd name="connsiteY0" fmla="*/ 555626 h 556003"/>
                <a:gd name="connsiteX1" fmla="*/ 492125 w 1952625"/>
                <a:gd name="connsiteY1" fmla="*/ 454026 h 556003"/>
                <a:gd name="connsiteX2" fmla="*/ 974725 w 1952625"/>
                <a:gd name="connsiteY2" fmla="*/ 1 h 556003"/>
                <a:gd name="connsiteX3" fmla="*/ 1362075 w 1952625"/>
                <a:gd name="connsiteY3" fmla="*/ 450851 h 556003"/>
                <a:gd name="connsiteX4" fmla="*/ 1952625 w 1952625"/>
                <a:gd name="connsiteY4" fmla="*/ 555626 h 556003"/>
                <a:gd name="connsiteX0" fmla="*/ 0 w 1952625"/>
                <a:gd name="connsiteY0" fmla="*/ 555627 h 555957"/>
                <a:gd name="connsiteX1" fmla="*/ 492125 w 1952625"/>
                <a:gd name="connsiteY1" fmla="*/ 454027 h 555957"/>
                <a:gd name="connsiteX2" fmla="*/ 974725 w 1952625"/>
                <a:gd name="connsiteY2" fmla="*/ 2 h 555957"/>
                <a:gd name="connsiteX3" fmla="*/ 1454150 w 1952625"/>
                <a:gd name="connsiteY3" fmla="*/ 447677 h 555957"/>
                <a:gd name="connsiteX4" fmla="*/ 1952625 w 1952625"/>
                <a:gd name="connsiteY4" fmla="*/ 555627 h 555957"/>
                <a:gd name="connsiteX0" fmla="*/ 0 w 1952625"/>
                <a:gd name="connsiteY0" fmla="*/ 555627 h 556133"/>
                <a:gd name="connsiteX1" fmla="*/ 492125 w 1952625"/>
                <a:gd name="connsiteY1" fmla="*/ 454027 h 556133"/>
                <a:gd name="connsiteX2" fmla="*/ 974725 w 1952625"/>
                <a:gd name="connsiteY2" fmla="*/ 2 h 556133"/>
                <a:gd name="connsiteX3" fmla="*/ 1454150 w 1952625"/>
                <a:gd name="connsiteY3" fmla="*/ 447677 h 556133"/>
                <a:gd name="connsiteX4" fmla="*/ 1952625 w 1952625"/>
                <a:gd name="connsiteY4" fmla="*/ 555627 h 556133"/>
                <a:gd name="connsiteX0" fmla="*/ 0 w 1952625"/>
                <a:gd name="connsiteY0" fmla="*/ 555627 h 556194"/>
                <a:gd name="connsiteX1" fmla="*/ 492125 w 1952625"/>
                <a:gd name="connsiteY1" fmla="*/ 454027 h 556194"/>
                <a:gd name="connsiteX2" fmla="*/ 974725 w 1952625"/>
                <a:gd name="connsiteY2" fmla="*/ 2 h 556194"/>
                <a:gd name="connsiteX3" fmla="*/ 1454150 w 1952625"/>
                <a:gd name="connsiteY3" fmla="*/ 447677 h 556194"/>
                <a:gd name="connsiteX4" fmla="*/ 1952625 w 1952625"/>
                <a:gd name="connsiteY4" fmla="*/ 555627 h 5561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52625" h="556194">
                  <a:moveTo>
                    <a:pt x="0" y="555627"/>
                  </a:moveTo>
                  <a:cubicBezTo>
                    <a:pt x="238125" y="557214"/>
                    <a:pt x="259821" y="562506"/>
                    <a:pt x="492125" y="454027"/>
                  </a:cubicBezTo>
                  <a:cubicBezTo>
                    <a:pt x="724429" y="345548"/>
                    <a:pt x="814388" y="1060"/>
                    <a:pt x="974725" y="2"/>
                  </a:cubicBezTo>
                  <a:cubicBezTo>
                    <a:pt x="1135062" y="-1056"/>
                    <a:pt x="1218142" y="345548"/>
                    <a:pt x="1454150" y="447677"/>
                  </a:cubicBezTo>
                  <a:cubicBezTo>
                    <a:pt x="1690158" y="549806"/>
                    <a:pt x="1711325" y="558802"/>
                    <a:pt x="1952625" y="555627"/>
                  </a:cubicBezTo>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3" name="任意形状 32">
              <a:extLst>
                <a:ext uri="{FF2B5EF4-FFF2-40B4-BE49-F238E27FC236}">
                  <a16:creationId xmlns:a16="http://schemas.microsoft.com/office/drawing/2014/main" id="{C9CFA7E1-D42C-2901-B016-836CA22FF930}"/>
                </a:ext>
              </a:extLst>
            </p:cNvPr>
            <p:cNvSpPr/>
            <p:nvPr/>
          </p:nvSpPr>
          <p:spPr>
            <a:xfrm>
              <a:off x="3392497" y="4254499"/>
              <a:ext cx="1278643" cy="364214"/>
            </a:xfrm>
            <a:custGeom>
              <a:avLst/>
              <a:gdLst>
                <a:gd name="connsiteX0" fmla="*/ 0 w 2076450"/>
                <a:gd name="connsiteY0" fmla="*/ 514352 h 563845"/>
                <a:gd name="connsiteX1" fmla="*/ 584200 w 2076450"/>
                <a:gd name="connsiteY1" fmla="*/ 514352 h 563845"/>
                <a:gd name="connsiteX2" fmla="*/ 1104900 w 2076450"/>
                <a:gd name="connsiteY2" fmla="*/ 2 h 563845"/>
                <a:gd name="connsiteX3" fmla="*/ 1511300 w 2076450"/>
                <a:gd name="connsiteY3" fmla="*/ 508002 h 563845"/>
                <a:gd name="connsiteX4" fmla="*/ 2076450 w 2076450"/>
                <a:gd name="connsiteY4" fmla="*/ 552452 h 563845"/>
                <a:gd name="connsiteX0" fmla="*/ 0 w 2076450"/>
                <a:gd name="connsiteY0" fmla="*/ 552452 h 584518"/>
                <a:gd name="connsiteX1" fmla="*/ 584200 w 2076450"/>
                <a:gd name="connsiteY1" fmla="*/ 514352 h 584518"/>
                <a:gd name="connsiteX2" fmla="*/ 1104900 w 2076450"/>
                <a:gd name="connsiteY2" fmla="*/ 2 h 584518"/>
                <a:gd name="connsiteX3" fmla="*/ 1511300 w 2076450"/>
                <a:gd name="connsiteY3" fmla="*/ 508002 h 584518"/>
                <a:gd name="connsiteX4" fmla="*/ 2076450 w 2076450"/>
                <a:gd name="connsiteY4" fmla="*/ 552452 h 584518"/>
                <a:gd name="connsiteX0" fmla="*/ 0 w 2076450"/>
                <a:gd name="connsiteY0" fmla="*/ 552452 h 567630"/>
                <a:gd name="connsiteX1" fmla="*/ 584200 w 2076450"/>
                <a:gd name="connsiteY1" fmla="*/ 514352 h 567630"/>
                <a:gd name="connsiteX2" fmla="*/ 1104900 w 2076450"/>
                <a:gd name="connsiteY2" fmla="*/ 2 h 567630"/>
                <a:gd name="connsiteX3" fmla="*/ 1511300 w 2076450"/>
                <a:gd name="connsiteY3" fmla="*/ 508002 h 567630"/>
                <a:gd name="connsiteX4" fmla="*/ 2076450 w 2076450"/>
                <a:gd name="connsiteY4" fmla="*/ 552452 h 567630"/>
                <a:gd name="connsiteX0" fmla="*/ 0 w 2076450"/>
                <a:gd name="connsiteY0" fmla="*/ 552557 h 560371"/>
                <a:gd name="connsiteX1" fmla="*/ 635000 w 2076450"/>
                <a:gd name="connsiteY1" fmla="*/ 463657 h 560371"/>
                <a:gd name="connsiteX2" fmla="*/ 1104900 w 2076450"/>
                <a:gd name="connsiteY2" fmla="*/ 107 h 560371"/>
                <a:gd name="connsiteX3" fmla="*/ 1511300 w 2076450"/>
                <a:gd name="connsiteY3" fmla="*/ 508107 h 560371"/>
                <a:gd name="connsiteX4" fmla="*/ 2076450 w 2076450"/>
                <a:gd name="connsiteY4" fmla="*/ 552557 h 560371"/>
                <a:gd name="connsiteX0" fmla="*/ 0 w 2076450"/>
                <a:gd name="connsiteY0" fmla="*/ 552460 h 552460"/>
                <a:gd name="connsiteX1" fmla="*/ 635000 w 2076450"/>
                <a:gd name="connsiteY1" fmla="*/ 463560 h 552460"/>
                <a:gd name="connsiteX2" fmla="*/ 1104900 w 2076450"/>
                <a:gd name="connsiteY2" fmla="*/ 10 h 552460"/>
                <a:gd name="connsiteX3" fmla="*/ 1466850 w 2076450"/>
                <a:gd name="connsiteY3" fmla="*/ 450860 h 552460"/>
                <a:gd name="connsiteX4" fmla="*/ 2076450 w 2076450"/>
                <a:gd name="connsiteY4" fmla="*/ 552460 h 552460"/>
                <a:gd name="connsiteX0" fmla="*/ 0 w 2076450"/>
                <a:gd name="connsiteY0" fmla="*/ 552460 h 553694"/>
                <a:gd name="connsiteX1" fmla="*/ 635000 w 2076450"/>
                <a:gd name="connsiteY1" fmla="*/ 463560 h 553694"/>
                <a:gd name="connsiteX2" fmla="*/ 1104900 w 2076450"/>
                <a:gd name="connsiteY2" fmla="*/ 10 h 553694"/>
                <a:gd name="connsiteX3" fmla="*/ 1466850 w 2076450"/>
                <a:gd name="connsiteY3" fmla="*/ 450860 h 553694"/>
                <a:gd name="connsiteX4" fmla="*/ 2076450 w 2076450"/>
                <a:gd name="connsiteY4" fmla="*/ 552460 h 553694"/>
                <a:gd name="connsiteX0" fmla="*/ 0 w 2076450"/>
                <a:gd name="connsiteY0" fmla="*/ 552453 h 555210"/>
                <a:gd name="connsiteX1" fmla="*/ 635000 w 2076450"/>
                <a:gd name="connsiteY1" fmla="*/ 463553 h 555210"/>
                <a:gd name="connsiteX2" fmla="*/ 1104900 w 2076450"/>
                <a:gd name="connsiteY2" fmla="*/ 3 h 555210"/>
                <a:gd name="connsiteX3" fmla="*/ 1498600 w 2076450"/>
                <a:gd name="connsiteY3" fmla="*/ 469903 h 555210"/>
                <a:gd name="connsiteX4" fmla="*/ 2076450 w 2076450"/>
                <a:gd name="connsiteY4" fmla="*/ 552453 h 555210"/>
                <a:gd name="connsiteX0" fmla="*/ 0 w 2076450"/>
                <a:gd name="connsiteY0" fmla="*/ 552510 h 553235"/>
                <a:gd name="connsiteX1" fmla="*/ 635000 w 2076450"/>
                <a:gd name="connsiteY1" fmla="*/ 463610 h 553235"/>
                <a:gd name="connsiteX2" fmla="*/ 1104900 w 2076450"/>
                <a:gd name="connsiteY2" fmla="*/ 60 h 553235"/>
                <a:gd name="connsiteX3" fmla="*/ 1479550 w 2076450"/>
                <a:gd name="connsiteY3" fmla="*/ 431860 h 553235"/>
                <a:gd name="connsiteX4" fmla="*/ 2076450 w 2076450"/>
                <a:gd name="connsiteY4" fmla="*/ 552510 h 553235"/>
                <a:gd name="connsiteX0" fmla="*/ 0 w 2076450"/>
                <a:gd name="connsiteY0" fmla="*/ 552510 h 553991"/>
                <a:gd name="connsiteX1" fmla="*/ 635000 w 2076450"/>
                <a:gd name="connsiteY1" fmla="*/ 463610 h 553991"/>
                <a:gd name="connsiteX2" fmla="*/ 1104900 w 2076450"/>
                <a:gd name="connsiteY2" fmla="*/ 60 h 553991"/>
                <a:gd name="connsiteX3" fmla="*/ 1479550 w 2076450"/>
                <a:gd name="connsiteY3" fmla="*/ 431860 h 553991"/>
                <a:gd name="connsiteX4" fmla="*/ 2076450 w 2076450"/>
                <a:gd name="connsiteY4" fmla="*/ 552510 h 553991"/>
                <a:gd name="connsiteX0" fmla="*/ 0 w 2076450"/>
                <a:gd name="connsiteY0" fmla="*/ 552514 h 553995"/>
                <a:gd name="connsiteX1" fmla="*/ 635000 w 2076450"/>
                <a:gd name="connsiteY1" fmla="*/ 463614 h 553995"/>
                <a:gd name="connsiteX2" fmla="*/ 1104900 w 2076450"/>
                <a:gd name="connsiteY2" fmla="*/ 64 h 553995"/>
                <a:gd name="connsiteX3" fmla="*/ 1479550 w 2076450"/>
                <a:gd name="connsiteY3" fmla="*/ 431864 h 553995"/>
                <a:gd name="connsiteX4" fmla="*/ 2076450 w 2076450"/>
                <a:gd name="connsiteY4" fmla="*/ 552514 h 553995"/>
                <a:gd name="connsiteX0" fmla="*/ 0 w 2076450"/>
                <a:gd name="connsiteY0" fmla="*/ 552453 h 553934"/>
                <a:gd name="connsiteX1" fmla="*/ 635000 w 2076450"/>
                <a:gd name="connsiteY1" fmla="*/ 463553 h 553934"/>
                <a:gd name="connsiteX2" fmla="*/ 1104900 w 2076450"/>
                <a:gd name="connsiteY2" fmla="*/ 3 h 553934"/>
                <a:gd name="connsiteX3" fmla="*/ 1479550 w 2076450"/>
                <a:gd name="connsiteY3" fmla="*/ 431803 h 553934"/>
                <a:gd name="connsiteX4" fmla="*/ 2076450 w 2076450"/>
                <a:gd name="connsiteY4" fmla="*/ 552453 h 553934"/>
                <a:gd name="connsiteX0" fmla="*/ 0 w 2076450"/>
                <a:gd name="connsiteY0" fmla="*/ 552453 h 556896"/>
                <a:gd name="connsiteX1" fmla="*/ 635000 w 2076450"/>
                <a:gd name="connsiteY1" fmla="*/ 463553 h 556896"/>
                <a:gd name="connsiteX2" fmla="*/ 1104900 w 2076450"/>
                <a:gd name="connsiteY2" fmla="*/ 3 h 556896"/>
                <a:gd name="connsiteX3" fmla="*/ 1498600 w 2076450"/>
                <a:gd name="connsiteY3" fmla="*/ 457203 h 556896"/>
                <a:gd name="connsiteX4" fmla="*/ 2076450 w 2076450"/>
                <a:gd name="connsiteY4" fmla="*/ 552453 h 556896"/>
                <a:gd name="connsiteX0" fmla="*/ 0 w 2076450"/>
                <a:gd name="connsiteY0" fmla="*/ 552453 h 554014"/>
                <a:gd name="connsiteX1" fmla="*/ 635000 w 2076450"/>
                <a:gd name="connsiteY1" fmla="*/ 463553 h 554014"/>
                <a:gd name="connsiteX2" fmla="*/ 1098550 w 2076450"/>
                <a:gd name="connsiteY2" fmla="*/ 3 h 554014"/>
                <a:gd name="connsiteX3" fmla="*/ 1498600 w 2076450"/>
                <a:gd name="connsiteY3" fmla="*/ 457203 h 554014"/>
                <a:gd name="connsiteX4" fmla="*/ 2076450 w 2076450"/>
                <a:gd name="connsiteY4" fmla="*/ 552453 h 554014"/>
                <a:gd name="connsiteX0" fmla="*/ 0 w 2076450"/>
                <a:gd name="connsiteY0" fmla="*/ 552459 h 553693"/>
                <a:gd name="connsiteX1" fmla="*/ 635000 w 2076450"/>
                <a:gd name="connsiteY1" fmla="*/ 463559 h 553693"/>
                <a:gd name="connsiteX2" fmla="*/ 1098550 w 2076450"/>
                <a:gd name="connsiteY2" fmla="*/ 9 h 553693"/>
                <a:gd name="connsiteX3" fmla="*/ 1485900 w 2076450"/>
                <a:gd name="connsiteY3" fmla="*/ 450859 h 553693"/>
                <a:gd name="connsiteX4" fmla="*/ 2076450 w 2076450"/>
                <a:gd name="connsiteY4" fmla="*/ 552459 h 553693"/>
                <a:gd name="connsiteX0" fmla="*/ 0 w 2076450"/>
                <a:gd name="connsiteY0" fmla="*/ 552459 h 556763"/>
                <a:gd name="connsiteX1" fmla="*/ 635000 w 2076450"/>
                <a:gd name="connsiteY1" fmla="*/ 463559 h 556763"/>
                <a:gd name="connsiteX2" fmla="*/ 1098550 w 2076450"/>
                <a:gd name="connsiteY2" fmla="*/ 9 h 556763"/>
                <a:gd name="connsiteX3" fmla="*/ 1485900 w 2076450"/>
                <a:gd name="connsiteY3" fmla="*/ 450859 h 556763"/>
                <a:gd name="connsiteX4" fmla="*/ 2076450 w 2076450"/>
                <a:gd name="connsiteY4" fmla="*/ 555634 h 556763"/>
                <a:gd name="connsiteX0" fmla="*/ 0 w 2076450"/>
                <a:gd name="connsiteY0" fmla="*/ 552459 h 556011"/>
                <a:gd name="connsiteX1" fmla="*/ 635000 w 2076450"/>
                <a:gd name="connsiteY1" fmla="*/ 463559 h 556011"/>
                <a:gd name="connsiteX2" fmla="*/ 1098550 w 2076450"/>
                <a:gd name="connsiteY2" fmla="*/ 9 h 556011"/>
                <a:gd name="connsiteX3" fmla="*/ 1485900 w 2076450"/>
                <a:gd name="connsiteY3" fmla="*/ 450859 h 556011"/>
                <a:gd name="connsiteX4" fmla="*/ 2076450 w 2076450"/>
                <a:gd name="connsiteY4" fmla="*/ 555634 h 556011"/>
                <a:gd name="connsiteX0" fmla="*/ 0 w 1952625"/>
                <a:gd name="connsiteY0" fmla="*/ 555634 h 556011"/>
                <a:gd name="connsiteX1" fmla="*/ 511175 w 1952625"/>
                <a:gd name="connsiteY1" fmla="*/ 463559 h 556011"/>
                <a:gd name="connsiteX2" fmla="*/ 974725 w 1952625"/>
                <a:gd name="connsiteY2" fmla="*/ 9 h 556011"/>
                <a:gd name="connsiteX3" fmla="*/ 1362075 w 1952625"/>
                <a:gd name="connsiteY3" fmla="*/ 450859 h 556011"/>
                <a:gd name="connsiteX4" fmla="*/ 1952625 w 1952625"/>
                <a:gd name="connsiteY4" fmla="*/ 555634 h 556011"/>
                <a:gd name="connsiteX0" fmla="*/ 0 w 1952625"/>
                <a:gd name="connsiteY0" fmla="*/ 555634 h 556011"/>
                <a:gd name="connsiteX1" fmla="*/ 511175 w 1952625"/>
                <a:gd name="connsiteY1" fmla="*/ 463559 h 556011"/>
                <a:gd name="connsiteX2" fmla="*/ 974725 w 1952625"/>
                <a:gd name="connsiteY2" fmla="*/ 9 h 556011"/>
                <a:gd name="connsiteX3" fmla="*/ 1362075 w 1952625"/>
                <a:gd name="connsiteY3" fmla="*/ 450859 h 556011"/>
                <a:gd name="connsiteX4" fmla="*/ 1952625 w 1952625"/>
                <a:gd name="connsiteY4" fmla="*/ 555634 h 556011"/>
                <a:gd name="connsiteX0" fmla="*/ 0 w 1952625"/>
                <a:gd name="connsiteY0" fmla="*/ 555626 h 556003"/>
                <a:gd name="connsiteX1" fmla="*/ 492125 w 1952625"/>
                <a:gd name="connsiteY1" fmla="*/ 454026 h 556003"/>
                <a:gd name="connsiteX2" fmla="*/ 974725 w 1952625"/>
                <a:gd name="connsiteY2" fmla="*/ 1 h 556003"/>
                <a:gd name="connsiteX3" fmla="*/ 1362075 w 1952625"/>
                <a:gd name="connsiteY3" fmla="*/ 450851 h 556003"/>
                <a:gd name="connsiteX4" fmla="*/ 1952625 w 1952625"/>
                <a:gd name="connsiteY4" fmla="*/ 555626 h 556003"/>
                <a:gd name="connsiteX0" fmla="*/ 0 w 1952625"/>
                <a:gd name="connsiteY0" fmla="*/ 555627 h 555957"/>
                <a:gd name="connsiteX1" fmla="*/ 492125 w 1952625"/>
                <a:gd name="connsiteY1" fmla="*/ 454027 h 555957"/>
                <a:gd name="connsiteX2" fmla="*/ 974725 w 1952625"/>
                <a:gd name="connsiteY2" fmla="*/ 2 h 555957"/>
                <a:gd name="connsiteX3" fmla="*/ 1454150 w 1952625"/>
                <a:gd name="connsiteY3" fmla="*/ 447677 h 555957"/>
                <a:gd name="connsiteX4" fmla="*/ 1952625 w 1952625"/>
                <a:gd name="connsiteY4" fmla="*/ 555627 h 555957"/>
                <a:gd name="connsiteX0" fmla="*/ 0 w 1952625"/>
                <a:gd name="connsiteY0" fmla="*/ 555627 h 556133"/>
                <a:gd name="connsiteX1" fmla="*/ 492125 w 1952625"/>
                <a:gd name="connsiteY1" fmla="*/ 454027 h 556133"/>
                <a:gd name="connsiteX2" fmla="*/ 974725 w 1952625"/>
                <a:gd name="connsiteY2" fmla="*/ 2 h 556133"/>
                <a:gd name="connsiteX3" fmla="*/ 1454150 w 1952625"/>
                <a:gd name="connsiteY3" fmla="*/ 447677 h 556133"/>
                <a:gd name="connsiteX4" fmla="*/ 1952625 w 1952625"/>
                <a:gd name="connsiteY4" fmla="*/ 555627 h 556133"/>
                <a:gd name="connsiteX0" fmla="*/ 0 w 1952625"/>
                <a:gd name="connsiteY0" fmla="*/ 555627 h 556194"/>
                <a:gd name="connsiteX1" fmla="*/ 492125 w 1952625"/>
                <a:gd name="connsiteY1" fmla="*/ 454027 h 556194"/>
                <a:gd name="connsiteX2" fmla="*/ 974725 w 1952625"/>
                <a:gd name="connsiteY2" fmla="*/ 2 h 556194"/>
                <a:gd name="connsiteX3" fmla="*/ 1454150 w 1952625"/>
                <a:gd name="connsiteY3" fmla="*/ 447677 h 556194"/>
                <a:gd name="connsiteX4" fmla="*/ 1952625 w 1952625"/>
                <a:gd name="connsiteY4" fmla="*/ 555627 h 5561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52625" h="556194">
                  <a:moveTo>
                    <a:pt x="0" y="555627"/>
                  </a:moveTo>
                  <a:cubicBezTo>
                    <a:pt x="238125" y="557214"/>
                    <a:pt x="259821" y="562506"/>
                    <a:pt x="492125" y="454027"/>
                  </a:cubicBezTo>
                  <a:cubicBezTo>
                    <a:pt x="724429" y="345548"/>
                    <a:pt x="814388" y="1060"/>
                    <a:pt x="974725" y="2"/>
                  </a:cubicBezTo>
                  <a:cubicBezTo>
                    <a:pt x="1135062" y="-1056"/>
                    <a:pt x="1218142" y="345548"/>
                    <a:pt x="1454150" y="447677"/>
                  </a:cubicBezTo>
                  <a:cubicBezTo>
                    <a:pt x="1690158" y="549806"/>
                    <a:pt x="1711325" y="558802"/>
                    <a:pt x="1952625" y="555627"/>
                  </a:cubicBezTo>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cxnSp>
        <p:nvCxnSpPr>
          <p:cNvPr id="4" name="直线箭头连接符 3">
            <a:extLst>
              <a:ext uri="{FF2B5EF4-FFF2-40B4-BE49-F238E27FC236}">
                <a16:creationId xmlns:a16="http://schemas.microsoft.com/office/drawing/2014/main" id="{3F97F3F5-EDDD-E91F-026F-89BE0F7BEC9C}"/>
              </a:ext>
            </a:extLst>
          </p:cNvPr>
          <p:cNvCxnSpPr>
            <a:cxnSpLocks/>
          </p:cNvCxnSpPr>
          <p:nvPr/>
        </p:nvCxnSpPr>
        <p:spPr>
          <a:xfrm>
            <a:off x="3113148" y="4182890"/>
            <a:ext cx="216385" cy="0"/>
          </a:xfrm>
          <a:prstGeom prst="straightConnector1">
            <a:avLst/>
          </a:prstGeom>
          <a:ln w="22225">
            <a:solidFill>
              <a:schemeClr val="accent4"/>
            </a:solidFill>
            <a:tailEnd type="triangle"/>
          </a:ln>
        </p:spPr>
        <p:style>
          <a:lnRef idx="1">
            <a:schemeClr val="accent1"/>
          </a:lnRef>
          <a:fillRef idx="0">
            <a:schemeClr val="accent1"/>
          </a:fillRef>
          <a:effectRef idx="0">
            <a:schemeClr val="accent1"/>
          </a:effectRef>
          <a:fontRef idx="minor">
            <a:schemeClr val="tx1"/>
          </a:fontRef>
        </p:style>
      </p:cxnSp>
      <p:cxnSp>
        <p:nvCxnSpPr>
          <p:cNvPr id="10" name="直线箭头连接符 9">
            <a:extLst>
              <a:ext uri="{FF2B5EF4-FFF2-40B4-BE49-F238E27FC236}">
                <a16:creationId xmlns:a16="http://schemas.microsoft.com/office/drawing/2014/main" id="{6FCDB652-C21F-BC5D-E169-F3EA412CF694}"/>
              </a:ext>
            </a:extLst>
          </p:cNvPr>
          <p:cNvCxnSpPr>
            <a:cxnSpLocks/>
          </p:cNvCxnSpPr>
          <p:nvPr/>
        </p:nvCxnSpPr>
        <p:spPr>
          <a:xfrm>
            <a:off x="8440636" y="4441139"/>
            <a:ext cx="140253" cy="0"/>
          </a:xfrm>
          <a:prstGeom prst="straightConnector1">
            <a:avLst/>
          </a:prstGeom>
          <a:ln w="15875">
            <a:solidFill>
              <a:schemeClr val="accent4">
                <a:lumMod val="40000"/>
                <a:lumOff val="6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2" name="直线箭头连接符 11">
            <a:extLst>
              <a:ext uri="{FF2B5EF4-FFF2-40B4-BE49-F238E27FC236}">
                <a16:creationId xmlns:a16="http://schemas.microsoft.com/office/drawing/2014/main" id="{6B53C2E1-E8C8-307D-1BF4-27DDE7023A99}"/>
              </a:ext>
            </a:extLst>
          </p:cNvPr>
          <p:cNvCxnSpPr>
            <a:cxnSpLocks/>
          </p:cNvCxnSpPr>
          <p:nvPr/>
        </p:nvCxnSpPr>
        <p:spPr>
          <a:xfrm>
            <a:off x="7805443" y="4441139"/>
            <a:ext cx="140253" cy="0"/>
          </a:xfrm>
          <a:prstGeom prst="straightConnector1">
            <a:avLst/>
          </a:prstGeom>
          <a:ln w="15875">
            <a:solidFill>
              <a:schemeClr val="accent4">
                <a:lumMod val="40000"/>
                <a:lumOff val="60000"/>
              </a:schemeClr>
            </a:solidFill>
            <a:headEnd type="triangle"/>
            <a:tailEnd type="none"/>
          </a:ln>
        </p:spPr>
        <p:style>
          <a:lnRef idx="1">
            <a:schemeClr val="accent1"/>
          </a:lnRef>
          <a:fillRef idx="0">
            <a:schemeClr val="accent1"/>
          </a:fillRef>
          <a:effectRef idx="0">
            <a:schemeClr val="accent1"/>
          </a:effectRef>
          <a:fontRef idx="minor">
            <a:schemeClr val="tx1"/>
          </a:fontRef>
        </p:style>
      </p:cxnSp>
      <p:cxnSp>
        <p:nvCxnSpPr>
          <p:cNvPr id="13" name="直线箭头连接符 12">
            <a:extLst>
              <a:ext uri="{FF2B5EF4-FFF2-40B4-BE49-F238E27FC236}">
                <a16:creationId xmlns:a16="http://schemas.microsoft.com/office/drawing/2014/main" id="{BE55D9F6-D1A9-4B4F-E93C-35DB90B86CA5}"/>
              </a:ext>
            </a:extLst>
          </p:cNvPr>
          <p:cNvCxnSpPr>
            <a:cxnSpLocks/>
          </p:cNvCxnSpPr>
          <p:nvPr/>
        </p:nvCxnSpPr>
        <p:spPr>
          <a:xfrm>
            <a:off x="4824916" y="4441139"/>
            <a:ext cx="140253" cy="0"/>
          </a:xfrm>
          <a:prstGeom prst="straightConnector1">
            <a:avLst/>
          </a:prstGeom>
          <a:ln w="15875">
            <a:solidFill>
              <a:schemeClr val="accent4">
                <a:lumMod val="40000"/>
                <a:lumOff val="6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5" name="直线箭头连接符 14">
            <a:extLst>
              <a:ext uri="{FF2B5EF4-FFF2-40B4-BE49-F238E27FC236}">
                <a16:creationId xmlns:a16="http://schemas.microsoft.com/office/drawing/2014/main" id="{E8E84225-B1D4-8FB1-367B-C9351AF9CC78}"/>
              </a:ext>
            </a:extLst>
          </p:cNvPr>
          <p:cNvCxnSpPr>
            <a:cxnSpLocks/>
          </p:cNvCxnSpPr>
          <p:nvPr/>
        </p:nvCxnSpPr>
        <p:spPr>
          <a:xfrm>
            <a:off x="4189723" y="4441139"/>
            <a:ext cx="140253" cy="0"/>
          </a:xfrm>
          <a:prstGeom prst="straightConnector1">
            <a:avLst/>
          </a:prstGeom>
          <a:ln w="15875">
            <a:solidFill>
              <a:schemeClr val="accent4">
                <a:lumMod val="40000"/>
                <a:lumOff val="60000"/>
              </a:schemeClr>
            </a:solidFill>
            <a:headEnd type="triangle"/>
            <a:tailEnd type="none"/>
          </a:ln>
        </p:spPr>
        <p:style>
          <a:lnRef idx="1">
            <a:schemeClr val="accent1"/>
          </a:lnRef>
          <a:fillRef idx="0">
            <a:schemeClr val="accent1"/>
          </a:fillRef>
          <a:effectRef idx="0">
            <a:schemeClr val="accent1"/>
          </a:effectRef>
          <a:fontRef idx="minor">
            <a:schemeClr val="tx1"/>
          </a:fontRef>
        </p:style>
      </p:cxnSp>
      <p:cxnSp>
        <p:nvCxnSpPr>
          <p:cNvPr id="16" name="直线箭头连接符 15">
            <a:extLst>
              <a:ext uri="{FF2B5EF4-FFF2-40B4-BE49-F238E27FC236}">
                <a16:creationId xmlns:a16="http://schemas.microsoft.com/office/drawing/2014/main" id="{CED052BF-5E21-129E-F867-BC9B5E3C8C87}"/>
              </a:ext>
            </a:extLst>
          </p:cNvPr>
          <p:cNvCxnSpPr>
            <a:cxnSpLocks/>
          </p:cNvCxnSpPr>
          <p:nvPr/>
        </p:nvCxnSpPr>
        <p:spPr>
          <a:xfrm>
            <a:off x="3456197" y="4441139"/>
            <a:ext cx="140253" cy="0"/>
          </a:xfrm>
          <a:prstGeom prst="straightConnector1">
            <a:avLst/>
          </a:prstGeom>
          <a:ln w="15875">
            <a:solidFill>
              <a:schemeClr val="accent4">
                <a:lumMod val="40000"/>
                <a:lumOff val="6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7" name="直线箭头连接符 16">
            <a:extLst>
              <a:ext uri="{FF2B5EF4-FFF2-40B4-BE49-F238E27FC236}">
                <a16:creationId xmlns:a16="http://schemas.microsoft.com/office/drawing/2014/main" id="{9A764C2D-1067-3BB4-2548-7BD4D19410EE}"/>
              </a:ext>
            </a:extLst>
          </p:cNvPr>
          <p:cNvCxnSpPr>
            <a:cxnSpLocks/>
          </p:cNvCxnSpPr>
          <p:nvPr/>
        </p:nvCxnSpPr>
        <p:spPr>
          <a:xfrm>
            <a:off x="2821004" y="4441139"/>
            <a:ext cx="140253" cy="0"/>
          </a:xfrm>
          <a:prstGeom prst="straightConnector1">
            <a:avLst/>
          </a:prstGeom>
          <a:ln w="15875">
            <a:solidFill>
              <a:schemeClr val="accent4">
                <a:lumMod val="40000"/>
                <a:lumOff val="60000"/>
              </a:schemeClr>
            </a:solidFill>
            <a:headEnd type="triangle"/>
            <a:tailEnd type="none"/>
          </a:ln>
        </p:spPr>
        <p:style>
          <a:lnRef idx="1">
            <a:schemeClr val="accent1"/>
          </a:lnRef>
          <a:fillRef idx="0">
            <a:schemeClr val="accent1"/>
          </a:fillRef>
          <a:effectRef idx="0">
            <a:schemeClr val="accent1"/>
          </a:effectRef>
          <a:fontRef idx="minor">
            <a:schemeClr val="tx1"/>
          </a:fontRef>
        </p:style>
      </p:cxnSp>
      <p:grpSp>
        <p:nvGrpSpPr>
          <p:cNvPr id="21" name="组合 20">
            <a:extLst>
              <a:ext uri="{FF2B5EF4-FFF2-40B4-BE49-F238E27FC236}">
                <a16:creationId xmlns:a16="http://schemas.microsoft.com/office/drawing/2014/main" id="{0D8122D8-C1F7-4673-2C05-F5EA259AA91E}"/>
              </a:ext>
            </a:extLst>
          </p:cNvPr>
          <p:cNvGrpSpPr/>
          <p:nvPr/>
        </p:nvGrpSpPr>
        <p:grpSpPr>
          <a:xfrm>
            <a:off x="2399783" y="4306103"/>
            <a:ext cx="1624814" cy="312609"/>
            <a:chOff x="3392497" y="4254499"/>
            <a:chExt cx="1278644" cy="364214"/>
          </a:xfrm>
        </p:grpSpPr>
        <p:sp>
          <p:nvSpPr>
            <p:cNvPr id="22" name="任意形状 21">
              <a:extLst>
                <a:ext uri="{FF2B5EF4-FFF2-40B4-BE49-F238E27FC236}">
                  <a16:creationId xmlns:a16="http://schemas.microsoft.com/office/drawing/2014/main" id="{51160DD2-4113-759B-5639-1A340A469BF1}"/>
                </a:ext>
              </a:extLst>
            </p:cNvPr>
            <p:cNvSpPr/>
            <p:nvPr/>
          </p:nvSpPr>
          <p:spPr>
            <a:xfrm>
              <a:off x="3392498" y="4254499"/>
              <a:ext cx="1278643" cy="364214"/>
            </a:xfrm>
            <a:custGeom>
              <a:avLst/>
              <a:gdLst>
                <a:gd name="connsiteX0" fmla="*/ 0 w 2076450"/>
                <a:gd name="connsiteY0" fmla="*/ 514352 h 563845"/>
                <a:gd name="connsiteX1" fmla="*/ 584200 w 2076450"/>
                <a:gd name="connsiteY1" fmla="*/ 514352 h 563845"/>
                <a:gd name="connsiteX2" fmla="*/ 1104900 w 2076450"/>
                <a:gd name="connsiteY2" fmla="*/ 2 h 563845"/>
                <a:gd name="connsiteX3" fmla="*/ 1511300 w 2076450"/>
                <a:gd name="connsiteY3" fmla="*/ 508002 h 563845"/>
                <a:gd name="connsiteX4" fmla="*/ 2076450 w 2076450"/>
                <a:gd name="connsiteY4" fmla="*/ 552452 h 563845"/>
                <a:gd name="connsiteX0" fmla="*/ 0 w 2076450"/>
                <a:gd name="connsiteY0" fmla="*/ 552452 h 584518"/>
                <a:gd name="connsiteX1" fmla="*/ 584200 w 2076450"/>
                <a:gd name="connsiteY1" fmla="*/ 514352 h 584518"/>
                <a:gd name="connsiteX2" fmla="*/ 1104900 w 2076450"/>
                <a:gd name="connsiteY2" fmla="*/ 2 h 584518"/>
                <a:gd name="connsiteX3" fmla="*/ 1511300 w 2076450"/>
                <a:gd name="connsiteY3" fmla="*/ 508002 h 584518"/>
                <a:gd name="connsiteX4" fmla="*/ 2076450 w 2076450"/>
                <a:gd name="connsiteY4" fmla="*/ 552452 h 584518"/>
                <a:gd name="connsiteX0" fmla="*/ 0 w 2076450"/>
                <a:gd name="connsiteY0" fmla="*/ 552452 h 567630"/>
                <a:gd name="connsiteX1" fmla="*/ 584200 w 2076450"/>
                <a:gd name="connsiteY1" fmla="*/ 514352 h 567630"/>
                <a:gd name="connsiteX2" fmla="*/ 1104900 w 2076450"/>
                <a:gd name="connsiteY2" fmla="*/ 2 h 567630"/>
                <a:gd name="connsiteX3" fmla="*/ 1511300 w 2076450"/>
                <a:gd name="connsiteY3" fmla="*/ 508002 h 567630"/>
                <a:gd name="connsiteX4" fmla="*/ 2076450 w 2076450"/>
                <a:gd name="connsiteY4" fmla="*/ 552452 h 567630"/>
                <a:gd name="connsiteX0" fmla="*/ 0 w 2076450"/>
                <a:gd name="connsiteY0" fmla="*/ 552557 h 560371"/>
                <a:gd name="connsiteX1" fmla="*/ 635000 w 2076450"/>
                <a:gd name="connsiteY1" fmla="*/ 463657 h 560371"/>
                <a:gd name="connsiteX2" fmla="*/ 1104900 w 2076450"/>
                <a:gd name="connsiteY2" fmla="*/ 107 h 560371"/>
                <a:gd name="connsiteX3" fmla="*/ 1511300 w 2076450"/>
                <a:gd name="connsiteY3" fmla="*/ 508107 h 560371"/>
                <a:gd name="connsiteX4" fmla="*/ 2076450 w 2076450"/>
                <a:gd name="connsiteY4" fmla="*/ 552557 h 560371"/>
                <a:gd name="connsiteX0" fmla="*/ 0 w 2076450"/>
                <a:gd name="connsiteY0" fmla="*/ 552460 h 552460"/>
                <a:gd name="connsiteX1" fmla="*/ 635000 w 2076450"/>
                <a:gd name="connsiteY1" fmla="*/ 463560 h 552460"/>
                <a:gd name="connsiteX2" fmla="*/ 1104900 w 2076450"/>
                <a:gd name="connsiteY2" fmla="*/ 10 h 552460"/>
                <a:gd name="connsiteX3" fmla="*/ 1466850 w 2076450"/>
                <a:gd name="connsiteY3" fmla="*/ 450860 h 552460"/>
                <a:gd name="connsiteX4" fmla="*/ 2076450 w 2076450"/>
                <a:gd name="connsiteY4" fmla="*/ 552460 h 552460"/>
                <a:gd name="connsiteX0" fmla="*/ 0 w 2076450"/>
                <a:gd name="connsiteY0" fmla="*/ 552460 h 553694"/>
                <a:gd name="connsiteX1" fmla="*/ 635000 w 2076450"/>
                <a:gd name="connsiteY1" fmla="*/ 463560 h 553694"/>
                <a:gd name="connsiteX2" fmla="*/ 1104900 w 2076450"/>
                <a:gd name="connsiteY2" fmla="*/ 10 h 553694"/>
                <a:gd name="connsiteX3" fmla="*/ 1466850 w 2076450"/>
                <a:gd name="connsiteY3" fmla="*/ 450860 h 553694"/>
                <a:gd name="connsiteX4" fmla="*/ 2076450 w 2076450"/>
                <a:gd name="connsiteY4" fmla="*/ 552460 h 553694"/>
                <a:gd name="connsiteX0" fmla="*/ 0 w 2076450"/>
                <a:gd name="connsiteY0" fmla="*/ 552453 h 555210"/>
                <a:gd name="connsiteX1" fmla="*/ 635000 w 2076450"/>
                <a:gd name="connsiteY1" fmla="*/ 463553 h 555210"/>
                <a:gd name="connsiteX2" fmla="*/ 1104900 w 2076450"/>
                <a:gd name="connsiteY2" fmla="*/ 3 h 555210"/>
                <a:gd name="connsiteX3" fmla="*/ 1498600 w 2076450"/>
                <a:gd name="connsiteY3" fmla="*/ 469903 h 555210"/>
                <a:gd name="connsiteX4" fmla="*/ 2076450 w 2076450"/>
                <a:gd name="connsiteY4" fmla="*/ 552453 h 555210"/>
                <a:gd name="connsiteX0" fmla="*/ 0 w 2076450"/>
                <a:gd name="connsiteY0" fmla="*/ 552510 h 553235"/>
                <a:gd name="connsiteX1" fmla="*/ 635000 w 2076450"/>
                <a:gd name="connsiteY1" fmla="*/ 463610 h 553235"/>
                <a:gd name="connsiteX2" fmla="*/ 1104900 w 2076450"/>
                <a:gd name="connsiteY2" fmla="*/ 60 h 553235"/>
                <a:gd name="connsiteX3" fmla="*/ 1479550 w 2076450"/>
                <a:gd name="connsiteY3" fmla="*/ 431860 h 553235"/>
                <a:gd name="connsiteX4" fmla="*/ 2076450 w 2076450"/>
                <a:gd name="connsiteY4" fmla="*/ 552510 h 553235"/>
                <a:gd name="connsiteX0" fmla="*/ 0 w 2076450"/>
                <a:gd name="connsiteY0" fmla="*/ 552510 h 553991"/>
                <a:gd name="connsiteX1" fmla="*/ 635000 w 2076450"/>
                <a:gd name="connsiteY1" fmla="*/ 463610 h 553991"/>
                <a:gd name="connsiteX2" fmla="*/ 1104900 w 2076450"/>
                <a:gd name="connsiteY2" fmla="*/ 60 h 553991"/>
                <a:gd name="connsiteX3" fmla="*/ 1479550 w 2076450"/>
                <a:gd name="connsiteY3" fmla="*/ 431860 h 553991"/>
                <a:gd name="connsiteX4" fmla="*/ 2076450 w 2076450"/>
                <a:gd name="connsiteY4" fmla="*/ 552510 h 553991"/>
                <a:gd name="connsiteX0" fmla="*/ 0 w 2076450"/>
                <a:gd name="connsiteY0" fmla="*/ 552514 h 553995"/>
                <a:gd name="connsiteX1" fmla="*/ 635000 w 2076450"/>
                <a:gd name="connsiteY1" fmla="*/ 463614 h 553995"/>
                <a:gd name="connsiteX2" fmla="*/ 1104900 w 2076450"/>
                <a:gd name="connsiteY2" fmla="*/ 64 h 553995"/>
                <a:gd name="connsiteX3" fmla="*/ 1479550 w 2076450"/>
                <a:gd name="connsiteY3" fmla="*/ 431864 h 553995"/>
                <a:gd name="connsiteX4" fmla="*/ 2076450 w 2076450"/>
                <a:gd name="connsiteY4" fmla="*/ 552514 h 553995"/>
                <a:gd name="connsiteX0" fmla="*/ 0 w 2076450"/>
                <a:gd name="connsiteY0" fmla="*/ 552453 h 553934"/>
                <a:gd name="connsiteX1" fmla="*/ 635000 w 2076450"/>
                <a:gd name="connsiteY1" fmla="*/ 463553 h 553934"/>
                <a:gd name="connsiteX2" fmla="*/ 1104900 w 2076450"/>
                <a:gd name="connsiteY2" fmla="*/ 3 h 553934"/>
                <a:gd name="connsiteX3" fmla="*/ 1479550 w 2076450"/>
                <a:gd name="connsiteY3" fmla="*/ 431803 h 553934"/>
                <a:gd name="connsiteX4" fmla="*/ 2076450 w 2076450"/>
                <a:gd name="connsiteY4" fmla="*/ 552453 h 553934"/>
                <a:gd name="connsiteX0" fmla="*/ 0 w 2076450"/>
                <a:gd name="connsiteY0" fmla="*/ 552453 h 556896"/>
                <a:gd name="connsiteX1" fmla="*/ 635000 w 2076450"/>
                <a:gd name="connsiteY1" fmla="*/ 463553 h 556896"/>
                <a:gd name="connsiteX2" fmla="*/ 1104900 w 2076450"/>
                <a:gd name="connsiteY2" fmla="*/ 3 h 556896"/>
                <a:gd name="connsiteX3" fmla="*/ 1498600 w 2076450"/>
                <a:gd name="connsiteY3" fmla="*/ 457203 h 556896"/>
                <a:gd name="connsiteX4" fmla="*/ 2076450 w 2076450"/>
                <a:gd name="connsiteY4" fmla="*/ 552453 h 556896"/>
                <a:gd name="connsiteX0" fmla="*/ 0 w 2076450"/>
                <a:gd name="connsiteY0" fmla="*/ 552453 h 554014"/>
                <a:gd name="connsiteX1" fmla="*/ 635000 w 2076450"/>
                <a:gd name="connsiteY1" fmla="*/ 463553 h 554014"/>
                <a:gd name="connsiteX2" fmla="*/ 1098550 w 2076450"/>
                <a:gd name="connsiteY2" fmla="*/ 3 h 554014"/>
                <a:gd name="connsiteX3" fmla="*/ 1498600 w 2076450"/>
                <a:gd name="connsiteY3" fmla="*/ 457203 h 554014"/>
                <a:gd name="connsiteX4" fmla="*/ 2076450 w 2076450"/>
                <a:gd name="connsiteY4" fmla="*/ 552453 h 554014"/>
                <a:gd name="connsiteX0" fmla="*/ 0 w 2076450"/>
                <a:gd name="connsiteY0" fmla="*/ 552459 h 553693"/>
                <a:gd name="connsiteX1" fmla="*/ 635000 w 2076450"/>
                <a:gd name="connsiteY1" fmla="*/ 463559 h 553693"/>
                <a:gd name="connsiteX2" fmla="*/ 1098550 w 2076450"/>
                <a:gd name="connsiteY2" fmla="*/ 9 h 553693"/>
                <a:gd name="connsiteX3" fmla="*/ 1485900 w 2076450"/>
                <a:gd name="connsiteY3" fmla="*/ 450859 h 553693"/>
                <a:gd name="connsiteX4" fmla="*/ 2076450 w 2076450"/>
                <a:gd name="connsiteY4" fmla="*/ 552459 h 553693"/>
                <a:gd name="connsiteX0" fmla="*/ 0 w 2076450"/>
                <a:gd name="connsiteY0" fmla="*/ 552459 h 556763"/>
                <a:gd name="connsiteX1" fmla="*/ 635000 w 2076450"/>
                <a:gd name="connsiteY1" fmla="*/ 463559 h 556763"/>
                <a:gd name="connsiteX2" fmla="*/ 1098550 w 2076450"/>
                <a:gd name="connsiteY2" fmla="*/ 9 h 556763"/>
                <a:gd name="connsiteX3" fmla="*/ 1485900 w 2076450"/>
                <a:gd name="connsiteY3" fmla="*/ 450859 h 556763"/>
                <a:gd name="connsiteX4" fmla="*/ 2076450 w 2076450"/>
                <a:gd name="connsiteY4" fmla="*/ 555634 h 556763"/>
                <a:gd name="connsiteX0" fmla="*/ 0 w 2076450"/>
                <a:gd name="connsiteY0" fmla="*/ 552459 h 556011"/>
                <a:gd name="connsiteX1" fmla="*/ 635000 w 2076450"/>
                <a:gd name="connsiteY1" fmla="*/ 463559 h 556011"/>
                <a:gd name="connsiteX2" fmla="*/ 1098550 w 2076450"/>
                <a:gd name="connsiteY2" fmla="*/ 9 h 556011"/>
                <a:gd name="connsiteX3" fmla="*/ 1485900 w 2076450"/>
                <a:gd name="connsiteY3" fmla="*/ 450859 h 556011"/>
                <a:gd name="connsiteX4" fmla="*/ 2076450 w 2076450"/>
                <a:gd name="connsiteY4" fmla="*/ 555634 h 556011"/>
                <a:gd name="connsiteX0" fmla="*/ 0 w 1952625"/>
                <a:gd name="connsiteY0" fmla="*/ 555634 h 556011"/>
                <a:gd name="connsiteX1" fmla="*/ 511175 w 1952625"/>
                <a:gd name="connsiteY1" fmla="*/ 463559 h 556011"/>
                <a:gd name="connsiteX2" fmla="*/ 974725 w 1952625"/>
                <a:gd name="connsiteY2" fmla="*/ 9 h 556011"/>
                <a:gd name="connsiteX3" fmla="*/ 1362075 w 1952625"/>
                <a:gd name="connsiteY3" fmla="*/ 450859 h 556011"/>
                <a:gd name="connsiteX4" fmla="*/ 1952625 w 1952625"/>
                <a:gd name="connsiteY4" fmla="*/ 555634 h 556011"/>
                <a:gd name="connsiteX0" fmla="*/ 0 w 1952625"/>
                <a:gd name="connsiteY0" fmla="*/ 555634 h 556011"/>
                <a:gd name="connsiteX1" fmla="*/ 511175 w 1952625"/>
                <a:gd name="connsiteY1" fmla="*/ 463559 h 556011"/>
                <a:gd name="connsiteX2" fmla="*/ 974725 w 1952625"/>
                <a:gd name="connsiteY2" fmla="*/ 9 h 556011"/>
                <a:gd name="connsiteX3" fmla="*/ 1362075 w 1952625"/>
                <a:gd name="connsiteY3" fmla="*/ 450859 h 556011"/>
                <a:gd name="connsiteX4" fmla="*/ 1952625 w 1952625"/>
                <a:gd name="connsiteY4" fmla="*/ 555634 h 556011"/>
                <a:gd name="connsiteX0" fmla="*/ 0 w 1952625"/>
                <a:gd name="connsiteY0" fmla="*/ 555626 h 556003"/>
                <a:gd name="connsiteX1" fmla="*/ 492125 w 1952625"/>
                <a:gd name="connsiteY1" fmla="*/ 454026 h 556003"/>
                <a:gd name="connsiteX2" fmla="*/ 974725 w 1952625"/>
                <a:gd name="connsiteY2" fmla="*/ 1 h 556003"/>
                <a:gd name="connsiteX3" fmla="*/ 1362075 w 1952625"/>
                <a:gd name="connsiteY3" fmla="*/ 450851 h 556003"/>
                <a:gd name="connsiteX4" fmla="*/ 1952625 w 1952625"/>
                <a:gd name="connsiteY4" fmla="*/ 555626 h 556003"/>
                <a:gd name="connsiteX0" fmla="*/ 0 w 1952625"/>
                <a:gd name="connsiteY0" fmla="*/ 555627 h 555957"/>
                <a:gd name="connsiteX1" fmla="*/ 492125 w 1952625"/>
                <a:gd name="connsiteY1" fmla="*/ 454027 h 555957"/>
                <a:gd name="connsiteX2" fmla="*/ 974725 w 1952625"/>
                <a:gd name="connsiteY2" fmla="*/ 2 h 555957"/>
                <a:gd name="connsiteX3" fmla="*/ 1454150 w 1952625"/>
                <a:gd name="connsiteY3" fmla="*/ 447677 h 555957"/>
                <a:gd name="connsiteX4" fmla="*/ 1952625 w 1952625"/>
                <a:gd name="connsiteY4" fmla="*/ 555627 h 555957"/>
                <a:gd name="connsiteX0" fmla="*/ 0 w 1952625"/>
                <a:gd name="connsiteY0" fmla="*/ 555627 h 556133"/>
                <a:gd name="connsiteX1" fmla="*/ 492125 w 1952625"/>
                <a:gd name="connsiteY1" fmla="*/ 454027 h 556133"/>
                <a:gd name="connsiteX2" fmla="*/ 974725 w 1952625"/>
                <a:gd name="connsiteY2" fmla="*/ 2 h 556133"/>
                <a:gd name="connsiteX3" fmla="*/ 1454150 w 1952625"/>
                <a:gd name="connsiteY3" fmla="*/ 447677 h 556133"/>
                <a:gd name="connsiteX4" fmla="*/ 1952625 w 1952625"/>
                <a:gd name="connsiteY4" fmla="*/ 555627 h 556133"/>
                <a:gd name="connsiteX0" fmla="*/ 0 w 1952625"/>
                <a:gd name="connsiteY0" fmla="*/ 555627 h 556194"/>
                <a:gd name="connsiteX1" fmla="*/ 492125 w 1952625"/>
                <a:gd name="connsiteY1" fmla="*/ 454027 h 556194"/>
                <a:gd name="connsiteX2" fmla="*/ 974725 w 1952625"/>
                <a:gd name="connsiteY2" fmla="*/ 2 h 556194"/>
                <a:gd name="connsiteX3" fmla="*/ 1454150 w 1952625"/>
                <a:gd name="connsiteY3" fmla="*/ 447677 h 556194"/>
                <a:gd name="connsiteX4" fmla="*/ 1952625 w 1952625"/>
                <a:gd name="connsiteY4" fmla="*/ 555627 h 5561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52625" h="556194">
                  <a:moveTo>
                    <a:pt x="0" y="555627"/>
                  </a:moveTo>
                  <a:cubicBezTo>
                    <a:pt x="238125" y="557214"/>
                    <a:pt x="259821" y="562506"/>
                    <a:pt x="492125" y="454027"/>
                  </a:cubicBezTo>
                  <a:cubicBezTo>
                    <a:pt x="724429" y="345548"/>
                    <a:pt x="814388" y="1060"/>
                    <a:pt x="974725" y="2"/>
                  </a:cubicBezTo>
                  <a:cubicBezTo>
                    <a:pt x="1135062" y="-1056"/>
                    <a:pt x="1218142" y="345548"/>
                    <a:pt x="1454150" y="447677"/>
                  </a:cubicBezTo>
                  <a:cubicBezTo>
                    <a:pt x="1690158" y="549806"/>
                    <a:pt x="1711325" y="558802"/>
                    <a:pt x="1952625" y="555627"/>
                  </a:cubicBezTo>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3" name="任意形状 22">
              <a:extLst>
                <a:ext uri="{FF2B5EF4-FFF2-40B4-BE49-F238E27FC236}">
                  <a16:creationId xmlns:a16="http://schemas.microsoft.com/office/drawing/2014/main" id="{C25027AD-C227-8025-6322-39554F101416}"/>
                </a:ext>
              </a:extLst>
            </p:cNvPr>
            <p:cNvSpPr/>
            <p:nvPr/>
          </p:nvSpPr>
          <p:spPr>
            <a:xfrm>
              <a:off x="3392497" y="4254499"/>
              <a:ext cx="1278643" cy="364214"/>
            </a:xfrm>
            <a:custGeom>
              <a:avLst/>
              <a:gdLst>
                <a:gd name="connsiteX0" fmla="*/ 0 w 2076450"/>
                <a:gd name="connsiteY0" fmla="*/ 514352 h 563845"/>
                <a:gd name="connsiteX1" fmla="*/ 584200 w 2076450"/>
                <a:gd name="connsiteY1" fmla="*/ 514352 h 563845"/>
                <a:gd name="connsiteX2" fmla="*/ 1104900 w 2076450"/>
                <a:gd name="connsiteY2" fmla="*/ 2 h 563845"/>
                <a:gd name="connsiteX3" fmla="*/ 1511300 w 2076450"/>
                <a:gd name="connsiteY3" fmla="*/ 508002 h 563845"/>
                <a:gd name="connsiteX4" fmla="*/ 2076450 w 2076450"/>
                <a:gd name="connsiteY4" fmla="*/ 552452 h 563845"/>
                <a:gd name="connsiteX0" fmla="*/ 0 w 2076450"/>
                <a:gd name="connsiteY0" fmla="*/ 552452 h 584518"/>
                <a:gd name="connsiteX1" fmla="*/ 584200 w 2076450"/>
                <a:gd name="connsiteY1" fmla="*/ 514352 h 584518"/>
                <a:gd name="connsiteX2" fmla="*/ 1104900 w 2076450"/>
                <a:gd name="connsiteY2" fmla="*/ 2 h 584518"/>
                <a:gd name="connsiteX3" fmla="*/ 1511300 w 2076450"/>
                <a:gd name="connsiteY3" fmla="*/ 508002 h 584518"/>
                <a:gd name="connsiteX4" fmla="*/ 2076450 w 2076450"/>
                <a:gd name="connsiteY4" fmla="*/ 552452 h 584518"/>
                <a:gd name="connsiteX0" fmla="*/ 0 w 2076450"/>
                <a:gd name="connsiteY0" fmla="*/ 552452 h 567630"/>
                <a:gd name="connsiteX1" fmla="*/ 584200 w 2076450"/>
                <a:gd name="connsiteY1" fmla="*/ 514352 h 567630"/>
                <a:gd name="connsiteX2" fmla="*/ 1104900 w 2076450"/>
                <a:gd name="connsiteY2" fmla="*/ 2 h 567630"/>
                <a:gd name="connsiteX3" fmla="*/ 1511300 w 2076450"/>
                <a:gd name="connsiteY3" fmla="*/ 508002 h 567630"/>
                <a:gd name="connsiteX4" fmla="*/ 2076450 w 2076450"/>
                <a:gd name="connsiteY4" fmla="*/ 552452 h 567630"/>
                <a:gd name="connsiteX0" fmla="*/ 0 w 2076450"/>
                <a:gd name="connsiteY0" fmla="*/ 552557 h 560371"/>
                <a:gd name="connsiteX1" fmla="*/ 635000 w 2076450"/>
                <a:gd name="connsiteY1" fmla="*/ 463657 h 560371"/>
                <a:gd name="connsiteX2" fmla="*/ 1104900 w 2076450"/>
                <a:gd name="connsiteY2" fmla="*/ 107 h 560371"/>
                <a:gd name="connsiteX3" fmla="*/ 1511300 w 2076450"/>
                <a:gd name="connsiteY3" fmla="*/ 508107 h 560371"/>
                <a:gd name="connsiteX4" fmla="*/ 2076450 w 2076450"/>
                <a:gd name="connsiteY4" fmla="*/ 552557 h 560371"/>
                <a:gd name="connsiteX0" fmla="*/ 0 w 2076450"/>
                <a:gd name="connsiteY0" fmla="*/ 552460 h 552460"/>
                <a:gd name="connsiteX1" fmla="*/ 635000 w 2076450"/>
                <a:gd name="connsiteY1" fmla="*/ 463560 h 552460"/>
                <a:gd name="connsiteX2" fmla="*/ 1104900 w 2076450"/>
                <a:gd name="connsiteY2" fmla="*/ 10 h 552460"/>
                <a:gd name="connsiteX3" fmla="*/ 1466850 w 2076450"/>
                <a:gd name="connsiteY3" fmla="*/ 450860 h 552460"/>
                <a:gd name="connsiteX4" fmla="*/ 2076450 w 2076450"/>
                <a:gd name="connsiteY4" fmla="*/ 552460 h 552460"/>
                <a:gd name="connsiteX0" fmla="*/ 0 w 2076450"/>
                <a:gd name="connsiteY0" fmla="*/ 552460 h 553694"/>
                <a:gd name="connsiteX1" fmla="*/ 635000 w 2076450"/>
                <a:gd name="connsiteY1" fmla="*/ 463560 h 553694"/>
                <a:gd name="connsiteX2" fmla="*/ 1104900 w 2076450"/>
                <a:gd name="connsiteY2" fmla="*/ 10 h 553694"/>
                <a:gd name="connsiteX3" fmla="*/ 1466850 w 2076450"/>
                <a:gd name="connsiteY3" fmla="*/ 450860 h 553694"/>
                <a:gd name="connsiteX4" fmla="*/ 2076450 w 2076450"/>
                <a:gd name="connsiteY4" fmla="*/ 552460 h 553694"/>
                <a:gd name="connsiteX0" fmla="*/ 0 w 2076450"/>
                <a:gd name="connsiteY0" fmla="*/ 552453 h 555210"/>
                <a:gd name="connsiteX1" fmla="*/ 635000 w 2076450"/>
                <a:gd name="connsiteY1" fmla="*/ 463553 h 555210"/>
                <a:gd name="connsiteX2" fmla="*/ 1104900 w 2076450"/>
                <a:gd name="connsiteY2" fmla="*/ 3 h 555210"/>
                <a:gd name="connsiteX3" fmla="*/ 1498600 w 2076450"/>
                <a:gd name="connsiteY3" fmla="*/ 469903 h 555210"/>
                <a:gd name="connsiteX4" fmla="*/ 2076450 w 2076450"/>
                <a:gd name="connsiteY4" fmla="*/ 552453 h 555210"/>
                <a:gd name="connsiteX0" fmla="*/ 0 w 2076450"/>
                <a:gd name="connsiteY0" fmla="*/ 552510 h 553235"/>
                <a:gd name="connsiteX1" fmla="*/ 635000 w 2076450"/>
                <a:gd name="connsiteY1" fmla="*/ 463610 h 553235"/>
                <a:gd name="connsiteX2" fmla="*/ 1104900 w 2076450"/>
                <a:gd name="connsiteY2" fmla="*/ 60 h 553235"/>
                <a:gd name="connsiteX3" fmla="*/ 1479550 w 2076450"/>
                <a:gd name="connsiteY3" fmla="*/ 431860 h 553235"/>
                <a:gd name="connsiteX4" fmla="*/ 2076450 w 2076450"/>
                <a:gd name="connsiteY4" fmla="*/ 552510 h 553235"/>
                <a:gd name="connsiteX0" fmla="*/ 0 w 2076450"/>
                <a:gd name="connsiteY0" fmla="*/ 552510 h 553991"/>
                <a:gd name="connsiteX1" fmla="*/ 635000 w 2076450"/>
                <a:gd name="connsiteY1" fmla="*/ 463610 h 553991"/>
                <a:gd name="connsiteX2" fmla="*/ 1104900 w 2076450"/>
                <a:gd name="connsiteY2" fmla="*/ 60 h 553991"/>
                <a:gd name="connsiteX3" fmla="*/ 1479550 w 2076450"/>
                <a:gd name="connsiteY3" fmla="*/ 431860 h 553991"/>
                <a:gd name="connsiteX4" fmla="*/ 2076450 w 2076450"/>
                <a:gd name="connsiteY4" fmla="*/ 552510 h 553991"/>
                <a:gd name="connsiteX0" fmla="*/ 0 w 2076450"/>
                <a:gd name="connsiteY0" fmla="*/ 552514 h 553995"/>
                <a:gd name="connsiteX1" fmla="*/ 635000 w 2076450"/>
                <a:gd name="connsiteY1" fmla="*/ 463614 h 553995"/>
                <a:gd name="connsiteX2" fmla="*/ 1104900 w 2076450"/>
                <a:gd name="connsiteY2" fmla="*/ 64 h 553995"/>
                <a:gd name="connsiteX3" fmla="*/ 1479550 w 2076450"/>
                <a:gd name="connsiteY3" fmla="*/ 431864 h 553995"/>
                <a:gd name="connsiteX4" fmla="*/ 2076450 w 2076450"/>
                <a:gd name="connsiteY4" fmla="*/ 552514 h 553995"/>
                <a:gd name="connsiteX0" fmla="*/ 0 w 2076450"/>
                <a:gd name="connsiteY0" fmla="*/ 552453 h 553934"/>
                <a:gd name="connsiteX1" fmla="*/ 635000 w 2076450"/>
                <a:gd name="connsiteY1" fmla="*/ 463553 h 553934"/>
                <a:gd name="connsiteX2" fmla="*/ 1104900 w 2076450"/>
                <a:gd name="connsiteY2" fmla="*/ 3 h 553934"/>
                <a:gd name="connsiteX3" fmla="*/ 1479550 w 2076450"/>
                <a:gd name="connsiteY3" fmla="*/ 431803 h 553934"/>
                <a:gd name="connsiteX4" fmla="*/ 2076450 w 2076450"/>
                <a:gd name="connsiteY4" fmla="*/ 552453 h 553934"/>
                <a:gd name="connsiteX0" fmla="*/ 0 w 2076450"/>
                <a:gd name="connsiteY0" fmla="*/ 552453 h 556896"/>
                <a:gd name="connsiteX1" fmla="*/ 635000 w 2076450"/>
                <a:gd name="connsiteY1" fmla="*/ 463553 h 556896"/>
                <a:gd name="connsiteX2" fmla="*/ 1104900 w 2076450"/>
                <a:gd name="connsiteY2" fmla="*/ 3 h 556896"/>
                <a:gd name="connsiteX3" fmla="*/ 1498600 w 2076450"/>
                <a:gd name="connsiteY3" fmla="*/ 457203 h 556896"/>
                <a:gd name="connsiteX4" fmla="*/ 2076450 w 2076450"/>
                <a:gd name="connsiteY4" fmla="*/ 552453 h 556896"/>
                <a:gd name="connsiteX0" fmla="*/ 0 w 2076450"/>
                <a:gd name="connsiteY0" fmla="*/ 552453 h 554014"/>
                <a:gd name="connsiteX1" fmla="*/ 635000 w 2076450"/>
                <a:gd name="connsiteY1" fmla="*/ 463553 h 554014"/>
                <a:gd name="connsiteX2" fmla="*/ 1098550 w 2076450"/>
                <a:gd name="connsiteY2" fmla="*/ 3 h 554014"/>
                <a:gd name="connsiteX3" fmla="*/ 1498600 w 2076450"/>
                <a:gd name="connsiteY3" fmla="*/ 457203 h 554014"/>
                <a:gd name="connsiteX4" fmla="*/ 2076450 w 2076450"/>
                <a:gd name="connsiteY4" fmla="*/ 552453 h 554014"/>
                <a:gd name="connsiteX0" fmla="*/ 0 w 2076450"/>
                <a:gd name="connsiteY0" fmla="*/ 552459 h 553693"/>
                <a:gd name="connsiteX1" fmla="*/ 635000 w 2076450"/>
                <a:gd name="connsiteY1" fmla="*/ 463559 h 553693"/>
                <a:gd name="connsiteX2" fmla="*/ 1098550 w 2076450"/>
                <a:gd name="connsiteY2" fmla="*/ 9 h 553693"/>
                <a:gd name="connsiteX3" fmla="*/ 1485900 w 2076450"/>
                <a:gd name="connsiteY3" fmla="*/ 450859 h 553693"/>
                <a:gd name="connsiteX4" fmla="*/ 2076450 w 2076450"/>
                <a:gd name="connsiteY4" fmla="*/ 552459 h 553693"/>
                <a:gd name="connsiteX0" fmla="*/ 0 w 2076450"/>
                <a:gd name="connsiteY0" fmla="*/ 552459 h 556763"/>
                <a:gd name="connsiteX1" fmla="*/ 635000 w 2076450"/>
                <a:gd name="connsiteY1" fmla="*/ 463559 h 556763"/>
                <a:gd name="connsiteX2" fmla="*/ 1098550 w 2076450"/>
                <a:gd name="connsiteY2" fmla="*/ 9 h 556763"/>
                <a:gd name="connsiteX3" fmla="*/ 1485900 w 2076450"/>
                <a:gd name="connsiteY3" fmla="*/ 450859 h 556763"/>
                <a:gd name="connsiteX4" fmla="*/ 2076450 w 2076450"/>
                <a:gd name="connsiteY4" fmla="*/ 555634 h 556763"/>
                <a:gd name="connsiteX0" fmla="*/ 0 w 2076450"/>
                <a:gd name="connsiteY0" fmla="*/ 552459 h 556011"/>
                <a:gd name="connsiteX1" fmla="*/ 635000 w 2076450"/>
                <a:gd name="connsiteY1" fmla="*/ 463559 h 556011"/>
                <a:gd name="connsiteX2" fmla="*/ 1098550 w 2076450"/>
                <a:gd name="connsiteY2" fmla="*/ 9 h 556011"/>
                <a:gd name="connsiteX3" fmla="*/ 1485900 w 2076450"/>
                <a:gd name="connsiteY3" fmla="*/ 450859 h 556011"/>
                <a:gd name="connsiteX4" fmla="*/ 2076450 w 2076450"/>
                <a:gd name="connsiteY4" fmla="*/ 555634 h 556011"/>
                <a:gd name="connsiteX0" fmla="*/ 0 w 1952625"/>
                <a:gd name="connsiteY0" fmla="*/ 555634 h 556011"/>
                <a:gd name="connsiteX1" fmla="*/ 511175 w 1952625"/>
                <a:gd name="connsiteY1" fmla="*/ 463559 h 556011"/>
                <a:gd name="connsiteX2" fmla="*/ 974725 w 1952625"/>
                <a:gd name="connsiteY2" fmla="*/ 9 h 556011"/>
                <a:gd name="connsiteX3" fmla="*/ 1362075 w 1952625"/>
                <a:gd name="connsiteY3" fmla="*/ 450859 h 556011"/>
                <a:gd name="connsiteX4" fmla="*/ 1952625 w 1952625"/>
                <a:gd name="connsiteY4" fmla="*/ 555634 h 556011"/>
                <a:gd name="connsiteX0" fmla="*/ 0 w 1952625"/>
                <a:gd name="connsiteY0" fmla="*/ 555634 h 556011"/>
                <a:gd name="connsiteX1" fmla="*/ 511175 w 1952625"/>
                <a:gd name="connsiteY1" fmla="*/ 463559 h 556011"/>
                <a:gd name="connsiteX2" fmla="*/ 974725 w 1952625"/>
                <a:gd name="connsiteY2" fmla="*/ 9 h 556011"/>
                <a:gd name="connsiteX3" fmla="*/ 1362075 w 1952625"/>
                <a:gd name="connsiteY3" fmla="*/ 450859 h 556011"/>
                <a:gd name="connsiteX4" fmla="*/ 1952625 w 1952625"/>
                <a:gd name="connsiteY4" fmla="*/ 555634 h 556011"/>
                <a:gd name="connsiteX0" fmla="*/ 0 w 1952625"/>
                <a:gd name="connsiteY0" fmla="*/ 555626 h 556003"/>
                <a:gd name="connsiteX1" fmla="*/ 492125 w 1952625"/>
                <a:gd name="connsiteY1" fmla="*/ 454026 h 556003"/>
                <a:gd name="connsiteX2" fmla="*/ 974725 w 1952625"/>
                <a:gd name="connsiteY2" fmla="*/ 1 h 556003"/>
                <a:gd name="connsiteX3" fmla="*/ 1362075 w 1952625"/>
                <a:gd name="connsiteY3" fmla="*/ 450851 h 556003"/>
                <a:gd name="connsiteX4" fmla="*/ 1952625 w 1952625"/>
                <a:gd name="connsiteY4" fmla="*/ 555626 h 556003"/>
                <a:gd name="connsiteX0" fmla="*/ 0 w 1952625"/>
                <a:gd name="connsiteY0" fmla="*/ 555627 h 555957"/>
                <a:gd name="connsiteX1" fmla="*/ 492125 w 1952625"/>
                <a:gd name="connsiteY1" fmla="*/ 454027 h 555957"/>
                <a:gd name="connsiteX2" fmla="*/ 974725 w 1952625"/>
                <a:gd name="connsiteY2" fmla="*/ 2 h 555957"/>
                <a:gd name="connsiteX3" fmla="*/ 1454150 w 1952625"/>
                <a:gd name="connsiteY3" fmla="*/ 447677 h 555957"/>
                <a:gd name="connsiteX4" fmla="*/ 1952625 w 1952625"/>
                <a:gd name="connsiteY4" fmla="*/ 555627 h 555957"/>
                <a:gd name="connsiteX0" fmla="*/ 0 w 1952625"/>
                <a:gd name="connsiteY0" fmla="*/ 555627 h 556133"/>
                <a:gd name="connsiteX1" fmla="*/ 492125 w 1952625"/>
                <a:gd name="connsiteY1" fmla="*/ 454027 h 556133"/>
                <a:gd name="connsiteX2" fmla="*/ 974725 w 1952625"/>
                <a:gd name="connsiteY2" fmla="*/ 2 h 556133"/>
                <a:gd name="connsiteX3" fmla="*/ 1454150 w 1952625"/>
                <a:gd name="connsiteY3" fmla="*/ 447677 h 556133"/>
                <a:gd name="connsiteX4" fmla="*/ 1952625 w 1952625"/>
                <a:gd name="connsiteY4" fmla="*/ 555627 h 556133"/>
                <a:gd name="connsiteX0" fmla="*/ 0 w 1952625"/>
                <a:gd name="connsiteY0" fmla="*/ 555627 h 556194"/>
                <a:gd name="connsiteX1" fmla="*/ 492125 w 1952625"/>
                <a:gd name="connsiteY1" fmla="*/ 454027 h 556194"/>
                <a:gd name="connsiteX2" fmla="*/ 974725 w 1952625"/>
                <a:gd name="connsiteY2" fmla="*/ 2 h 556194"/>
                <a:gd name="connsiteX3" fmla="*/ 1454150 w 1952625"/>
                <a:gd name="connsiteY3" fmla="*/ 447677 h 556194"/>
                <a:gd name="connsiteX4" fmla="*/ 1952625 w 1952625"/>
                <a:gd name="connsiteY4" fmla="*/ 555627 h 5561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52625" h="556194">
                  <a:moveTo>
                    <a:pt x="0" y="555627"/>
                  </a:moveTo>
                  <a:cubicBezTo>
                    <a:pt x="238125" y="557214"/>
                    <a:pt x="259821" y="562506"/>
                    <a:pt x="492125" y="454027"/>
                  </a:cubicBezTo>
                  <a:cubicBezTo>
                    <a:pt x="724429" y="345548"/>
                    <a:pt x="814388" y="1060"/>
                    <a:pt x="974725" y="2"/>
                  </a:cubicBezTo>
                  <a:cubicBezTo>
                    <a:pt x="1135062" y="-1056"/>
                    <a:pt x="1218142" y="345548"/>
                    <a:pt x="1454150" y="447677"/>
                  </a:cubicBezTo>
                  <a:cubicBezTo>
                    <a:pt x="1690158" y="549806"/>
                    <a:pt x="1711325" y="558802"/>
                    <a:pt x="1952625" y="555627"/>
                  </a:cubicBezTo>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26" name="组合 25">
            <a:extLst>
              <a:ext uri="{FF2B5EF4-FFF2-40B4-BE49-F238E27FC236}">
                <a16:creationId xmlns:a16="http://schemas.microsoft.com/office/drawing/2014/main" id="{90F288DB-B364-BB3A-F281-50E5E423ED60}"/>
              </a:ext>
            </a:extLst>
          </p:cNvPr>
          <p:cNvGrpSpPr/>
          <p:nvPr/>
        </p:nvGrpSpPr>
        <p:grpSpPr>
          <a:xfrm>
            <a:off x="7394770" y="4306103"/>
            <a:ext cx="1624814" cy="312609"/>
            <a:chOff x="3392497" y="4254499"/>
            <a:chExt cx="1278644" cy="364214"/>
          </a:xfrm>
        </p:grpSpPr>
        <p:sp>
          <p:nvSpPr>
            <p:cNvPr id="31" name="任意形状 30">
              <a:extLst>
                <a:ext uri="{FF2B5EF4-FFF2-40B4-BE49-F238E27FC236}">
                  <a16:creationId xmlns:a16="http://schemas.microsoft.com/office/drawing/2014/main" id="{E65C390B-458F-6DCB-D45D-F8872E687F91}"/>
                </a:ext>
              </a:extLst>
            </p:cNvPr>
            <p:cNvSpPr/>
            <p:nvPr/>
          </p:nvSpPr>
          <p:spPr>
            <a:xfrm>
              <a:off x="3392498" y="4254499"/>
              <a:ext cx="1278643" cy="364214"/>
            </a:xfrm>
            <a:custGeom>
              <a:avLst/>
              <a:gdLst>
                <a:gd name="connsiteX0" fmla="*/ 0 w 2076450"/>
                <a:gd name="connsiteY0" fmla="*/ 514352 h 563845"/>
                <a:gd name="connsiteX1" fmla="*/ 584200 w 2076450"/>
                <a:gd name="connsiteY1" fmla="*/ 514352 h 563845"/>
                <a:gd name="connsiteX2" fmla="*/ 1104900 w 2076450"/>
                <a:gd name="connsiteY2" fmla="*/ 2 h 563845"/>
                <a:gd name="connsiteX3" fmla="*/ 1511300 w 2076450"/>
                <a:gd name="connsiteY3" fmla="*/ 508002 h 563845"/>
                <a:gd name="connsiteX4" fmla="*/ 2076450 w 2076450"/>
                <a:gd name="connsiteY4" fmla="*/ 552452 h 563845"/>
                <a:gd name="connsiteX0" fmla="*/ 0 w 2076450"/>
                <a:gd name="connsiteY0" fmla="*/ 552452 h 584518"/>
                <a:gd name="connsiteX1" fmla="*/ 584200 w 2076450"/>
                <a:gd name="connsiteY1" fmla="*/ 514352 h 584518"/>
                <a:gd name="connsiteX2" fmla="*/ 1104900 w 2076450"/>
                <a:gd name="connsiteY2" fmla="*/ 2 h 584518"/>
                <a:gd name="connsiteX3" fmla="*/ 1511300 w 2076450"/>
                <a:gd name="connsiteY3" fmla="*/ 508002 h 584518"/>
                <a:gd name="connsiteX4" fmla="*/ 2076450 w 2076450"/>
                <a:gd name="connsiteY4" fmla="*/ 552452 h 584518"/>
                <a:gd name="connsiteX0" fmla="*/ 0 w 2076450"/>
                <a:gd name="connsiteY0" fmla="*/ 552452 h 567630"/>
                <a:gd name="connsiteX1" fmla="*/ 584200 w 2076450"/>
                <a:gd name="connsiteY1" fmla="*/ 514352 h 567630"/>
                <a:gd name="connsiteX2" fmla="*/ 1104900 w 2076450"/>
                <a:gd name="connsiteY2" fmla="*/ 2 h 567630"/>
                <a:gd name="connsiteX3" fmla="*/ 1511300 w 2076450"/>
                <a:gd name="connsiteY3" fmla="*/ 508002 h 567630"/>
                <a:gd name="connsiteX4" fmla="*/ 2076450 w 2076450"/>
                <a:gd name="connsiteY4" fmla="*/ 552452 h 567630"/>
                <a:gd name="connsiteX0" fmla="*/ 0 w 2076450"/>
                <a:gd name="connsiteY0" fmla="*/ 552557 h 560371"/>
                <a:gd name="connsiteX1" fmla="*/ 635000 w 2076450"/>
                <a:gd name="connsiteY1" fmla="*/ 463657 h 560371"/>
                <a:gd name="connsiteX2" fmla="*/ 1104900 w 2076450"/>
                <a:gd name="connsiteY2" fmla="*/ 107 h 560371"/>
                <a:gd name="connsiteX3" fmla="*/ 1511300 w 2076450"/>
                <a:gd name="connsiteY3" fmla="*/ 508107 h 560371"/>
                <a:gd name="connsiteX4" fmla="*/ 2076450 w 2076450"/>
                <a:gd name="connsiteY4" fmla="*/ 552557 h 560371"/>
                <a:gd name="connsiteX0" fmla="*/ 0 w 2076450"/>
                <a:gd name="connsiteY0" fmla="*/ 552460 h 552460"/>
                <a:gd name="connsiteX1" fmla="*/ 635000 w 2076450"/>
                <a:gd name="connsiteY1" fmla="*/ 463560 h 552460"/>
                <a:gd name="connsiteX2" fmla="*/ 1104900 w 2076450"/>
                <a:gd name="connsiteY2" fmla="*/ 10 h 552460"/>
                <a:gd name="connsiteX3" fmla="*/ 1466850 w 2076450"/>
                <a:gd name="connsiteY3" fmla="*/ 450860 h 552460"/>
                <a:gd name="connsiteX4" fmla="*/ 2076450 w 2076450"/>
                <a:gd name="connsiteY4" fmla="*/ 552460 h 552460"/>
                <a:gd name="connsiteX0" fmla="*/ 0 w 2076450"/>
                <a:gd name="connsiteY0" fmla="*/ 552460 h 553694"/>
                <a:gd name="connsiteX1" fmla="*/ 635000 w 2076450"/>
                <a:gd name="connsiteY1" fmla="*/ 463560 h 553694"/>
                <a:gd name="connsiteX2" fmla="*/ 1104900 w 2076450"/>
                <a:gd name="connsiteY2" fmla="*/ 10 h 553694"/>
                <a:gd name="connsiteX3" fmla="*/ 1466850 w 2076450"/>
                <a:gd name="connsiteY3" fmla="*/ 450860 h 553694"/>
                <a:gd name="connsiteX4" fmla="*/ 2076450 w 2076450"/>
                <a:gd name="connsiteY4" fmla="*/ 552460 h 553694"/>
                <a:gd name="connsiteX0" fmla="*/ 0 w 2076450"/>
                <a:gd name="connsiteY0" fmla="*/ 552453 h 555210"/>
                <a:gd name="connsiteX1" fmla="*/ 635000 w 2076450"/>
                <a:gd name="connsiteY1" fmla="*/ 463553 h 555210"/>
                <a:gd name="connsiteX2" fmla="*/ 1104900 w 2076450"/>
                <a:gd name="connsiteY2" fmla="*/ 3 h 555210"/>
                <a:gd name="connsiteX3" fmla="*/ 1498600 w 2076450"/>
                <a:gd name="connsiteY3" fmla="*/ 469903 h 555210"/>
                <a:gd name="connsiteX4" fmla="*/ 2076450 w 2076450"/>
                <a:gd name="connsiteY4" fmla="*/ 552453 h 555210"/>
                <a:gd name="connsiteX0" fmla="*/ 0 w 2076450"/>
                <a:gd name="connsiteY0" fmla="*/ 552510 h 553235"/>
                <a:gd name="connsiteX1" fmla="*/ 635000 w 2076450"/>
                <a:gd name="connsiteY1" fmla="*/ 463610 h 553235"/>
                <a:gd name="connsiteX2" fmla="*/ 1104900 w 2076450"/>
                <a:gd name="connsiteY2" fmla="*/ 60 h 553235"/>
                <a:gd name="connsiteX3" fmla="*/ 1479550 w 2076450"/>
                <a:gd name="connsiteY3" fmla="*/ 431860 h 553235"/>
                <a:gd name="connsiteX4" fmla="*/ 2076450 w 2076450"/>
                <a:gd name="connsiteY4" fmla="*/ 552510 h 553235"/>
                <a:gd name="connsiteX0" fmla="*/ 0 w 2076450"/>
                <a:gd name="connsiteY0" fmla="*/ 552510 h 553991"/>
                <a:gd name="connsiteX1" fmla="*/ 635000 w 2076450"/>
                <a:gd name="connsiteY1" fmla="*/ 463610 h 553991"/>
                <a:gd name="connsiteX2" fmla="*/ 1104900 w 2076450"/>
                <a:gd name="connsiteY2" fmla="*/ 60 h 553991"/>
                <a:gd name="connsiteX3" fmla="*/ 1479550 w 2076450"/>
                <a:gd name="connsiteY3" fmla="*/ 431860 h 553991"/>
                <a:gd name="connsiteX4" fmla="*/ 2076450 w 2076450"/>
                <a:gd name="connsiteY4" fmla="*/ 552510 h 553991"/>
                <a:gd name="connsiteX0" fmla="*/ 0 w 2076450"/>
                <a:gd name="connsiteY0" fmla="*/ 552514 h 553995"/>
                <a:gd name="connsiteX1" fmla="*/ 635000 w 2076450"/>
                <a:gd name="connsiteY1" fmla="*/ 463614 h 553995"/>
                <a:gd name="connsiteX2" fmla="*/ 1104900 w 2076450"/>
                <a:gd name="connsiteY2" fmla="*/ 64 h 553995"/>
                <a:gd name="connsiteX3" fmla="*/ 1479550 w 2076450"/>
                <a:gd name="connsiteY3" fmla="*/ 431864 h 553995"/>
                <a:gd name="connsiteX4" fmla="*/ 2076450 w 2076450"/>
                <a:gd name="connsiteY4" fmla="*/ 552514 h 553995"/>
                <a:gd name="connsiteX0" fmla="*/ 0 w 2076450"/>
                <a:gd name="connsiteY0" fmla="*/ 552453 h 553934"/>
                <a:gd name="connsiteX1" fmla="*/ 635000 w 2076450"/>
                <a:gd name="connsiteY1" fmla="*/ 463553 h 553934"/>
                <a:gd name="connsiteX2" fmla="*/ 1104900 w 2076450"/>
                <a:gd name="connsiteY2" fmla="*/ 3 h 553934"/>
                <a:gd name="connsiteX3" fmla="*/ 1479550 w 2076450"/>
                <a:gd name="connsiteY3" fmla="*/ 431803 h 553934"/>
                <a:gd name="connsiteX4" fmla="*/ 2076450 w 2076450"/>
                <a:gd name="connsiteY4" fmla="*/ 552453 h 553934"/>
                <a:gd name="connsiteX0" fmla="*/ 0 w 2076450"/>
                <a:gd name="connsiteY0" fmla="*/ 552453 h 556896"/>
                <a:gd name="connsiteX1" fmla="*/ 635000 w 2076450"/>
                <a:gd name="connsiteY1" fmla="*/ 463553 h 556896"/>
                <a:gd name="connsiteX2" fmla="*/ 1104900 w 2076450"/>
                <a:gd name="connsiteY2" fmla="*/ 3 h 556896"/>
                <a:gd name="connsiteX3" fmla="*/ 1498600 w 2076450"/>
                <a:gd name="connsiteY3" fmla="*/ 457203 h 556896"/>
                <a:gd name="connsiteX4" fmla="*/ 2076450 w 2076450"/>
                <a:gd name="connsiteY4" fmla="*/ 552453 h 556896"/>
                <a:gd name="connsiteX0" fmla="*/ 0 w 2076450"/>
                <a:gd name="connsiteY0" fmla="*/ 552453 h 554014"/>
                <a:gd name="connsiteX1" fmla="*/ 635000 w 2076450"/>
                <a:gd name="connsiteY1" fmla="*/ 463553 h 554014"/>
                <a:gd name="connsiteX2" fmla="*/ 1098550 w 2076450"/>
                <a:gd name="connsiteY2" fmla="*/ 3 h 554014"/>
                <a:gd name="connsiteX3" fmla="*/ 1498600 w 2076450"/>
                <a:gd name="connsiteY3" fmla="*/ 457203 h 554014"/>
                <a:gd name="connsiteX4" fmla="*/ 2076450 w 2076450"/>
                <a:gd name="connsiteY4" fmla="*/ 552453 h 554014"/>
                <a:gd name="connsiteX0" fmla="*/ 0 w 2076450"/>
                <a:gd name="connsiteY0" fmla="*/ 552459 h 553693"/>
                <a:gd name="connsiteX1" fmla="*/ 635000 w 2076450"/>
                <a:gd name="connsiteY1" fmla="*/ 463559 h 553693"/>
                <a:gd name="connsiteX2" fmla="*/ 1098550 w 2076450"/>
                <a:gd name="connsiteY2" fmla="*/ 9 h 553693"/>
                <a:gd name="connsiteX3" fmla="*/ 1485900 w 2076450"/>
                <a:gd name="connsiteY3" fmla="*/ 450859 h 553693"/>
                <a:gd name="connsiteX4" fmla="*/ 2076450 w 2076450"/>
                <a:gd name="connsiteY4" fmla="*/ 552459 h 553693"/>
                <a:gd name="connsiteX0" fmla="*/ 0 w 2076450"/>
                <a:gd name="connsiteY0" fmla="*/ 552459 h 556763"/>
                <a:gd name="connsiteX1" fmla="*/ 635000 w 2076450"/>
                <a:gd name="connsiteY1" fmla="*/ 463559 h 556763"/>
                <a:gd name="connsiteX2" fmla="*/ 1098550 w 2076450"/>
                <a:gd name="connsiteY2" fmla="*/ 9 h 556763"/>
                <a:gd name="connsiteX3" fmla="*/ 1485900 w 2076450"/>
                <a:gd name="connsiteY3" fmla="*/ 450859 h 556763"/>
                <a:gd name="connsiteX4" fmla="*/ 2076450 w 2076450"/>
                <a:gd name="connsiteY4" fmla="*/ 555634 h 556763"/>
                <a:gd name="connsiteX0" fmla="*/ 0 w 2076450"/>
                <a:gd name="connsiteY0" fmla="*/ 552459 h 556011"/>
                <a:gd name="connsiteX1" fmla="*/ 635000 w 2076450"/>
                <a:gd name="connsiteY1" fmla="*/ 463559 h 556011"/>
                <a:gd name="connsiteX2" fmla="*/ 1098550 w 2076450"/>
                <a:gd name="connsiteY2" fmla="*/ 9 h 556011"/>
                <a:gd name="connsiteX3" fmla="*/ 1485900 w 2076450"/>
                <a:gd name="connsiteY3" fmla="*/ 450859 h 556011"/>
                <a:gd name="connsiteX4" fmla="*/ 2076450 w 2076450"/>
                <a:gd name="connsiteY4" fmla="*/ 555634 h 556011"/>
                <a:gd name="connsiteX0" fmla="*/ 0 w 1952625"/>
                <a:gd name="connsiteY0" fmla="*/ 555634 h 556011"/>
                <a:gd name="connsiteX1" fmla="*/ 511175 w 1952625"/>
                <a:gd name="connsiteY1" fmla="*/ 463559 h 556011"/>
                <a:gd name="connsiteX2" fmla="*/ 974725 w 1952625"/>
                <a:gd name="connsiteY2" fmla="*/ 9 h 556011"/>
                <a:gd name="connsiteX3" fmla="*/ 1362075 w 1952625"/>
                <a:gd name="connsiteY3" fmla="*/ 450859 h 556011"/>
                <a:gd name="connsiteX4" fmla="*/ 1952625 w 1952625"/>
                <a:gd name="connsiteY4" fmla="*/ 555634 h 556011"/>
                <a:gd name="connsiteX0" fmla="*/ 0 w 1952625"/>
                <a:gd name="connsiteY0" fmla="*/ 555634 h 556011"/>
                <a:gd name="connsiteX1" fmla="*/ 511175 w 1952625"/>
                <a:gd name="connsiteY1" fmla="*/ 463559 h 556011"/>
                <a:gd name="connsiteX2" fmla="*/ 974725 w 1952625"/>
                <a:gd name="connsiteY2" fmla="*/ 9 h 556011"/>
                <a:gd name="connsiteX3" fmla="*/ 1362075 w 1952625"/>
                <a:gd name="connsiteY3" fmla="*/ 450859 h 556011"/>
                <a:gd name="connsiteX4" fmla="*/ 1952625 w 1952625"/>
                <a:gd name="connsiteY4" fmla="*/ 555634 h 556011"/>
                <a:gd name="connsiteX0" fmla="*/ 0 w 1952625"/>
                <a:gd name="connsiteY0" fmla="*/ 555626 h 556003"/>
                <a:gd name="connsiteX1" fmla="*/ 492125 w 1952625"/>
                <a:gd name="connsiteY1" fmla="*/ 454026 h 556003"/>
                <a:gd name="connsiteX2" fmla="*/ 974725 w 1952625"/>
                <a:gd name="connsiteY2" fmla="*/ 1 h 556003"/>
                <a:gd name="connsiteX3" fmla="*/ 1362075 w 1952625"/>
                <a:gd name="connsiteY3" fmla="*/ 450851 h 556003"/>
                <a:gd name="connsiteX4" fmla="*/ 1952625 w 1952625"/>
                <a:gd name="connsiteY4" fmla="*/ 555626 h 556003"/>
                <a:gd name="connsiteX0" fmla="*/ 0 w 1952625"/>
                <a:gd name="connsiteY0" fmla="*/ 555627 h 555957"/>
                <a:gd name="connsiteX1" fmla="*/ 492125 w 1952625"/>
                <a:gd name="connsiteY1" fmla="*/ 454027 h 555957"/>
                <a:gd name="connsiteX2" fmla="*/ 974725 w 1952625"/>
                <a:gd name="connsiteY2" fmla="*/ 2 h 555957"/>
                <a:gd name="connsiteX3" fmla="*/ 1454150 w 1952625"/>
                <a:gd name="connsiteY3" fmla="*/ 447677 h 555957"/>
                <a:gd name="connsiteX4" fmla="*/ 1952625 w 1952625"/>
                <a:gd name="connsiteY4" fmla="*/ 555627 h 555957"/>
                <a:gd name="connsiteX0" fmla="*/ 0 w 1952625"/>
                <a:gd name="connsiteY0" fmla="*/ 555627 h 556133"/>
                <a:gd name="connsiteX1" fmla="*/ 492125 w 1952625"/>
                <a:gd name="connsiteY1" fmla="*/ 454027 h 556133"/>
                <a:gd name="connsiteX2" fmla="*/ 974725 w 1952625"/>
                <a:gd name="connsiteY2" fmla="*/ 2 h 556133"/>
                <a:gd name="connsiteX3" fmla="*/ 1454150 w 1952625"/>
                <a:gd name="connsiteY3" fmla="*/ 447677 h 556133"/>
                <a:gd name="connsiteX4" fmla="*/ 1952625 w 1952625"/>
                <a:gd name="connsiteY4" fmla="*/ 555627 h 556133"/>
                <a:gd name="connsiteX0" fmla="*/ 0 w 1952625"/>
                <a:gd name="connsiteY0" fmla="*/ 555627 h 556194"/>
                <a:gd name="connsiteX1" fmla="*/ 492125 w 1952625"/>
                <a:gd name="connsiteY1" fmla="*/ 454027 h 556194"/>
                <a:gd name="connsiteX2" fmla="*/ 974725 w 1952625"/>
                <a:gd name="connsiteY2" fmla="*/ 2 h 556194"/>
                <a:gd name="connsiteX3" fmla="*/ 1454150 w 1952625"/>
                <a:gd name="connsiteY3" fmla="*/ 447677 h 556194"/>
                <a:gd name="connsiteX4" fmla="*/ 1952625 w 1952625"/>
                <a:gd name="connsiteY4" fmla="*/ 555627 h 5561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52625" h="556194">
                  <a:moveTo>
                    <a:pt x="0" y="555627"/>
                  </a:moveTo>
                  <a:cubicBezTo>
                    <a:pt x="238125" y="557214"/>
                    <a:pt x="259821" y="562506"/>
                    <a:pt x="492125" y="454027"/>
                  </a:cubicBezTo>
                  <a:cubicBezTo>
                    <a:pt x="724429" y="345548"/>
                    <a:pt x="814388" y="1060"/>
                    <a:pt x="974725" y="2"/>
                  </a:cubicBezTo>
                  <a:cubicBezTo>
                    <a:pt x="1135062" y="-1056"/>
                    <a:pt x="1218142" y="345548"/>
                    <a:pt x="1454150" y="447677"/>
                  </a:cubicBezTo>
                  <a:cubicBezTo>
                    <a:pt x="1690158" y="549806"/>
                    <a:pt x="1711325" y="558802"/>
                    <a:pt x="1952625" y="555627"/>
                  </a:cubicBezTo>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9" name="任意形状 38">
              <a:extLst>
                <a:ext uri="{FF2B5EF4-FFF2-40B4-BE49-F238E27FC236}">
                  <a16:creationId xmlns:a16="http://schemas.microsoft.com/office/drawing/2014/main" id="{8DFF8C11-CBE8-65FE-A4D1-435FBDAFDF12}"/>
                </a:ext>
              </a:extLst>
            </p:cNvPr>
            <p:cNvSpPr/>
            <p:nvPr/>
          </p:nvSpPr>
          <p:spPr>
            <a:xfrm>
              <a:off x="3392497" y="4254499"/>
              <a:ext cx="1278643" cy="364214"/>
            </a:xfrm>
            <a:custGeom>
              <a:avLst/>
              <a:gdLst>
                <a:gd name="connsiteX0" fmla="*/ 0 w 2076450"/>
                <a:gd name="connsiteY0" fmla="*/ 514352 h 563845"/>
                <a:gd name="connsiteX1" fmla="*/ 584200 w 2076450"/>
                <a:gd name="connsiteY1" fmla="*/ 514352 h 563845"/>
                <a:gd name="connsiteX2" fmla="*/ 1104900 w 2076450"/>
                <a:gd name="connsiteY2" fmla="*/ 2 h 563845"/>
                <a:gd name="connsiteX3" fmla="*/ 1511300 w 2076450"/>
                <a:gd name="connsiteY3" fmla="*/ 508002 h 563845"/>
                <a:gd name="connsiteX4" fmla="*/ 2076450 w 2076450"/>
                <a:gd name="connsiteY4" fmla="*/ 552452 h 563845"/>
                <a:gd name="connsiteX0" fmla="*/ 0 w 2076450"/>
                <a:gd name="connsiteY0" fmla="*/ 552452 h 584518"/>
                <a:gd name="connsiteX1" fmla="*/ 584200 w 2076450"/>
                <a:gd name="connsiteY1" fmla="*/ 514352 h 584518"/>
                <a:gd name="connsiteX2" fmla="*/ 1104900 w 2076450"/>
                <a:gd name="connsiteY2" fmla="*/ 2 h 584518"/>
                <a:gd name="connsiteX3" fmla="*/ 1511300 w 2076450"/>
                <a:gd name="connsiteY3" fmla="*/ 508002 h 584518"/>
                <a:gd name="connsiteX4" fmla="*/ 2076450 w 2076450"/>
                <a:gd name="connsiteY4" fmla="*/ 552452 h 584518"/>
                <a:gd name="connsiteX0" fmla="*/ 0 w 2076450"/>
                <a:gd name="connsiteY0" fmla="*/ 552452 h 567630"/>
                <a:gd name="connsiteX1" fmla="*/ 584200 w 2076450"/>
                <a:gd name="connsiteY1" fmla="*/ 514352 h 567630"/>
                <a:gd name="connsiteX2" fmla="*/ 1104900 w 2076450"/>
                <a:gd name="connsiteY2" fmla="*/ 2 h 567630"/>
                <a:gd name="connsiteX3" fmla="*/ 1511300 w 2076450"/>
                <a:gd name="connsiteY3" fmla="*/ 508002 h 567630"/>
                <a:gd name="connsiteX4" fmla="*/ 2076450 w 2076450"/>
                <a:gd name="connsiteY4" fmla="*/ 552452 h 567630"/>
                <a:gd name="connsiteX0" fmla="*/ 0 w 2076450"/>
                <a:gd name="connsiteY0" fmla="*/ 552557 h 560371"/>
                <a:gd name="connsiteX1" fmla="*/ 635000 w 2076450"/>
                <a:gd name="connsiteY1" fmla="*/ 463657 h 560371"/>
                <a:gd name="connsiteX2" fmla="*/ 1104900 w 2076450"/>
                <a:gd name="connsiteY2" fmla="*/ 107 h 560371"/>
                <a:gd name="connsiteX3" fmla="*/ 1511300 w 2076450"/>
                <a:gd name="connsiteY3" fmla="*/ 508107 h 560371"/>
                <a:gd name="connsiteX4" fmla="*/ 2076450 w 2076450"/>
                <a:gd name="connsiteY4" fmla="*/ 552557 h 560371"/>
                <a:gd name="connsiteX0" fmla="*/ 0 w 2076450"/>
                <a:gd name="connsiteY0" fmla="*/ 552460 h 552460"/>
                <a:gd name="connsiteX1" fmla="*/ 635000 w 2076450"/>
                <a:gd name="connsiteY1" fmla="*/ 463560 h 552460"/>
                <a:gd name="connsiteX2" fmla="*/ 1104900 w 2076450"/>
                <a:gd name="connsiteY2" fmla="*/ 10 h 552460"/>
                <a:gd name="connsiteX3" fmla="*/ 1466850 w 2076450"/>
                <a:gd name="connsiteY3" fmla="*/ 450860 h 552460"/>
                <a:gd name="connsiteX4" fmla="*/ 2076450 w 2076450"/>
                <a:gd name="connsiteY4" fmla="*/ 552460 h 552460"/>
                <a:gd name="connsiteX0" fmla="*/ 0 w 2076450"/>
                <a:gd name="connsiteY0" fmla="*/ 552460 h 553694"/>
                <a:gd name="connsiteX1" fmla="*/ 635000 w 2076450"/>
                <a:gd name="connsiteY1" fmla="*/ 463560 h 553694"/>
                <a:gd name="connsiteX2" fmla="*/ 1104900 w 2076450"/>
                <a:gd name="connsiteY2" fmla="*/ 10 h 553694"/>
                <a:gd name="connsiteX3" fmla="*/ 1466850 w 2076450"/>
                <a:gd name="connsiteY3" fmla="*/ 450860 h 553694"/>
                <a:gd name="connsiteX4" fmla="*/ 2076450 w 2076450"/>
                <a:gd name="connsiteY4" fmla="*/ 552460 h 553694"/>
                <a:gd name="connsiteX0" fmla="*/ 0 w 2076450"/>
                <a:gd name="connsiteY0" fmla="*/ 552453 h 555210"/>
                <a:gd name="connsiteX1" fmla="*/ 635000 w 2076450"/>
                <a:gd name="connsiteY1" fmla="*/ 463553 h 555210"/>
                <a:gd name="connsiteX2" fmla="*/ 1104900 w 2076450"/>
                <a:gd name="connsiteY2" fmla="*/ 3 h 555210"/>
                <a:gd name="connsiteX3" fmla="*/ 1498600 w 2076450"/>
                <a:gd name="connsiteY3" fmla="*/ 469903 h 555210"/>
                <a:gd name="connsiteX4" fmla="*/ 2076450 w 2076450"/>
                <a:gd name="connsiteY4" fmla="*/ 552453 h 555210"/>
                <a:gd name="connsiteX0" fmla="*/ 0 w 2076450"/>
                <a:gd name="connsiteY0" fmla="*/ 552510 h 553235"/>
                <a:gd name="connsiteX1" fmla="*/ 635000 w 2076450"/>
                <a:gd name="connsiteY1" fmla="*/ 463610 h 553235"/>
                <a:gd name="connsiteX2" fmla="*/ 1104900 w 2076450"/>
                <a:gd name="connsiteY2" fmla="*/ 60 h 553235"/>
                <a:gd name="connsiteX3" fmla="*/ 1479550 w 2076450"/>
                <a:gd name="connsiteY3" fmla="*/ 431860 h 553235"/>
                <a:gd name="connsiteX4" fmla="*/ 2076450 w 2076450"/>
                <a:gd name="connsiteY4" fmla="*/ 552510 h 553235"/>
                <a:gd name="connsiteX0" fmla="*/ 0 w 2076450"/>
                <a:gd name="connsiteY0" fmla="*/ 552510 h 553991"/>
                <a:gd name="connsiteX1" fmla="*/ 635000 w 2076450"/>
                <a:gd name="connsiteY1" fmla="*/ 463610 h 553991"/>
                <a:gd name="connsiteX2" fmla="*/ 1104900 w 2076450"/>
                <a:gd name="connsiteY2" fmla="*/ 60 h 553991"/>
                <a:gd name="connsiteX3" fmla="*/ 1479550 w 2076450"/>
                <a:gd name="connsiteY3" fmla="*/ 431860 h 553991"/>
                <a:gd name="connsiteX4" fmla="*/ 2076450 w 2076450"/>
                <a:gd name="connsiteY4" fmla="*/ 552510 h 553991"/>
                <a:gd name="connsiteX0" fmla="*/ 0 w 2076450"/>
                <a:gd name="connsiteY0" fmla="*/ 552514 h 553995"/>
                <a:gd name="connsiteX1" fmla="*/ 635000 w 2076450"/>
                <a:gd name="connsiteY1" fmla="*/ 463614 h 553995"/>
                <a:gd name="connsiteX2" fmla="*/ 1104900 w 2076450"/>
                <a:gd name="connsiteY2" fmla="*/ 64 h 553995"/>
                <a:gd name="connsiteX3" fmla="*/ 1479550 w 2076450"/>
                <a:gd name="connsiteY3" fmla="*/ 431864 h 553995"/>
                <a:gd name="connsiteX4" fmla="*/ 2076450 w 2076450"/>
                <a:gd name="connsiteY4" fmla="*/ 552514 h 553995"/>
                <a:gd name="connsiteX0" fmla="*/ 0 w 2076450"/>
                <a:gd name="connsiteY0" fmla="*/ 552453 h 553934"/>
                <a:gd name="connsiteX1" fmla="*/ 635000 w 2076450"/>
                <a:gd name="connsiteY1" fmla="*/ 463553 h 553934"/>
                <a:gd name="connsiteX2" fmla="*/ 1104900 w 2076450"/>
                <a:gd name="connsiteY2" fmla="*/ 3 h 553934"/>
                <a:gd name="connsiteX3" fmla="*/ 1479550 w 2076450"/>
                <a:gd name="connsiteY3" fmla="*/ 431803 h 553934"/>
                <a:gd name="connsiteX4" fmla="*/ 2076450 w 2076450"/>
                <a:gd name="connsiteY4" fmla="*/ 552453 h 553934"/>
                <a:gd name="connsiteX0" fmla="*/ 0 w 2076450"/>
                <a:gd name="connsiteY0" fmla="*/ 552453 h 556896"/>
                <a:gd name="connsiteX1" fmla="*/ 635000 w 2076450"/>
                <a:gd name="connsiteY1" fmla="*/ 463553 h 556896"/>
                <a:gd name="connsiteX2" fmla="*/ 1104900 w 2076450"/>
                <a:gd name="connsiteY2" fmla="*/ 3 h 556896"/>
                <a:gd name="connsiteX3" fmla="*/ 1498600 w 2076450"/>
                <a:gd name="connsiteY3" fmla="*/ 457203 h 556896"/>
                <a:gd name="connsiteX4" fmla="*/ 2076450 w 2076450"/>
                <a:gd name="connsiteY4" fmla="*/ 552453 h 556896"/>
                <a:gd name="connsiteX0" fmla="*/ 0 w 2076450"/>
                <a:gd name="connsiteY0" fmla="*/ 552453 h 554014"/>
                <a:gd name="connsiteX1" fmla="*/ 635000 w 2076450"/>
                <a:gd name="connsiteY1" fmla="*/ 463553 h 554014"/>
                <a:gd name="connsiteX2" fmla="*/ 1098550 w 2076450"/>
                <a:gd name="connsiteY2" fmla="*/ 3 h 554014"/>
                <a:gd name="connsiteX3" fmla="*/ 1498600 w 2076450"/>
                <a:gd name="connsiteY3" fmla="*/ 457203 h 554014"/>
                <a:gd name="connsiteX4" fmla="*/ 2076450 w 2076450"/>
                <a:gd name="connsiteY4" fmla="*/ 552453 h 554014"/>
                <a:gd name="connsiteX0" fmla="*/ 0 w 2076450"/>
                <a:gd name="connsiteY0" fmla="*/ 552459 h 553693"/>
                <a:gd name="connsiteX1" fmla="*/ 635000 w 2076450"/>
                <a:gd name="connsiteY1" fmla="*/ 463559 h 553693"/>
                <a:gd name="connsiteX2" fmla="*/ 1098550 w 2076450"/>
                <a:gd name="connsiteY2" fmla="*/ 9 h 553693"/>
                <a:gd name="connsiteX3" fmla="*/ 1485900 w 2076450"/>
                <a:gd name="connsiteY3" fmla="*/ 450859 h 553693"/>
                <a:gd name="connsiteX4" fmla="*/ 2076450 w 2076450"/>
                <a:gd name="connsiteY4" fmla="*/ 552459 h 553693"/>
                <a:gd name="connsiteX0" fmla="*/ 0 w 2076450"/>
                <a:gd name="connsiteY0" fmla="*/ 552459 h 556763"/>
                <a:gd name="connsiteX1" fmla="*/ 635000 w 2076450"/>
                <a:gd name="connsiteY1" fmla="*/ 463559 h 556763"/>
                <a:gd name="connsiteX2" fmla="*/ 1098550 w 2076450"/>
                <a:gd name="connsiteY2" fmla="*/ 9 h 556763"/>
                <a:gd name="connsiteX3" fmla="*/ 1485900 w 2076450"/>
                <a:gd name="connsiteY3" fmla="*/ 450859 h 556763"/>
                <a:gd name="connsiteX4" fmla="*/ 2076450 w 2076450"/>
                <a:gd name="connsiteY4" fmla="*/ 555634 h 556763"/>
                <a:gd name="connsiteX0" fmla="*/ 0 w 2076450"/>
                <a:gd name="connsiteY0" fmla="*/ 552459 h 556011"/>
                <a:gd name="connsiteX1" fmla="*/ 635000 w 2076450"/>
                <a:gd name="connsiteY1" fmla="*/ 463559 h 556011"/>
                <a:gd name="connsiteX2" fmla="*/ 1098550 w 2076450"/>
                <a:gd name="connsiteY2" fmla="*/ 9 h 556011"/>
                <a:gd name="connsiteX3" fmla="*/ 1485900 w 2076450"/>
                <a:gd name="connsiteY3" fmla="*/ 450859 h 556011"/>
                <a:gd name="connsiteX4" fmla="*/ 2076450 w 2076450"/>
                <a:gd name="connsiteY4" fmla="*/ 555634 h 556011"/>
                <a:gd name="connsiteX0" fmla="*/ 0 w 1952625"/>
                <a:gd name="connsiteY0" fmla="*/ 555634 h 556011"/>
                <a:gd name="connsiteX1" fmla="*/ 511175 w 1952625"/>
                <a:gd name="connsiteY1" fmla="*/ 463559 h 556011"/>
                <a:gd name="connsiteX2" fmla="*/ 974725 w 1952625"/>
                <a:gd name="connsiteY2" fmla="*/ 9 h 556011"/>
                <a:gd name="connsiteX3" fmla="*/ 1362075 w 1952625"/>
                <a:gd name="connsiteY3" fmla="*/ 450859 h 556011"/>
                <a:gd name="connsiteX4" fmla="*/ 1952625 w 1952625"/>
                <a:gd name="connsiteY4" fmla="*/ 555634 h 556011"/>
                <a:gd name="connsiteX0" fmla="*/ 0 w 1952625"/>
                <a:gd name="connsiteY0" fmla="*/ 555634 h 556011"/>
                <a:gd name="connsiteX1" fmla="*/ 511175 w 1952625"/>
                <a:gd name="connsiteY1" fmla="*/ 463559 h 556011"/>
                <a:gd name="connsiteX2" fmla="*/ 974725 w 1952625"/>
                <a:gd name="connsiteY2" fmla="*/ 9 h 556011"/>
                <a:gd name="connsiteX3" fmla="*/ 1362075 w 1952625"/>
                <a:gd name="connsiteY3" fmla="*/ 450859 h 556011"/>
                <a:gd name="connsiteX4" fmla="*/ 1952625 w 1952625"/>
                <a:gd name="connsiteY4" fmla="*/ 555634 h 556011"/>
                <a:gd name="connsiteX0" fmla="*/ 0 w 1952625"/>
                <a:gd name="connsiteY0" fmla="*/ 555626 h 556003"/>
                <a:gd name="connsiteX1" fmla="*/ 492125 w 1952625"/>
                <a:gd name="connsiteY1" fmla="*/ 454026 h 556003"/>
                <a:gd name="connsiteX2" fmla="*/ 974725 w 1952625"/>
                <a:gd name="connsiteY2" fmla="*/ 1 h 556003"/>
                <a:gd name="connsiteX3" fmla="*/ 1362075 w 1952625"/>
                <a:gd name="connsiteY3" fmla="*/ 450851 h 556003"/>
                <a:gd name="connsiteX4" fmla="*/ 1952625 w 1952625"/>
                <a:gd name="connsiteY4" fmla="*/ 555626 h 556003"/>
                <a:gd name="connsiteX0" fmla="*/ 0 w 1952625"/>
                <a:gd name="connsiteY0" fmla="*/ 555627 h 555957"/>
                <a:gd name="connsiteX1" fmla="*/ 492125 w 1952625"/>
                <a:gd name="connsiteY1" fmla="*/ 454027 h 555957"/>
                <a:gd name="connsiteX2" fmla="*/ 974725 w 1952625"/>
                <a:gd name="connsiteY2" fmla="*/ 2 h 555957"/>
                <a:gd name="connsiteX3" fmla="*/ 1454150 w 1952625"/>
                <a:gd name="connsiteY3" fmla="*/ 447677 h 555957"/>
                <a:gd name="connsiteX4" fmla="*/ 1952625 w 1952625"/>
                <a:gd name="connsiteY4" fmla="*/ 555627 h 555957"/>
                <a:gd name="connsiteX0" fmla="*/ 0 w 1952625"/>
                <a:gd name="connsiteY0" fmla="*/ 555627 h 556133"/>
                <a:gd name="connsiteX1" fmla="*/ 492125 w 1952625"/>
                <a:gd name="connsiteY1" fmla="*/ 454027 h 556133"/>
                <a:gd name="connsiteX2" fmla="*/ 974725 w 1952625"/>
                <a:gd name="connsiteY2" fmla="*/ 2 h 556133"/>
                <a:gd name="connsiteX3" fmla="*/ 1454150 w 1952625"/>
                <a:gd name="connsiteY3" fmla="*/ 447677 h 556133"/>
                <a:gd name="connsiteX4" fmla="*/ 1952625 w 1952625"/>
                <a:gd name="connsiteY4" fmla="*/ 555627 h 556133"/>
                <a:gd name="connsiteX0" fmla="*/ 0 w 1952625"/>
                <a:gd name="connsiteY0" fmla="*/ 555627 h 556194"/>
                <a:gd name="connsiteX1" fmla="*/ 492125 w 1952625"/>
                <a:gd name="connsiteY1" fmla="*/ 454027 h 556194"/>
                <a:gd name="connsiteX2" fmla="*/ 974725 w 1952625"/>
                <a:gd name="connsiteY2" fmla="*/ 2 h 556194"/>
                <a:gd name="connsiteX3" fmla="*/ 1454150 w 1952625"/>
                <a:gd name="connsiteY3" fmla="*/ 447677 h 556194"/>
                <a:gd name="connsiteX4" fmla="*/ 1952625 w 1952625"/>
                <a:gd name="connsiteY4" fmla="*/ 555627 h 5561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52625" h="556194">
                  <a:moveTo>
                    <a:pt x="0" y="555627"/>
                  </a:moveTo>
                  <a:cubicBezTo>
                    <a:pt x="238125" y="557214"/>
                    <a:pt x="259821" y="562506"/>
                    <a:pt x="492125" y="454027"/>
                  </a:cubicBezTo>
                  <a:cubicBezTo>
                    <a:pt x="724429" y="345548"/>
                    <a:pt x="814388" y="1060"/>
                    <a:pt x="974725" y="2"/>
                  </a:cubicBezTo>
                  <a:cubicBezTo>
                    <a:pt x="1135062" y="-1056"/>
                    <a:pt x="1218142" y="345548"/>
                    <a:pt x="1454150" y="447677"/>
                  </a:cubicBezTo>
                  <a:cubicBezTo>
                    <a:pt x="1690158" y="549806"/>
                    <a:pt x="1711325" y="558802"/>
                    <a:pt x="1952625" y="555627"/>
                  </a:cubicBezTo>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cxnSp>
        <p:nvCxnSpPr>
          <p:cNvPr id="40" name="直线箭头连接符 39">
            <a:extLst>
              <a:ext uri="{FF2B5EF4-FFF2-40B4-BE49-F238E27FC236}">
                <a16:creationId xmlns:a16="http://schemas.microsoft.com/office/drawing/2014/main" id="{9118D879-5D41-CC8F-B9D1-321C73F9F4D9}"/>
              </a:ext>
            </a:extLst>
          </p:cNvPr>
          <p:cNvCxnSpPr>
            <a:cxnSpLocks/>
          </p:cNvCxnSpPr>
          <p:nvPr/>
        </p:nvCxnSpPr>
        <p:spPr>
          <a:xfrm>
            <a:off x="8187720" y="4583366"/>
            <a:ext cx="140253" cy="0"/>
          </a:xfrm>
          <a:prstGeom prst="straightConnector1">
            <a:avLst/>
          </a:prstGeom>
          <a:ln w="15875">
            <a:solidFill>
              <a:schemeClr val="accent4">
                <a:lumMod val="40000"/>
                <a:lumOff val="6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41" name="直线箭头连接符 40">
            <a:extLst>
              <a:ext uri="{FF2B5EF4-FFF2-40B4-BE49-F238E27FC236}">
                <a16:creationId xmlns:a16="http://schemas.microsoft.com/office/drawing/2014/main" id="{5542BF64-2EDB-3FA9-5D02-FD1D1CA9CD62}"/>
              </a:ext>
            </a:extLst>
          </p:cNvPr>
          <p:cNvCxnSpPr>
            <a:cxnSpLocks/>
          </p:cNvCxnSpPr>
          <p:nvPr/>
        </p:nvCxnSpPr>
        <p:spPr>
          <a:xfrm>
            <a:off x="4572000" y="4583366"/>
            <a:ext cx="140253" cy="0"/>
          </a:xfrm>
          <a:prstGeom prst="straightConnector1">
            <a:avLst/>
          </a:prstGeom>
          <a:ln w="15875">
            <a:solidFill>
              <a:schemeClr val="accent4">
                <a:lumMod val="40000"/>
                <a:lumOff val="6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42" name="直线箭头连接符 41">
            <a:extLst>
              <a:ext uri="{FF2B5EF4-FFF2-40B4-BE49-F238E27FC236}">
                <a16:creationId xmlns:a16="http://schemas.microsoft.com/office/drawing/2014/main" id="{4DE85E75-3B0F-18F9-65B4-885D74301BD6}"/>
              </a:ext>
            </a:extLst>
          </p:cNvPr>
          <p:cNvCxnSpPr>
            <a:cxnSpLocks/>
          </p:cNvCxnSpPr>
          <p:nvPr/>
        </p:nvCxnSpPr>
        <p:spPr>
          <a:xfrm>
            <a:off x="3203281" y="4583366"/>
            <a:ext cx="140253" cy="0"/>
          </a:xfrm>
          <a:prstGeom prst="straightConnector1">
            <a:avLst/>
          </a:prstGeom>
          <a:ln w="15875">
            <a:solidFill>
              <a:schemeClr val="accent4">
                <a:lumMod val="40000"/>
                <a:lumOff val="6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43" name="文本框 42">
            <a:extLst>
              <a:ext uri="{FF2B5EF4-FFF2-40B4-BE49-F238E27FC236}">
                <a16:creationId xmlns:a16="http://schemas.microsoft.com/office/drawing/2014/main" id="{9AE5EE26-A58B-6388-2D1C-61E64D99990C}"/>
              </a:ext>
            </a:extLst>
          </p:cNvPr>
          <p:cNvSpPr txBox="1"/>
          <p:nvPr/>
        </p:nvSpPr>
        <p:spPr>
          <a:xfrm>
            <a:off x="1580248" y="4564353"/>
            <a:ext cx="2749151" cy="307777"/>
          </a:xfrm>
          <a:prstGeom prst="rect">
            <a:avLst/>
          </a:prstGeom>
          <a:noFill/>
        </p:spPr>
        <p:txBody>
          <a:bodyPr wrap="none" rtlCol="0">
            <a:spAutoFit/>
          </a:bodyPr>
          <a:lstStyle/>
          <a:p>
            <a:r>
              <a:rPr lang="en-GB" sz="1400" dirty="0">
                <a:solidFill>
                  <a:schemeClr val="accent4"/>
                </a:solidFill>
              </a:rPr>
              <a:t>The location possibility distribution</a:t>
            </a:r>
          </a:p>
        </p:txBody>
      </p:sp>
    </p:spTree>
    <p:extLst>
      <p:ext uri="{BB962C8B-B14F-4D97-AF65-F5344CB8AC3E}">
        <p14:creationId xmlns:p14="http://schemas.microsoft.com/office/powerpoint/2010/main" val="416671585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a:extLst>
              <a:ext uri="{FF2B5EF4-FFF2-40B4-BE49-F238E27FC236}">
                <a16:creationId xmlns:a16="http://schemas.microsoft.com/office/drawing/2014/main" id="{7C2F29AC-2968-785F-4BFA-ADFDFD1C30A2}"/>
              </a:ext>
            </a:extLst>
          </p:cNvPr>
          <p:cNvSpPr>
            <a:spLocks noGrp="1"/>
          </p:cNvSpPr>
          <p:nvPr>
            <p:ph type="title"/>
          </p:nvPr>
        </p:nvSpPr>
        <p:spPr/>
        <p:txBody>
          <a:bodyPr/>
          <a:lstStyle/>
          <a:p>
            <a:r>
              <a:rPr lang="en-GB" b="0" dirty="0"/>
              <a:t>Motivating Example</a:t>
            </a:r>
          </a:p>
        </p:txBody>
      </p:sp>
      <p:sp>
        <p:nvSpPr>
          <p:cNvPr id="6" name="文本占位符 5">
            <a:extLst>
              <a:ext uri="{FF2B5EF4-FFF2-40B4-BE49-F238E27FC236}">
                <a16:creationId xmlns:a16="http://schemas.microsoft.com/office/drawing/2014/main" id="{A6D9E0E0-7897-C475-CE22-E04813D1F81E}"/>
              </a:ext>
            </a:extLst>
          </p:cNvPr>
          <p:cNvSpPr>
            <a:spLocks noGrp="1"/>
          </p:cNvSpPr>
          <p:nvPr>
            <p:ph type="body" sz="quarter" idx="10"/>
          </p:nvPr>
        </p:nvSpPr>
        <p:spPr>
          <a:xfrm>
            <a:off x="628650" y="1465729"/>
            <a:ext cx="7732924" cy="1153797"/>
          </a:xfrm>
        </p:spPr>
        <p:txBody>
          <a:bodyPr/>
          <a:lstStyle/>
          <a:p>
            <a:r>
              <a:rPr lang="en-GB" dirty="0"/>
              <a:t>Assuming we trust our door detector much more than our odometry estimate, we can now remove all beliefs that do not coincide with a door. </a:t>
            </a:r>
          </a:p>
          <a:p>
            <a:r>
              <a:rPr lang="en-GB" dirty="0"/>
              <a:t>Again assuming our door detector can detect the centre of a door with some accuracy, our location estimate’s uncertainty is now only </a:t>
            </a:r>
            <a:r>
              <a:rPr lang="en-GB" dirty="0">
                <a:solidFill>
                  <a:srgbClr val="003399"/>
                </a:solidFill>
              </a:rPr>
              <a:t>limited by that of the door detector</a:t>
            </a:r>
            <a:r>
              <a:rPr lang="en-GB" dirty="0"/>
              <a:t>.</a:t>
            </a:r>
            <a:endParaRPr lang="en-GB" dirty="0">
              <a:solidFill>
                <a:schemeClr val="bg1">
                  <a:lumMod val="65000"/>
                </a:schemeClr>
              </a:solidFill>
            </a:endParaRPr>
          </a:p>
        </p:txBody>
      </p:sp>
      <p:grpSp>
        <p:nvGrpSpPr>
          <p:cNvPr id="25" name="组合 24">
            <a:extLst>
              <a:ext uri="{FF2B5EF4-FFF2-40B4-BE49-F238E27FC236}">
                <a16:creationId xmlns:a16="http://schemas.microsoft.com/office/drawing/2014/main" id="{E463E6F4-B911-2591-07CC-1545805B469C}"/>
              </a:ext>
            </a:extLst>
          </p:cNvPr>
          <p:cNvGrpSpPr/>
          <p:nvPr/>
        </p:nvGrpSpPr>
        <p:grpSpPr>
          <a:xfrm>
            <a:off x="768350" y="2729217"/>
            <a:ext cx="7593223" cy="1425753"/>
            <a:chOff x="768350" y="2729217"/>
            <a:chExt cx="7593223" cy="1425753"/>
          </a:xfrm>
        </p:grpSpPr>
        <p:pic>
          <p:nvPicPr>
            <p:cNvPr id="14" name="图片 13" descr="形状&#10;&#10;描述已自动生成">
              <a:extLst>
                <a:ext uri="{FF2B5EF4-FFF2-40B4-BE49-F238E27FC236}">
                  <a16:creationId xmlns:a16="http://schemas.microsoft.com/office/drawing/2014/main" id="{6075C853-7B7B-28AB-109C-EBDF49371C76}"/>
                </a:ext>
              </a:extLst>
            </p:cNvPr>
            <p:cNvPicPr>
              <a:picLocks noChangeAspect="1"/>
            </p:cNvPicPr>
            <p:nvPr/>
          </p:nvPicPr>
          <p:blipFill rotWithShape="1">
            <a:blip r:embed="rId2">
              <a:clrChange>
                <a:clrFrom>
                  <a:srgbClr val="FDFFFF"/>
                </a:clrFrom>
                <a:clrTo>
                  <a:srgbClr val="FDFFFF">
                    <a:alpha val="0"/>
                  </a:srgbClr>
                </a:clrTo>
              </a:clrChange>
            </a:blip>
            <a:srcRect l="23869" t="9103" r="21834" b="13039"/>
            <a:stretch/>
          </p:blipFill>
          <p:spPr>
            <a:xfrm>
              <a:off x="2239935" y="2729217"/>
              <a:ext cx="926581" cy="1328648"/>
            </a:xfrm>
            <a:prstGeom prst="rect">
              <a:avLst/>
            </a:prstGeom>
          </p:spPr>
        </p:pic>
        <p:sp>
          <p:nvSpPr>
            <p:cNvPr id="18" name="矩形 17">
              <a:extLst>
                <a:ext uri="{FF2B5EF4-FFF2-40B4-BE49-F238E27FC236}">
                  <a16:creationId xmlns:a16="http://schemas.microsoft.com/office/drawing/2014/main" id="{2BA51717-305F-E9FE-6912-23450AF984F5}"/>
                </a:ext>
              </a:extLst>
            </p:cNvPr>
            <p:cNvSpPr/>
            <p:nvPr/>
          </p:nvSpPr>
          <p:spPr>
            <a:xfrm>
              <a:off x="768350" y="4057866"/>
              <a:ext cx="7593223" cy="97104"/>
            </a:xfrm>
            <a:prstGeom prst="rect">
              <a:avLst/>
            </a:prstGeom>
            <a:gradFill flip="none" rotWithShape="1">
              <a:gsLst>
                <a:gs pos="100000">
                  <a:schemeClr val="bg1"/>
                </a:gs>
                <a:gs pos="0">
                  <a:schemeClr val="accent3">
                    <a:lumMod val="30000"/>
                    <a:lumOff val="70000"/>
                    <a:alpha val="49171"/>
                  </a:schemeClr>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9" name="图片 18" descr="形状&#10;&#10;描述已自动生成">
              <a:extLst>
                <a:ext uri="{FF2B5EF4-FFF2-40B4-BE49-F238E27FC236}">
                  <a16:creationId xmlns:a16="http://schemas.microsoft.com/office/drawing/2014/main" id="{5F5795F0-3615-8699-ACFF-1B7451F5D92F}"/>
                </a:ext>
              </a:extLst>
            </p:cNvPr>
            <p:cNvPicPr>
              <a:picLocks noChangeAspect="1"/>
            </p:cNvPicPr>
            <p:nvPr/>
          </p:nvPicPr>
          <p:blipFill rotWithShape="1">
            <a:blip r:embed="rId2">
              <a:clrChange>
                <a:clrFrom>
                  <a:srgbClr val="FDFFFF"/>
                </a:clrFrom>
                <a:clrTo>
                  <a:srgbClr val="FDFFFF">
                    <a:alpha val="0"/>
                  </a:srgbClr>
                </a:clrTo>
              </a:clrChange>
            </a:blip>
            <a:srcRect l="23869" t="9103" r="21834" b="13039"/>
            <a:stretch/>
          </p:blipFill>
          <p:spPr>
            <a:xfrm>
              <a:off x="3568530" y="2729217"/>
              <a:ext cx="926581" cy="1328648"/>
            </a:xfrm>
            <a:prstGeom prst="rect">
              <a:avLst/>
            </a:prstGeom>
          </p:spPr>
        </p:pic>
        <p:pic>
          <p:nvPicPr>
            <p:cNvPr id="20" name="图片 19" descr="形状&#10;&#10;描述已自动生成">
              <a:extLst>
                <a:ext uri="{FF2B5EF4-FFF2-40B4-BE49-F238E27FC236}">
                  <a16:creationId xmlns:a16="http://schemas.microsoft.com/office/drawing/2014/main" id="{112620FE-9023-18CE-E519-37F78E20F767}"/>
                </a:ext>
              </a:extLst>
            </p:cNvPr>
            <p:cNvPicPr>
              <a:picLocks noChangeAspect="1"/>
            </p:cNvPicPr>
            <p:nvPr/>
          </p:nvPicPr>
          <p:blipFill rotWithShape="1">
            <a:blip r:embed="rId2">
              <a:clrChange>
                <a:clrFrom>
                  <a:srgbClr val="FDFFFF"/>
                </a:clrFrom>
                <a:clrTo>
                  <a:srgbClr val="FDFFFF">
                    <a:alpha val="0"/>
                  </a:srgbClr>
                </a:clrTo>
              </a:clrChange>
            </a:blip>
            <a:srcRect l="23869" t="9103" r="21834" b="13039"/>
            <a:stretch/>
          </p:blipFill>
          <p:spPr>
            <a:xfrm>
              <a:off x="7234922" y="2729217"/>
              <a:ext cx="926581" cy="1328648"/>
            </a:xfrm>
            <a:prstGeom prst="rect">
              <a:avLst/>
            </a:prstGeom>
          </p:spPr>
        </p:pic>
        <p:cxnSp>
          <p:nvCxnSpPr>
            <p:cNvPr id="24" name="直线连接符 23">
              <a:extLst>
                <a:ext uri="{FF2B5EF4-FFF2-40B4-BE49-F238E27FC236}">
                  <a16:creationId xmlns:a16="http://schemas.microsoft.com/office/drawing/2014/main" id="{A91508E0-6AA6-48B4-4D0C-761EB07E5632}"/>
                </a:ext>
              </a:extLst>
            </p:cNvPr>
            <p:cNvCxnSpPr>
              <a:cxnSpLocks/>
            </p:cNvCxnSpPr>
            <p:nvPr/>
          </p:nvCxnSpPr>
          <p:spPr>
            <a:xfrm>
              <a:off x="768350" y="4051515"/>
              <a:ext cx="7593223" cy="0"/>
            </a:xfrm>
            <a:prstGeom prst="line">
              <a:avLst/>
            </a:prstGeom>
            <a:ln w="9525">
              <a:solidFill>
                <a:srgbClr val="40618A"/>
              </a:solidFill>
            </a:ln>
          </p:spPr>
          <p:style>
            <a:lnRef idx="1">
              <a:schemeClr val="accent1"/>
            </a:lnRef>
            <a:fillRef idx="0">
              <a:schemeClr val="accent1"/>
            </a:fillRef>
            <a:effectRef idx="0">
              <a:schemeClr val="accent1"/>
            </a:effectRef>
            <a:fontRef idx="minor">
              <a:schemeClr val="tx1"/>
            </a:fontRef>
          </p:style>
        </p:cxnSp>
      </p:grpSp>
      <p:grpSp>
        <p:nvGrpSpPr>
          <p:cNvPr id="37" name="组合 36">
            <a:extLst>
              <a:ext uri="{FF2B5EF4-FFF2-40B4-BE49-F238E27FC236}">
                <a16:creationId xmlns:a16="http://schemas.microsoft.com/office/drawing/2014/main" id="{8BFF8406-B32E-4466-3703-A253C8F21BB1}"/>
              </a:ext>
            </a:extLst>
          </p:cNvPr>
          <p:cNvGrpSpPr/>
          <p:nvPr/>
        </p:nvGrpSpPr>
        <p:grpSpPr>
          <a:xfrm>
            <a:off x="3438094" y="3080240"/>
            <a:ext cx="1187450" cy="1187450"/>
            <a:chOff x="3377511" y="1181590"/>
            <a:chExt cx="1187450" cy="1187450"/>
          </a:xfrm>
        </p:grpSpPr>
        <p:sp>
          <p:nvSpPr>
            <p:cNvPr id="32" name="椭圆 31">
              <a:extLst>
                <a:ext uri="{FF2B5EF4-FFF2-40B4-BE49-F238E27FC236}">
                  <a16:creationId xmlns:a16="http://schemas.microsoft.com/office/drawing/2014/main" id="{8207C976-322A-BBEA-EB1E-41E8274B6E2D}"/>
                </a:ext>
              </a:extLst>
            </p:cNvPr>
            <p:cNvSpPr/>
            <p:nvPr/>
          </p:nvSpPr>
          <p:spPr>
            <a:xfrm>
              <a:off x="3377511" y="1181590"/>
              <a:ext cx="1187450" cy="1187450"/>
            </a:xfrm>
            <a:prstGeom prst="ellipse">
              <a:avLst/>
            </a:prstGeom>
            <a:gradFill>
              <a:gsLst>
                <a:gs pos="69000">
                  <a:schemeClr val="bg1">
                    <a:alpha val="0"/>
                  </a:schemeClr>
                </a:gs>
                <a:gs pos="0">
                  <a:schemeClr val="bg1"/>
                </a:gs>
              </a:gsLst>
              <a:path path="circle">
                <a:fillToRect l="50000" t="50000" r="50000" b="5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5" name="椭圆 34">
              <a:extLst>
                <a:ext uri="{FF2B5EF4-FFF2-40B4-BE49-F238E27FC236}">
                  <a16:creationId xmlns:a16="http://schemas.microsoft.com/office/drawing/2014/main" id="{29A6F815-F96F-9B1C-1661-4BCD59070C8D}"/>
                </a:ext>
              </a:extLst>
            </p:cNvPr>
            <p:cNvSpPr/>
            <p:nvPr/>
          </p:nvSpPr>
          <p:spPr>
            <a:xfrm>
              <a:off x="3730808" y="2180335"/>
              <a:ext cx="391954" cy="182906"/>
            </a:xfrm>
            <a:prstGeom prst="ellipse">
              <a:avLst/>
            </a:prstGeom>
            <a:gradFill>
              <a:gsLst>
                <a:gs pos="70000">
                  <a:schemeClr val="tx1">
                    <a:alpha val="0"/>
                  </a:schemeClr>
                </a:gs>
                <a:gs pos="0">
                  <a:schemeClr val="tx1">
                    <a:alpha val="8438"/>
                  </a:schemeClr>
                </a:gs>
              </a:gsLst>
              <a:path path="circle">
                <a:fillToRect l="50000" t="50000" r="50000" b="5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36" name="Picture 8" descr="EVE | Disney Wiki | Fandom">
              <a:extLst>
                <a:ext uri="{FF2B5EF4-FFF2-40B4-BE49-F238E27FC236}">
                  <a16:creationId xmlns:a16="http://schemas.microsoft.com/office/drawing/2014/main" id="{85BFB0EB-9619-FF5F-FC94-4B96999E852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63495" y="1284500"/>
              <a:ext cx="926581" cy="926581"/>
            </a:xfrm>
            <a:prstGeom prst="rect">
              <a:avLst/>
            </a:prstGeom>
            <a:noFill/>
            <a:extLst>
              <a:ext uri="{909E8E84-426E-40DD-AFC4-6F175D3DCCD1}">
                <a14:hiddenFill xmlns:a14="http://schemas.microsoft.com/office/drawing/2010/main">
                  <a:solidFill>
                    <a:srgbClr val="FFFFFF"/>
                  </a:solidFill>
                </a14:hiddenFill>
              </a:ext>
            </a:extLst>
          </p:spPr>
        </p:pic>
      </p:grpSp>
      <p:cxnSp>
        <p:nvCxnSpPr>
          <p:cNvPr id="29" name="直线连接符 28">
            <a:extLst>
              <a:ext uri="{FF2B5EF4-FFF2-40B4-BE49-F238E27FC236}">
                <a16:creationId xmlns:a16="http://schemas.microsoft.com/office/drawing/2014/main" id="{A069CD64-6B0C-8E3A-6A55-5FD6F762F54A}"/>
              </a:ext>
            </a:extLst>
          </p:cNvPr>
          <p:cNvCxnSpPr>
            <a:cxnSpLocks/>
          </p:cNvCxnSpPr>
          <p:nvPr/>
        </p:nvCxnSpPr>
        <p:spPr>
          <a:xfrm>
            <a:off x="1668256" y="4614313"/>
            <a:ext cx="6700355" cy="0"/>
          </a:xfrm>
          <a:prstGeom prst="line">
            <a:avLst/>
          </a:prstGeom>
          <a:ln w="9525">
            <a:solidFill>
              <a:schemeClr val="accent4"/>
            </a:solidFill>
          </a:ln>
        </p:spPr>
        <p:style>
          <a:lnRef idx="1">
            <a:schemeClr val="accent1"/>
          </a:lnRef>
          <a:fillRef idx="0">
            <a:schemeClr val="accent1"/>
          </a:fillRef>
          <a:effectRef idx="0">
            <a:schemeClr val="accent1"/>
          </a:effectRef>
          <a:fontRef idx="minor">
            <a:schemeClr val="tx1"/>
          </a:fontRef>
        </p:style>
      </p:cxnSp>
      <p:sp>
        <p:nvSpPr>
          <p:cNvPr id="30" name="文本框 29">
            <a:extLst>
              <a:ext uri="{FF2B5EF4-FFF2-40B4-BE49-F238E27FC236}">
                <a16:creationId xmlns:a16="http://schemas.microsoft.com/office/drawing/2014/main" id="{E0DDAD7A-5526-F8EC-0F36-74D3ADDA7BB4}"/>
              </a:ext>
            </a:extLst>
          </p:cNvPr>
          <p:cNvSpPr txBox="1"/>
          <p:nvPr/>
        </p:nvSpPr>
        <p:spPr>
          <a:xfrm>
            <a:off x="1580248" y="4564353"/>
            <a:ext cx="2749151" cy="307777"/>
          </a:xfrm>
          <a:prstGeom prst="rect">
            <a:avLst/>
          </a:prstGeom>
          <a:noFill/>
        </p:spPr>
        <p:txBody>
          <a:bodyPr wrap="none" rtlCol="0">
            <a:spAutoFit/>
          </a:bodyPr>
          <a:lstStyle/>
          <a:p>
            <a:r>
              <a:rPr lang="en-GB" sz="1400" dirty="0">
                <a:solidFill>
                  <a:schemeClr val="accent4"/>
                </a:solidFill>
              </a:rPr>
              <a:t>The location possibility distribution</a:t>
            </a:r>
          </a:p>
        </p:txBody>
      </p:sp>
      <p:grpSp>
        <p:nvGrpSpPr>
          <p:cNvPr id="21" name="组合 20">
            <a:extLst>
              <a:ext uri="{FF2B5EF4-FFF2-40B4-BE49-F238E27FC236}">
                <a16:creationId xmlns:a16="http://schemas.microsoft.com/office/drawing/2014/main" id="{7165B7D5-66C3-B952-F50E-F76A9810A41D}"/>
              </a:ext>
            </a:extLst>
          </p:cNvPr>
          <p:cNvGrpSpPr/>
          <p:nvPr/>
        </p:nvGrpSpPr>
        <p:grpSpPr>
          <a:xfrm>
            <a:off x="4572000" y="4599253"/>
            <a:ext cx="1624814" cy="0"/>
            <a:chOff x="3392497" y="4254499"/>
            <a:chExt cx="1278644" cy="364214"/>
          </a:xfrm>
        </p:grpSpPr>
        <p:sp>
          <p:nvSpPr>
            <p:cNvPr id="22" name="任意形状 21">
              <a:extLst>
                <a:ext uri="{FF2B5EF4-FFF2-40B4-BE49-F238E27FC236}">
                  <a16:creationId xmlns:a16="http://schemas.microsoft.com/office/drawing/2014/main" id="{1D190791-86E6-9946-95C8-57713C3A52C7}"/>
                </a:ext>
              </a:extLst>
            </p:cNvPr>
            <p:cNvSpPr/>
            <p:nvPr/>
          </p:nvSpPr>
          <p:spPr>
            <a:xfrm>
              <a:off x="3392498" y="4254499"/>
              <a:ext cx="1278643" cy="364214"/>
            </a:xfrm>
            <a:custGeom>
              <a:avLst/>
              <a:gdLst>
                <a:gd name="connsiteX0" fmla="*/ 0 w 2076450"/>
                <a:gd name="connsiteY0" fmla="*/ 514352 h 563845"/>
                <a:gd name="connsiteX1" fmla="*/ 584200 w 2076450"/>
                <a:gd name="connsiteY1" fmla="*/ 514352 h 563845"/>
                <a:gd name="connsiteX2" fmla="*/ 1104900 w 2076450"/>
                <a:gd name="connsiteY2" fmla="*/ 2 h 563845"/>
                <a:gd name="connsiteX3" fmla="*/ 1511300 w 2076450"/>
                <a:gd name="connsiteY3" fmla="*/ 508002 h 563845"/>
                <a:gd name="connsiteX4" fmla="*/ 2076450 w 2076450"/>
                <a:gd name="connsiteY4" fmla="*/ 552452 h 563845"/>
                <a:gd name="connsiteX0" fmla="*/ 0 w 2076450"/>
                <a:gd name="connsiteY0" fmla="*/ 552452 h 584518"/>
                <a:gd name="connsiteX1" fmla="*/ 584200 w 2076450"/>
                <a:gd name="connsiteY1" fmla="*/ 514352 h 584518"/>
                <a:gd name="connsiteX2" fmla="*/ 1104900 w 2076450"/>
                <a:gd name="connsiteY2" fmla="*/ 2 h 584518"/>
                <a:gd name="connsiteX3" fmla="*/ 1511300 w 2076450"/>
                <a:gd name="connsiteY3" fmla="*/ 508002 h 584518"/>
                <a:gd name="connsiteX4" fmla="*/ 2076450 w 2076450"/>
                <a:gd name="connsiteY4" fmla="*/ 552452 h 584518"/>
                <a:gd name="connsiteX0" fmla="*/ 0 w 2076450"/>
                <a:gd name="connsiteY0" fmla="*/ 552452 h 567630"/>
                <a:gd name="connsiteX1" fmla="*/ 584200 w 2076450"/>
                <a:gd name="connsiteY1" fmla="*/ 514352 h 567630"/>
                <a:gd name="connsiteX2" fmla="*/ 1104900 w 2076450"/>
                <a:gd name="connsiteY2" fmla="*/ 2 h 567630"/>
                <a:gd name="connsiteX3" fmla="*/ 1511300 w 2076450"/>
                <a:gd name="connsiteY3" fmla="*/ 508002 h 567630"/>
                <a:gd name="connsiteX4" fmla="*/ 2076450 w 2076450"/>
                <a:gd name="connsiteY4" fmla="*/ 552452 h 567630"/>
                <a:gd name="connsiteX0" fmla="*/ 0 w 2076450"/>
                <a:gd name="connsiteY0" fmla="*/ 552557 h 560371"/>
                <a:gd name="connsiteX1" fmla="*/ 635000 w 2076450"/>
                <a:gd name="connsiteY1" fmla="*/ 463657 h 560371"/>
                <a:gd name="connsiteX2" fmla="*/ 1104900 w 2076450"/>
                <a:gd name="connsiteY2" fmla="*/ 107 h 560371"/>
                <a:gd name="connsiteX3" fmla="*/ 1511300 w 2076450"/>
                <a:gd name="connsiteY3" fmla="*/ 508107 h 560371"/>
                <a:gd name="connsiteX4" fmla="*/ 2076450 w 2076450"/>
                <a:gd name="connsiteY4" fmla="*/ 552557 h 560371"/>
                <a:gd name="connsiteX0" fmla="*/ 0 w 2076450"/>
                <a:gd name="connsiteY0" fmla="*/ 552460 h 552460"/>
                <a:gd name="connsiteX1" fmla="*/ 635000 w 2076450"/>
                <a:gd name="connsiteY1" fmla="*/ 463560 h 552460"/>
                <a:gd name="connsiteX2" fmla="*/ 1104900 w 2076450"/>
                <a:gd name="connsiteY2" fmla="*/ 10 h 552460"/>
                <a:gd name="connsiteX3" fmla="*/ 1466850 w 2076450"/>
                <a:gd name="connsiteY3" fmla="*/ 450860 h 552460"/>
                <a:gd name="connsiteX4" fmla="*/ 2076450 w 2076450"/>
                <a:gd name="connsiteY4" fmla="*/ 552460 h 552460"/>
                <a:gd name="connsiteX0" fmla="*/ 0 w 2076450"/>
                <a:gd name="connsiteY0" fmla="*/ 552460 h 553694"/>
                <a:gd name="connsiteX1" fmla="*/ 635000 w 2076450"/>
                <a:gd name="connsiteY1" fmla="*/ 463560 h 553694"/>
                <a:gd name="connsiteX2" fmla="*/ 1104900 w 2076450"/>
                <a:gd name="connsiteY2" fmla="*/ 10 h 553694"/>
                <a:gd name="connsiteX3" fmla="*/ 1466850 w 2076450"/>
                <a:gd name="connsiteY3" fmla="*/ 450860 h 553694"/>
                <a:gd name="connsiteX4" fmla="*/ 2076450 w 2076450"/>
                <a:gd name="connsiteY4" fmla="*/ 552460 h 553694"/>
                <a:gd name="connsiteX0" fmla="*/ 0 w 2076450"/>
                <a:gd name="connsiteY0" fmla="*/ 552453 h 555210"/>
                <a:gd name="connsiteX1" fmla="*/ 635000 w 2076450"/>
                <a:gd name="connsiteY1" fmla="*/ 463553 h 555210"/>
                <a:gd name="connsiteX2" fmla="*/ 1104900 w 2076450"/>
                <a:gd name="connsiteY2" fmla="*/ 3 h 555210"/>
                <a:gd name="connsiteX3" fmla="*/ 1498600 w 2076450"/>
                <a:gd name="connsiteY3" fmla="*/ 469903 h 555210"/>
                <a:gd name="connsiteX4" fmla="*/ 2076450 w 2076450"/>
                <a:gd name="connsiteY4" fmla="*/ 552453 h 555210"/>
                <a:gd name="connsiteX0" fmla="*/ 0 w 2076450"/>
                <a:gd name="connsiteY0" fmla="*/ 552510 h 553235"/>
                <a:gd name="connsiteX1" fmla="*/ 635000 w 2076450"/>
                <a:gd name="connsiteY1" fmla="*/ 463610 h 553235"/>
                <a:gd name="connsiteX2" fmla="*/ 1104900 w 2076450"/>
                <a:gd name="connsiteY2" fmla="*/ 60 h 553235"/>
                <a:gd name="connsiteX3" fmla="*/ 1479550 w 2076450"/>
                <a:gd name="connsiteY3" fmla="*/ 431860 h 553235"/>
                <a:gd name="connsiteX4" fmla="*/ 2076450 w 2076450"/>
                <a:gd name="connsiteY4" fmla="*/ 552510 h 553235"/>
                <a:gd name="connsiteX0" fmla="*/ 0 w 2076450"/>
                <a:gd name="connsiteY0" fmla="*/ 552510 h 553991"/>
                <a:gd name="connsiteX1" fmla="*/ 635000 w 2076450"/>
                <a:gd name="connsiteY1" fmla="*/ 463610 h 553991"/>
                <a:gd name="connsiteX2" fmla="*/ 1104900 w 2076450"/>
                <a:gd name="connsiteY2" fmla="*/ 60 h 553991"/>
                <a:gd name="connsiteX3" fmla="*/ 1479550 w 2076450"/>
                <a:gd name="connsiteY3" fmla="*/ 431860 h 553991"/>
                <a:gd name="connsiteX4" fmla="*/ 2076450 w 2076450"/>
                <a:gd name="connsiteY4" fmla="*/ 552510 h 553991"/>
                <a:gd name="connsiteX0" fmla="*/ 0 w 2076450"/>
                <a:gd name="connsiteY0" fmla="*/ 552514 h 553995"/>
                <a:gd name="connsiteX1" fmla="*/ 635000 w 2076450"/>
                <a:gd name="connsiteY1" fmla="*/ 463614 h 553995"/>
                <a:gd name="connsiteX2" fmla="*/ 1104900 w 2076450"/>
                <a:gd name="connsiteY2" fmla="*/ 64 h 553995"/>
                <a:gd name="connsiteX3" fmla="*/ 1479550 w 2076450"/>
                <a:gd name="connsiteY3" fmla="*/ 431864 h 553995"/>
                <a:gd name="connsiteX4" fmla="*/ 2076450 w 2076450"/>
                <a:gd name="connsiteY4" fmla="*/ 552514 h 553995"/>
                <a:gd name="connsiteX0" fmla="*/ 0 w 2076450"/>
                <a:gd name="connsiteY0" fmla="*/ 552453 h 553934"/>
                <a:gd name="connsiteX1" fmla="*/ 635000 w 2076450"/>
                <a:gd name="connsiteY1" fmla="*/ 463553 h 553934"/>
                <a:gd name="connsiteX2" fmla="*/ 1104900 w 2076450"/>
                <a:gd name="connsiteY2" fmla="*/ 3 h 553934"/>
                <a:gd name="connsiteX3" fmla="*/ 1479550 w 2076450"/>
                <a:gd name="connsiteY3" fmla="*/ 431803 h 553934"/>
                <a:gd name="connsiteX4" fmla="*/ 2076450 w 2076450"/>
                <a:gd name="connsiteY4" fmla="*/ 552453 h 553934"/>
                <a:gd name="connsiteX0" fmla="*/ 0 w 2076450"/>
                <a:gd name="connsiteY0" fmla="*/ 552453 h 556896"/>
                <a:gd name="connsiteX1" fmla="*/ 635000 w 2076450"/>
                <a:gd name="connsiteY1" fmla="*/ 463553 h 556896"/>
                <a:gd name="connsiteX2" fmla="*/ 1104900 w 2076450"/>
                <a:gd name="connsiteY2" fmla="*/ 3 h 556896"/>
                <a:gd name="connsiteX3" fmla="*/ 1498600 w 2076450"/>
                <a:gd name="connsiteY3" fmla="*/ 457203 h 556896"/>
                <a:gd name="connsiteX4" fmla="*/ 2076450 w 2076450"/>
                <a:gd name="connsiteY4" fmla="*/ 552453 h 556896"/>
                <a:gd name="connsiteX0" fmla="*/ 0 w 2076450"/>
                <a:gd name="connsiteY0" fmla="*/ 552453 h 554014"/>
                <a:gd name="connsiteX1" fmla="*/ 635000 w 2076450"/>
                <a:gd name="connsiteY1" fmla="*/ 463553 h 554014"/>
                <a:gd name="connsiteX2" fmla="*/ 1098550 w 2076450"/>
                <a:gd name="connsiteY2" fmla="*/ 3 h 554014"/>
                <a:gd name="connsiteX3" fmla="*/ 1498600 w 2076450"/>
                <a:gd name="connsiteY3" fmla="*/ 457203 h 554014"/>
                <a:gd name="connsiteX4" fmla="*/ 2076450 w 2076450"/>
                <a:gd name="connsiteY4" fmla="*/ 552453 h 554014"/>
                <a:gd name="connsiteX0" fmla="*/ 0 w 2076450"/>
                <a:gd name="connsiteY0" fmla="*/ 552459 h 553693"/>
                <a:gd name="connsiteX1" fmla="*/ 635000 w 2076450"/>
                <a:gd name="connsiteY1" fmla="*/ 463559 h 553693"/>
                <a:gd name="connsiteX2" fmla="*/ 1098550 w 2076450"/>
                <a:gd name="connsiteY2" fmla="*/ 9 h 553693"/>
                <a:gd name="connsiteX3" fmla="*/ 1485900 w 2076450"/>
                <a:gd name="connsiteY3" fmla="*/ 450859 h 553693"/>
                <a:gd name="connsiteX4" fmla="*/ 2076450 w 2076450"/>
                <a:gd name="connsiteY4" fmla="*/ 552459 h 553693"/>
                <a:gd name="connsiteX0" fmla="*/ 0 w 2076450"/>
                <a:gd name="connsiteY0" fmla="*/ 552459 h 556763"/>
                <a:gd name="connsiteX1" fmla="*/ 635000 w 2076450"/>
                <a:gd name="connsiteY1" fmla="*/ 463559 h 556763"/>
                <a:gd name="connsiteX2" fmla="*/ 1098550 w 2076450"/>
                <a:gd name="connsiteY2" fmla="*/ 9 h 556763"/>
                <a:gd name="connsiteX3" fmla="*/ 1485900 w 2076450"/>
                <a:gd name="connsiteY3" fmla="*/ 450859 h 556763"/>
                <a:gd name="connsiteX4" fmla="*/ 2076450 w 2076450"/>
                <a:gd name="connsiteY4" fmla="*/ 555634 h 556763"/>
                <a:gd name="connsiteX0" fmla="*/ 0 w 2076450"/>
                <a:gd name="connsiteY0" fmla="*/ 552459 h 556011"/>
                <a:gd name="connsiteX1" fmla="*/ 635000 w 2076450"/>
                <a:gd name="connsiteY1" fmla="*/ 463559 h 556011"/>
                <a:gd name="connsiteX2" fmla="*/ 1098550 w 2076450"/>
                <a:gd name="connsiteY2" fmla="*/ 9 h 556011"/>
                <a:gd name="connsiteX3" fmla="*/ 1485900 w 2076450"/>
                <a:gd name="connsiteY3" fmla="*/ 450859 h 556011"/>
                <a:gd name="connsiteX4" fmla="*/ 2076450 w 2076450"/>
                <a:gd name="connsiteY4" fmla="*/ 555634 h 556011"/>
                <a:gd name="connsiteX0" fmla="*/ 0 w 1952625"/>
                <a:gd name="connsiteY0" fmla="*/ 555634 h 556011"/>
                <a:gd name="connsiteX1" fmla="*/ 511175 w 1952625"/>
                <a:gd name="connsiteY1" fmla="*/ 463559 h 556011"/>
                <a:gd name="connsiteX2" fmla="*/ 974725 w 1952625"/>
                <a:gd name="connsiteY2" fmla="*/ 9 h 556011"/>
                <a:gd name="connsiteX3" fmla="*/ 1362075 w 1952625"/>
                <a:gd name="connsiteY3" fmla="*/ 450859 h 556011"/>
                <a:gd name="connsiteX4" fmla="*/ 1952625 w 1952625"/>
                <a:gd name="connsiteY4" fmla="*/ 555634 h 556011"/>
                <a:gd name="connsiteX0" fmla="*/ 0 w 1952625"/>
                <a:gd name="connsiteY0" fmla="*/ 555634 h 556011"/>
                <a:gd name="connsiteX1" fmla="*/ 511175 w 1952625"/>
                <a:gd name="connsiteY1" fmla="*/ 463559 h 556011"/>
                <a:gd name="connsiteX2" fmla="*/ 974725 w 1952625"/>
                <a:gd name="connsiteY2" fmla="*/ 9 h 556011"/>
                <a:gd name="connsiteX3" fmla="*/ 1362075 w 1952625"/>
                <a:gd name="connsiteY3" fmla="*/ 450859 h 556011"/>
                <a:gd name="connsiteX4" fmla="*/ 1952625 w 1952625"/>
                <a:gd name="connsiteY4" fmla="*/ 555634 h 556011"/>
                <a:gd name="connsiteX0" fmla="*/ 0 w 1952625"/>
                <a:gd name="connsiteY0" fmla="*/ 555626 h 556003"/>
                <a:gd name="connsiteX1" fmla="*/ 492125 w 1952625"/>
                <a:gd name="connsiteY1" fmla="*/ 454026 h 556003"/>
                <a:gd name="connsiteX2" fmla="*/ 974725 w 1952625"/>
                <a:gd name="connsiteY2" fmla="*/ 1 h 556003"/>
                <a:gd name="connsiteX3" fmla="*/ 1362075 w 1952625"/>
                <a:gd name="connsiteY3" fmla="*/ 450851 h 556003"/>
                <a:gd name="connsiteX4" fmla="*/ 1952625 w 1952625"/>
                <a:gd name="connsiteY4" fmla="*/ 555626 h 556003"/>
                <a:gd name="connsiteX0" fmla="*/ 0 w 1952625"/>
                <a:gd name="connsiteY0" fmla="*/ 555627 h 555957"/>
                <a:gd name="connsiteX1" fmla="*/ 492125 w 1952625"/>
                <a:gd name="connsiteY1" fmla="*/ 454027 h 555957"/>
                <a:gd name="connsiteX2" fmla="*/ 974725 w 1952625"/>
                <a:gd name="connsiteY2" fmla="*/ 2 h 555957"/>
                <a:gd name="connsiteX3" fmla="*/ 1454150 w 1952625"/>
                <a:gd name="connsiteY3" fmla="*/ 447677 h 555957"/>
                <a:gd name="connsiteX4" fmla="*/ 1952625 w 1952625"/>
                <a:gd name="connsiteY4" fmla="*/ 555627 h 555957"/>
                <a:gd name="connsiteX0" fmla="*/ 0 w 1952625"/>
                <a:gd name="connsiteY0" fmla="*/ 555627 h 556133"/>
                <a:gd name="connsiteX1" fmla="*/ 492125 w 1952625"/>
                <a:gd name="connsiteY1" fmla="*/ 454027 h 556133"/>
                <a:gd name="connsiteX2" fmla="*/ 974725 w 1952625"/>
                <a:gd name="connsiteY2" fmla="*/ 2 h 556133"/>
                <a:gd name="connsiteX3" fmla="*/ 1454150 w 1952625"/>
                <a:gd name="connsiteY3" fmla="*/ 447677 h 556133"/>
                <a:gd name="connsiteX4" fmla="*/ 1952625 w 1952625"/>
                <a:gd name="connsiteY4" fmla="*/ 555627 h 556133"/>
                <a:gd name="connsiteX0" fmla="*/ 0 w 1952625"/>
                <a:gd name="connsiteY0" fmla="*/ 555627 h 556194"/>
                <a:gd name="connsiteX1" fmla="*/ 492125 w 1952625"/>
                <a:gd name="connsiteY1" fmla="*/ 454027 h 556194"/>
                <a:gd name="connsiteX2" fmla="*/ 974725 w 1952625"/>
                <a:gd name="connsiteY2" fmla="*/ 2 h 556194"/>
                <a:gd name="connsiteX3" fmla="*/ 1454150 w 1952625"/>
                <a:gd name="connsiteY3" fmla="*/ 447677 h 556194"/>
                <a:gd name="connsiteX4" fmla="*/ 1952625 w 1952625"/>
                <a:gd name="connsiteY4" fmla="*/ 555627 h 5561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52625" h="556194">
                  <a:moveTo>
                    <a:pt x="0" y="555627"/>
                  </a:moveTo>
                  <a:cubicBezTo>
                    <a:pt x="238125" y="557214"/>
                    <a:pt x="259821" y="562506"/>
                    <a:pt x="492125" y="454027"/>
                  </a:cubicBezTo>
                  <a:cubicBezTo>
                    <a:pt x="724429" y="345548"/>
                    <a:pt x="814388" y="1060"/>
                    <a:pt x="974725" y="2"/>
                  </a:cubicBezTo>
                  <a:cubicBezTo>
                    <a:pt x="1135062" y="-1056"/>
                    <a:pt x="1218142" y="345548"/>
                    <a:pt x="1454150" y="447677"/>
                  </a:cubicBezTo>
                  <a:cubicBezTo>
                    <a:pt x="1690158" y="549806"/>
                    <a:pt x="1711325" y="558802"/>
                    <a:pt x="1952625" y="555627"/>
                  </a:cubicBezTo>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3" name="任意形状 22">
              <a:extLst>
                <a:ext uri="{FF2B5EF4-FFF2-40B4-BE49-F238E27FC236}">
                  <a16:creationId xmlns:a16="http://schemas.microsoft.com/office/drawing/2014/main" id="{3857CAD7-0165-9F61-E3BC-7D4D719AFE67}"/>
                </a:ext>
              </a:extLst>
            </p:cNvPr>
            <p:cNvSpPr/>
            <p:nvPr/>
          </p:nvSpPr>
          <p:spPr>
            <a:xfrm>
              <a:off x="3392497" y="4254499"/>
              <a:ext cx="1278643" cy="364214"/>
            </a:xfrm>
            <a:custGeom>
              <a:avLst/>
              <a:gdLst>
                <a:gd name="connsiteX0" fmla="*/ 0 w 2076450"/>
                <a:gd name="connsiteY0" fmla="*/ 514352 h 563845"/>
                <a:gd name="connsiteX1" fmla="*/ 584200 w 2076450"/>
                <a:gd name="connsiteY1" fmla="*/ 514352 h 563845"/>
                <a:gd name="connsiteX2" fmla="*/ 1104900 w 2076450"/>
                <a:gd name="connsiteY2" fmla="*/ 2 h 563845"/>
                <a:gd name="connsiteX3" fmla="*/ 1511300 w 2076450"/>
                <a:gd name="connsiteY3" fmla="*/ 508002 h 563845"/>
                <a:gd name="connsiteX4" fmla="*/ 2076450 w 2076450"/>
                <a:gd name="connsiteY4" fmla="*/ 552452 h 563845"/>
                <a:gd name="connsiteX0" fmla="*/ 0 w 2076450"/>
                <a:gd name="connsiteY0" fmla="*/ 552452 h 584518"/>
                <a:gd name="connsiteX1" fmla="*/ 584200 w 2076450"/>
                <a:gd name="connsiteY1" fmla="*/ 514352 h 584518"/>
                <a:gd name="connsiteX2" fmla="*/ 1104900 w 2076450"/>
                <a:gd name="connsiteY2" fmla="*/ 2 h 584518"/>
                <a:gd name="connsiteX3" fmla="*/ 1511300 w 2076450"/>
                <a:gd name="connsiteY3" fmla="*/ 508002 h 584518"/>
                <a:gd name="connsiteX4" fmla="*/ 2076450 w 2076450"/>
                <a:gd name="connsiteY4" fmla="*/ 552452 h 584518"/>
                <a:gd name="connsiteX0" fmla="*/ 0 w 2076450"/>
                <a:gd name="connsiteY0" fmla="*/ 552452 h 567630"/>
                <a:gd name="connsiteX1" fmla="*/ 584200 w 2076450"/>
                <a:gd name="connsiteY1" fmla="*/ 514352 h 567630"/>
                <a:gd name="connsiteX2" fmla="*/ 1104900 w 2076450"/>
                <a:gd name="connsiteY2" fmla="*/ 2 h 567630"/>
                <a:gd name="connsiteX3" fmla="*/ 1511300 w 2076450"/>
                <a:gd name="connsiteY3" fmla="*/ 508002 h 567630"/>
                <a:gd name="connsiteX4" fmla="*/ 2076450 w 2076450"/>
                <a:gd name="connsiteY4" fmla="*/ 552452 h 567630"/>
                <a:gd name="connsiteX0" fmla="*/ 0 w 2076450"/>
                <a:gd name="connsiteY0" fmla="*/ 552557 h 560371"/>
                <a:gd name="connsiteX1" fmla="*/ 635000 w 2076450"/>
                <a:gd name="connsiteY1" fmla="*/ 463657 h 560371"/>
                <a:gd name="connsiteX2" fmla="*/ 1104900 w 2076450"/>
                <a:gd name="connsiteY2" fmla="*/ 107 h 560371"/>
                <a:gd name="connsiteX3" fmla="*/ 1511300 w 2076450"/>
                <a:gd name="connsiteY3" fmla="*/ 508107 h 560371"/>
                <a:gd name="connsiteX4" fmla="*/ 2076450 w 2076450"/>
                <a:gd name="connsiteY4" fmla="*/ 552557 h 560371"/>
                <a:gd name="connsiteX0" fmla="*/ 0 w 2076450"/>
                <a:gd name="connsiteY0" fmla="*/ 552460 h 552460"/>
                <a:gd name="connsiteX1" fmla="*/ 635000 w 2076450"/>
                <a:gd name="connsiteY1" fmla="*/ 463560 h 552460"/>
                <a:gd name="connsiteX2" fmla="*/ 1104900 w 2076450"/>
                <a:gd name="connsiteY2" fmla="*/ 10 h 552460"/>
                <a:gd name="connsiteX3" fmla="*/ 1466850 w 2076450"/>
                <a:gd name="connsiteY3" fmla="*/ 450860 h 552460"/>
                <a:gd name="connsiteX4" fmla="*/ 2076450 w 2076450"/>
                <a:gd name="connsiteY4" fmla="*/ 552460 h 552460"/>
                <a:gd name="connsiteX0" fmla="*/ 0 w 2076450"/>
                <a:gd name="connsiteY0" fmla="*/ 552460 h 553694"/>
                <a:gd name="connsiteX1" fmla="*/ 635000 w 2076450"/>
                <a:gd name="connsiteY1" fmla="*/ 463560 h 553694"/>
                <a:gd name="connsiteX2" fmla="*/ 1104900 w 2076450"/>
                <a:gd name="connsiteY2" fmla="*/ 10 h 553694"/>
                <a:gd name="connsiteX3" fmla="*/ 1466850 w 2076450"/>
                <a:gd name="connsiteY3" fmla="*/ 450860 h 553694"/>
                <a:gd name="connsiteX4" fmla="*/ 2076450 w 2076450"/>
                <a:gd name="connsiteY4" fmla="*/ 552460 h 553694"/>
                <a:gd name="connsiteX0" fmla="*/ 0 w 2076450"/>
                <a:gd name="connsiteY0" fmla="*/ 552453 h 555210"/>
                <a:gd name="connsiteX1" fmla="*/ 635000 w 2076450"/>
                <a:gd name="connsiteY1" fmla="*/ 463553 h 555210"/>
                <a:gd name="connsiteX2" fmla="*/ 1104900 w 2076450"/>
                <a:gd name="connsiteY2" fmla="*/ 3 h 555210"/>
                <a:gd name="connsiteX3" fmla="*/ 1498600 w 2076450"/>
                <a:gd name="connsiteY3" fmla="*/ 469903 h 555210"/>
                <a:gd name="connsiteX4" fmla="*/ 2076450 w 2076450"/>
                <a:gd name="connsiteY4" fmla="*/ 552453 h 555210"/>
                <a:gd name="connsiteX0" fmla="*/ 0 w 2076450"/>
                <a:gd name="connsiteY0" fmla="*/ 552510 h 553235"/>
                <a:gd name="connsiteX1" fmla="*/ 635000 w 2076450"/>
                <a:gd name="connsiteY1" fmla="*/ 463610 h 553235"/>
                <a:gd name="connsiteX2" fmla="*/ 1104900 w 2076450"/>
                <a:gd name="connsiteY2" fmla="*/ 60 h 553235"/>
                <a:gd name="connsiteX3" fmla="*/ 1479550 w 2076450"/>
                <a:gd name="connsiteY3" fmla="*/ 431860 h 553235"/>
                <a:gd name="connsiteX4" fmla="*/ 2076450 w 2076450"/>
                <a:gd name="connsiteY4" fmla="*/ 552510 h 553235"/>
                <a:gd name="connsiteX0" fmla="*/ 0 w 2076450"/>
                <a:gd name="connsiteY0" fmla="*/ 552510 h 553991"/>
                <a:gd name="connsiteX1" fmla="*/ 635000 w 2076450"/>
                <a:gd name="connsiteY1" fmla="*/ 463610 h 553991"/>
                <a:gd name="connsiteX2" fmla="*/ 1104900 w 2076450"/>
                <a:gd name="connsiteY2" fmla="*/ 60 h 553991"/>
                <a:gd name="connsiteX3" fmla="*/ 1479550 w 2076450"/>
                <a:gd name="connsiteY3" fmla="*/ 431860 h 553991"/>
                <a:gd name="connsiteX4" fmla="*/ 2076450 w 2076450"/>
                <a:gd name="connsiteY4" fmla="*/ 552510 h 553991"/>
                <a:gd name="connsiteX0" fmla="*/ 0 w 2076450"/>
                <a:gd name="connsiteY0" fmla="*/ 552514 h 553995"/>
                <a:gd name="connsiteX1" fmla="*/ 635000 w 2076450"/>
                <a:gd name="connsiteY1" fmla="*/ 463614 h 553995"/>
                <a:gd name="connsiteX2" fmla="*/ 1104900 w 2076450"/>
                <a:gd name="connsiteY2" fmla="*/ 64 h 553995"/>
                <a:gd name="connsiteX3" fmla="*/ 1479550 w 2076450"/>
                <a:gd name="connsiteY3" fmla="*/ 431864 h 553995"/>
                <a:gd name="connsiteX4" fmla="*/ 2076450 w 2076450"/>
                <a:gd name="connsiteY4" fmla="*/ 552514 h 553995"/>
                <a:gd name="connsiteX0" fmla="*/ 0 w 2076450"/>
                <a:gd name="connsiteY0" fmla="*/ 552453 h 553934"/>
                <a:gd name="connsiteX1" fmla="*/ 635000 w 2076450"/>
                <a:gd name="connsiteY1" fmla="*/ 463553 h 553934"/>
                <a:gd name="connsiteX2" fmla="*/ 1104900 w 2076450"/>
                <a:gd name="connsiteY2" fmla="*/ 3 h 553934"/>
                <a:gd name="connsiteX3" fmla="*/ 1479550 w 2076450"/>
                <a:gd name="connsiteY3" fmla="*/ 431803 h 553934"/>
                <a:gd name="connsiteX4" fmla="*/ 2076450 w 2076450"/>
                <a:gd name="connsiteY4" fmla="*/ 552453 h 553934"/>
                <a:gd name="connsiteX0" fmla="*/ 0 w 2076450"/>
                <a:gd name="connsiteY0" fmla="*/ 552453 h 556896"/>
                <a:gd name="connsiteX1" fmla="*/ 635000 w 2076450"/>
                <a:gd name="connsiteY1" fmla="*/ 463553 h 556896"/>
                <a:gd name="connsiteX2" fmla="*/ 1104900 w 2076450"/>
                <a:gd name="connsiteY2" fmla="*/ 3 h 556896"/>
                <a:gd name="connsiteX3" fmla="*/ 1498600 w 2076450"/>
                <a:gd name="connsiteY3" fmla="*/ 457203 h 556896"/>
                <a:gd name="connsiteX4" fmla="*/ 2076450 w 2076450"/>
                <a:gd name="connsiteY4" fmla="*/ 552453 h 556896"/>
                <a:gd name="connsiteX0" fmla="*/ 0 w 2076450"/>
                <a:gd name="connsiteY0" fmla="*/ 552453 h 554014"/>
                <a:gd name="connsiteX1" fmla="*/ 635000 w 2076450"/>
                <a:gd name="connsiteY1" fmla="*/ 463553 h 554014"/>
                <a:gd name="connsiteX2" fmla="*/ 1098550 w 2076450"/>
                <a:gd name="connsiteY2" fmla="*/ 3 h 554014"/>
                <a:gd name="connsiteX3" fmla="*/ 1498600 w 2076450"/>
                <a:gd name="connsiteY3" fmla="*/ 457203 h 554014"/>
                <a:gd name="connsiteX4" fmla="*/ 2076450 w 2076450"/>
                <a:gd name="connsiteY4" fmla="*/ 552453 h 554014"/>
                <a:gd name="connsiteX0" fmla="*/ 0 w 2076450"/>
                <a:gd name="connsiteY0" fmla="*/ 552459 h 553693"/>
                <a:gd name="connsiteX1" fmla="*/ 635000 w 2076450"/>
                <a:gd name="connsiteY1" fmla="*/ 463559 h 553693"/>
                <a:gd name="connsiteX2" fmla="*/ 1098550 w 2076450"/>
                <a:gd name="connsiteY2" fmla="*/ 9 h 553693"/>
                <a:gd name="connsiteX3" fmla="*/ 1485900 w 2076450"/>
                <a:gd name="connsiteY3" fmla="*/ 450859 h 553693"/>
                <a:gd name="connsiteX4" fmla="*/ 2076450 w 2076450"/>
                <a:gd name="connsiteY4" fmla="*/ 552459 h 553693"/>
                <a:gd name="connsiteX0" fmla="*/ 0 w 2076450"/>
                <a:gd name="connsiteY0" fmla="*/ 552459 h 556763"/>
                <a:gd name="connsiteX1" fmla="*/ 635000 w 2076450"/>
                <a:gd name="connsiteY1" fmla="*/ 463559 h 556763"/>
                <a:gd name="connsiteX2" fmla="*/ 1098550 w 2076450"/>
                <a:gd name="connsiteY2" fmla="*/ 9 h 556763"/>
                <a:gd name="connsiteX3" fmla="*/ 1485900 w 2076450"/>
                <a:gd name="connsiteY3" fmla="*/ 450859 h 556763"/>
                <a:gd name="connsiteX4" fmla="*/ 2076450 w 2076450"/>
                <a:gd name="connsiteY4" fmla="*/ 555634 h 556763"/>
                <a:gd name="connsiteX0" fmla="*/ 0 w 2076450"/>
                <a:gd name="connsiteY0" fmla="*/ 552459 h 556011"/>
                <a:gd name="connsiteX1" fmla="*/ 635000 w 2076450"/>
                <a:gd name="connsiteY1" fmla="*/ 463559 h 556011"/>
                <a:gd name="connsiteX2" fmla="*/ 1098550 w 2076450"/>
                <a:gd name="connsiteY2" fmla="*/ 9 h 556011"/>
                <a:gd name="connsiteX3" fmla="*/ 1485900 w 2076450"/>
                <a:gd name="connsiteY3" fmla="*/ 450859 h 556011"/>
                <a:gd name="connsiteX4" fmla="*/ 2076450 w 2076450"/>
                <a:gd name="connsiteY4" fmla="*/ 555634 h 556011"/>
                <a:gd name="connsiteX0" fmla="*/ 0 w 1952625"/>
                <a:gd name="connsiteY0" fmla="*/ 555634 h 556011"/>
                <a:gd name="connsiteX1" fmla="*/ 511175 w 1952625"/>
                <a:gd name="connsiteY1" fmla="*/ 463559 h 556011"/>
                <a:gd name="connsiteX2" fmla="*/ 974725 w 1952625"/>
                <a:gd name="connsiteY2" fmla="*/ 9 h 556011"/>
                <a:gd name="connsiteX3" fmla="*/ 1362075 w 1952625"/>
                <a:gd name="connsiteY3" fmla="*/ 450859 h 556011"/>
                <a:gd name="connsiteX4" fmla="*/ 1952625 w 1952625"/>
                <a:gd name="connsiteY4" fmla="*/ 555634 h 556011"/>
                <a:gd name="connsiteX0" fmla="*/ 0 w 1952625"/>
                <a:gd name="connsiteY0" fmla="*/ 555634 h 556011"/>
                <a:gd name="connsiteX1" fmla="*/ 511175 w 1952625"/>
                <a:gd name="connsiteY1" fmla="*/ 463559 h 556011"/>
                <a:gd name="connsiteX2" fmla="*/ 974725 w 1952625"/>
                <a:gd name="connsiteY2" fmla="*/ 9 h 556011"/>
                <a:gd name="connsiteX3" fmla="*/ 1362075 w 1952625"/>
                <a:gd name="connsiteY3" fmla="*/ 450859 h 556011"/>
                <a:gd name="connsiteX4" fmla="*/ 1952625 w 1952625"/>
                <a:gd name="connsiteY4" fmla="*/ 555634 h 556011"/>
                <a:gd name="connsiteX0" fmla="*/ 0 w 1952625"/>
                <a:gd name="connsiteY0" fmla="*/ 555626 h 556003"/>
                <a:gd name="connsiteX1" fmla="*/ 492125 w 1952625"/>
                <a:gd name="connsiteY1" fmla="*/ 454026 h 556003"/>
                <a:gd name="connsiteX2" fmla="*/ 974725 w 1952625"/>
                <a:gd name="connsiteY2" fmla="*/ 1 h 556003"/>
                <a:gd name="connsiteX3" fmla="*/ 1362075 w 1952625"/>
                <a:gd name="connsiteY3" fmla="*/ 450851 h 556003"/>
                <a:gd name="connsiteX4" fmla="*/ 1952625 w 1952625"/>
                <a:gd name="connsiteY4" fmla="*/ 555626 h 556003"/>
                <a:gd name="connsiteX0" fmla="*/ 0 w 1952625"/>
                <a:gd name="connsiteY0" fmla="*/ 555627 h 555957"/>
                <a:gd name="connsiteX1" fmla="*/ 492125 w 1952625"/>
                <a:gd name="connsiteY1" fmla="*/ 454027 h 555957"/>
                <a:gd name="connsiteX2" fmla="*/ 974725 w 1952625"/>
                <a:gd name="connsiteY2" fmla="*/ 2 h 555957"/>
                <a:gd name="connsiteX3" fmla="*/ 1454150 w 1952625"/>
                <a:gd name="connsiteY3" fmla="*/ 447677 h 555957"/>
                <a:gd name="connsiteX4" fmla="*/ 1952625 w 1952625"/>
                <a:gd name="connsiteY4" fmla="*/ 555627 h 555957"/>
                <a:gd name="connsiteX0" fmla="*/ 0 w 1952625"/>
                <a:gd name="connsiteY0" fmla="*/ 555627 h 556133"/>
                <a:gd name="connsiteX1" fmla="*/ 492125 w 1952625"/>
                <a:gd name="connsiteY1" fmla="*/ 454027 h 556133"/>
                <a:gd name="connsiteX2" fmla="*/ 974725 w 1952625"/>
                <a:gd name="connsiteY2" fmla="*/ 2 h 556133"/>
                <a:gd name="connsiteX3" fmla="*/ 1454150 w 1952625"/>
                <a:gd name="connsiteY3" fmla="*/ 447677 h 556133"/>
                <a:gd name="connsiteX4" fmla="*/ 1952625 w 1952625"/>
                <a:gd name="connsiteY4" fmla="*/ 555627 h 556133"/>
                <a:gd name="connsiteX0" fmla="*/ 0 w 1952625"/>
                <a:gd name="connsiteY0" fmla="*/ 555627 h 556194"/>
                <a:gd name="connsiteX1" fmla="*/ 492125 w 1952625"/>
                <a:gd name="connsiteY1" fmla="*/ 454027 h 556194"/>
                <a:gd name="connsiteX2" fmla="*/ 974725 w 1952625"/>
                <a:gd name="connsiteY2" fmla="*/ 2 h 556194"/>
                <a:gd name="connsiteX3" fmla="*/ 1454150 w 1952625"/>
                <a:gd name="connsiteY3" fmla="*/ 447677 h 556194"/>
                <a:gd name="connsiteX4" fmla="*/ 1952625 w 1952625"/>
                <a:gd name="connsiteY4" fmla="*/ 555627 h 5561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52625" h="556194">
                  <a:moveTo>
                    <a:pt x="0" y="555627"/>
                  </a:moveTo>
                  <a:cubicBezTo>
                    <a:pt x="238125" y="557214"/>
                    <a:pt x="259821" y="562506"/>
                    <a:pt x="492125" y="454027"/>
                  </a:cubicBezTo>
                  <a:cubicBezTo>
                    <a:pt x="724429" y="345548"/>
                    <a:pt x="814388" y="1060"/>
                    <a:pt x="974725" y="2"/>
                  </a:cubicBezTo>
                  <a:cubicBezTo>
                    <a:pt x="1135062" y="-1056"/>
                    <a:pt x="1218142" y="345548"/>
                    <a:pt x="1454150" y="447677"/>
                  </a:cubicBezTo>
                  <a:cubicBezTo>
                    <a:pt x="1690158" y="549806"/>
                    <a:pt x="1711325" y="558802"/>
                    <a:pt x="1952625" y="555627"/>
                  </a:cubicBezTo>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26" name="组合 25">
            <a:extLst>
              <a:ext uri="{FF2B5EF4-FFF2-40B4-BE49-F238E27FC236}">
                <a16:creationId xmlns:a16="http://schemas.microsoft.com/office/drawing/2014/main" id="{6017AA30-88A3-8C10-6408-89B50CC8BDB6}"/>
              </a:ext>
            </a:extLst>
          </p:cNvPr>
          <p:cNvGrpSpPr/>
          <p:nvPr/>
        </p:nvGrpSpPr>
        <p:grpSpPr>
          <a:xfrm>
            <a:off x="3791391" y="4130851"/>
            <a:ext cx="449681" cy="487862"/>
            <a:chOff x="3392497" y="4254499"/>
            <a:chExt cx="1278644" cy="364214"/>
          </a:xfrm>
        </p:grpSpPr>
        <p:sp>
          <p:nvSpPr>
            <p:cNvPr id="31" name="任意形状 30">
              <a:extLst>
                <a:ext uri="{FF2B5EF4-FFF2-40B4-BE49-F238E27FC236}">
                  <a16:creationId xmlns:a16="http://schemas.microsoft.com/office/drawing/2014/main" id="{EC2B4FF4-61FE-199D-FFFC-D3DBCDC66C06}"/>
                </a:ext>
              </a:extLst>
            </p:cNvPr>
            <p:cNvSpPr/>
            <p:nvPr/>
          </p:nvSpPr>
          <p:spPr>
            <a:xfrm>
              <a:off x="3392498" y="4254499"/>
              <a:ext cx="1278643" cy="364214"/>
            </a:xfrm>
            <a:custGeom>
              <a:avLst/>
              <a:gdLst>
                <a:gd name="connsiteX0" fmla="*/ 0 w 2076450"/>
                <a:gd name="connsiteY0" fmla="*/ 514352 h 563845"/>
                <a:gd name="connsiteX1" fmla="*/ 584200 w 2076450"/>
                <a:gd name="connsiteY1" fmla="*/ 514352 h 563845"/>
                <a:gd name="connsiteX2" fmla="*/ 1104900 w 2076450"/>
                <a:gd name="connsiteY2" fmla="*/ 2 h 563845"/>
                <a:gd name="connsiteX3" fmla="*/ 1511300 w 2076450"/>
                <a:gd name="connsiteY3" fmla="*/ 508002 h 563845"/>
                <a:gd name="connsiteX4" fmla="*/ 2076450 w 2076450"/>
                <a:gd name="connsiteY4" fmla="*/ 552452 h 563845"/>
                <a:gd name="connsiteX0" fmla="*/ 0 w 2076450"/>
                <a:gd name="connsiteY0" fmla="*/ 552452 h 584518"/>
                <a:gd name="connsiteX1" fmla="*/ 584200 w 2076450"/>
                <a:gd name="connsiteY1" fmla="*/ 514352 h 584518"/>
                <a:gd name="connsiteX2" fmla="*/ 1104900 w 2076450"/>
                <a:gd name="connsiteY2" fmla="*/ 2 h 584518"/>
                <a:gd name="connsiteX3" fmla="*/ 1511300 w 2076450"/>
                <a:gd name="connsiteY3" fmla="*/ 508002 h 584518"/>
                <a:gd name="connsiteX4" fmla="*/ 2076450 w 2076450"/>
                <a:gd name="connsiteY4" fmla="*/ 552452 h 584518"/>
                <a:gd name="connsiteX0" fmla="*/ 0 w 2076450"/>
                <a:gd name="connsiteY0" fmla="*/ 552452 h 567630"/>
                <a:gd name="connsiteX1" fmla="*/ 584200 w 2076450"/>
                <a:gd name="connsiteY1" fmla="*/ 514352 h 567630"/>
                <a:gd name="connsiteX2" fmla="*/ 1104900 w 2076450"/>
                <a:gd name="connsiteY2" fmla="*/ 2 h 567630"/>
                <a:gd name="connsiteX3" fmla="*/ 1511300 w 2076450"/>
                <a:gd name="connsiteY3" fmla="*/ 508002 h 567630"/>
                <a:gd name="connsiteX4" fmla="*/ 2076450 w 2076450"/>
                <a:gd name="connsiteY4" fmla="*/ 552452 h 567630"/>
                <a:gd name="connsiteX0" fmla="*/ 0 w 2076450"/>
                <a:gd name="connsiteY0" fmla="*/ 552557 h 560371"/>
                <a:gd name="connsiteX1" fmla="*/ 635000 w 2076450"/>
                <a:gd name="connsiteY1" fmla="*/ 463657 h 560371"/>
                <a:gd name="connsiteX2" fmla="*/ 1104900 w 2076450"/>
                <a:gd name="connsiteY2" fmla="*/ 107 h 560371"/>
                <a:gd name="connsiteX3" fmla="*/ 1511300 w 2076450"/>
                <a:gd name="connsiteY3" fmla="*/ 508107 h 560371"/>
                <a:gd name="connsiteX4" fmla="*/ 2076450 w 2076450"/>
                <a:gd name="connsiteY4" fmla="*/ 552557 h 560371"/>
                <a:gd name="connsiteX0" fmla="*/ 0 w 2076450"/>
                <a:gd name="connsiteY0" fmla="*/ 552460 h 552460"/>
                <a:gd name="connsiteX1" fmla="*/ 635000 w 2076450"/>
                <a:gd name="connsiteY1" fmla="*/ 463560 h 552460"/>
                <a:gd name="connsiteX2" fmla="*/ 1104900 w 2076450"/>
                <a:gd name="connsiteY2" fmla="*/ 10 h 552460"/>
                <a:gd name="connsiteX3" fmla="*/ 1466850 w 2076450"/>
                <a:gd name="connsiteY3" fmla="*/ 450860 h 552460"/>
                <a:gd name="connsiteX4" fmla="*/ 2076450 w 2076450"/>
                <a:gd name="connsiteY4" fmla="*/ 552460 h 552460"/>
                <a:gd name="connsiteX0" fmla="*/ 0 w 2076450"/>
                <a:gd name="connsiteY0" fmla="*/ 552460 h 553694"/>
                <a:gd name="connsiteX1" fmla="*/ 635000 w 2076450"/>
                <a:gd name="connsiteY1" fmla="*/ 463560 h 553694"/>
                <a:gd name="connsiteX2" fmla="*/ 1104900 w 2076450"/>
                <a:gd name="connsiteY2" fmla="*/ 10 h 553694"/>
                <a:gd name="connsiteX3" fmla="*/ 1466850 w 2076450"/>
                <a:gd name="connsiteY3" fmla="*/ 450860 h 553694"/>
                <a:gd name="connsiteX4" fmla="*/ 2076450 w 2076450"/>
                <a:gd name="connsiteY4" fmla="*/ 552460 h 553694"/>
                <a:gd name="connsiteX0" fmla="*/ 0 w 2076450"/>
                <a:gd name="connsiteY0" fmla="*/ 552453 h 555210"/>
                <a:gd name="connsiteX1" fmla="*/ 635000 w 2076450"/>
                <a:gd name="connsiteY1" fmla="*/ 463553 h 555210"/>
                <a:gd name="connsiteX2" fmla="*/ 1104900 w 2076450"/>
                <a:gd name="connsiteY2" fmla="*/ 3 h 555210"/>
                <a:gd name="connsiteX3" fmla="*/ 1498600 w 2076450"/>
                <a:gd name="connsiteY3" fmla="*/ 469903 h 555210"/>
                <a:gd name="connsiteX4" fmla="*/ 2076450 w 2076450"/>
                <a:gd name="connsiteY4" fmla="*/ 552453 h 555210"/>
                <a:gd name="connsiteX0" fmla="*/ 0 w 2076450"/>
                <a:gd name="connsiteY0" fmla="*/ 552510 h 553235"/>
                <a:gd name="connsiteX1" fmla="*/ 635000 w 2076450"/>
                <a:gd name="connsiteY1" fmla="*/ 463610 h 553235"/>
                <a:gd name="connsiteX2" fmla="*/ 1104900 w 2076450"/>
                <a:gd name="connsiteY2" fmla="*/ 60 h 553235"/>
                <a:gd name="connsiteX3" fmla="*/ 1479550 w 2076450"/>
                <a:gd name="connsiteY3" fmla="*/ 431860 h 553235"/>
                <a:gd name="connsiteX4" fmla="*/ 2076450 w 2076450"/>
                <a:gd name="connsiteY4" fmla="*/ 552510 h 553235"/>
                <a:gd name="connsiteX0" fmla="*/ 0 w 2076450"/>
                <a:gd name="connsiteY0" fmla="*/ 552510 h 553991"/>
                <a:gd name="connsiteX1" fmla="*/ 635000 w 2076450"/>
                <a:gd name="connsiteY1" fmla="*/ 463610 h 553991"/>
                <a:gd name="connsiteX2" fmla="*/ 1104900 w 2076450"/>
                <a:gd name="connsiteY2" fmla="*/ 60 h 553991"/>
                <a:gd name="connsiteX3" fmla="*/ 1479550 w 2076450"/>
                <a:gd name="connsiteY3" fmla="*/ 431860 h 553991"/>
                <a:gd name="connsiteX4" fmla="*/ 2076450 w 2076450"/>
                <a:gd name="connsiteY4" fmla="*/ 552510 h 553991"/>
                <a:gd name="connsiteX0" fmla="*/ 0 w 2076450"/>
                <a:gd name="connsiteY0" fmla="*/ 552514 h 553995"/>
                <a:gd name="connsiteX1" fmla="*/ 635000 w 2076450"/>
                <a:gd name="connsiteY1" fmla="*/ 463614 h 553995"/>
                <a:gd name="connsiteX2" fmla="*/ 1104900 w 2076450"/>
                <a:gd name="connsiteY2" fmla="*/ 64 h 553995"/>
                <a:gd name="connsiteX3" fmla="*/ 1479550 w 2076450"/>
                <a:gd name="connsiteY3" fmla="*/ 431864 h 553995"/>
                <a:gd name="connsiteX4" fmla="*/ 2076450 w 2076450"/>
                <a:gd name="connsiteY4" fmla="*/ 552514 h 553995"/>
                <a:gd name="connsiteX0" fmla="*/ 0 w 2076450"/>
                <a:gd name="connsiteY0" fmla="*/ 552453 h 553934"/>
                <a:gd name="connsiteX1" fmla="*/ 635000 w 2076450"/>
                <a:gd name="connsiteY1" fmla="*/ 463553 h 553934"/>
                <a:gd name="connsiteX2" fmla="*/ 1104900 w 2076450"/>
                <a:gd name="connsiteY2" fmla="*/ 3 h 553934"/>
                <a:gd name="connsiteX3" fmla="*/ 1479550 w 2076450"/>
                <a:gd name="connsiteY3" fmla="*/ 431803 h 553934"/>
                <a:gd name="connsiteX4" fmla="*/ 2076450 w 2076450"/>
                <a:gd name="connsiteY4" fmla="*/ 552453 h 553934"/>
                <a:gd name="connsiteX0" fmla="*/ 0 w 2076450"/>
                <a:gd name="connsiteY0" fmla="*/ 552453 h 556896"/>
                <a:gd name="connsiteX1" fmla="*/ 635000 w 2076450"/>
                <a:gd name="connsiteY1" fmla="*/ 463553 h 556896"/>
                <a:gd name="connsiteX2" fmla="*/ 1104900 w 2076450"/>
                <a:gd name="connsiteY2" fmla="*/ 3 h 556896"/>
                <a:gd name="connsiteX3" fmla="*/ 1498600 w 2076450"/>
                <a:gd name="connsiteY3" fmla="*/ 457203 h 556896"/>
                <a:gd name="connsiteX4" fmla="*/ 2076450 w 2076450"/>
                <a:gd name="connsiteY4" fmla="*/ 552453 h 556896"/>
                <a:gd name="connsiteX0" fmla="*/ 0 w 2076450"/>
                <a:gd name="connsiteY0" fmla="*/ 552453 h 554014"/>
                <a:gd name="connsiteX1" fmla="*/ 635000 w 2076450"/>
                <a:gd name="connsiteY1" fmla="*/ 463553 h 554014"/>
                <a:gd name="connsiteX2" fmla="*/ 1098550 w 2076450"/>
                <a:gd name="connsiteY2" fmla="*/ 3 h 554014"/>
                <a:gd name="connsiteX3" fmla="*/ 1498600 w 2076450"/>
                <a:gd name="connsiteY3" fmla="*/ 457203 h 554014"/>
                <a:gd name="connsiteX4" fmla="*/ 2076450 w 2076450"/>
                <a:gd name="connsiteY4" fmla="*/ 552453 h 554014"/>
                <a:gd name="connsiteX0" fmla="*/ 0 w 2076450"/>
                <a:gd name="connsiteY0" fmla="*/ 552459 h 553693"/>
                <a:gd name="connsiteX1" fmla="*/ 635000 w 2076450"/>
                <a:gd name="connsiteY1" fmla="*/ 463559 h 553693"/>
                <a:gd name="connsiteX2" fmla="*/ 1098550 w 2076450"/>
                <a:gd name="connsiteY2" fmla="*/ 9 h 553693"/>
                <a:gd name="connsiteX3" fmla="*/ 1485900 w 2076450"/>
                <a:gd name="connsiteY3" fmla="*/ 450859 h 553693"/>
                <a:gd name="connsiteX4" fmla="*/ 2076450 w 2076450"/>
                <a:gd name="connsiteY4" fmla="*/ 552459 h 553693"/>
                <a:gd name="connsiteX0" fmla="*/ 0 w 2076450"/>
                <a:gd name="connsiteY0" fmla="*/ 552459 h 556763"/>
                <a:gd name="connsiteX1" fmla="*/ 635000 w 2076450"/>
                <a:gd name="connsiteY1" fmla="*/ 463559 h 556763"/>
                <a:gd name="connsiteX2" fmla="*/ 1098550 w 2076450"/>
                <a:gd name="connsiteY2" fmla="*/ 9 h 556763"/>
                <a:gd name="connsiteX3" fmla="*/ 1485900 w 2076450"/>
                <a:gd name="connsiteY3" fmla="*/ 450859 h 556763"/>
                <a:gd name="connsiteX4" fmla="*/ 2076450 w 2076450"/>
                <a:gd name="connsiteY4" fmla="*/ 555634 h 556763"/>
                <a:gd name="connsiteX0" fmla="*/ 0 w 2076450"/>
                <a:gd name="connsiteY0" fmla="*/ 552459 h 556011"/>
                <a:gd name="connsiteX1" fmla="*/ 635000 w 2076450"/>
                <a:gd name="connsiteY1" fmla="*/ 463559 h 556011"/>
                <a:gd name="connsiteX2" fmla="*/ 1098550 w 2076450"/>
                <a:gd name="connsiteY2" fmla="*/ 9 h 556011"/>
                <a:gd name="connsiteX3" fmla="*/ 1485900 w 2076450"/>
                <a:gd name="connsiteY3" fmla="*/ 450859 h 556011"/>
                <a:gd name="connsiteX4" fmla="*/ 2076450 w 2076450"/>
                <a:gd name="connsiteY4" fmla="*/ 555634 h 556011"/>
                <a:gd name="connsiteX0" fmla="*/ 0 w 1952625"/>
                <a:gd name="connsiteY0" fmla="*/ 555634 h 556011"/>
                <a:gd name="connsiteX1" fmla="*/ 511175 w 1952625"/>
                <a:gd name="connsiteY1" fmla="*/ 463559 h 556011"/>
                <a:gd name="connsiteX2" fmla="*/ 974725 w 1952625"/>
                <a:gd name="connsiteY2" fmla="*/ 9 h 556011"/>
                <a:gd name="connsiteX3" fmla="*/ 1362075 w 1952625"/>
                <a:gd name="connsiteY3" fmla="*/ 450859 h 556011"/>
                <a:gd name="connsiteX4" fmla="*/ 1952625 w 1952625"/>
                <a:gd name="connsiteY4" fmla="*/ 555634 h 556011"/>
                <a:gd name="connsiteX0" fmla="*/ 0 w 1952625"/>
                <a:gd name="connsiteY0" fmla="*/ 555634 h 556011"/>
                <a:gd name="connsiteX1" fmla="*/ 511175 w 1952625"/>
                <a:gd name="connsiteY1" fmla="*/ 463559 h 556011"/>
                <a:gd name="connsiteX2" fmla="*/ 974725 w 1952625"/>
                <a:gd name="connsiteY2" fmla="*/ 9 h 556011"/>
                <a:gd name="connsiteX3" fmla="*/ 1362075 w 1952625"/>
                <a:gd name="connsiteY3" fmla="*/ 450859 h 556011"/>
                <a:gd name="connsiteX4" fmla="*/ 1952625 w 1952625"/>
                <a:gd name="connsiteY4" fmla="*/ 555634 h 556011"/>
                <a:gd name="connsiteX0" fmla="*/ 0 w 1952625"/>
                <a:gd name="connsiteY0" fmla="*/ 555626 h 556003"/>
                <a:gd name="connsiteX1" fmla="*/ 492125 w 1952625"/>
                <a:gd name="connsiteY1" fmla="*/ 454026 h 556003"/>
                <a:gd name="connsiteX2" fmla="*/ 974725 w 1952625"/>
                <a:gd name="connsiteY2" fmla="*/ 1 h 556003"/>
                <a:gd name="connsiteX3" fmla="*/ 1362075 w 1952625"/>
                <a:gd name="connsiteY3" fmla="*/ 450851 h 556003"/>
                <a:gd name="connsiteX4" fmla="*/ 1952625 w 1952625"/>
                <a:gd name="connsiteY4" fmla="*/ 555626 h 556003"/>
                <a:gd name="connsiteX0" fmla="*/ 0 w 1952625"/>
                <a:gd name="connsiteY0" fmla="*/ 555627 h 555957"/>
                <a:gd name="connsiteX1" fmla="*/ 492125 w 1952625"/>
                <a:gd name="connsiteY1" fmla="*/ 454027 h 555957"/>
                <a:gd name="connsiteX2" fmla="*/ 974725 w 1952625"/>
                <a:gd name="connsiteY2" fmla="*/ 2 h 555957"/>
                <a:gd name="connsiteX3" fmla="*/ 1454150 w 1952625"/>
                <a:gd name="connsiteY3" fmla="*/ 447677 h 555957"/>
                <a:gd name="connsiteX4" fmla="*/ 1952625 w 1952625"/>
                <a:gd name="connsiteY4" fmla="*/ 555627 h 555957"/>
                <a:gd name="connsiteX0" fmla="*/ 0 w 1952625"/>
                <a:gd name="connsiteY0" fmla="*/ 555627 h 556133"/>
                <a:gd name="connsiteX1" fmla="*/ 492125 w 1952625"/>
                <a:gd name="connsiteY1" fmla="*/ 454027 h 556133"/>
                <a:gd name="connsiteX2" fmla="*/ 974725 w 1952625"/>
                <a:gd name="connsiteY2" fmla="*/ 2 h 556133"/>
                <a:gd name="connsiteX3" fmla="*/ 1454150 w 1952625"/>
                <a:gd name="connsiteY3" fmla="*/ 447677 h 556133"/>
                <a:gd name="connsiteX4" fmla="*/ 1952625 w 1952625"/>
                <a:gd name="connsiteY4" fmla="*/ 555627 h 556133"/>
                <a:gd name="connsiteX0" fmla="*/ 0 w 1952625"/>
                <a:gd name="connsiteY0" fmla="*/ 555627 h 556194"/>
                <a:gd name="connsiteX1" fmla="*/ 492125 w 1952625"/>
                <a:gd name="connsiteY1" fmla="*/ 454027 h 556194"/>
                <a:gd name="connsiteX2" fmla="*/ 974725 w 1952625"/>
                <a:gd name="connsiteY2" fmla="*/ 2 h 556194"/>
                <a:gd name="connsiteX3" fmla="*/ 1454150 w 1952625"/>
                <a:gd name="connsiteY3" fmla="*/ 447677 h 556194"/>
                <a:gd name="connsiteX4" fmla="*/ 1952625 w 1952625"/>
                <a:gd name="connsiteY4" fmla="*/ 555627 h 5561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52625" h="556194">
                  <a:moveTo>
                    <a:pt x="0" y="555627"/>
                  </a:moveTo>
                  <a:cubicBezTo>
                    <a:pt x="238125" y="557214"/>
                    <a:pt x="259821" y="562506"/>
                    <a:pt x="492125" y="454027"/>
                  </a:cubicBezTo>
                  <a:cubicBezTo>
                    <a:pt x="724429" y="345548"/>
                    <a:pt x="814388" y="1060"/>
                    <a:pt x="974725" y="2"/>
                  </a:cubicBezTo>
                  <a:cubicBezTo>
                    <a:pt x="1135062" y="-1056"/>
                    <a:pt x="1218142" y="345548"/>
                    <a:pt x="1454150" y="447677"/>
                  </a:cubicBezTo>
                  <a:cubicBezTo>
                    <a:pt x="1690158" y="549806"/>
                    <a:pt x="1711325" y="558802"/>
                    <a:pt x="1952625" y="555627"/>
                  </a:cubicBezTo>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3" name="任意形状 32">
              <a:extLst>
                <a:ext uri="{FF2B5EF4-FFF2-40B4-BE49-F238E27FC236}">
                  <a16:creationId xmlns:a16="http://schemas.microsoft.com/office/drawing/2014/main" id="{4343DD46-43AC-3DEF-2B78-B01F6C3A68EC}"/>
                </a:ext>
              </a:extLst>
            </p:cNvPr>
            <p:cNvSpPr/>
            <p:nvPr/>
          </p:nvSpPr>
          <p:spPr>
            <a:xfrm>
              <a:off x="3392497" y="4254499"/>
              <a:ext cx="1278643" cy="364214"/>
            </a:xfrm>
            <a:custGeom>
              <a:avLst/>
              <a:gdLst>
                <a:gd name="connsiteX0" fmla="*/ 0 w 2076450"/>
                <a:gd name="connsiteY0" fmla="*/ 514352 h 563845"/>
                <a:gd name="connsiteX1" fmla="*/ 584200 w 2076450"/>
                <a:gd name="connsiteY1" fmla="*/ 514352 h 563845"/>
                <a:gd name="connsiteX2" fmla="*/ 1104900 w 2076450"/>
                <a:gd name="connsiteY2" fmla="*/ 2 h 563845"/>
                <a:gd name="connsiteX3" fmla="*/ 1511300 w 2076450"/>
                <a:gd name="connsiteY3" fmla="*/ 508002 h 563845"/>
                <a:gd name="connsiteX4" fmla="*/ 2076450 w 2076450"/>
                <a:gd name="connsiteY4" fmla="*/ 552452 h 563845"/>
                <a:gd name="connsiteX0" fmla="*/ 0 w 2076450"/>
                <a:gd name="connsiteY0" fmla="*/ 552452 h 584518"/>
                <a:gd name="connsiteX1" fmla="*/ 584200 w 2076450"/>
                <a:gd name="connsiteY1" fmla="*/ 514352 h 584518"/>
                <a:gd name="connsiteX2" fmla="*/ 1104900 w 2076450"/>
                <a:gd name="connsiteY2" fmla="*/ 2 h 584518"/>
                <a:gd name="connsiteX3" fmla="*/ 1511300 w 2076450"/>
                <a:gd name="connsiteY3" fmla="*/ 508002 h 584518"/>
                <a:gd name="connsiteX4" fmla="*/ 2076450 w 2076450"/>
                <a:gd name="connsiteY4" fmla="*/ 552452 h 584518"/>
                <a:gd name="connsiteX0" fmla="*/ 0 w 2076450"/>
                <a:gd name="connsiteY0" fmla="*/ 552452 h 567630"/>
                <a:gd name="connsiteX1" fmla="*/ 584200 w 2076450"/>
                <a:gd name="connsiteY1" fmla="*/ 514352 h 567630"/>
                <a:gd name="connsiteX2" fmla="*/ 1104900 w 2076450"/>
                <a:gd name="connsiteY2" fmla="*/ 2 h 567630"/>
                <a:gd name="connsiteX3" fmla="*/ 1511300 w 2076450"/>
                <a:gd name="connsiteY3" fmla="*/ 508002 h 567630"/>
                <a:gd name="connsiteX4" fmla="*/ 2076450 w 2076450"/>
                <a:gd name="connsiteY4" fmla="*/ 552452 h 567630"/>
                <a:gd name="connsiteX0" fmla="*/ 0 w 2076450"/>
                <a:gd name="connsiteY0" fmla="*/ 552557 h 560371"/>
                <a:gd name="connsiteX1" fmla="*/ 635000 w 2076450"/>
                <a:gd name="connsiteY1" fmla="*/ 463657 h 560371"/>
                <a:gd name="connsiteX2" fmla="*/ 1104900 w 2076450"/>
                <a:gd name="connsiteY2" fmla="*/ 107 h 560371"/>
                <a:gd name="connsiteX3" fmla="*/ 1511300 w 2076450"/>
                <a:gd name="connsiteY3" fmla="*/ 508107 h 560371"/>
                <a:gd name="connsiteX4" fmla="*/ 2076450 w 2076450"/>
                <a:gd name="connsiteY4" fmla="*/ 552557 h 560371"/>
                <a:gd name="connsiteX0" fmla="*/ 0 w 2076450"/>
                <a:gd name="connsiteY0" fmla="*/ 552460 h 552460"/>
                <a:gd name="connsiteX1" fmla="*/ 635000 w 2076450"/>
                <a:gd name="connsiteY1" fmla="*/ 463560 h 552460"/>
                <a:gd name="connsiteX2" fmla="*/ 1104900 w 2076450"/>
                <a:gd name="connsiteY2" fmla="*/ 10 h 552460"/>
                <a:gd name="connsiteX3" fmla="*/ 1466850 w 2076450"/>
                <a:gd name="connsiteY3" fmla="*/ 450860 h 552460"/>
                <a:gd name="connsiteX4" fmla="*/ 2076450 w 2076450"/>
                <a:gd name="connsiteY4" fmla="*/ 552460 h 552460"/>
                <a:gd name="connsiteX0" fmla="*/ 0 w 2076450"/>
                <a:gd name="connsiteY0" fmla="*/ 552460 h 553694"/>
                <a:gd name="connsiteX1" fmla="*/ 635000 w 2076450"/>
                <a:gd name="connsiteY1" fmla="*/ 463560 h 553694"/>
                <a:gd name="connsiteX2" fmla="*/ 1104900 w 2076450"/>
                <a:gd name="connsiteY2" fmla="*/ 10 h 553694"/>
                <a:gd name="connsiteX3" fmla="*/ 1466850 w 2076450"/>
                <a:gd name="connsiteY3" fmla="*/ 450860 h 553694"/>
                <a:gd name="connsiteX4" fmla="*/ 2076450 w 2076450"/>
                <a:gd name="connsiteY4" fmla="*/ 552460 h 553694"/>
                <a:gd name="connsiteX0" fmla="*/ 0 w 2076450"/>
                <a:gd name="connsiteY0" fmla="*/ 552453 h 555210"/>
                <a:gd name="connsiteX1" fmla="*/ 635000 w 2076450"/>
                <a:gd name="connsiteY1" fmla="*/ 463553 h 555210"/>
                <a:gd name="connsiteX2" fmla="*/ 1104900 w 2076450"/>
                <a:gd name="connsiteY2" fmla="*/ 3 h 555210"/>
                <a:gd name="connsiteX3" fmla="*/ 1498600 w 2076450"/>
                <a:gd name="connsiteY3" fmla="*/ 469903 h 555210"/>
                <a:gd name="connsiteX4" fmla="*/ 2076450 w 2076450"/>
                <a:gd name="connsiteY4" fmla="*/ 552453 h 555210"/>
                <a:gd name="connsiteX0" fmla="*/ 0 w 2076450"/>
                <a:gd name="connsiteY0" fmla="*/ 552510 h 553235"/>
                <a:gd name="connsiteX1" fmla="*/ 635000 w 2076450"/>
                <a:gd name="connsiteY1" fmla="*/ 463610 h 553235"/>
                <a:gd name="connsiteX2" fmla="*/ 1104900 w 2076450"/>
                <a:gd name="connsiteY2" fmla="*/ 60 h 553235"/>
                <a:gd name="connsiteX3" fmla="*/ 1479550 w 2076450"/>
                <a:gd name="connsiteY3" fmla="*/ 431860 h 553235"/>
                <a:gd name="connsiteX4" fmla="*/ 2076450 w 2076450"/>
                <a:gd name="connsiteY4" fmla="*/ 552510 h 553235"/>
                <a:gd name="connsiteX0" fmla="*/ 0 w 2076450"/>
                <a:gd name="connsiteY0" fmla="*/ 552510 h 553991"/>
                <a:gd name="connsiteX1" fmla="*/ 635000 w 2076450"/>
                <a:gd name="connsiteY1" fmla="*/ 463610 h 553991"/>
                <a:gd name="connsiteX2" fmla="*/ 1104900 w 2076450"/>
                <a:gd name="connsiteY2" fmla="*/ 60 h 553991"/>
                <a:gd name="connsiteX3" fmla="*/ 1479550 w 2076450"/>
                <a:gd name="connsiteY3" fmla="*/ 431860 h 553991"/>
                <a:gd name="connsiteX4" fmla="*/ 2076450 w 2076450"/>
                <a:gd name="connsiteY4" fmla="*/ 552510 h 553991"/>
                <a:gd name="connsiteX0" fmla="*/ 0 w 2076450"/>
                <a:gd name="connsiteY0" fmla="*/ 552514 h 553995"/>
                <a:gd name="connsiteX1" fmla="*/ 635000 w 2076450"/>
                <a:gd name="connsiteY1" fmla="*/ 463614 h 553995"/>
                <a:gd name="connsiteX2" fmla="*/ 1104900 w 2076450"/>
                <a:gd name="connsiteY2" fmla="*/ 64 h 553995"/>
                <a:gd name="connsiteX3" fmla="*/ 1479550 w 2076450"/>
                <a:gd name="connsiteY3" fmla="*/ 431864 h 553995"/>
                <a:gd name="connsiteX4" fmla="*/ 2076450 w 2076450"/>
                <a:gd name="connsiteY4" fmla="*/ 552514 h 553995"/>
                <a:gd name="connsiteX0" fmla="*/ 0 w 2076450"/>
                <a:gd name="connsiteY0" fmla="*/ 552453 h 553934"/>
                <a:gd name="connsiteX1" fmla="*/ 635000 w 2076450"/>
                <a:gd name="connsiteY1" fmla="*/ 463553 h 553934"/>
                <a:gd name="connsiteX2" fmla="*/ 1104900 w 2076450"/>
                <a:gd name="connsiteY2" fmla="*/ 3 h 553934"/>
                <a:gd name="connsiteX3" fmla="*/ 1479550 w 2076450"/>
                <a:gd name="connsiteY3" fmla="*/ 431803 h 553934"/>
                <a:gd name="connsiteX4" fmla="*/ 2076450 w 2076450"/>
                <a:gd name="connsiteY4" fmla="*/ 552453 h 553934"/>
                <a:gd name="connsiteX0" fmla="*/ 0 w 2076450"/>
                <a:gd name="connsiteY0" fmla="*/ 552453 h 556896"/>
                <a:gd name="connsiteX1" fmla="*/ 635000 w 2076450"/>
                <a:gd name="connsiteY1" fmla="*/ 463553 h 556896"/>
                <a:gd name="connsiteX2" fmla="*/ 1104900 w 2076450"/>
                <a:gd name="connsiteY2" fmla="*/ 3 h 556896"/>
                <a:gd name="connsiteX3" fmla="*/ 1498600 w 2076450"/>
                <a:gd name="connsiteY3" fmla="*/ 457203 h 556896"/>
                <a:gd name="connsiteX4" fmla="*/ 2076450 w 2076450"/>
                <a:gd name="connsiteY4" fmla="*/ 552453 h 556896"/>
                <a:gd name="connsiteX0" fmla="*/ 0 w 2076450"/>
                <a:gd name="connsiteY0" fmla="*/ 552453 h 554014"/>
                <a:gd name="connsiteX1" fmla="*/ 635000 w 2076450"/>
                <a:gd name="connsiteY1" fmla="*/ 463553 h 554014"/>
                <a:gd name="connsiteX2" fmla="*/ 1098550 w 2076450"/>
                <a:gd name="connsiteY2" fmla="*/ 3 h 554014"/>
                <a:gd name="connsiteX3" fmla="*/ 1498600 w 2076450"/>
                <a:gd name="connsiteY3" fmla="*/ 457203 h 554014"/>
                <a:gd name="connsiteX4" fmla="*/ 2076450 w 2076450"/>
                <a:gd name="connsiteY4" fmla="*/ 552453 h 554014"/>
                <a:gd name="connsiteX0" fmla="*/ 0 w 2076450"/>
                <a:gd name="connsiteY0" fmla="*/ 552459 h 553693"/>
                <a:gd name="connsiteX1" fmla="*/ 635000 w 2076450"/>
                <a:gd name="connsiteY1" fmla="*/ 463559 h 553693"/>
                <a:gd name="connsiteX2" fmla="*/ 1098550 w 2076450"/>
                <a:gd name="connsiteY2" fmla="*/ 9 h 553693"/>
                <a:gd name="connsiteX3" fmla="*/ 1485900 w 2076450"/>
                <a:gd name="connsiteY3" fmla="*/ 450859 h 553693"/>
                <a:gd name="connsiteX4" fmla="*/ 2076450 w 2076450"/>
                <a:gd name="connsiteY4" fmla="*/ 552459 h 553693"/>
                <a:gd name="connsiteX0" fmla="*/ 0 w 2076450"/>
                <a:gd name="connsiteY0" fmla="*/ 552459 h 556763"/>
                <a:gd name="connsiteX1" fmla="*/ 635000 w 2076450"/>
                <a:gd name="connsiteY1" fmla="*/ 463559 h 556763"/>
                <a:gd name="connsiteX2" fmla="*/ 1098550 w 2076450"/>
                <a:gd name="connsiteY2" fmla="*/ 9 h 556763"/>
                <a:gd name="connsiteX3" fmla="*/ 1485900 w 2076450"/>
                <a:gd name="connsiteY3" fmla="*/ 450859 h 556763"/>
                <a:gd name="connsiteX4" fmla="*/ 2076450 w 2076450"/>
                <a:gd name="connsiteY4" fmla="*/ 555634 h 556763"/>
                <a:gd name="connsiteX0" fmla="*/ 0 w 2076450"/>
                <a:gd name="connsiteY0" fmla="*/ 552459 h 556011"/>
                <a:gd name="connsiteX1" fmla="*/ 635000 w 2076450"/>
                <a:gd name="connsiteY1" fmla="*/ 463559 h 556011"/>
                <a:gd name="connsiteX2" fmla="*/ 1098550 w 2076450"/>
                <a:gd name="connsiteY2" fmla="*/ 9 h 556011"/>
                <a:gd name="connsiteX3" fmla="*/ 1485900 w 2076450"/>
                <a:gd name="connsiteY3" fmla="*/ 450859 h 556011"/>
                <a:gd name="connsiteX4" fmla="*/ 2076450 w 2076450"/>
                <a:gd name="connsiteY4" fmla="*/ 555634 h 556011"/>
                <a:gd name="connsiteX0" fmla="*/ 0 w 1952625"/>
                <a:gd name="connsiteY0" fmla="*/ 555634 h 556011"/>
                <a:gd name="connsiteX1" fmla="*/ 511175 w 1952625"/>
                <a:gd name="connsiteY1" fmla="*/ 463559 h 556011"/>
                <a:gd name="connsiteX2" fmla="*/ 974725 w 1952625"/>
                <a:gd name="connsiteY2" fmla="*/ 9 h 556011"/>
                <a:gd name="connsiteX3" fmla="*/ 1362075 w 1952625"/>
                <a:gd name="connsiteY3" fmla="*/ 450859 h 556011"/>
                <a:gd name="connsiteX4" fmla="*/ 1952625 w 1952625"/>
                <a:gd name="connsiteY4" fmla="*/ 555634 h 556011"/>
                <a:gd name="connsiteX0" fmla="*/ 0 w 1952625"/>
                <a:gd name="connsiteY0" fmla="*/ 555634 h 556011"/>
                <a:gd name="connsiteX1" fmla="*/ 511175 w 1952625"/>
                <a:gd name="connsiteY1" fmla="*/ 463559 h 556011"/>
                <a:gd name="connsiteX2" fmla="*/ 974725 w 1952625"/>
                <a:gd name="connsiteY2" fmla="*/ 9 h 556011"/>
                <a:gd name="connsiteX3" fmla="*/ 1362075 w 1952625"/>
                <a:gd name="connsiteY3" fmla="*/ 450859 h 556011"/>
                <a:gd name="connsiteX4" fmla="*/ 1952625 w 1952625"/>
                <a:gd name="connsiteY4" fmla="*/ 555634 h 556011"/>
                <a:gd name="connsiteX0" fmla="*/ 0 w 1952625"/>
                <a:gd name="connsiteY0" fmla="*/ 555626 h 556003"/>
                <a:gd name="connsiteX1" fmla="*/ 492125 w 1952625"/>
                <a:gd name="connsiteY1" fmla="*/ 454026 h 556003"/>
                <a:gd name="connsiteX2" fmla="*/ 974725 w 1952625"/>
                <a:gd name="connsiteY2" fmla="*/ 1 h 556003"/>
                <a:gd name="connsiteX3" fmla="*/ 1362075 w 1952625"/>
                <a:gd name="connsiteY3" fmla="*/ 450851 h 556003"/>
                <a:gd name="connsiteX4" fmla="*/ 1952625 w 1952625"/>
                <a:gd name="connsiteY4" fmla="*/ 555626 h 556003"/>
                <a:gd name="connsiteX0" fmla="*/ 0 w 1952625"/>
                <a:gd name="connsiteY0" fmla="*/ 555627 h 555957"/>
                <a:gd name="connsiteX1" fmla="*/ 492125 w 1952625"/>
                <a:gd name="connsiteY1" fmla="*/ 454027 h 555957"/>
                <a:gd name="connsiteX2" fmla="*/ 974725 w 1952625"/>
                <a:gd name="connsiteY2" fmla="*/ 2 h 555957"/>
                <a:gd name="connsiteX3" fmla="*/ 1454150 w 1952625"/>
                <a:gd name="connsiteY3" fmla="*/ 447677 h 555957"/>
                <a:gd name="connsiteX4" fmla="*/ 1952625 w 1952625"/>
                <a:gd name="connsiteY4" fmla="*/ 555627 h 555957"/>
                <a:gd name="connsiteX0" fmla="*/ 0 w 1952625"/>
                <a:gd name="connsiteY0" fmla="*/ 555627 h 556133"/>
                <a:gd name="connsiteX1" fmla="*/ 492125 w 1952625"/>
                <a:gd name="connsiteY1" fmla="*/ 454027 h 556133"/>
                <a:gd name="connsiteX2" fmla="*/ 974725 w 1952625"/>
                <a:gd name="connsiteY2" fmla="*/ 2 h 556133"/>
                <a:gd name="connsiteX3" fmla="*/ 1454150 w 1952625"/>
                <a:gd name="connsiteY3" fmla="*/ 447677 h 556133"/>
                <a:gd name="connsiteX4" fmla="*/ 1952625 w 1952625"/>
                <a:gd name="connsiteY4" fmla="*/ 555627 h 556133"/>
                <a:gd name="connsiteX0" fmla="*/ 0 w 1952625"/>
                <a:gd name="connsiteY0" fmla="*/ 555627 h 556194"/>
                <a:gd name="connsiteX1" fmla="*/ 492125 w 1952625"/>
                <a:gd name="connsiteY1" fmla="*/ 454027 h 556194"/>
                <a:gd name="connsiteX2" fmla="*/ 974725 w 1952625"/>
                <a:gd name="connsiteY2" fmla="*/ 2 h 556194"/>
                <a:gd name="connsiteX3" fmla="*/ 1454150 w 1952625"/>
                <a:gd name="connsiteY3" fmla="*/ 447677 h 556194"/>
                <a:gd name="connsiteX4" fmla="*/ 1952625 w 1952625"/>
                <a:gd name="connsiteY4" fmla="*/ 555627 h 5561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52625" h="556194">
                  <a:moveTo>
                    <a:pt x="0" y="555627"/>
                  </a:moveTo>
                  <a:cubicBezTo>
                    <a:pt x="238125" y="557214"/>
                    <a:pt x="259821" y="562506"/>
                    <a:pt x="492125" y="454027"/>
                  </a:cubicBezTo>
                  <a:cubicBezTo>
                    <a:pt x="724429" y="345548"/>
                    <a:pt x="814388" y="1060"/>
                    <a:pt x="974725" y="2"/>
                  </a:cubicBezTo>
                  <a:cubicBezTo>
                    <a:pt x="1135062" y="-1056"/>
                    <a:pt x="1218142" y="345548"/>
                    <a:pt x="1454150" y="447677"/>
                  </a:cubicBezTo>
                  <a:cubicBezTo>
                    <a:pt x="1690158" y="549806"/>
                    <a:pt x="1711325" y="558802"/>
                    <a:pt x="1952625" y="555627"/>
                  </a:cubicBezTo>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34" name="组合 33">
            <a:extLst>
              <a:ext uri="{FF2B5EF4-FFF2-40B4-BE49-F238E27FC236}">
                <a16:creationId xmlns:a16="http://schemas.microsoft.com/office/drawing/2014/main" id="{9E73425B-7877-CBAA-8210-7EBE6DF1395F}"/>
              </a:ext>
            </a:extLst>
          </p:cNvPr>
          <p:cNvGrpSpPr/>
          <p:nvPr/>
        </p:nvGrpSpPr>
        <p:grpSpPr>
          <a:xfrm>
            <a:off x="7394770" y="4599253"/>
            <a:ext cx="1624814" cy="0"/>
            <a:chOff x="3392497" y="4254499"/>
            <a:chExt cx="1278644" cy="364214"/>
          </a:xfrm>
        </p:grpSpPr>
        <p:sp>
          <p:nvSpPr>
            <p:cNvPr id="38" name="任意形状 37">
              <a:extLst>
                <a:ext uri="{FF2B5EF4-FFF2-40B4-BE49-F238E27FC236}">
                  <a16:creationId xmlns:a16="http://schemas.microsoft.com/office/drawing/2014/main" id="{5E9B6340-6F69-7828-CA6B-A78D779E4562}"/>
                </a:ext>
              </a:extLst>
            </p:cNvPr>
            <p:cNvSpPr/>
            <p:nvPr/>
          </p:nvSpPr>
          <p:spPr>
            <a:xfrm>
              <a:off x="3392498" y="4254499"/>
              <a:ext cx="1278643" cy="364214"/>
            </a:xfrm>
            <a:custGeom>
              <a:avLst/>
              <a:gdLst>
                <a:gd name="connsiteX0" fmla="*/ 0 w 2076450"/>
                <a:gd name="connsiteY0" fmla="*/ 514352 h 563845"/>
                <a:gd name="connsiteX1" fmla="*/ 584200 w 2076450"/>
                <a:gd name="connsiteY1" fmla="*/ 514352 h 563845"/>
                <a:gd name="connsiteX2" fmla="*/ 1104900 w 2076450"/>
                <a:gd name="connsiteY2" fmla="*/ 2 h 563845"/>
                <a:gd name="connsiteX3" fmla="*/ 1511300 w 2076450"/>
                <a:gd name="connsiteY3" fmla="*/ 508002 h 563845"/>
                <a:gd name="connsiteX4" fmla="*/ 2076450 w 2076450"/>
                <a:gd name="connsiteY4" fmla="*/ 552452 h 563845"/>
                <a:gd name="connsiteX0" fmla="*/ 0 w 2076450"/>
                <a:gd name="connsiteY0" fmla="*/ 552452 h 584518"/>
                <a:gd name="connsiteX1" fmla="*/ 584200 w 2076450"/>
                <a:gd name="connsiteY1" fmla="*/ 514352 h 584518"/>
                <a:gd name="connsiteX2" fmla="*/ 1104900 w 2076450"/>
                <a:gd name="connsiteY2" fmla="*/ 2 h 584518"/>
                <a:gd name="connsiteX3" fmla="*/ 1511300 w 2076450"/>
                <a:gd name="connsiteY3" fmla="*/ 508002 h 584518"/>
                <a:gd name="connsiteX4" fmla="*/ 2076450 w 2076450"/>
                <a:gd name="connsiteY4" fmla="*/ 552452 h 584518"/>
                <a:gd name="connsiteX0" fmla="*/ 0 w 2076450"/>
                <a:gd name="connsiteY0" fmla="*/ 552452 h 567630"/>
                <a:gd name="connsiteX1" fmla="*/ 584200 w 2076450"/>
                <a:gd name="connsiteY1" fmla="*/ 514352 h 567630"/>
                <a:gd name="connsiteX2" fmla="*/ 1104900 w 2076450"/>
                <a:gd name="connsiteY2" fmla="*/ 2 h 567630"/>
                <a:gd name="connsiteX3" fmla="*/ 1511300 w 2076450"/>
                <a:gd name="connsiteY3" fmla="*/ 508002 h 567630"/>
                <a:gd name="connsiteX4" fmla="*/ 2076450 w 2076450"/>
                <a:gd name="connsiteY4" fmla="*/ 552452 h 567630"/>
                <a:gd name="connsiteX0" fmla="*/ 0 w 2076450"/>
                <a:gd name="connsiteY0" fmla="*/ 552557 h 560371"/>
                <a:gd name="connsiteX1" fmla="*/ 635000 w 2076450"/>
                <a:gd name="connsiteY1" fmla="*/ 463657 h 560371"/>
                <a:gd name="connsiteX2" fmla="*/ 1104900 w 2076450"/>
                <a:gd name="connsiteY2" fmla="*/ 107 h 560371"/>
                <a:gd name="connsiteX3" fmla="*/ 1511300 w 2076450"/>
                <a:gd name="connsiteY3" fmla="*/ 508107 h 560371"/>
                <a:gd name="connsiteX4" fmla="*/ 2076450 w 2076450"/>
                <a:gd name="connsiteY4" fmla="*/ 552557 h 560371"/>
                <a:gd name="connsiteX0" fmla="*/ 0 w 2076450"/>
                <a:gd name="connsiteY0" fmla="*/ 552460 h 552460"/>
                <a:gd name="connsiteX1" fmla="*/ 635000 w 2076450"/>
                <a:gd name="connsiteY1" fmla="*/ 463560 h 552460"/>
                <a:gd name="connsiteX2" fmla="*/ 1104900 w 2076450"/>
                <a:gd name="connsiteY2" fmla="*/ 10 h 552460"/>
                <a:gd name="connsiteX3" fmla="*/ 1466850 w 2076450"/>
                <a:gd name="connsiteY3" fmla="*/ 450860 h 552460"/>
                <a:gd name="connsiteX4" fmla="*/ 2076450 w 2076450"/>
                <a:gd name="connsiteY4" fmla="*/ 552460 h 552460"/>
                <a:gd name="connsiteX0" fmla="*/ 0 w 2076450"/>
                <a:gd name="connsiteY0" fmla="*/ 552460 h 553694"/>
                <a:gd name="connsiteX1" fmla="*/ 635000 w 2076450"/>
                <a:gd name="connsiteY1" fmla="*/ 463560 h 553694"/>
                <a:gd name="connsiteX2" fmla="*/ 1104900 w 2076450"/>
                <a:gd name="connsiteY2" fmla="*/ 10 h 553694"/>
                <a:gd name="connsiteX3" fmla="*/ 1466850 w 2076450"/>
                <a:gd name="connsiteY3" fmla="*/ 450860 h 553694"/>
                <a:gd name="connsiteX4" fmla="*/ 2076450 w 2076450"/>
                <a:gd name="connsiteY4" fmla="*/ 552460 h 553694"/>
                <a:gd name="connsiteX0" fmla="*/ 0 w 2076450"/>
                <a:gd name="connsiteY0" fmla="*/ 552453 h 555210"/>
                <a:gd name="connsiteX1" fmla="*/ 635000 w 2076450"/>
                <a:gd name="connsiteY1" fmla="*/ 463553 h 555210"/>
                <a:gd name="connsiteX2" fmla="*/ 1104900 w 2076450"/>
                <a:gd name="connsiteY2" fmla="*/ 3 h 555210"/>
                <a:gd name="connsiteX3" fmla="*/ 1498600 w 2076450"/>
                <a:gd name="connsiteY3" fmla="*/ 469903 h 555210"/>
                <a:gd name="connsiteX4" fmla="*/ 2076450 w 2076450"/>
                <a:gd name="connsiteY4" fmla="*/ 552453 h 555210"/>
                <a:gd name="connsiteX0" fmla="*/ 0 w 2076450"/>
                <a:gd name="connsiteY0" fmla="*/ 552510 h 553235"/>
                <a:gd name="connsiteX1" fmla="*/ 635000 w 2076450"/>
                <a:gd name="connsiteY1" fmla="*/ 463610 h 553235"/>
                <a:gd name="connsiteX2" fmla="*/ 1104900 w 2076450"/>
                <a:gd name="connsiteY2" fmla="*/ 60 h 553235"/>
                <a:gd name="connsiteX3" fmla="*/ 1479550 w 2076450"/>
                <a:gd name="connsiteY3" fmla="*/ 431860 h 553235"/>
                <a:gd name="connsiteX4" fmla="*/ 2076450 w 2076450"/>
                <a:gd name="connsiteY4" fmla="*/ 552510 h 553235"/>
                <a:gd name="connsiteX0" fmla="*/ 0 w 2076450"/>
                <a:gd name="connsiteY0" fmla="*/ 552510 h 553991"/>
                <a:gd name="connsiteX1" fmla="*/ 635000 w 2076450"/>
                <a:gd name="connsiteY1" fmla="*/ 463610 h 553991"/>
                <a:gd name="connsiteX2" fmla="*/ 1104900 w 2076450"/>
                <a:gd name="connsiteY2" fmla="*/ 60 h 553991"/>
                <a:gd name="connsiteX3" fmla="*/ 1479550 w 2076450"/>
                <a:gd name="connsiteY3" fmla="*/ 431860 h 553991"/>
                <a:gd name="connsiteX4" fmla="*/ 2076450 w 2076450"/>
                <a:gd name="connsiteY4" fmla="*/ 552510 h 553991"/>
                <a:gd name="connsiteX0" fmla="*/ 0 w 2076450"/>
                <a:gd name="connsiteY0" fmla="*/ 552514 h 553995"/>
                <a:gd name="connsiteX1" fmla="*/ 635000 w 2076450"/>
                <a:gd name="connsiteY1" fmla="*/ 463614 h 553995"/>
                <a:gd name="connsiteX2" fmla="*/ 1104900 w 2076450"/>
                <a:gd name="connsiteY2" fmla="*/ 64 h 553995"/>
                <a:gd name="connsiteX3" fmla="*/ 1479550 w 2076450"/>
                <a:gd name="connsiteY3" fmla="*/ 431864 h 553995"/>
                <a:gd name="connsiteX4" fmla="*/ 2076450 w 2076450"/>
                <a:gd name="connsiteY4" fmla="*/ 552514 h 553995"/>
                <a:gd name="connsiteX0" fmla="*/ 0 w 2076450"/>
                <a:gd name="connsiteY0" fmla="*/ 552453 h 553934"/>
                <a:gd name="connsiteX1" fmla="*/ 635000 w 2076450"/>
                <a:gd name="connsiteY1" fmla="*/ 463553 h 553934"/>
                <a:gd name="connsiteX2" fmla="*/ 1104900 w 2076450"/>
                <a:gd name="connsiteY2" fmla="*/ 3 h 553934"/>
                <a:gd name="connsiteX3" fmla="*/ 1479550 w 2076450"/>
                <a:gd name="connsiteY3" fmla="*/ 431803 h 553934"/>
                <a:gd name="connsiteX4" fmla="*/ 2076450 w 2076450"/>
                <a:gd name="connsiteY4" fmla="*/ 552453 h 553934"/>
                <a:gd name="connsiteX0" fmla="*/ 0 w 2076450"/>
                <a:gd name="connsiteY0" fmla="*/ 552453 h 556896"/>
                <a:gd name="connsiteX1" fmla="*/ 635000 w 2076450"/>
                <a:gd name="connsiteY1" fmla="*/ 463553 h 556896"/>
                <a:gd name="connsiteX2" fmla="*/ 1104900 w 2076450"/>
                <a:gd name="connsiteY2" fmla="*/ 3 h 556896"/>
                <a:gd name="connsiteX3" fmla="*/ 1498600 w 2076450"/>
                <a:gd name="connsiteY3" fmla="*/ 457203 h 556896"/>
                <a:gd name="connsiteX4" fmla="*/ 2076450 w 2076450"/>
                <a:gd name="connsiteY4" fmla="*/ 552453 h 556896"/>
                <a:gd name="connsiteX0" fmla="*/ 0 w 2076450"/>
                <a:gd name="connsiteY0" fmla="*/ 552453 h 554014"/>
                <a:gd name="connsiteX1" fmla="*/ 635000 w 2076450"/>
                <a:gd name="connsiteY1" fmla="*/ 463553 h 554014"/>
                <a:gd name="connsiteX2" fmla="*/ 1098550 w 2076450"/>
                <a:gd name="connsiteY2" fmla="*/ 3 h 554014"/>
                <a:gd name="connsiteX3" fmla="*/ 1498600 w 2076450"/>
                <a:gd name="connsiteY3" fmla="*/ 457203 h 554014"/>
                <a:gd name="connsiteX4" fmla="*/ 2076450 w 2076450"/>
                <a:gd name="connsiteY4" fmla="*/ 552453 h 554014"/>
                <a:gd name="connsiteX0" fmla="*/ 0 w 2076450"/>
                <a:gd name="connsiteY0" fmla="*/ 552459 h 553693"/>
                <a:gd name="connsiteX1" fmla="*/ 635000 w 2076450"/>
                <a:gd name="connsiteY1" fmla="*/ 463559 h 553693"/>
                <a:gd name="connsiteX2" fmla="*/ 1098550 w 2076450"/>
                <a:gd name="connsiteY2" fmla="*/ 9 h 553693"/>
                <a:gd name="connsiteX3" fmla="*/ 1485900 w 2076450"/>
                <a:gd name="connsiteY3" fmla="*/ 450859 h 553693"/>
                <a:gd name="connsiteX4" fmla="*/ 2076450 w 2076450"/>
                <a:gd name="connsiteY4" fmla="*/ 552459 h 553693"/>
                <a:gd name="connsiteX0" fmla="*/ 0 w 2076450"/>
                <a:gd name="connsiteY0" fmla="*/ 552459 h 556763"/>
                <a:gd name="connsiteX1" fmla="*/ 635000 w 2076450"/>
                <a:gd name="connsiteY1" fmla="*/ 463559 h 556763"/>
                <a:gd name="connsiteX2" fmla="*/ 1098550 w 2076450"/>
                <a:gd name="connsiteY2" fmla="*/ 9 h 556763"/>
                <a:gd name="connsiteX3" fmla="*/ 1485900 w 2076450"/>
                <a:gd name="connsiteY3" fmla="*/ 450859 h 556763"/>
                <a:gd name="connsiteX4" fmla="*/ 2076450 w 2076450"/>
                <a:gd name="connsiteY4" fmla="*/ 555634 h 556763"/>
                <a:gd name="connsiteX0" fmla="*/ 0 w 2076450"/>
                <a:gd name="connsiteY0" fmla="*/ 552459 h 556011"/>
                <a:gd name="connsiteX1" fmla="*/ 635000 w 2076450"/>
                <a:gd name="connsiteY1" fmla="*/ 463559 h 556011"/>
                <a:gd name="connsiteX2" fmla="*/ 1098550 w 2076450"/>
                <a:gd name="connsiteY2" fmla="*/ 9 h 556011"/>
                <a:gd name="connsiteX3" fmla="*/ 1485900 w 2076450"/>
                <a:gd name="connsiteY3" fmla="*/ 450859 h 556011"/>
                <a:gd name="connsiteX4" fmla="*/ 2076450 w 2076450"/>
                <a:gd name="connsiteY4" fmla="*/ 555634 h 556011"/>
                <a:gd name="connsiteX0" fmla="*/ 0 w 1952625"/>
                <a:gd name="connsiteY0" fmla="*/ 555634 h 556011"/>
                <a:gd name="connsiteX1" fmla="*/ 511175 w 1952625"/>
                <a:gd name="connsiteY1" fmla="*/ 463559 h 556011"/>
                <a:gd name="connsiteX2" fmla="*/ 974725 w 1952625"/>
                <a:gd name="connsiteY2" fmla="*/ 9 h 556011"/>
                <a:gd name="connsiteX3" fmla="*/ 1362075 w 1952625"/>
                <a:gd name="connsiteY3" fmla="*/ 450859 h 556011"/>
                <a:gd name="connsiteX4" fmla="*/ 1952625 w 1952625"/>
                <a:gd name="connsiteY4" fmla="*/ 555634 h 556011"/>
                <a:gd name="connsiteX0" fmla="*/ 0 w 1952625"/>
                <a:gd name="connsiteY0" fmla="*/ 555634 h 556011"/>
                <a:gd name="connsiteX1" fmla="*/ 511175 w 1952625"/>
                <a:gd name="connsiteY1" fmla="*/ 463559 h 556011"/>
                <a:gd name="connsiteX2" fmla="*/ 974725 w 1952625"/>
                <a:gd name="connsiteY2" fmla="*/ 9 h 556011"/>
                <a:gd name="connsiteX3" fmla="*/ 1362075 w 1952625"/>
                <a:gd name="connsiteY3" fmla="*/ 450859 h 556011"/>
                <a:gd name="connsiteX4" fmla="*/ 1952625 w 1952625"/>
                <a:gd name="connsiteY4" fmla="*/ 555634 h 556011"/>
                <a:gd name="connsiteX0" fmla="*/ 0 w 1952625"/>
                <a:gd name="connsiteY0" fmla="*/ 555626 h 556003"/>
                <a:gd name="connsiteX1" fmla="*/ 492125 w 1952625"/>
                <a:gd name="connsiteY1" fmla="*/ 454026 h 556003"/>
                <a:gd name="connsiteX2" fmla="*/ 974725 w 1952625"/>
                <a:gd name="connsiteY2" fmla="*/ 1 h 556003"/>
                <a:gd name="connsiteX3" fmla="*/ 1362075 w 1952625"/>
                <a:gd name="connsiteY3" fmla="*/ 450851 h 556003"/>
                <a:gd name="connsiteX4" fmla="*/ 1952625 w 1952625"/>
                <a:gd name="connsiteY4" fmla="*/ 555626 h 556003"/>
                <a:gd name="connsiteX0" fmla="*/ 0 w 1952625"/>
                <a:gd name="connsiteY0" fmla="*/ 555627 h 555957"/>
                <a:gd name="connsiteX1" fmla="*/ 492125 w 1952625"/>
                <a:gd name="connsiteY1" fmla="*/ 454027 h 555957"/>
                <a:gd name="connsiteX2" fmla="*/ 974725 w 1952625"/>
                <a:gd name="connsiteY2" fmla="*/ 2 h 555957"/>
                <a:gd name="connsiteX3" fmla="*/ 1454150 w 1952625"/>
                <a:gd name="connsiteY3" fmla="*/ 447677 h 555957"/>
                <a:gd name="connsiteX4" fmla="*/ 1952625 w 1952625"/>
                <a:gd name="connsiteY4" fmla="*/ 555627 h 555957"/>
                <a:gd name="connsiteX0" fmla="*/ 0 w 1952625"/>
                <a:gd name="connsiteY0" fmla="*/ 555627 h 556133"/>
                <a:gd name="connsiteX1" fmla="*/ 492125 w 1952625"/>
                <a:gd name="connsiteY1" fmla="*/ 454027 h 556133"/>
                <a:gd name="connsiteX2" fmla="*/ 974725 w 1952625"/>
                <a:gd name="connsiteY2" fmla="*/ 2 h 556133"/>
                <a:gd name="connsiteX3" fmla="*/ 1454150 w 1952625"/>
                <a:gd name="connsiteY3" fmla="*/ 447677 h 556133"/>
                <a:gd name="connsiteX4" fmla="*/ 1952625 w 1952625"/>
                <a:gd name="connsiteY4" fmla="*/ 555627 h 556133"/>
                <a:gd name="connsiteX0" fmla="*/ 0 w 1952625"/>
                <a:gd name="connsiteY0" fmla="*/ 555627 h 556194"/>
                <a:gd name="connsiteX1" fmla="*/ 492125 w 1952625"/>
                <a:gd name="connsiteY1" fmla="*/ 454027 h 556194"/>
                <a:gd name="connsiteX2" fmla="*/ 974725 w 1952625"/>
                <a:gd name="connsiteY2" fmla="*/ 2 h 556194"/>
                <a:gd name="connsiteX3" fmla="*/ 1454150 w 1952625"/>
                <a:gd name="connsiteY3" fmla="*/ 447677 h 556194"/>
                <a:gd name="connsiteX4" fmla="*/ 1952625 w 1952625"/>
                <a:gd name="connsiteY4" fmla="*/ 555627 h 5561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52625" h="556194">
                  <a:moveTo>
                    <a:pt x="0" y="555627"/>
                  </a:moveTo>
                  <a:cubicBezTo>
                    <a:pt x="238125" y="557214"/>
                    <a:pt x="259821" y="562506"/>
                    <a:pt x="492125" y="454027"/>
                  </a:cubicBezTo>
                  <a:cubicBezTo>
                    <a:pt x="724429" y="345548"/>
                    <a:pt x="814388" y="1060"/>
                    <a:pt x="974725" y="2"/>
                  </a:cubicBezTo>
                  <a:cubicBezTo>
                    <a:pt x="1135062" y="-1056"/>
                    <a:pt x="1218142" y="345548"/>
                    <a:pt x="1454150" y="447677"/>
                  </a:cubicBezTo>
                  <a:cubicBezTo>
                    <a:pt x="1690158" y="549806"/>
                    <a:pt x="1711325" y="558802"/>
                    <a:pt x="1952625" y="555627"/>
                  </a:cubicBezTo>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9" name="任意形状 38">
              <a:extLst>
                <a:ext uri="{FF2B5EF4-FFF2-40B4-BE49-F238E27FC236}">
                  <a16:creationId xmlns:a16="http://schemas.microsoft.com/office/drawing/2014/main" id="{61AA9D08-DFD6-1536-6858-E1834E500566}"/>
                </a:ext>
              </a:extLst>
            </p:cNvPr>
            <p:cNvSpPr/>
            <p:nvPr/>
          </p:nvSpPr>
          <p:spPr>
            <a:xfrm>
              <a:off x="3392497" y="4254499"/>
              <a:ext cx="1278643" cy="364214"/>
            </a:xfrm>
            <a:custGeom>
              <a:avLst/>
              <a:gdLst>
                <a:gd name="connsiteX0" fmla="*/ 0 w 2076450"/>
                <a:gd name="connsiteY0" fmla="*/ 514352 h 563845"/>
                <a:gd name="connsiteX1" fmla="*/ 584200 w 2076450"/>
                <a:gd name="connsiteY1" fmla="*/ 514352 h 563845"/>
                <a:gd name="connsiteX2" fmla="*/ 1104900 w 2076450"/>
                <a:gd name="connsiteY2" fmla="*/ 2 h 563845"/>
                <a:gd name="connsiteX3" fmla="*/ 1511300 w 2076450"/>
                <a:gd name="connsiteY3" fmla="*/ 508002 h 563845"/>
                <a:gd name="connsiteX4" fmla="*/ 2076450 w 2076450"/>
                <a:gd name="connsiteY4" fmla="*/ 552452 h 563845"/>
                <a:gd name="connsiteX0" fmla="*/ 0 w 2076450"/>
                <a:gd name="connsiteY0" fmla="*/ 552452 h 584518"/>
                <a:gd name="connsiteX1" fmla="*/ 584200 w 2076450"/>
                <a:gd name="connsiteY1" fmla="*/ 514352 h 584518"/>
                <a:gd name="connsiteX2" fmla="*/ 1104900 w 2076450"/>
                <a:gd name="connsiteY2" fmla="*/ 2 h 584518"/>
                <a:gd name="connsiteX3" fmla="*/ 1511300 w 2076450"/>
                <a:gd name="connsiteY3" fmla="*/ 508002 h 584518"/>
                <a:gd name="connsiteX4" fmla="*/ 2076450 w 2076450"/>
                <a:gd name="connsiteY4" fmla="*/ 552452 h 584518"/>
                <a:gd name="connsiteX0" fmla="*/ 0 w 2076450"/>
                <a:gd name="connsiteY0" fmla="*/ 552452 h 567630"/>
                <a:gd name="connsiteX1" fmla="*/ 584200 w 2076450"/>
                <a:gd name="connsiteY1" fmla="*/ 514352 h 567630"/>
                <a:gd name="connsiteX2" fmla="*/ 1104900 w 2076450"/>
                <a:gd name="connsiteY2" fmla="*/ 2 h 567630"/>
                <a:gd name="connsiteX3" fmla="*/ 1511300 w 2076450"/>
                <a:gd name="connsiteY3" fmla="*/ 508002 h 567630"/>
                <a:gd name="connsiteX4" fmla="*/ 2076450 w 2076450"/>
                <a:gd name="connsiteY4" fmla="*/ 552452 h 567630"/>
                <a:gd name="connsiteX0" fmla="*/ 0 w 2076450"/>
                <a:gd name="connsiteY0" fmla="*/ 552557 h 560371"/>
                <a:gd name="connsiteX1" fmla="*/ 635000 w 2076450"/>
                <a:gd name="connsiteY1" fmla="*/ 463657 h 560371"/>
                <a:gd name="connsiteX2" fmla="*/ 1104900 w 2076450"/>
                <a:gd name="connsiteY2" fmla="*/ 107 h 560371"/>
                <a:gd name="connsiteX3" fmla="*/ 1511300 w 2076450"/>
                <a:gd name="connsiteY3" fmla="*/ 508107 h 560371"/>
                <a:gd name="connsiteX4" fmla="*/ 2076450 w 2076450"/>
                <a:gd name="connsiteY4" fmla="*/ 552557 h 560371"/>
                <a:gd name="connsiteX0" fmla="*/ 0 w 2076450"/>
                <a:gd name="connsiteY0" fmla="*/ 552460 h 552460"/>
                <a:gd name="connsiteX1" fmla="*/ 635000 w 2076450"/>
                <a:gd name="connsiteY1" fmla="*/ 463560 h 552460"/>
                <a:gd name="connsiteX2" fmla="*/ 1104900 w 2076450"/>
                <a:gd name="connsiteY2" fmla="*/ 10 h 552460"/>
                <a:gd name="connsiteX3" fmla="*/ 1466850 w 2076450"/>
                <a:gd name="connsiteY3" fmla="*/ 450860 h 552460"/>
                <a:gd name="connsiteX4" fmla="*/ 2076450 w 2076450"/>
                <a:gd name="connsiteY4" fmla="*/ 552460 h 552460"/>
                <a:gd name="connsiteX0" fmla="*/ 0 w 2076450"/>
                <a:gd name="connsiteY0" fmla="*/ 552460 h 553694"/>
                <a:gd name="connsiteX1" fmla="*/ 635000 w 2076450"/>
                <a:gd name="connsiteY1" fmla="*/ 463560 h 553694"/>
                <a:gd name="connsiteX2" fmla="*/ 1104900 w 2076450"/>
                <a:gd name="connsiteY2" fmla="*/ 10 h 553694"/>
                <a:gd name="connsiteX3" fmla="*/ 1466850 w 2076450"/>
                <a:gd name="connsiteY3" fmla="*/ 450860 h 553694"/>
                <a:gd name="connsiteX4" fmla="*/ 2076450 w 2076450"/>
                <a:gd name="connsiteY4" fmla="*/ 552460 h 553694"/>
                <a:gd name="connsiteX0" fmla="*/ 0 w 2076450"/>
                <a:gd name="connsiteY0" fmla="*/ 552453 h 555210"/>
                <a:gd name="connsiteX1" fmla="*/ 635000 w 2076450"/>
                <a:gd name="connsiteY1" fmla="*/ 463553 h 555210"/>
                <a:gd name="connsiteX2" fmla="*/ 1104900 w 2076450"/>
                <a:gd name="connsiteY2" fmla="*/ 3 h 555210"/>
                <a:gd name="connsiteX3" fmla="*/ 1498600 w 2076450"/>
                <a:gd name="connsiteY3" fmla="*/ 469903 h 555210"/>
                <a:gd name="connsiteX4" fmla="*/ 2076450 w 2076450"/>
                <a:gd name="connsiteY4" fmla="*/ 552453 h 555210"/>
                <a:gd name="connsiteX0" fmla="*/ 0 w 2076450"/>
                <a:gd name="connsiteY0" fmla="*/ 552510 h 553235"/>
                <a:gd name="connsiteX1" fmla="*/ 635000 w 2076450"/>
                <a:gd name="connsiteY1" fmla="*/ 463610 h 553235"/>
                <a:gd name="connsiteX2" fmla="*/ 1104900 w 2076450"/>
                <a:gd name="connsiteY2" fmla="*/ 60 h 553235"/>
                <a:gd name="connsiteX3" fmla="*/ 1479550 w 2076450"/>
                <a:gd name="connsiteY3" fmla="*/ 431860 h 553235"/>
                <a:gd name="connsiteX4" fmla="*/ 2076450 w 2076450"/>
                <a:gd name="connsiteY4" fmla="*/ 552510 h 553235"/>
                <a:gd name="connsiteX0" fmla="*/ 0 w 2076450"/>
                <a:gd name="connsiteY0" fmla="*/ 552510 h 553991"/>
                <a:gd name="connsiteX1" fmla="*/ 635000 w 2076450"/>
                <a:gd name="connsiteY1" fmla="*/ 463610 h 553991"/>
                <a:gd name="connsiteX2" fmla="*/ 1104900 w 2076450"/>
                <a:gd name="connsiteY2" fmla="*/ 60 h 553991"/>
                <a:gd name="connsiteX3" fmla="*/ 1479550 w 2076450"/>
                <a:gd name="connsiteY3" fmla="*/ 431860 h 553991"/>
                <a:gd name="connsiteX4" fmla="*/ 2076450 w 2076450"/>
                <a:gd name="connsiteY4" fmla="*/ 552510 h 553991"/>
                <a:gd name="connsiteX0" fmla="*/ 0 w 2076450"/>
                <a:gd name="connsiteY0" fmla="*/ 552514 h 553995"/>
                <a:gd name="connsiteX1" fmla="*/ 635000 w 2076450"/>
                <a:gd name="connsiteY1" fmla="*/ 463614 h 553995"/>
                <a:gd name="connsiteX2" fmla="*/ 1104900 w 2076450"/>
                <a:gd name="connsiteY2" fmla="*/ 64 h 553995"/>
                <a:gd name="connsiteX3" fmla="*/ 1479550 w 2076450"/>
                <a:gd name="connsiteY3" fmla="*/ 431864 h 553995"/>
                <a:gd name="connsiteX4" fmla="*/ 2076450 w 2076450"/>
                <a:gd name="connsiteY4" fmla="*/ 552514 h 553995"/>
                <a:gd name="connsiteX0" fmla="*/ 0 w 2076450"/>
                <a:gd name="connsiteY0" fmla="*/ 552453 h 553934"/>
                <a:gd name="connsiteX1" fmla="*/ 635000 w 2076450"/>
                <a:gd name="connsiteY1" fmla="*/ 463553 h 553934"/>
                <a:gd name="connsiteX2" fmla="*/ 1104900 w 2076450"/>
                <a:gd name="connsiteY2" fmla="*/ 3 h 553934"/>
                <a:gd name="connsiteX3" fmla="*/ 1479550 w 2076450"/>
                <a:gd name="connsiteY3" fmla="*/ 431803 h 553934"/>
                <a:gd name="connsiteX4" fmla="*/ 2076450 w 2076450"/>
                <a:gd name="connsiteY4" fmla="*/ 552453 h 553934"/>
                <a:gd name="connsiteX0" fmla="*/ 0 w 2076450"/>
                <a:gd name="connsiteY0" fmla="*/ 552453 h 556896"/>
                <a:gd name="connsiteX1" fmla="*/ 635000 w 2076450"/>
                <a:gd name="connsiteY1" fmla="*/ 463553 h 556896"/>
                <a:gd name="connsiteX2" fmla="*/ 1104900 w 2076450"/>
                <a:gd name="connsiteY2" fmla="*/ 3 h 556896"/>
                <a:gd name="connsiteX3" fmla="*/ 1498600 w 2076450"/>
                <a:gd name="connsiteY3" fmla="*/ 457203 h 556896"/>
                <a:gd name="connsiteX4" fmla="*/ 2076450 w 2076450"/>
                <a:gd name="connsiteY4" fmla="*/ 552453 h 556896"/>
                <a:gd name="connsiteX0" fmla="*/ 0 w 2076450"/>
                <a:gd name="connsiteY0" fmla="*/ 552453 h 554014"/>
                <a:gd name="connsiteX1" fmla="*/ 635000 w 2076450"/>
                <a:gd name="connsiteY1" fmla="*/ 463553 h 554014"/>
                <a:gd name="connsiteX2" fmla="*/ 1098550 w 2076450"/>
                <a:gd name="connsiteY2" fmla="*/ 3 h 554014"/>
                <a:gd name="connsiteX3" fmla="*/ 1498600 w 2076450"/>
                <a:gd name="connsiteY3" fmla="*/ 457203 h 554014"/>
                <a:gd name="connsiteX4" fmla="*/ 2076450 w 2076450"/>
                <a:gd name="connsiteY4" fmla="*/ 552453 h 554014"/>
                <a:gd name="connsiteX0" fmla="*/ 0 w 2076450"/>
                <a:gd name="connsiteY0" fmla="*/ 552459 h 553693"/>
                <a:gd name="connsiteX1" fmla="*/ 635000 w 2076450"/>
                <a:gd name="connsiteY1" fmla="*/ 463559 h 553693"/>
                <a:gd name="connsiteX2" fmla="*/ 1098550 w 2076450"/>
                <a:gd name="connsiteY2" fmla="*/ 9 h 553693"/>
                <a:gd name="connsiteX3" fmla="*/ 1485900 w 2076450"/>
                <a:gd name="connsiteY3" fmla="*/ 450859 h 553693"/>
                <a:gd name="connsiteX4" fmla="*/ 2076450 w 2076450"/>
                <a:gd name="connsiteY4" fmla="*/ 552459 h 553693"/>
                <a:gd name="connsiteX0" fmla="*/ 0 w 2076450"/>
                <a:gd name="connsiteY0" fmla="*/ 552459 h 556763"/>
                <a:gd name="connsiteX1" fmla="*/ 635000 w 2076450"/>
                <a:gd name="connsiteY1" fmla="*/ 463559 h 556763"/>
                <a:gd name="connsiteX2" fmla="*/ 1098550 w 2076450"/>
                <a:gd name="connsiteY2" fmla="*/ 9 h 556763"/>
                <a:gd name="connsiteX3" fmla="*/ 1485900 w 2076450"/>
                <a:gd name="connsiteY3" fmla="*/ 450859 h 556763"/>
                <a:gd name="connsiteX4" fmla="*/ 2076450 w 2076450"/>
                <a:gd name="connsiteY4" fmla="*/ 555634 h 556763"/>
                <a:gd name="connsiteX0" fmla="*/ 0 w 2076450"/>
                <a:gd name="connsiteY0" fmla="*/ 552459 h 556011"/>
                <a:gd name="connsiteX1" fmla="*/ 635000 w 2076450"/>
                <a:gd name="connsiteY1" fmla="*/ 463559 h 556011"/>
                <a:gd name="connsiteX2" fmla="*/ 1098550 w 2076450"/>
                <a:gd name="connsiteY2" fmla="*/ 9 h 556011"/>
                <a:gd name="connsiteX3" fmla="*/ 1485900 w 2076450"/>
                <a:gd name="connsiteY3" fmla="*/ 450859 h 556011"/>
                <a:gd name="connsiteX4" fmla="*/ 2076450 w 2076450"/>
                <a:gd name="connsiteY4" fmla="*/ 555634 h 556011"/>
                <a:gd name="connsiteX0" fmla="*/ 0 w 1952625"/>
                <a:gd name="connsiteY0" fmla="*/ 555634 h 556011"/>
                <a:gd name="connsiteX1" fmla="*/ 511175 w 1952625"/>
                <a:gd name="connsiteY1" fmla="*/ 463559 h 556011"/>
                <a:gd name="connsiteX2" fmla="*/ 974725 w 1952625"/>
                <a:gd name="connsiteY2" fmla="*/ 9 h 556011"/>
                <a:gd name="connsiteX3" fmla="*/ 1362075 w 1952625"/>
                <a:gd name="connsiteY3" fmla="*/ 450859 h 556011"/>
                <a:gd name="connsiteX4" fmla="*/ 1952625 w 1952625"/>
                <a:gd name="connsiteY4" fmla="*/ 555634 h 556011"/>
                <a:gd name="connsiteX0" fmla="*/ 0 w 1952625"/>
                <a:gd name="connsiteY0" fmla="*/ 555634 h 556011"/>
                <a:gd name="connsiteX1" fmla="*/ 511175 w 1952625"/>
                <a:gd name="connsiteY1" fmla="*/ 463559 h 556011"/>
                <a:gd name="connsiteX2" fmla="*/ 974725 w 1952625"/>
                <a:gd name="connsiteY2" fmla="*/ 9 h 556011"/>
                <a:gd name="connsiteX3" fmla="*/ 1362075 w 1952625"/>
                <a:gd name="connsiteY3" fmla="*/ 450859 h 556011"/>
                <a:gd name="connsiteX4" fmla="*/ 1952625 w 1952625"/>
                <a:gd name="connsiteY4" fmla="*/ 555634 h 556011"/>
                <a:gd name="connsiteX0" fmla="*/ 0 w 1952625"/>
                <a:gd name="connsiteY0" fmla="*/ 555626 h 556003"/>
                <a:gd name="connsiteX1" fmla="*/ 492125 w 1952625"/>
                <a:gd name="connsiteY1" fmla="*/ 454026 h 556003"/>
                <a:gd name="connsiteX2" fmla="*/ 974725 w 1952625"/>
                <a:gd name="connsiteY2" fmla="*/ 1 h 556003"/>
                <a:gd name="connsiteX3" fmla="*/ 1362075 w 1952625"/>
                <a:gd name="connsiteY3" fmla="*/ 450851 h 556003"/>
                <a:gd name="connsiteX4" fmla="*/ 1952625 w 1952625"/>
                <a:gd name="connsiteY4" fmla="*/ 555626 h 556003"/>
                <a:gd name="connsiteX0" fmla="*/ 0 w 1952625"/>
                <a:gd name="connsiteY0" fmla="*/ 555627 h 555957"/>
                <a:gd name="connsiteX1" fmla="*/ 492125 w 1952625"/>
                <a:gd name="connsiteY1" fmla="*/ 454027 h 555957"/>
                <a:gd name="connsiteX2" fmla="*/ 974725 w 1952625"/>
                <a:gd name="connsiteY2" fmla="*/ 2 h 555957"/>
                <a:gd name="connsiteX3" fmla="*/ 1454150 w 1952625"/>
                <a:gd name="connsiteY3" fmla="*/ 447677 h 555957"/>
                <a:gd name="connsiteX4" fmla="*/ 1952625 w 1952625"/>
                <a:gd name="connsiteY4" fmla="*/ 555627 h 555957"/>
                <a:gd name="connsiteX0" fmla="*/ 0 w 1952625"/>
                <a:gd name="connsiteY0" fmla="*/ 555627 h 556133"/>
                <a:gd name="connsiteX1" fmla="*/ 492125 w 1952625"/>
                <a:gd name="connsiteY1" fmla="*/ 454027 h 556133"/>
                <a:gd name="connsiteX2" fmla="*/ 974725 w 1952625"/>
                <a:gd name="connsiteY2" fmla="*/ 2 h 556133"/>
                <a:gd name="connsiteX3" fmla="*/ 1454150 w 1952625"/>
                <a:gd name="connsiteY3" fmla="*/ 447677 h 556133"/>
                <a:gd name="connsiteX4" fmla="*/ 1952625 w 1952625"/>
                <a:gd name="connsiteY4" fmla="*/ 555627 h 556133"/>
                <a:gd name="connsiteX0" fmla="*/ 0 w 1952625"/>
                <a:gd name="connsiteY0" fmla="*/ 555627 h 556194"/>
                <a:gd name="connsiteX1" fmla="*/ 492125 w 1952625"/>
                <a:gd name="connsiteY1" fmla="*/ 454027 h 556194"/>
                <a:gd name="connsiteX2" fmla="*/ 974725 w 1952625"/>
                <a:gd name="connsiteY2" fmla="*/ 2 h 556194"/>
                <a:gd name="connsiteX3" fmla="*/ 1454150 w 1952625"/>
                <a:gd name="connsiteY3" fmla="*/ 447677 h 556194"/>
                <a:gd name="connsiteX4" fmla="*/ 1952625 w 1952625"/>
                <a:gd name="connsiteY4" fmla="*/ 555627 h 5561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52625" h="556194">
                  <a:moveTo>
                    <a:pt x="0" y="555627"/>
                  </a:moveTo>
                  <a:cubicBezTo>
                    <a:pt x="238125" y="557214"/>
                    <a:pt x="259821" y="562506"/>
                    <a:pt x="492125" y="454027"/>
                  </a:cubicBezTo>
                  <a:cubicBezTo>
                    <a:pt x="724429" y="345548"/>
                    <a:pt x="814388" y="1060"/>
                    <a:pt x="974725" y="2"/>
                  </a:cubicBezTo>
                  <a:cubicBezTo>
                    <a:pt x="1135062" y="-1056"/>
                    <a:pt x="1218142" y="345548"/>
                    <a:pt x="1454150" y="447677"/>
                  </a:cubicBezTo>
                  <a:cubicBezTo>
                    <a:pt x="1690158" y="549806"/>
                    <a:pt x="1711325" y="558802"/>
                    <a:pt x="1952625" y="555627"/>
                  </a:cubicBezTo>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spTree>
    <p:extLst>
      <p:ext uri="{BB962C8B-B14F-4D97-AF65-F5344CB8AC3E}">
        <p14:creationId xmlns:p14="http://schemas.microsoft.com/office/powerpoint/2010/main" val="1392646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5" name="图片 34" descr="形状&#10;&#10;描述已自动生成">
            <a:extLst>
              <a:ext uri="{FF2B5EF4-FFF2-40B4-BE49-F238E27FC236}">
                <a16:creationId xmlns:a16="http://schemas.microsoft.com/office/drawing/2014/main" id="{7C415101-F8FB-552F-F2C9-C66ABDB3B0D5}"/>
              </a:ext>
            </a:extLst>
          </p:cNvPr>
          <p:cNvPicPr>
            <a:picLocks noChangeAspect="1"/>
          </p:cNvPicPr>
          <p:nvPr/>
        </p:nvPicPr>
        <p:blipFill rotWithShape="1">
          <a:blip r:embed="rId2">
            <a:clrChange>
              <a:clrFrom>
                <a:srgbClr val="FDFFFF"/>
              </a:clrFrom>
              <a:clrTo>
                <a:srgbClr val="FDFFFF">
                  <a:alpha val="0"/>
                </a:srgbClr>
              </a:clrTo>
            </a:clrChange>
            <a:alphaModFix amt="0"/>
          </a:blip>
          <a:srcRect l="23869" t="9103" r="21834" b="13039"/>
          <a:stretch/>
        </p:blipFill>
        <p:spPr>
          <a:xfrm>
            <a:off x="2239935" y="2729217"/>
            <a:ext cx="926581" cy="1328648"/>
          </a:xfrm>
          <a:prstGeom prst="rect">
            <a:avLst/>
          </a:prstGeom>
        </p:spPr>
      </p:pic>
      <p:sp>
        <p:nvSpPr>
          <p:cNvPr id="4" name="标题 3">
            <a:extLst>
              <a:ext uri="{FF2B5EF4-FFF2-40B4-BE49-F238E27FC236}">
                <a16:creationId xmlns:a16="http://schemas.microsoft.com/office/drawing/2014/main" id="{CC21DC02-A7AD-4815-5CB4-3B2B47D4AE50}"/>
              </a:ext>
            </a:extLst>
          </p:cNvPr>
          <p:cNvSpPr>
            <a:spLocks noGrp="1"/>
          </p:cNvSpPr>
          <p:nvPr>
            <p:ph type="title"/>
          </p:nvPr>
        </p:nvSpPr>
        <p:spPr>
          <a:xfrm>
            <a:off x="628649" y="559420"/>
            <a:ext cx="7732925" cy="630335"/>
          </a:xfrm>
        </p:spPr>
        <p:txBody>
          <a:bodyPr/>
          <a:lstStyle/>
          <a:p>
            <a:r>
              <a:rPr lang="en-GB" dirty="0"/>
              <a:t>Markov Localisation</a:t>
            </a:r>
          </a:p>
        </p:txBody>
      </p:sp>
      <mc:AlternateContent xmlns:mc="http://schemas.openxmlformats.org/markup-compatibility/2006" xmlns:a14="http://schemas.microsoft.com/office/drawing/2010/main">
        <mc:Choice Requires="a14">
          <p:sp>
            <p:nvSpPr>
              <p:cNvPr id="5" name="文本占位符 4">
                <a:extLst>
                  <a:ext uri="{FF2B5EF4-FFF2-40B4-BE49-F238E27FC236}">
                    <a16:creationId xmlns:a16="http://schemas.microsoft.com/office/drawing/2014/main" id="{CD03626E-108C-52C9-C4CF-3C07954F5CF8}"/>
                  </a:ext>
                </a:extLst>
              </p:cNvPr>
              <p:cNvSpPr>
                <a:spLocks noGrp="1"/>
              </p:cNvSpPr>
              <p:nvPr>
                <p:ph type="body" sz="quarter" idx="10"/>
              </p:nvPr>
            </p:nvSpPr>
            <p:spPr>
              <a:xfrm>
                <a:off x="628650" y="1465262"/>
                <a:ext cx="7732713" cy="1569734"/>
              </a:xfrm>
            </p:spPr>
            <p:txBody>
              <a:bodyPr/>
              <a:lstStyle/>
              <a:p>
                <a:r>
                  <a:rPr lang="en-GB" altLang="zh-CN" dirty="0"/>
                  <a:t>Calculating the </a:t>
                </a:r>
                <a:r>
                  <a:rPr lang="en-GB" altLang="zh-CN" dirty="0">
                    <a:solidFill>
                      <a:srgbClr val="003399"/>
                    </a:solidFill>
                  </a:rPr>
                  <a:t>probability to be at a certain location </a:t>
                </a:r>
                <a:r>
                  <a:rPr lang="en-GB" altLang="zh-CN" dirty="0"/>
                  <a:t>given the likelihood of certain observations is the same as any other conditional probability. There is a formal way to describe such situations: </a:t>
                </a:r>
                <a:r>
                  <a:rPr lang="en-GB" altLang="zh-CN" dirty="0">
                    <a:solidFill>
                      <a:srgbClr val="003399"/>
                    </a:solidFill>
                  </a:rPr>
                  <a:t>Bayes' Rule.</a:t>
                </a:r>
              </a:p>
              <a:p>
                <a:r>
                  <a:rPr lang="en-GB" altLang="zh-CN" dirty="0"/>
                  <a:t>Initially, we have no knowledge of the position, so for the robot, the location follows a uniform distribution. We use </a:t>
                </a:r>
                <a14:m>
                  <m:oMath xmlns:m="http://schemas.openxmlformats.org/officeDocument/2006/math">
                    <m:r>
                      <a:rPr lang="en-GB" altLang="zh-CN" b="0" i="1" smtClean="0">
                        <a:solidFill>
                          <a:srgbClr val="003399"/>
                        </a:solidFill>
                        <a:latin typeface="Cambria Math" panose="02040503050406030204" pitchFamily="18" charset="0"/>
                      </a:rPr>
                      <m:t>𝑃</m:t>
                    </m:r>
                    <m:d>
                      <m:dPr>
                        <m:ctrlPr>
                          <a:rPr lang="en-GB" altLang="zh-CN" b="0" i="1" smtClean="0">
                            <a:solidFill>
                              <a:srgbClr val="003399"/>
                            </a:solidFill>
                            <a:latin typeface="Cambria Math" panose="02040503050406030204" pitchFamily="18" charset="0"/>
                          </a:rPr>
                        </m:ctrlPr>
                      </m:dPr>
                      <m:e>
                        <m:sSub>
                          <m:sSubPr>
                            <m:ctrlPr>
                              <a:rPr lang="en-GB" altLang="zh-CN" i="1">
                                <a:solidFill>
                                  <a:srgbClr val="003399"/>
                                </a:solidFill>
                                <a:latin typeface="Cambria Math" panose="02040503050406030204" pitchFamily="18" charset="0"/>
                              </a:rPr>
                            </m:ctrlPr>
                          </m:sSubPr>
                          <m:e>
                            <m:r>
                              <a:rPr lang="en-GB" altLang="zh-CN" i="1">
                                <a:solidFill>
                                  <a:srgbClr val="003399"/>
                                </a:solidFill>
                                <a:latin typeface="Cambria Math" panose="02040503050406030204" pitchFamily="18" charset="0"/>
                              </a:rPr>
                              <m:t>𝑙𝑜𝑐</m:t>
                            </m:r>
                          </m:e>
                          <m:sub>
                            <m:r>
                              <a:rPr lang="en-GB" altLang="zh-CN" i="1">
                                <a:solidFill>
                                  <a:srgbClr val="003399"/>
                                </a:solidFill>
                                <a:latin typeface="Cambria Math" panose="02040503050406030204" pitchFamily="18" charset="0"/>
                              </a:rPr>
                              <m:t>0</m:t>
                            </m:r>
                          </m:sub>
                        </m:sSub>
                      </m:e>
                    </m:d>
                  </m:oMath>
                </a14:m>
                <a:r>
                  <a:rPr lang="en-GB" altLang="zh-CN" dirty="0"/>
                  <a:t> represents the location distribution (we regard the space as a 1-dimention space).</a:t>
                </a:r>
              </a:p>
              <a:p>
                <a:endParaRPr lang="en-GB" dirty="0"/>
              </a:p>
            </p:txBody>
          </p:sp>
        </mc:Choice>
        <mc:Fallback xmlns="">
          <p:sp>
            <p:nvSpPr>
              <p:cNvPr id="5" name="文本占位符 4">
                <a:extLst>
                  <a:ext uri="{FF2B5EF4-FFF2-40B4-BE49-F238E27FC236}">
                    <a16:creationId xmlns:a16="http://schemas.microsoft.com/office/drawing/2014/main" id="{CD03626E-108C-52C9-C4CF-3C07954F5CF8}"/>
                  </a:ext>
                </a:extLst>
              </p:cNvPr>
              <p:cNvSpPr>
                <a:spLocks noGrp="1" noRot="1" noChangeAspect="1" noMove="1" noResize="1" noEditPoints="1" noAdjustHandles="1" noChangeArrowheads="1" noChangeShapeType="1" noTextEdit="1"/>
              </p:cNvSpPr>
              <p:nvPr>
                <p:ph type="body" sz="quarter" idx="10"/>
              </p:nvPr>
            </p:nvSpPr>
            <p:spPr>
              <a:xfrm>
                <a:off x="628650" y="1465262"/>
                <a:ext cx="7732713" cy="1569734"/>
              </a:xfrm>
              <a:blipFill>
                <a:blip r:embed="rId3"/>
                <a:stretch>
                  <a:fillRect l="-328" t="-3200" b="-1600"/>
                </a:stretch>
              </a:blipFill>
            </p:spPr>
            <p:txBody>
              <a:bodyPr/>
              <a:lstStyle/>
              <a:p>
                <a:r>
                  <a:rPr lang="zh-CN" altLang="en-US">
                    <a:noFill/>
                  </a:rPr>
                  <a:t> </a:t>
                </a:r>
              </a:p>
            </p:txBody>
          </p:sp>
        </mc:Fallback>
      </mc:AlternateContent>
      <p:sp>
        <p:nvSpPr>
          <p:cNvPr id="8" name="矩形 7">
            <a:extLst>
              <a:ext uri="{FF2B5EF4-FFF2-40B4-BE49-F238E27FC236}">
                <a16:creationId xmlns:a16="http://schemas.microsoft.com/office/drawing/2014/main" id="{8C89B269-693C-64AF-88F4-CED481D6DE0B}"/>
              </a:ext>
            </a:extLst>
          </p:cNvPr>
          <p:cNvSpPr/>
          <p:nvPr/>
        </p:nvSpPr>
        <p:spPr>
          <a:xfrm>
            <a:off x="768350" y="4057866"/>
            <a:ext cx="7593223" cy="97104"/>
          </a:xfrm>
          <a:prstGeom prst="rect">
            <a:avLst/>
          </a:prstGeom>
          <a:gradFill flip="none" rotWithShape="1">
            <a:gsLst>
              <a:gs pos="100000">
                <a:schemeClr val="bg1"/>
              </a:gs>
              <a:gs pos="0">
                <a:schemeClr val="accent3">
                  <a:lumMod val="30000"/>
                  <a:lumOff val="70000"/>
                  <a:alpha val="49171"/>
                </a:schemeClr>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11" name="直线连接符 10">
            <a:extLst>
              <a:ext uri="{FF2B5EF4-FFF2-40B4-BE49-F238E27FC236}">
                <a16:creationId xmlns:a16="http://schemas.microsoft.com/office/drawing/2014/main" id="{B5FA535B-0727-816E-FB2B-8B8EA3147B47}"/>
              </a:ext>
            </a:extLst>
          </p:cNvPr>
          <p:cNvCxnSpPr>
            <a:cxnSpLocks/>
          </p:cNvCxnSpPr>
          <p:nvPr/>
        </p:nvCxnSpPr>
        <p:spPr>
          <a:xfrm>
            <a:off x="768350" y="4051515"/>
            <a:ext cx="7593223" cy="0"/>
          </a:xfrm>
          <a:prstGeom prst="line">
            <a:avLst/>
          </a:prstGeom>
          <a:ln w="9525">
            <a:solidFill>
              <a:srgbClr val="40618A"/>
            </a:solidFill>
          </a:ln>
        </p:spPr>
        <p:style>
          <a:lnRef idx="1">
            <a:schemeClr val="accent1"/>
          </a:lnRef>
          <a:fillRef idx="0">
            <a:schemeClr val="accent1"/>
          </a:fillRef>
          <a:effectRef idx="0">
            <a:schemeClr val="accent1"/>
          </a:effectRef>
          <a:fontRef idx="minor">
            <a:schemeClr val="tx1"/>
          </a:fontRef>
        </p:style>
      </p:cxnSp>
      <p:cxnSp>
        <p:nvCxnSpPr>
          <p:cNvPr id="16" name="直线连接符 15">
            <a:extLst>
              <a:ext uri="{FF2B5EF4-FFF2-40B4-BE49-F238E27FC236}">
                <a16:creationId xmlns:a16="http://schemas.microsoft.com/office/drawing/2014/main" id="{FAEA816C-0DB2-AD1D-830C-96A76DB82234}"/>
              </a:ext>
            </a:extLst>
          </p:cNvPr>
          <p:cNvCxnSpPr>
            <a:cxnSpLocks/>
          </p:cNvCxnSpPr>
          <p:nvPr/>
        </p:nvCxnSpPr>
        <p:spPr>
          <a:xfrm>
            <a:off x="1668256" y="4614313"/>
            <a:ext cx="6700355" cy="0"/>
          </a:xfrm>
          <a:prstGeom prst="line">
            <a:avLst/>
          </a:prstGeom>
          <a:ln w="9525">
            <a:solidFill>
              <a:schemeClr val="accent4"/>
            </a:solidFill>
          </a:ln>
        </p:spPr>
        <p:style>
          <a:lnRef idx="1">
            <a:schemeClr val="accent1"/>
          </a:lnRef>
          <a:fillRef idx="0">
            <a:schemeClr val="accent1"/>
          </a:fillRef>
          <a:effectRef idx="0">
            <a:schemeClr val="accent1"/>
          </a:effectRef>
          <a:fontRef idx="minor">
            <a:schemeClr val="tx1"/>
          </a:fontRef>
        </p:style>
      </p:cxnSp>
      <p:sp>
        <p:nvSpPr>
          <p:cNvPr id="17" name="文本框 16">
            <a:extLst>
              <a:ext uri="{FF2B5EF4-FFF2-40B4-BE49-F238E27FC236}">
                <a16:creationId xmlns:a16="http://schemas.microsoft.com/office/drawing/2014/main" id="{83933E77-96F3-5075-C63D-3F9908E1872E}"/>
              </a:ext>
            </a:extLst>
          </p:cNvPr>
          <p:cNvSpPr txBox="1"/>
          <p:nvPr/>
        </p:nvSpPr>
        <p:spPr>
          <a:xfrm>
            <a:off x="1580248" y="4564353"/>
            <a:ext cx="2749151" cy="307777"/>
          </a:xfrm>
          <a:prstGeom prst="rect">
            <a:avLst/>
          </a:prstGeom>
          <a:noFill/>
        </p:spPr>
        <p:txBody>
          <a:bodyPr wrap="none" rtlCol="0">
            <a:spAutoFit/>
          </a:bodyPr>
          <a:lstStyle/>
          <a:p>
            <a:r>
              <a:rPr lang="en-GB" sz="1400" dirty="0">
                <a:solidFill>
                  <a:schemeClr val="accent4"/>
                </a:solidFill>
              </a:rPr>
              <a:t>The location possibility distribution</a:t>
            </a:r>
          </a:p>
        </p:txBody>
      </p:sp>
      <p:sp>
        <p:nvSpPr>
          <p:cNvPr id="2" name="矩形 1">
            <a:extLst>
              <a:ext uri="{FF2B5EF4-FFF2-40B4-BE49-F238E27FC236}">
                <a16:creationId xmlns:a16="http://schemas.microsoft.com/office/drawing/2014/main" id="{35357EFE-C41F-9855-807A-A3A22960973C}"/>
              </a:ext>
            </a:extLst>
          </p:cNvPr>
          <p:cNvSpPr/>
          <p:nvPr/>
        </p:nvSpPr>
        <p:spPr>
          <a:xfrm>
            <a:off x="1668256" y="4567410"/>
            <a:ext cx="6693317" cy="45719"/>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mc:AlternateContent xmlns:mc="http://schemas.openxmlformats.org/markup-compatibility/2006" xmlns:a14="http://schemas.microsoft.com/office/drawing/2010/main">
        <mc:Choice Requires="a14">
          <p:sp>
            <p:nvSpPr>
              <p:cNvPr id="21" name="文本框 20">
                <a:extLst>
                  <a:ext uri="{FF2B5EF4-FFF2-40B4-BE49-F238E27FC236}">
                    <a16:creationId xmlns:a16="http://schemas.microsoft.com/office/drawing/2014/main" id="{11159407-E104-8CB0-BFDE-75139EC1C2BC}"/>
                  </a:ext>
                </a:extLst>
              </p:cNvPr>
              <p:cNvSpPr txBox="1"/>
              <p:nvPr/>
            </p:nvSpPr>
            <p:spPr>
              <a:xfrm>
                <a:off x="4183345" y="4558554"/>
                <a:ext cx="2712922" cy="307777"/>
              </a:xfrm>
              <a:prstGeom prst="rect">
                <a:avLst/>
              </a:prstGeom>
              <a:noFill/>
            </p:spPr>
            <p:txBody>
              <a:bodyPr wrap="none" rtlCol="0">
                <a:spAutoFit/>
              </a:bodyPr>
              <a:lstStyle/>
              <a:p>
                <a:r>
                  <a:rPr lang="en-GB" altLang="zh-CN" sz="1400" dirty="0">
                    <a:solidFill>
                      <a:schemeClr val="accent4"/>
                    </a:solidFill>
                  </a:rPr>
                  <a:t>(</a:t>
                </a:r>
                <a14:m>
                  <m:oMath xmlns:m="http://schemas.openxmlformats.org/officeDocument/2006/math">
                    <m:r>
                      <a:rPr lang="en-GB" altLang="zh-CN" sz="1200" b="0" i="1" smtClean="0">
                        <a:solidFill>
                          <a:schemeClr val="accent4"/>
                        </a:solidFill>
                        <a:latin typeface="Cambria Math" panose="02040503050406030204" pitchFamily="18" charset="0"/>
                      </a:rPr>
                      <m:t>𝑃</m:t>
                    </m:r>
                    <m:d>
                      <m:dPr>
                        <m:ctrlPr>
                          <a:rPr lang="en-GB" altLang="zh-CN" sz="1200" b="0" i="1" smtClean="0">
                            <a:solidFill>
                              <a:schemeClr val="accent4"/>
                            </a:solidFill>
                            <a:latin typeface="Cambria Math" panose="02040503050406030204" pitchFamily="18" charset="0"/>
                          </a:rPr>
                        </m:ctrlPr>
                      </m:dPr>
                      <m:e>
                        <m:r>
                          <a:rPr lang="en-GB" altLang="zh-CN" sz="1200" b="0" i="1" smtClean="0">
                            <a:solidFill>
                              <a:schemeClr val="accent4"/>
                            </a:solidFill>
                            <a:latin typeface="Cambria Math" panose="02040503050406030204" pitchFamily="18" charset="0"/>
                          </a:rPr>
                          <m:t>𝑙𝑜</m:t>
                        </m:r>
                        <m:sSub>
                          <m:sSubPr>
                            <m:ctrlPr>
                              <a:rPr lang="en-GB" altLang="zh-CN" sz="1200" b="0" i="1" smtClean="0">
                                <a:solidFill>
                                  <a:schemeClr val="accent4"/>
                                </a:solidFill>
                                <a:latin typeface="Cambria Math" panose="02040503050406030204" pitchFamily="18" charset="0"/>
                              </a:rPr>
                            </m:ctrlPr>
                          </m:sSubPr>
                          <m:e>
                            <m:r>
                              <a:rPr lang="en-GB" altLang="zh-CN" sz="1200" b="0" i="1" smtClean="0">
                                <a:solidFill>
                                  <a:schemeClr val="accent4"/>
                                </a:solidFill>
                                <a:latin typeface="Cambria Math" panose="02040503050406030204" pitchFamily="18" charset="0"/>
                              </a:rPr>
                              <m:t>𝑐</m:t>
                            </m:r>
                          </m:e>
                          <m:sub>
                            <m:r>
                              <a:rPr lang="en-GB" altLang="zh-CN" sz="1200" b="0" i="1" smtClean="0">
                                <a:solidFill>
                                  <a:schemeClr val="accent4"/>
                                </a:solidFill>
                                <a:latin typeface="Cambria Math" panose="02040503050406030204" pitchFamily="18" charset="0"/>
                              </a:rPr>
                              <m:t>0</m:t>
                            </m:r>
                          </m:sub>
                        </m:sSub>
                      </m:e>
                    </m:d>
                    <m:r>
                      <a:rPr lang="en-GB" altLang="zh-CN" sz="1200" b="0" i="1" smtClean="0">
                        <a:solidFill>
                          <a:schemeClr val="accent4"/>
                        </a:solidFill>
                        <a:latin typeface="Cambria Math" panose="02040503050406030204" pitchFamily="18" charset="0"/>
                      </a:rPr>
                      <m:t> </m:t>
                    </m:r>
                  </m:oMath>
                </a14:m>
                <a:r>
                  <a:rPr lang="en-GB" altLang="zh-CN" sz="1400" dirty="0">
                    <a:solidFill>
                      <a:schemeClr val="accent4"/>
                    </a:solidFill>
                  </a:rPr>
                  <a:t> is a uniform distribution)</a:t>
                </a:r>
                <a:endParaRPr lang="en-GB" sz="1400" dirty="0">
                  <a:solidFill>
                    <a:schemeClr val="accent4"/>
                  </a:solidFill>
                </a:endParaRPr>
              </a:p>
            </p:txBody>
          </p:sp>
        </mc:Choice>
        <mc:Fallback xmlns="">
          <p:sp>
            <p:nvSpPr>
              <p:cNvPr id="21" name="文本框 20">
                <a:extLst>
                  <a:ext uri="{FF2B5EF4-FFF2-40B4-BE49-F238E27FC236}">
                    <a16:creationId xmlns:a16="http://schemas.microsoft.com/office/drawing/2014/main" id="{11159407-E104-8CB0-BFDE-75139EC1C2BC}"/>
                  </a:ext>
                </a:extLst>
              </p:cNvPr>
              <p:cNvSpPr txBox="1">
                <a:spLocks noRot="1" noChangeAspect="1" noMove="1" noResize="1" noEditPoints="1" noAdjustHandles="1" noChangeArrowheads="1" noChangeShapeType="1" noTextEdit="1"/>
              </p:cNvSpPr>
              <p:nvPr/>
            </p:nvSpPr>
            <p:spPr>
              <a:xfrm>
                <a:off x="4183345" y="4558554"/>
                <a:ext cx="2712922" cy="307777"/>
              </a:xfrm>
              <a:prstGeom prst="rect">
                <a:avLst/>
              </a:prstGeom>
              <a:blipFill>
                <a:blip r:embed="rId4"/>
                <a:stretch>
                  <a:fillRect l="-935" t="-4000" b="-20000"/>
                </a:stretch>
              </a:blipFill>
            </p:spPr>
            <p:txBody>
              <a:bodyPr/>
              <a:lstStyle/>
              <a:p>
                <a:r>
                  <a:rPr lang="zh-CN" altLang="en-US">
                    <a:noFill/>
                  </a:rPr>
                  <a:t> </a:t>
                </a:r>
              </a:p>
            </p:txBody>
          </p:sp>
        </mc:Fallback>
      </mc:AlternateContent>
      <p:grpSp>
        <p:nvGrpSpPr>
          <p:cNvPr id="22" name="组合 21">
            <a:extLst>
              <a:ext uri="{FF2B5EF4-FFF2-40B4-BE49-F238E27FC236}">
                <a16:creationId xmlns:a16="http://schemas.microsoft.com/office/drawing/2014/main" id="{2D1494BB-0349-1539-BF5A-A49BF0F0CD66}"/>
              </a:ext>
            </a:extLst>
          </p:cNvPr>
          <p:cNvGrpSpPr/>
          <p:nvPr/>
        </p:nvGrpSpPr>
        <p:grpSpPr>
          <a:xfrm>
            <a:off x="3202404" y="4572993"/>
            <a:ext cx="1624814" cy="45719"/>
            <a:chOff x="3392497" y="4254499"/>
            <a:chExt cx="1278644" cy="364214"/>
          </a:xfrm>
        </p:grpSpPr>
        <p:sp>
          <p:nvSpPr>
            <p:cNvPr id="23" name="任意形状 22">
              <a:extLst>
                <a:ext uri="{FF2B5EF4-FFF2-40B4-BE49-F238E27FC236}">
                  <a16:creationId xmlns:a16="http://schemas.microsoft.com/office/drawing/2014/main" id="{B81A1F8B-2A26-896D-37AC-F532FD59B67C}"/>
                </a:ext>
              </a:extLst>
            </p:cNvPr>
            <p:cNvSpPr/>
            <p:nvPr/>
          </p:nvSpPr>
          <p:spPr>
            <a:xfrm>
              <a:off x="3392498" y="4254499"/>
              <a:ext cx="1278643" cy="364214"/>
            </a:xfrm>
            <a:custGeom>
              <a:avLst/>
              <a:gdLst>
                <a:gd name="connsiteX0" fmla="*/ 0 w 2076450"/>
                <a:gd name="connsiteY0" fmla="*/ 514352 h 563845"/>
                <a:gd name="connsiteX1" fmla="*/ 584200 w 2076450"/>
                <a:gd name="connsiteY1" fmla="*/ 514352 h 563845"/>
                <a:gd name="connsiteX2" fmla="*/ 1104900 w 2076450"/>
                <a:gd name="connsiteY2" fmla="*/ 2 h 563845"/>
                <a:gd name="connsiteX3" fmla="*/ 1511300 w 2076450"/>
                <a:gd name="connsiteY3" fmla="*/ 508002 h 563845"/>
                <a:gd name="connsiteX4" fmla="*/ 2076450 w 2076450"/>
                <a:gd name="connsiteY4" fmla="*/ 552452 h 563845"/>
                <a:gd name="connsiteX0" fmla="*/ 0 w 2076450"/>
                <a:gd name="connsiteY0" fmla="*/ 552452 h 584518"/>
                <a:gd name="connsiteX1" fmla="*/ 584200 w 2076450"/>
                <a:gd name="connsiteY1" fmla="*/ 514352 h 584518"/>
                <a:gd name="connsiteX2" fmla="*/ 1104900 w 2076450"/>
                <a:gd name="connsiteY2" fmla="*/ 2 h 584518"/>
                <a:gd name="connsiteX3" fmla="*/ 1511300 w 2076450"/>
                <a:gd name="connsiteY3" fmla="*/ 508002 h 584518"/>
                <a:gd name="connsiteX4" fmla="*/ 2076450 w 2076450"/>
                <a:gd name="connsiteY4" fmla="*/ 552452 h 584518"/>
                <a:gd name="connsiteX0" fmla="*/ 0 w 2076450"/>
                <a:gd name="connsiteY0" fmla="*/ 552452 h 567630"/>
                <a:gd name="connsiteX1" fmla="*/ 584200 w 2076450"/>
                <a:gd name="connsiteY1" fmla="*/ 514352 h 567630"/>
                <a:gd name="connsiteX2" fmla="*/ 1104900 w 2076450"/>
                <a:gd name="connsiteY2" fmla="*/ 2 h 567630"/>
                <a:gd name="connsiteX3" fmla="*/ 1511300 w 2076450"/>
                <a:gd name="connsiteY3" fmla="*/ 508002 h 567630"/>
                <a:gd name="connsiteX4" fmla="*/ 2076450 w 2076450"/>
                <a:gd name="connsiteY4" fmla="*/ 552452 h 567630"/>
                <a:gd name="connsiteX0" fmla="*/ 0 w 2076450"/>
                <a:gd name="connsiteY0" fmla="*/ 552557 h 560371"/>
                <a:gd name="connsiteX1" fmla="*/ 635000 w 2076450"/>
                <a:gd name="connsiteY1" fmla="*/ 463657 h 560371"/>
                <a:gd name="connsiteX2" fmla="*/ 1104900 w 2076450"/>
                <a:gd name="connsiteY2" fmla="*/ 107 h 560371"/>
                <a:gd name="connsiteX3" fmla="*/ 1511300 w 2076450"/>
                <a:gd name="connsiteY3" fmla="*/ 508107 h 560371"/>
                <a:gd name="connsiteX4" fmla="*/ 2076450 w 2076450"/>
                <a:gd name="connsiteY4" fmla="*/ 552557 h 560371"/>
                <a:gd name="connsiteX0" fmla="*/ 0 w 2076450"/>
                <a:gd name="connsiteY0" fmla="*/ 552460 h 552460"/>
                <a:gd name="connsiteX1" fmla="*/ 635000 w 2076450"/>
                <a:gd name="connsiteY1" fmla="*/ 463560 h 552460"/>
                <a:gd name="connsiteX2" fmla="*/ 1104900 w 2076450"/>
                <a:gd name="connsiteY2" fmla="*/ 10 h 552460"/>
                <a:gd name="connsiteX3" fmla="*/ 1466850 w 2076450"/>
                <a:gd name="connsiteY3" fmla="*/ 450860 h 552460"/>
                <a:gd name="connsiteX4" fmla="*/ 2076450 w 2076450"/>
                <a:gd name="connsiteY4" fmla="*/ 552460 h 552460"/>
                <a:gd name="connsiteX0" fmla="*/ 0 w 2076450"/>
                <a:gd name="connsiteY0" fmla="*/ 552460 h 553694"/>
                <a:gd name="connsiteX1" fmla="*/ 635000 w 2076450"/>
                <a:gd name="connsiteY1" fmla="*/ 463560 h 553694"/>
                <a:gd name="connsiteX2" fmla="*/ 1104900 w 2076450"/>
                <a:gd name="connsiteY2" fmla="*/ 10 h 553694"/>
                <a:gd name="connsiteX3" fmla="*/ 1466850 w 2076450"/>
                <a:gd name="connsiteY3" fmla="*/ 450860 h 553694"/>
                <a:gd name="connsiteX4" fmla="*/ 2076450 w 2076450"/>
                <a:gd name="connsiteY4" fmla="*/ 552460 h 553694"/>
                <a:gd name="connsiteX0" fmla="*/ 0 w 2076450"/>
                <a:gd name="connsiteY0" fmla="*/ 552453 h 555210"/>
                <a:gd name="connsiteX1" fmla="*/ 635000 w 2076450"/>
                <a:gd name="connsiteY1" fmla="*/ 463553 h 555210"/>
                <a:gd name="connsiteX2" fmla="*/ 1104900 w 2076450"/>
                <a:gd name="connsiteY2" fmla="*/ 3 h 555210"/>
                <a:gd name="connsiteX3" fmla="*/ 1498600 w 2076450"/>
                <a:gd name="connsiteY3" fmla="*/ 469903 h 555210"/>
                <a:gd name="connsiteX4" fmla="*/ 2076450 w 2076450"/>
                <a:gd name="connsiteY4" fmla="*/ 552453 h 555210"/>
                <a:gd name="connsiteX0" fmla="*/ 0 w 2076450"/>
                <a:gd name="connsiteY0" fmla="*/ 552510 h 553235"/>
                <a:gd name="connsiteX1" fmla="*/ 635000 w 2076450"/>
                <a:gd name="connsiteY1" fmla="*/ 463610 h 553235"/>
                <a:gd name="connsiteX2" fmla="*/ 1104900 w 2076450"/>
                <a:gd name="connsiteY2" fmla="*/ 60 h 553235"/>
                <a:gd name="connsiteX3" fmla="*/ 1479550 w 2076450"/>
                <a:gd name="connsiteY3" fmla="*/ 431860 h 553235"/>
                <a:gd name="connsiteX4" fmla="*/ 2076450 w 2076450"/>
                <a:gd name="connsiteY4" fmla="*/ 552510 h 553235"/>
                <a:gd name="connsiteX0" fmla="*/ 0 w 2076450"/>
                <a:gd name="connsiteY0" fmla="*/ 552510 h 553991"/>
                <a:gd name="connsiteX1" fmla="*/ 635000 w 2076450"/>
                <a:gd name="connsiteY1" fmla="*/ 463610 h 553991"/>
                <a:gd name="connsiteX2" fmla="*/ 1104900 w 2076450"/>
                <a:gd name="connsiteY2" fmla="*/ 60 h 553991"/>
                <a:gd name="connsiteX3" fmla="*/ 1479550 w 2076450"/>
                <a:gd name="connsiteY3" fmla="*/ 431860 h 553991"/>
                <a:gd name="connsiteX4" fmla="*/ 2076450 w 2076450"/>
                <a:gd name="connsiteY4" fmla="*/ 552510 h 553991"/>
                <a:gd name="connsiteX0" fmla="*/ 0 w 2076450"/>
                <a:gd name="connsiteY0" fmla="*/ 552514 h 553995"/>
                <a:gd name="connsiteX1" fmla="*/ 635000 w 2076450"/>
                <a:gd name="connsiteY1" fmla="*/ 463614 h 553995"/>
                <a:gd name="connsiteX2" fmla="*/ 1104900 w 2076450"/>
                <a:gd name="connsiteY2" fmla="*/ 64 h 553995"/>
                <a:gd name="connsiteX3" fmla="*/ 1479550 w 2076450"/>
                <a:gd name="connsiteY3" fmla="*/ 431864 h 553995"/>
                <a:gd name="connsiteX4" fmla="*/ 2076450 w 2076450"/>
                <a:gd name="connsiteY4" fmla="*/ 552514 h 553995"/>
                <a:gd name="connsiteX0" fmla="*/ 0 w 2076450"/>
                <a:gd name="connsiteY0" fmla="*/ 552453 h 553934"/>
                <a:gd name="connsiteX1" fmla="*/ 635000 w 2076450"/>
                <a:gd name="connsiteY1" fmla="*/ 463553 h 553934"/>
                <a:gd name="connsiteX2" fmla="*/ 1104900 w 2076450"/>
                <a:gd name="connsiteY2" fmla="*/ 3 h 553934"/>
                <a:gd name="connsiteX3" fmla="*/ 1479550 w 2076450"/>
                <a:gd name="connsiteY3" fmla="*/ 431803 h 553934"/>
                <a:gd name="connsiteX4" fmla="*/ 2076450 w 2076450"/>
                <a:gd name="connsiteY4" fmla="*/ 552453 h 553934"/>
                <a:gd name="connsiteX0" fmla="*/ 0 w 2076450"/>
                <a:gd name="connsiteY0" fmla="*/ 552453 h 556896"/>
                <a:gd name="connsiteX1" fmla="*/ 635000 w 2076450"/>
                <a:gd name="connsiteY1" fmla="*/ 463553 h 556896"/>
                <a:gd name="connsiteX2" fmla="*/ 1104900 w 2076450"/>
                <a:gd name="connsiteY2" fmla="*/ 3 h 556896"/>
                <a:gd name="connsiteX3" fmla="*/ 1498600 w 2076450"/>
                <a:gd name="connsiteY3" fmla="*/ 457203 h 556896"/>
                <a:gd name="connsiteX4" fmla="*/ 2076450 w 2076450"/>
                <a:gd name="connsiteY4" fmla="*/ 552453 h 556896"/>
                <a:gd name="connsiteX0" fmla="*/ 0 w 2076450"/>
                <a:gd name="connsiteY0" fmla="*/ 552453 h 554014"/>
                <a:gd name="connsiteX1" fmla="*/ 635000 w 2076450"/>
                <a:gd name="connsiteY1" fmla="*/ 463553 h 554014"/>
                <a:gd name="connsiteX2" fmla="*/ 1098550 w 2076450"/>
                <a:gd name="connsiteY2" fmla="*/ 3 h 554014"/>
                <a:gd name="connsiteX3" fmla="*/ 1498600 w 2076450"/>
                <a:gd name="connsiteY3" fmla="*/ 457203 h 554014"/>
                <a:gd name="connsiteX4" fmla="*/ 2076450 w 2076450"/>
                <a:gd name="connsiteY4" fmla="*/ 552453 h 554014"/>
                <a:gd name="connsiteX0" fmla="*/ 0 w 2076450"/>
                <a:gd name="connsiteY0" fmla="*/ 552459 h 553693"/>
                <a:gd name="connsiteX1" fmla="*/ 635000 w 2076450"/>
                <a:gd name="connsiteY1" fmla="*/ 463559 h 553693"/>
                <a:gd name="connsiteX2" fmla="*/ 1098550 w 2076450"/>
                <a:gd name="connsiteY2" fmla="*/ 9 h 553693"/>
                <a:gd name="connsiteX3" fmla="*/ 1485900 w 2076450"/>
                <a:gd name="connsiteY3" fmla="*/ 450859 h 553693"/>
                <a:gd name="connsiteX4" fmla="*/ 2076450 w 2076450"/>
                <a:gd name="connsiteY4" fmla="*/ 552459 h 553693"/>
                <a:gd name="connsiteX0" fmla="*/ 0 w 2076450"/>
                <a:gd name="connsiteY0" fmla="*/ 552459 h 556763"/>
                <a:gd name="connsiteX1" fmla="*/ 635000 w 2076450"/>
                <a:gd name="connsiteY1" fmla="*/ 463559 h 556763"/>
                <a:gd name="connsiteX2" fmla="*/ 1098550 w 2076450"/>
                <a:gd name="connsiteY2" fmla="*/ 9 h 556763"/>
                <a:gd name="connsiteX3" fmla="*/ 1485900 w 2076450"/>
                <a:gd name="connsiteY3" fmla="*/ 450859 h 556763"/>
                <a:gd name="connsiteX4" fmla="*/ 2076450 w 2076450"/>
                <a:gd name="connsiteY4" fmla="*/ 555634 h 556763"/>
                <a:gd name="connsiteX0" fmla="*/ 0 w 2076450"/>
                <a:gd name="connsiteY0" fmla="*/ 552459 h 556011"/>
                <a:gd name="connsiteX1" fmla="*/ 635000 w 2076450"/>
                <a:gd name="connsiteY1" fmla="*/ 463559 h 556011"/>
                <a:gd name="connsiteX2" fmla="*/ 1098550 w 2076450"/>
                <a:gd name="connsiteY2" fmla="*/ 9 h 556011"/>
                <a:gd name="connsiteX3" fmla="*/ 1485900 w 2076450"/>
                <a:gd name="connsiteY3" fmla="*/ 450859 h 556011"/>
                <a:gd name="connsiteX4" fmla="*/ 2076450 w 2076450"/>
                <a:gd name="connsiteY4" fmla="*/ 555634 h 556011"/>
                <a:gd name="connsiteX0" fmla="*/ 0 w 1952625"/>
                <a:gd name="connsiteY0" fmla="*/ 555634 h 556011"/>
                <a:gd name="connsiteX1" fmla="*/ 511175 w 1952625"/>
                <a:gd name="connsiteY1" fmla="*/ 463559 h 556011"/>
                <a:gd name="connsiteX2" fmla="*/ 974725 w 1952625"/>
                <a:gd name="connsiteY2" fmla="*/ 9 h 556011"/>
                <a:gd name="connsiteX3" fmla="*/ 1362075 w 1952625"/>
                <a:gd name="connsiteY3" fmla="*/ 450859 h 556011"/>
                <a:gd name="connsiteX4" fmla="*/ 1952625 w 1952625"/>
                <a:gd name="connsiteY4" fmla="*/ 555634 h 556011"/>
                <a:gd name="connsiteX0" fmla="*/ 0 w 1952625"/>
                <a:gd name="connsiteY0" fmla="*/ 555634 h 556011"/>
                <a:gd name="connsiteX1" fmla="*/ 511175 w 1952625"/>
                <a:gd name="connsiteY1" fmla="*/ 463559 h 556011"/>
                <a:gd name="connsiteX2" fmla="*/ 974725 w 1952625"/>
                <a:gd name="connsiteY2" fmla="*/ 9 h 556011"/>
                <a:gd name="connsiteX3" fmla="*/ 1362075 w 1952625"/>
                <a:gd name="connsiteY3" fmla="*/ 450859 h 556011"/>
                <a:gd name="connsiteX4" fmla="*/ 1952625 w 1952625"/>
                <a:gd name="connsiteY4" fmla="*/ 555634 h 556011"/>
                <a:gd name="connsiteX0" fmla="*/ 0 w 1952625"/>
                <a:gd name="connsiteY0" fmla="*/ 555626 h 556003"/>
                <a:gd name="connsiteX1" fmla="*/ 492125 w 1952625"/>
                <a:gd name="connsiteY1" fmla="*/ 454026 h 556003"/>
                <a:gd name="connsiteX2" fmla="*/ 974725 w 1952625"/>
                <a:gd name="connsiteY2" fmla="*/ 1 h 556003"/>
                <a:gd name="connsiteX3" fmla="*/ 1362075 w 1952625"/>
                <a:gd name="connsiteY3" fmla="*/ 450851 h 556003"/>
                <a:gd name="connsiteX4" fmla="*/ 1952625 w 1952625"/>
                <a:gd name="connsiteY4" fmla="*/ 555626 h 556003"/>
                <a:gd name="connsiteX0" fmla="*/ 0 w 1952625"/>
                <a:gd name="connsiteY0" fmla="*/ 555627 h 555957"/>
                <a:gd name="connsiteX1" fmla="*/ 492125 w 1952625"/>
                <a:gd name="connsiteY1" fmla="*/ 454027 h 555957"/>
                <a:gd name="connsiteX2" fmla="*/ 974725 w 1952625"/>
                <a:gd name="connsiteY2" fmla="*/ 2 h 555957"/>
                <a:gd name="connsiteX3" fmla="*/ 1454150 w 1952625"/>
                <a:gd name="connsiteY3" fmla="*/ 447677 h 555957"/>
                <a:gd name="connsiteX4" fmla="*/ 1952625 w 1952625"/>
                <a:gd name="connsiteY4" fmla="*/ 555627 h 555957"/>
                <a:gd name="connsiteX0" fmla="*/ 0 w 1952625"/>
                <a:gd name="connsiteY0" fmla="*/ 555627 h 556133"/>
                <a:gd name="connsiteX1" fmla="*/ 492125 w 1952625"/>
                <a:gd name="connsiteY1" fmla="*/ 454027 h 556133"/>
                <a:gd name="connsiteX2" fmla="*/ 974725 w 1952625"/>
                <a:gd name="connsiteY2" fmla="*/ 2 h 556133"/>
                <a:gd name="connsiteX3" fmla="*/ 1454150 w 1952625"/>
                <a:gd name="connsiteY3" fmla="*/ 447677 h 556133"/>
                <a:gd name="connsiteX4" fmla="*/ 1952625 w 1952625"/>
                <a:gd name="connsiteY4" fmla="*/ 555627 h 556133"/>
                <a:gd name="connsiteX0" fmla="*/ 0 w 1952625"/>
                <a:gd name="connsiteY0" fmla="*/ 555627 h 556194"/>
                <a:gd name="connsiteX1" fmla="*/ 492125 w 1952625"/>
                <a:gd name="connsiteY1" fmla="*/ 454027 h 556194"/>
                <a:gd name="connsiteX2" fmla="*/ 974725 w 1952625"/>
                <a:gd name="connsiteY2" fmla="*/ 2 h 556194"/>
                <a:gd name="connsiteX3" fmla="*/ 1454150 w 1952625"/>
                <a:gd name="connsiteY3" fmla="*/ 447677 h 556194"/>
                <a:gd name="connsiteX4" fmla="*/ 1952625 w 1952625"/>
                <a:gd name="connsiteY4" fmla="*/ 555627 h 5561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52625" h="556194">
                  <a:moveTo>
                    <a:pt x="0" y="555627"/>
                  </a:moveTo>
                  <a:cubicBezTo>
                    <a:pt x="238125" y="557214"/>
                    <a:pt x="259821" y="562506"/>
                    <a:pt x="492125" y="454027"/>
                  </a:cubicBezTo>
                  <a:cubicBezTo>
                    <a:pt x="724429" y="345548"/>
                    <a:pt x="814388" y="1060"/>
                    <a:pt x="974725" y="2"/>
                  </a:cubicBezTo>
                  <a:cubicBezTo>
                    <a:pt x="1135062" y="-1056"/>
                    <a:pt x="1218142" y="345548"/>
                    <a:pt x="1454150" y="447677"/>
                  </a:cubicBezTo>
                  <a:cubicBezTo>
                    <a:pt x="1690158" y="549806"/>
                    <a:pt x="1711325" y="558802"/>
                    <a:pt x="1952625" y="555627"/>
                  </a:cubicBezTo>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4" name="任意形状 23">
              <a:extLst>
                <a:ext uri="{FF2B5EF4-FFF2-40B4-BE49-F238E27FC236}">
                  <a16:creationId xmlns:a16="http://schemas.microsoft.com/office/drawing/2014/main" id="{A65066DD-8601-492B-037F-293A53EA454C}"/>
                </a:ext>
              </a:extLst>
            </p:cNvPr>
            <p:cNvSpPr/>
            <p:nvPr/>
          </p:nvSpPr>
          <p:spPr>
            <a:xfrm>
              <a:off x="3392497" y="4254499"/>
              <a:ext cx="1278643" cy="364214"/>
            </a:xfrm>
            <a:custGeom>
              <a:avLst/>
              <a:gdLst>
                <a:gd name="connsiteX0" fmla="*/ 0 w 2076450"/>
                <a:gd name="connsiteY0" fmla="*/ 514352 h 563845"/>
                <a:gd name="connsiteX1" fmla="*/ 584200 w 2076450"/>
                <a:gd name="connsiteY1" fmla="*/ 514352 h 563845"/>
                <a:gd name="connsiteX2" fmla="*/ 1104900 w 2076450"/>
                <a:gd name="connsiteY2" fmla="*/ 2 h 563845"/>
                <a:gd name="connsiteX3" fmla="*/ 1511300 w 2076450"/>
                <a:gd name="connsiteY3" fmla="*/ 508002 h 563845"/>
                <a:gd name="connsiteX4" fmla="*/ 2076450 w 2076450"/>
                <a:gd name="connsiteY4" fmla="*/ 552452 h 563845"/>
                <a:gd name="connsiteX0" fmla="*/ 0 w 2076450"/>
                <a:gd name="connsiteY0" fmla="*/ 552452 h 584518"/>
                <a:gd name="connsiteX1" fmla="*/ 584200 w 2076450"/>
                <a:gd name="connsiteY1" fmla="*/ 514352 h 584518"/>
                <a:gd name="connsiteX2" fmla="*/ 1104900 w 2076450"/>
                <a:gd name="connsiteY2" fmla="*/ 2 h 584518"/>
                <a:gd name="connsiteX3" fmla="*/ 1511300 w 2076450"/>
                <a:gd name="connsiteY3" fmla="*/ 508002 h 584518"/>
                <a:gd name="connsiteX4" fmla="*/ 2076450 w 2076450"/>
                <a:gd name="connsiteY4" fmla="*/ 552452 h 584518"/>
                <a:gd name="connsiteX0" fmla="*/ 0 w 2076450"/>
                <a:gd name="connsiteY0" fmla="*/ 552452 h 567630"/>
                <a:gd name="connsiteX1" fmla="*/ 584200 w 2076450"/>
                <a:gd name="connsiteY1" fmla="*/ 514352 h 567630"/>
                <a:gd name="connsiteX2" fmla="*/ 1104900 w 2076450"/>
                <a:gd name="connsiteY2" fmla="*/ 2 h 567630"/>
                <a:gd name="connsiteX3" fmla="*/ 1511300 w 2076450"/>
                <a:gd name="connsiteY3" fmla="*/ 508002 h 567630"/>
                <a:gd name="connsiteX4" fmla="*/ 2076450 w 2076450"/>
                <a:gd name="connsiteY4" fmla="*/ 552452 h 567630"/>
                <a:gd name="connsiteX0" fmla="*/ 0 w 2076450"/>
                <a:gd name="connsiteY0" fmla="*/ 552557 h 560371"/>
                <a:gd name="connsiteX1" fmla="*/ 635000 w 2076450"/>
                <a:gd name="connsiteY1" fmla="*/ 463657 h 560371"/>
                <a:gd name="connsiteX2" fmla="*/ 1104900 w 2076450"/>
                <a:gd name="connsiteY2" fmla="*/ 107 h 560371"/>
                <a:gd name="connsiteX3" fmla="*/ 1511300 w 2076450"/>
                <a:gd name="connsiteY3" fmla="*/ 508107 h 560371"/>
                <a:gd name="connsiteX4" fmla="*/ 2076450 w 2076450"/>
                <a:gd name="connsiteY4" fmla="*/ 552557 h 560371"/>
                <a:gd name="connsiteX0" fmla="*/ 0 w 2076450"/>
                <a:gd name="connsiteY0" fmla="*/ 552460 h 552460"/>
                <a:gd name="connsiteX1" fmla="*/ 635000 w 2076450"/>
                <a:gd name="connsiteY1" fmla="*/ 463560 h 552460"/>
                <a:gd name="connsiteX2" fmla="*/ 1104900 w 2076450"/>
                <a:gd name="connsiteY2" fmla="*/ 10 h 552460"/>
                <a:gd name="connsiteX3" fmla="*/ 1466850 w 2076450"/>
                <a:gd name="connsiteY3" fmla="*/ 450860 h 552460"/>
                <a:gd name="connsiteX4" fmla="*/ 2076450 w 2076450"/>
                <a:gd name="connsiteY4" fmla="*/ 552460 h 552460"/>
                <a:gd name="connsiteX0" fmla="*/ 0 w 2076450"/>
                <a:gd name="connsiteY0" fmla="*/ 552460 h 553694"/>
                <a:gd name="connsiteX1" fmla="*/ 635000 w 2076450"/>
                <a:gd name="connsiteY1" fmla="*/ 463560 h 553694"/>
                <a:gd name="connsiteX2" fmla="*/ 1104900 w 2076450"/>
                <a:gd name="connsiteY2" fmla="*/ 10 h 553694"/>
                <a:gd name="connsiteX3" fmla="*/ 1466850 w 2076450"/>
                <a:gd name="connsiteY3" fmla="*/ 450860 h 553694"/>
                <a:gd name="connsiteX4" fmla="*/ 2076450 w 2076450"/>
                <a:gd name="connsiteY4" fmla="*/ 552460 h 553694"/>
                <a:gd name="connsiteX0" fmla="*/ 0 w 2076450"/>
                <a:gd name="connsiteY0" fmla="*/ 552453 h 555210"/>
                <a:gd name="connsiteX1" fmla="*/ 635000 w 2076450"/>
                <a:gd name="connsiteY1" fmla="*/ 463553 h 555210"/>
                <a:gd name="connsiteX2" fmla="*/ 1104900 w 2076450"/>
                <a:gd name="connsiteY2" fmla="*/ 3 h 555210"/>
                <a:gd name="connsiteX3" fmla="*/ 1498600 w 2076450"/>
                <a:gd name="connsiteY3" fmla="*/ 469903 h 555210"/>
                <a:gd name="connsiteX4" fmla="*/ 2076450 w 2076450"/>
                <a:gd name="connsiteY4" fmla="*/ 552453 h 555210"/>
                <a:gd name="connsiteX0" fmla="*/ 0 w 2076450"/>
                <a:gd name="connsiteY0" fmla="*/ 552510 h 553235"/>
                <a:gd name="connsiteX1" fmla="*/ 635000 w 2076450"/>
                <a:gd name="connsiteY1" fmla="*/ 463610 h 553235"/>
                <a:gd name="connsiteX2" fmla="*/ 1104900 w 2076450"/>
                <a:gd name="connsiteY2" fmla="*/ 60 h 553235"/>
                <a:gd name="connsiteX3" fmla="*/ 1479550 w 2076450"/>
                <a:gd name="connsiteY3" fmla="*/ 431860 h 553235"/>
                <a:gd name="connsiteX4" fmla="*/ 2076450 w 2076450"/>
                <a:gd name="connsiteY4" fmla="*/ 552510 h 553235"/>
                <a:gd name="connsiteX0" fmla="*/ 0 w 2076450"/>
                <a:gd name="connsiteY0" fmla="*/ 552510 h 553991"/>
                <a:gd name="connsiteX1" fmla="*/ 635000 w 2076450"/>
                <a:gd name="connsiteY1" fmla="*/ 463610 h 553991"/>
                <a:gd name="connsiteX2" fmla="*/ 1104900 w 2076450"/>
                <a:gd name="connsiteY2" fmla="*/ 60 h 553991"/>
                <a:gd name="connsiteX3" fmla="*/ 1479550 w 2076450"/>
                <a:gd name="connsiteY3" fmla="*/ 431860 h 553991"/>
                <a:gd name="connsiteX4" fmla="*/ 2076450 w 2076450"/>
                <a:gd name="connsiteY4" fmla="*/ 552510 h 553991"/>
                <a:gd name="connsiteX0" fmla="*/ 0 w 2076450"/>
                <a:gd name="connsiteY0" fmla="*/ 552514 h 553995"/>
                <a:gd name="connsiteX1" fmla="*/ 635000 w 2076450"/>
                <a:gd name="connsiteY1" fmla="*/ 463614 h 553995"/>
                <a:gd name="connsiteX2" fmla="*/ 1104900 w 2076450"/>
                <a:gd name="connsiteY2" fmla="*/ 64 h 553995"/>
                <a:gd name="connsiteX3" fmla="*/ 1479550 w 2076450"/>
                <a:gd name="connsiteY3" fmla="*/ 431864 h 553995"/>
                <a:gd name="connsiteX4" fmla="*/ 2076450 w 2076450"/>
                <a:gd name="connsiteY4" fmla="*/ 552514 h 553995"/>
                <a:gd name="connsiteX0" fmla="*/ 0 w 2076450"/>
                <a:gd name="connsiteY0" fmla="*/ 552453 h 553934"/>
                <a:gd name="connsiteX1" fmla="*/ 635000 w 2076450"/>
                <a:gd name="connsiteY1" fmla="*/ 463553 h 553934"/>
                <a:gd name="connsiteX2" fmla="*/ 1104900 w 2076450"/>
                <a:gd name="connsiteY2" fmla="*/ 3 h 553934"/>
                <a:gd name="connsiteX3" fmla="*/ 1479550 w 2076450"/>
                <a:gd name="connsiteY3" fmla="*/ 431803 h 553934"/>
                <a:gd name="connsiteX4" fmla="*/ 2076450 w 2076450"/>
                <a:gd name="connsiteY4" fmla="*/ 552453 h 553934"/>
                <a:gd name="connsiteX0" fmla="*/ 0 w 2076450"/>
                <a:gd name="connsiteY0" fmla="*/ 552453 h 556896"/>
                <a:gd name="connsiteX1" fmla="*/ 635000 w 2076450"/>
                <a:gd name="connsiteY1" fmla="*/ 463553 h 556896"/>
                <a:gd name="connsiteX2" fmla="*/ 1104900 w 2076450"/>
                <a:gd name="connsiteY2" fmla="*/ 3 h 556896"/>
                <a:gd name="connsiteX3" fmla="*/ 1498600 w 2076450"/>
                <a:gd name="connsiteY3" fmla="*/ 457203 h 556896"/>
                <a:gd name="connsiteX4" fmla="*/ 2076450 w 2076450"/>
                <a:gd name="connsiteY4" fmla="*/ 552453 h 556896"/>
                <a:gd name="connsiteX0" fmla="*/ 0 w 2076450"/>
                <a:gd name="connsiteY0" fmla="*/ 552453 h 554014"/>
                <a:gd name="connsiteX1" fmla="*/ 635000 w 2076450"/>
                <a:gd name="connsiteY1" fmla="*/ 463553 h 554014"/>
                <a:gd name="connsiteX2" fmla="*/ 1098550 w 2076450"/>
                <a:gd name="connsiteY2" fmla="*/ 3 h 554014"/>
                <a:gd name="connsiteX3" fmla="*/ 1498600 w 2076450"/>
                <a:gd name="connsiteY3" fmla="*/ 457203 h 554014"/>
                <a:gd name="connsiteX4" fmla="*/ 2076450 w 2076450"/>
                <a:gd name="connsiteY4" fmla="*/ 552453 h 554014"/>
                <a:gd name="connsiteX0" fmla="*/ 0 w 2076450"/>
                <a:gd name="connsiteY0" fmla="*/ 552459 h 553693"/>
                <a:gd name="connsiteX1" fmla="*/ 635000 w 2076450"/>
                <a:gd name="connsiteY1" fmla="*/ 463559 h 553693"/>
                <a:gd name="connsiteX2" fmla="*/ 1098550 w 2076450"/>
                <a:gd name="connsiteY2" fmla="*/ 9 h 553693"/>
                <a:gd name="connsiteX3" fmla="*/ 1485900 w 2076450"/>
                <a:gd name="connsiteY3" fmla="*/ 450859 h 553693"/>
                <a:gd name="connsiteX4" fmla="*/ 2076450 w 2076450"/>
                <a:gd name="connsiteY4" fmla="*/ 552459 h 553693"/>
                <a:gd name="connsiteX0" fmla="*/ 0 w 2076450"/>
                <a:gd name="connsiteY0" fmla="*/ 552459 h 556763"/>
                <a:gd name="connsiteX1" fmla="*/ 635000 w 2076450"/>
                <a:gd name="connsiteY1" fmla="*/ 463559 h 556763"/>
                <a:gd name="connsiteX2" fmla="*/ 1098550 w 2076450"/>
                <a:gd name="connsiteY2" fmla="*/ 9 h 556763"/>
                <a:gd name="connsiteX3" fmla="*/ 1485900 w 2076450"/>
                <a:gd name="connsiteY3" fmla="*/ 450859 h 556763"/>
                <a:gd name="connsiteX4" fmla="*/ 2076450 w 2076450"/>
                <a:gd name="connsiteY4" fmla="*/ 555634 h 556763"/>
                <a:gd name="connsiteX0" fmla="*/ 0 w 2076450"/>
                <a:gd name="connsiteY0" fmla="*/ 552459 h 556011"/>
                <a:gd name="connsiteX1" fmla="*/ 635000 w 2076450"/>
                <a:gd name="connsiteY1" fmla="*/ 463559 h 556011"/>
                <a:gd name="connsiteX2" fmla="*/ 1098550 w 2076450"/>
                <a:gd name="connsiteY2" fmla="*/ 9 h 556011"/>
                <a:gd name="connsiteX3" fmla="*/ 1485900 w 2076450"/>
                <a:gd name="connsiteY3" fmla="*/ 450859 h 556011"/>
                <a:gd name="connsiteX4" fmla="*/ 2076450 w 2076450"/>
                <a:gd name="connsiteY4" fmla="*/ 555634 h 556011"/>
                <a:gd name="connsiteX0" fmla="*/ 0 w 1952625"/>
                <a:gd name="connsiteY0" fmla="*/ 555634 h 556011"/>
                <a:gd name="connsiteX1" fmla="*/ 511175 w 1952625"/>
                <a:gd name="connsiteY1" fmla="*/ 463559 h 556011"/>
                <a:gd name="connsiteX2" fmla="*/ 974725 w 1952625"/>
                <a:gd name="connsiteY2" fmla="*/ 9 h 556011"/>
                <a:gd name="connsiteX3" fmla="*/ 1362075 w 1952625"/>
                <a:gd name="connsiteY3" fmla="*/ 450859 h 556011"/>
                <a:gd name="connsiteX4" fmla="*/ 1952625 w 1952625"/>
                <a:gd name="connsiteY4" fmla="*/ 555634 h 556011"/>
                <a:gd name="connsiteX0" fmla="*/ 0 w 1952625"/>
                <a:gd name="connsiteY0" fmla="*/ 555634 h 556011"/>
                <a:gd name="connsiteX1" fmla="*/ 511175 w 1952625"/>
                <a:gd name="connsiteY1" fmla="*/ 463559 h 556011"/>
                <a:gd name="connsiteX2" fmla="*/ 974725 w 1952625"/>
                <a:gd name="connsiteY2" fmla="*/ 9 h 556011"/>
                <a:gd name="connsiteX3" fmla="*/ 1362075 w 1952625"/>
                <a:gd name="connsiteY3" fmla="*/ 450859 h 556011"/>
                <a:gd name="connsiteX4" fmla="*/ 1952625 w 1952625"/>
                <a:gd name="connsiteY4" fmla="*/ 555634 h 556011"/>
                <a:gd name="connsiteX0" fmla="*/ 0 w 1952625"/>
                <a:gd name="connsiteY0" fmla="*/ 555626 h 556003"/>
                <a:gd name="connsiteX1" fmla="*/ 492125 w 1952625"/>
                <a:gd name="connsiteY1" fmla="*/ 454026 h 556003"/>
                <a:gd name="connsiteX2" fmla="*/ 974725 w 1952625"/>
                <a:gd name="connsiteY2" fmla="*/ 1 h 556003"/>
                <a:gd name="connsiteX3" fmla="*/ 1362075 w 1952625"/>
                <a:gd name="connsiteY3" fmla="*/ 450851 h 556003"/>
                <a:gd name="connsiteX4" fmla="*/ 1952625 w 1952625"/>
                <a:gd name="connsiteY4" fmla="*/ 555626 h 556003"/>
                <a:gd name="connsiteX0" fmla="*/ 0 w 1952625"/>
                <a:gd name="connsiteY0" fmla="*/ 555627 h 555957"/>
                <a:gd name="connsiteX1" fmla="*/ 492125 w 1952625"/>
                <a:gd name="connsiteY1" fmla="*/ 454027 h 555957"/>
                <a:gd name="connsiteX2" fmla="*/ 974725 w 1952625"/>
                <a:gd name="connsiteY2" fmla="*/ 2 h 555957"/>
                <a:gd name="connsiteX3" fmla="*/ 1454150 w 1952625"/>
                <a:gd name="connsiteY3" fmla="*/ 447677 h 555957"/>
                <a:gd name="connsiteX4" fmla="*/ 1952625 w 1952625"/>
                <a:gd name="connsiteY4" fmla="*/ 555627 h 555957"/>
                <a:gd name="connsiteX0" fmla="*/ 0 w 1952625"/>
                <a:gd name="connsiteY0" fmla="*/ 555627 h 556133"/>
                <a:gd name="connsiteX1" fmla="*/ 492125 w 1952625"/>
                <a:gd name="connsiteY1" fmla="*/ 454027 h 556133"/>
                <a:gd name="connsiteX2" fmla="*/ 974725 w 1952625"/>
                <a:gd name="connsiteY2" fmla="*/ 2 h 556133"/>
                <a:gd name="connsiteX3" fmla="*/ 1454150 w 1952625"/>
                <a:gd name="connsiteY3" fmla="*/ 447677 h 556133"/>
                <a:gd name="connsiteX4" fmla="*/ 1952625 w 1952625"/>
                <a:gd name="connsiteY4" fmla="*/ 555627 h 556133"/>
                <a:gd name="connsiteX0" fmla="*/ 0 w 1952625"/>
                <a:gd name="connsiteY0" fmla="*/ 555627 h 556194"/>
                <a:gd name="connsiteX1" fmla="*/ 492125 w 1952625"/>
                <a:gd name="connsiteY1" fmla="*/ 454027 h 556194"/>
                <a:gd name="connsiteX2" fmla="*/ 974725 w 1952625"/>
                <a:gd name="connsiteY2" fmla="*/ 2 h 556194"/>
                <a:gd name="connsiteX3" fmla="*/ 1454150 w 1952625"/>
                <a:gd name="connsiteY3" fmla="*/ 447677 h 556194"/>
                <a:gd name="connsiteX4" fmla="*/ 1952625 w 1952625"/>
                <a:gd name="connsiteY4" fmla="*/ 555627 h 5561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52625" h="556194">
                  <a:moveTo>
                    <a:pt x="0" y="555627"/>
                  </a:moveTo>
                  <a:cubicBezTo>
                    <a:pt x="238125" y="557214"/>
                    <a:pt x="259821" y="562506"/>
                    <a:pt x="492125" y="454027"/>
                  </a:cubicBezTo>
                  <a:cubicBezTo>
                    <a:pt x="724429" y="345548"/>
                    <a:pt x="814388" y="1060"/>
                    <a:pt x="974725" y="2"/>
                  </a:cubicBezTo>
                  <a:cubicBezTo>
                    <a:pt x="1135062" y="-1056"/>
                    <a:pt x="1218142" y="345548"/>
                    <a:pt x="1454150" y="447677"/>
                  </a:cubicBezTo>
                  <a:cubicBezTo>
                    <a:pt x="1690158" y="549806"/>
                    <a:pt x="1711325" y="558802"/>
                    <a:pt x="1952625" y="555627"/>
                  </a:cubicBezTo>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25" name="组合 24">
            <a:extLst>
              <a:ext uri="{FF2B5EF4-FFF2-40B4-BE49-F238E27FC236}">
                <a16:creationId xmlns:a16="http://schemas.microsoft.com/office/drawing/2014/main" id="{2B360B48-0577-A498-CE2D-ACEE57FA0604}"/>
              </a:ext>
            </a:extLst>
          </p:cNvPr>
          <p:cNvGrpSpPr/>
          <p:nvPr/>
        </p:nvGrpSpPr>
        <p:grpSpPr>
          <a:xfrm>
            <a:off x="1838323" y="4572993"/>
            <a:ext cx="1624814" cy="45719"/>
            <a:chOff x="3392497" y="4254499"/>
            <a:chExt cx="1278644" cy="364214"/>
          </a:xfrm>
        </p:grpSpPr>
        <p:sp>
          <p:nvSpPr>
            <p:cNvPr id="26" name="任意形状 25">
              <a:extLst>
                <a:ext uri="{FF2B5EF4-FFF2-40B4-BE49-F238E27FC236}">
                  <a16:creationId xmlns:a16="http://schemas.microsoft.com/office/drawing/2014/main" id="{4730A0C1-01D9-3E89-194F-79E51AA73491}"/>
                </a:ext>
              </a:extLst>
            </p:cNvPr>
            <p:cNvSpPr/>
            <p:nvPr/>
          </p:nvSpPr>
          <p:spPr>
            <a:xfrm>
              <a:off x="3392498" y="4254499"/>
              <a:ext cx="1278643" cy="364214"/>
            </a:xfrm>
            <a:custGeom>
              <a:avLst/>
              <a:gdLst>
                <a:gd name="connsiteX0" fmla="*/ 0 w 2076450"/>
                <a:gd name="connsiteY0" fmla="*/ 514352 h 563845"/>
                <a:gd name="connsiteX1" fmla="*/ 584200 w 2076450"/>
                <a:gd name="connsiteY1" fmla="*/ 514352 h 563845"/>
                <a:gd name="connsiteX2" fmla="*/ 1104900 w 2076450"/>
                <a:gd name="connsiteY2" fmla="*/ 2 h 563845"/>
                <a:gd name="connsiteX3" fmla="*/ 1511300 w 2076450"/>
                <a:gd name="connsiteY3" fmla="*/ 508002 h 563845"/>
                <a:gd name="connsiteX4" fmla="*/ 2076450 w 2076450"/>
                <a:gd name="connsiteY4" fmla="*/ 552452 h 563845"/>
                <a:gd name="connsiteX0" fmla="*/ 0 w 2076450"/>
                <a:gd name="connsiteY0" fmla="*/ 552452 h 584518"/>
                <a:gd name="connsiteX1" fmla="*/ 584200 w 2076450"/>
                <a:gd name="connsiteY1" fmla="*/ 514352 h 584518"/>
                <a:gd name="connsiteX2" fmla="*/ 1104900 w 2076450"/>
                <a:gd name="connsiteY2" fmla="*/ 2 h 584518"/>
                <a:gd name="connsiteX3" fmla="*/ 1511300 w 2076450"/>
                <a:gd name="connsiteY3" fmla="*/ 508002 h 584518"/>
                <a:gd name="connsiteX4" fmla="*/ 2076450 w 2076450"/>
                <a:gd name="connsiteY4" fmla="*/ 552452 h 584518"/>
                <a:gd name="connsiteX0" fmla="*/ 0 w 2076450"/>
                <a:gd name="connsiteY0" fmla="*/ 552452 h 567630"/>
                <a:gd name="connsiteX1" fmla="*/ 584200 w 2076450"/>
                <a:gd name="connsiteY1" fmla="*/ 514352 h 567630"/>
                <a:gd name="connsiteX2" fmla="*/ 1104900 w 2076450"/>
                <a:gd name="connsiteY2" fmla="*/ 2 h 567630"/>
                <a:gd name="connsiteX3" fmla="*/ 1511300 w 2076450"/>
                <a:gd name="connsiteY3" fmla="*/ 508002 h 567630"/>
                <a:gd name="connsiteX4" fmla="*/ 2076450 w 2076450"/>
                <a:gd name="connsiteY4" fmla="*/ 552452 h 567630"/>
                <a:gd name="connsiteX0" fmla="*/ 0 w 2076450"/>
                <a:gd name="connsiteY0" fmla="*/ 552557 h 560371"/>
                <a:gd name="connsiteX1" fmla="*/ 635000 w 2076450"/>
                <a:gd name="connsiteY1" fmla="*/ 463657 h 560371"/>
                <a:gd name="connsiteX2" fmla="*/ 1104900 w 2076450"/>
                <a:gd name="connsiteY2" fmla="*/ 107 h 560371"/>
                <a:gd name="connsiteX3" fmla="*/ 1511300 w 2076450"/>
                <a:gd name="connsiteY3" fmla="*/ 508107 h 560371"/>
                <a:gd name="connsiteX4" fmla="*/ 2076450 w 2076450"/>
                <a:gd name="connsiteY4" fmla="*/ 552557 h 560371"/>
                <a:gd name="connsiteX0" fmla="*/ 0 w 2076450"/>
                <a:gd name="connsiteY0" fmla="*/ 552460 h 552460"/>
                <a:gd name="connsiteX1" fmla="*/ 635000 w 2076450"/>
                <a:gd name="connsiteY1" fmla="*/ 463560 h 552460"/>
                <a:gd name="connsiteX2" fmla="*/ 1104900 w 2076450"/>
                <a:gd name="connsiteY2" fmla="*/ 10 h 552460"/>
                <a:gd name="connsiteX3" fmla="*/ 1466850 w 2076450"/>
                <a:gd name="connsiteY3" fmla="*/ 450860 h 552460"/>
                <a:gd name="connsiteX4" fmla="*/ 2076450 w 2076450"/>
                <a:gd name="connsiteY4" fmla="*/ 552460 h 552460"/>
                <a:gd name="connsiteX0" fmla="*/ 0 w 2076450"/>
                <a:gd name="connsiteY0" fmla="*/ 552460 h 553694"/>
                <a:gd name="connsiteX1" fmla="*/ 635000 w 2076450"/>
                <a:gd name="connsiteY1" fmla="*/ 463560 h 553694"/>
                <a:gd name="connsiteX2" fmla="*/ 1104900 w 2076450"/>
                <a:gd name="connsiteY2" fmla="*/ 10 h 553694"/>
                <a:gd name="connsiteX3" fmla="*/ 1466850 w 2076450"/>
                <a:gd name="connsiteY3" fmla="*/ 450860 h 553694"/>
                <a:gd name="connsiteX4" fmla="*/ 2076450 w 2076450"/>
                <a:gd name="connsiteY4" fmla="*/ 552460 h 553694"/>
                <a:gd name="connsiteX0" fmla="*/ 0 w 2076450"/>
                <a:gd name="connsiteY0" fmla="*/ 552453 h 555210"/>
                <a:gd name="connsiteX1" fmla="*/ 635000 w 2076450"/>
                <a:gd name="connsiteY1" fmla="*/ 463553 h 555210"/>
                <a:gd name="connsiteX2" fmla="*/ 1104900 w 2076450"/>
                <a:gd name="connsiteY2" fmla="*/ 3 h 555210"/>
                <a:gd name="connsiteX3" fmla="*/ 1498600 w 2076450"/>
                <a:gd name="connsiteY3" fmla="*/ 469903 h 555210"/>
                <a:gd name="connsiteX4" fmla="*/ 2076450 w 2076450"/>
                <a:gd name="connsiteY4" fmla="*/ 552453 h 555210"/>
                <a:gd name="connsiteX0" fmla="*/ 0 w 2076450"/>
                <a:gd name="connsiteY0" fmla="*/ 552510 h 553235"/>
                <a:gd name="connsiteX1" fmla="*/ 635000 w 2076450"/>
                <a:gd name="connsiteY1" fmla="*/ 463610 h 553235"/>
                <a:gd name="connsiteX2" fmla="*/ 1104900 w 2076450"/>
                <a:gd name="connsiteY2" fmla="*/ 60 h 553235"/>
                <a:gd name="connsiteX3" fmla="*/ 1479550 w 2076450"/>
                <a:gd name="connsiteY3" fmla="*/ 431860 h 553235"/>
                <a:gd name="connsiteX4" fmla="*/ 2076450 w 2076450"/>
                <a:gd name="connsiteY4" fmla="*/ 552510 h 553235"/>
                <a:gd name="connsiteX0" fmla="*/ 0 w 2076450"/>
                <a:gd name="connsiteY0" fmla="*/ 552510 h 553991"/>
                <a:gd name="connsiteX1" fmla="*/ 635000 w 2076450"/>
                <a:gd name="connsiteY1" fmla="*/ 463610 h 553991"/>
                <a:gd name="connsiteX2" fmla="*/ 1104900 w 2076450"/>
                <a:gd name="connsiteY2" fmla="*/ 60 h 553991"/>
                <a:gd name="connsiteX3" fmla="*/ 1479550 w 2076450"/>
                <a:gd name="connsiteY3" fmla="*/ 431860 h 553991"/>
                <a:gd name="connsiteX4" fmla="*/ 2076450 w 2076450"/>
                <a:gd name="connsiteY4" fmla="*/ 552510 h 553991"/>
                <a:gd name="connsiteX0" fmla="*/ 0 w 2076450"/>
                <a:gd name="connsiteY0" fmla="*/ 552514 h 553995"/>
                <a:gd name="connsiteX1" fmla="*/ 635000 w 2076450"/>
                <a:gd name="connsiteY1" fmla="*/ 463614 h 553995"/>
                <a:gd name="connsiteX2" fmla="*/ 1104900 w 2076450"/>
                <a:gd name="connsiteY2" fmla="*/ 64 h 553995"/>
                <a:gd name="connsiteX3" fmla="*/ 1479550 w 2076450"/>
                <a:gd name="connsiteY3" fmla="*/ 431864 h 553995"/>
                <a:gd name="connsiteX4" fmla="*/ 2076450 w 2076450"/>
                <a:gd name="connsiteY4" fmla="*/ 552514 h 553995"/>
                <a:gd name="connsiteX0" fmla="*/ 0 w 2076450"/>
                <a:gd name="connsiteY0" fmla="*/ 552453 h 553934"/>
                <a:gd name="connsiteX1" fmla="*/ 635000 w 2076450"/>
                <a:gd name="connsiteY1" fmla="*/ 463553 h 553934"/>
                <a:gd name="connsiteX2" fmla="*/ 1104900 w 2076450"/>
                <a:gd name="connsiteY2" fmla="*/ 3 h 553934"/>
                <a:gd name="connsiteX3" fmla="*/ 1479550 w 2076450"/>
                <a:gd name="connsiteY3" fmla="*/ 431803 h 553934"/>
                <a:gd name="connsiteX4" fmla="*/ 2076450 w 2076450"/>
                <a:gd name="connsiteY4" fmla="*/ 552453 h 553934"/>
                <a:gd name="connsiteX0" fmla="*/ 0 w 2076450"/>
                <a:gd name="connsiteY0" fmla="*/ 552453 h 556896"/>
                <a:gd name="connsiteX1" fmla="*/ 635000 w 2076450"/>
                <a:gd name="connsiteY1" fmla="*/ 463553 h 556896"/>
                <a:gd name="connsiteX2" fmla="*/ 1104900 w 2076450"/>
                <a:gd name="connsiteY2" fmla="*/ 3 h 556896"/>
                <a:gd name="connsiteX3" fmla="*/ 1498600 w 2076450"/>
                <a:gd name="connsiteY3" fmla="*/ 457203 h 556896"/>
                <a:gd name="connsiteX4" fmla="*/ 2076450 w 2076450"/>
                <a:gd name="connsiteY4" fmla="*/ 552453 h 556896"/>
                <a:gd name="connsiteX0" fmla="*/ 0 w 2076450"/>
                <a:gd name="connsiteY0" fmla="*/ 552453 h 554014"/>
                <a:gd name="connsiteX1" fmla="*/ 635000 w 2076450"/>
                <a:gd name="connsiteY1" fmla="*/ 463553 h 554014"/>
                <a:gd name="connsiteX2" fmla="*/ 1098550 w 2076450"/>
                <a:gd name="connsiteY2" fmla="*/ 3 h 554014"/>
                <a:gd name="connsiteX3" fmla="*/ 1498600 w 2076450"/>
                <a:gd name="connsiteY3" fmla="*/ 457203 h 554014"/>
                <a:gd name="connsiteX4" fmla="*/ 2076450 w 2076450"/>
                <a:gd name="connsiteY4" fmla="*/ 552453 h 554014"/>
                <a:gd name="connsiteX0" fmla="*/ 0 w 2076450"/>
                <a:gd name="connsiteY0" fmla="*/ 552459 h 553693"/>
                <a:gd name="connsiteX1" fmla="*/ 635000 w 2076450"/>
                <a:gd name="connsiteY1" fmla="*/ 463559 h 553693"/>
                <a:gd name="connsiteX2" fmla="*/ 1098550 w 2076450"/>
                <a:gd name="connsiteY2" fmla="*/ 9 h 553693"/>
                <a:gd name="connsiteX3" fmla="*/ 1485900 w 2076450"/>
                <a:gd name="connsiteY3" fmla="*/ 450859 h 553693"/>
                <a:gd name="connsiteX4" fmla="*/ 2076450 w 2076450"/>
                <a:gd name="connsiteY4" fmla="*/ 552459 h 553693"/>
                <a:gd name="connsiteX0" fmla="*/ 0 w 2076450"/>
                <a:gd name="connsiteY0" fmla="*/ 552459 h 556763"/>
                <a:gd name="connsiteX1" fmla="*/ 635000 w 2076450"/>
                <a:gd name="connsiteY1" fmla="*/ 463559 h 556763"/>
                <a:gd name="connsiteX2" fmla="*/ 1098550 w 2076450"/>
                <a:gd name="connsiteY2" fmla="*/ 9 h 556763"/>
                <a:gd name="connsiteX3" fmla="*/ 1485900 w 2076450"/>
                <a:gd name="connsiteY3" fmla="*/ 450859 h 556763"/>
                <a:gd name="connsiteX4" fmla="*/ 2076450 w 2076450"/>
                <a:gd name="connsiteY4" fmla="*/ 555634 h 556763"/>
                <a:gd name="connsiteX0" fmla="*/ 0 w 2076450"/>
                <a:gd name="connsiteY0" fmla="*/ 552459 h 556011"/>
                <a:gd name="connsiteX1" fmla="*/ 635000 w 2076450"/>
                <a:gd name="connsiteY1" fmla="*/ 463559 h 556011"/>
                <a:gd name="connsiteX2" fmla="*/ 1098550 w 2076450"/>
                <a:gd name="connsiteY2" fmla="*/ 9 h 556011"/>
                <a:gd name="connsiteX3" fmla="*/ 1485900 w 2076450"/>
                <a:gd name="connsiteY3" fmla="*/ 450859 h 556011"/>
                <a:gd name="connsiteX4" fmla="*/ 2076450 w 2076450"/>
                <a:gd name="connsiteY4" fmla="*/ 555634 h 556011"/>
                <a:gd name="connsiteX0" fmla="*/ 0 w 1952625"/>
                <a:gd name="connsiteY0" fmla="*/ 555634 h 556011"/>
                <a:gd name="connsiteX1" fmla="*/ 511175 w 1952625"/>
                <a:gd name="connsiteY1" fmla="*/ 463559 h 556011"/>
                <a:gd name="connsiteX2" fmla="*/ 974725 w 1952625"/>
                <a:gd name="connsiteY2" fmla="*/ 9 h 556011"/>
                <a:gd name="connsiteX3" fmla="*/ 1362075 w 1952625"/>
                <a:gd name="connsiteY3" fmla="*/ 450859 h 556011"/>
                <a:gd name="connsiteX4" fmla="*/ 1952625 w 1952625"/>
                <a:gd name="connsiteY4" fmla="*/ 555634 h 556011"/>
                <a:gd name="connsiteX0" fmla="*/ 0 w 1952625"/>
                <a:gd name="connsiteY0" fmla="*/ 555634 h 556011"/>
                <a:gd name="connsiteX1" fmla="*/ 511175 w 1952625"/>
                <a:gd name="connsiteY1" fmla="*/ 463559 h 556011"/>
                <a:gd name="connsiteX2" fmla="*/ 974725 w 1952625"/>
                <a:gd name="connsiteY2" fmla="*/ 9 h 556011"/>
                <a:gd name="connsiteX3" fmla="*/ 1362075 w 1952625"/>
                <a:gd name="connsiteY3" fmla="*/ 450859 h 556011"/>
                <a:gd name="connsiteX4" fmla="*/ 1952625 w 1952625"/>
                <a:gd name="connsiteY4" fmla="*/ 555634 h 556011"/>
                <a:gd name="connsiteX0" fmla="*/ 0 w 1952625"/>
                <a:gd name="connsiteY0" fmla="*/ 555626 h 556003"/>
                <a:gd name="connsiteX1" fmla="*/ 492125 w 1952625"/>
                <a:gd name="connsiteY1" fmla="*/ 454026 h 556003"/>
                <a:gd name="connsiteX2" fmla="*/ 974725 w 1952625"/>
                <a:gd name="connsiteY2" fmla="*/ 1 h 556003"/>
                <a:gd name="connsiteX3" fmla="*/ 1362075 w 1952625"/>
                <a:gd name="connsiteY3" fmla="*/ 450851 h 556003"/>
                <a:gd name="connsiteX4" fmla="*/ 1952625 w 1952625"/>
                <a:gd name="connsiteY4" fmla="*/ 555626 h 556003"/>
                <a:gd name="connsiteX0" fmla="*/ 0 w 1952625"/>
                <a:gd name="connsiteY0" fmla="*/ 555627 h 555957"/>
                <a:gd name="connsiteX1" fmla="*/ 492125 w 1952625"/>
                <a:gd name="connsiteY1" fmla="*/ 454027 h 555957"/>
                <a:gd name="connsiteX2" fmla="*/ 974725 w 1952625"/>
                <a:gd name="connsiteY2" fmla="*/ 2 h 555957"/>
                <a:gd name="connsiteX3" fmla="*/ 1454150 w 1952625"/>
                <a:gd name="connsiteY3" fmla="*/ 447677 h 555957"/>
                <a:gd name="connsiteX4" fmla="*/ 1952625 w 1952625"/>
                <a:gd name="connsiteY4" fmla="*/ 555627 h 555957"/>
                <a:gd name="connsiteX0" fmla="*/ 0 w 1952625"/>
                <a:gd name="connsiteY0" fmla="*/ 555627 h 556133"/>
                <a:gd name="connsiteX1" fmla="*/ 492125 w 1952625"/>
                <a:gd name="connsiteY1" fmla="*/ 454027 h 556133"/>
                <a:gd name="connsiteX2" fmla="*/ 974725 w 1952625"/>
                <a:gd name="connsiteY2" fmla="*/ 2 h 556133"/>
                <a:gd name="connsiteX3" fmla="*/ 1454150 w 1952625"/>
                <a:gd name="connsiteY3" fmla="*/ 447677 h 556133"/>
                <a:gd name="connsiteX4" fmla="*/ 1952625 w 1952625"/>
                <a:gd name="connsiteY4" fmla="*/ 555627 h 556133"/>
                <a:gd name="connsiteX0" fmla="*/ 0 w 1952625"/>
                <a:gd name="connsiteY0" fmla="*/ 555627 h 556194"/>
                <a:gd name="connsiteX1" fmla="*/ 492125 w 1952625"/>
                <a:gd name="connsiteY1" fmla="*/ 454027 h 556194"/>
                <a:gd name="connsiteX2" fmla="*/ 974725 w 1952625"/>
                <a:gd name="connsiteY2" fmla="*/ 2 h 556194"/>
                <a:gd name="connsiteX3" fmla="*/ 1454150 w 1952625"/>
                <a:gd name="connsiteY3" fmla="*/ 447677 h 556194"/>
                <a:gd name="connsiteX4" fmla="*/ 1952625 w 1952625"/>
                <a:gd name="connsiteY4" fmla="*/ 555627 h 5561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52625" h="556194">
                  <a:moveTo>
                    <a:pt x="0" y="555627"/>
                  </a:moveTo>
                  <a:cubicBezTo>
                    <a:pt x="238125" y="557214"/>
                    <a:pt x="259821" y="562506"/>
                    <a:pt x="492125" y="454027"/>
                  </a:cubicBezTo>
                  <a:cubicBezTo>
                    <a:pt x="724429" y="345548"/>
                    <a:pt x="814388" y="1060"/>
                    <a:pt x="974725" y="2"/>
                  </a:cubicBezTo>
                  <a:cubicBezTo>
                    <a:pt x="1135062" y="-1056"/>
                    <a:pt x="1218142" y="345548"/>
                    <a:pt x="1454150" y="447677"/>
                  </a:cubicBezTo>
                  <a:cubicBezTo>
                    <a:pt x="1690158" y="549806"/>
                    <a:pt x="1711325" y="558802"/>
                    <a:pt x="1952625" y="555627"/>
                  </a:cubicBezTo>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7" name="任意形状 26">
              <a:extLst>
                <a:ext uri="{FF2B5EF4-FFF2-40B4-BE49-F238E27FC236}">
                  <a16:creationId xmlns:a16="http://schemas.microsoft.com/office/drawing/2014/main" id="{5560AA67-2260-2B5E-C102-AF5F9083B802}"/>
                </a:ext>
              </a:extLst>
            </p:cNvPr>
            <p:cNvSpPr/>
            <p:nvPr/>
          </p:nvSpPr>
          <p:spPr>
            <a:xfrm>
              <a:off x="3392497" y="4254499"/>
              <a:ext cx="1278643" cy="364214"/>
            </a:xfrm>
            <a:custGeom>
              <a:avLst/>
              <a:gdLst>
                <a:gd name="connsiteX0" fmla="*/ 0 w 2076450"/>
                <a:gd name="connsiteY0" fmla="*/ 514352 h 563845"/>
                <a:gd name="connsiteX1" fmla="*/ 584200 w 2076450"/>
                <a:gd name="connsiteY1" fmla="*/ 514352 h 563845"/>
                <a:gd name="connsiteX2" fmla="*/ 1104900 w 2076450"/>
                <a:gd name="connsiteY2" fmla="*/ 2 h 563845"/>
                <a:gd name="connsiteX3" fmla="*/ 1511300 w 2076450"/>
                <a:gd name="connsiteY3" fmla="*/ 508002 h 563845"/>
                <a:gd name="connsiteX4" fmla="*/ 2076450 w 2076450"/>
                <a:gd name="connsiteY4" fmla="*/ 552452 h 563845"/>
                <a:gd name="connsiteX0" fmla="*/ 0 w 2076450"/>
                <a:gd name="connsiteY0" fmla="*/ 552452 h 584518"/>
                <a:gd name="connsiteX1" fmla="*/ 584200 w 2076450"/>
                <a:gd name="connsiteY1" fmla="*/ 514352 h 584518"/>
                <a:gd name="connsiteX2" fmla="*/ 1104900 w 2076450"/>
                <a:gd name="connsiteY2" fmla="*/ 2 h 584518"/>
                <a:gd name="connsiteX3" fmla="*/ 1511300 w 2076450"/>
                <a:gd name="connsiteY3" fmla="*/ 508002 h 584518"/>
                <a:gd name="connsiteX4" fmla="*/ 2076450 w 2076450"/>
                <a:gd name="connsiteY4" fmla="*/ 552452 h 584518"/>
                <a:gd name="connsiteX0" fmla="*/ 0 w 2076450"/>
                <a:gd name="connsiteY0" fmla="*/ 552452 h 567630"/>
                <a:gd name="connsiteX1" fmla="*/ 584200 w 2076450"/>
                <a:gd name="connsiteY1" fmla="*/ 514352 h 567630"/>
                <a:gd name="connsiteX2" fmla="*/ 1104900 w 2076450"/>
                <a:gd name="connsiteY2" fmla="*/ 2 h 567630"/>
                <a:gd name="connsiteX3" fmla="*/ 1511300 w 2076450"/>
                <a:gd name="connsiteY3" fmla="*/ 508002 h 567630"/>
                <a:gd name="connsiteX4" fmla="*/ 2076450 w 2076450"/>
                <a:gd name="connsiteY4" fmla="*/ 552452 h 567630"/>
                <a:gd name="connsiteX0" fmla="*/ 0 w 2076450"/>
                <a:gd name="connsiteY0" fmla="*/ 552557 h 560371"/>
                <a:gd name="connsiteX1" fmla="*/ 635000 w 2076450"/>
                <a:gd name="connsiteY1" fmla="*/ 463657 h 560371"/>
                <a:gd name="connsiteX2" fmla="*/ 1104900 w 2076450"/>
                <a:gd name="connsiteY2" fmla="*/ 107 h 560371"/>
                <a:gd name="connsiteX3" fmla="*/ 1511300 w 2076450"/>
                <a:gd name="connsiteY3" fmla="*/ 508107 h 560371"/>
                <a:gd name="connsiteX4" fmla="*/ 2076450 w 2076450"/>
                <a:gd name="connsiteY4" fmla="*/ 552557 h 560371"/>
                <a:gd name="connsiteX0" fmla="*/ 0 w 2076450"/>
                <a:gd name="connsiteY0" fmla="*/ 552460 h 552460"/>
                <a:gd name="connsiteX1" fmla="*/ 635000 w 2076450"/>
                <a:gd name="connsiteY1" fmla="*/ 463560 h 552460"/>
                <a:gd name="connsiteX2" fmla="*/ 1104900 w 2076450"/>
                <a:gd name="connsiteY2" fmla="*/ 10 h 552460"/>
                <a:gd name="connsiteX3" fmla="*/ 1466850 w 2076450"/>
                <a:gd name="connsiteY3" fmla="*/ 450860 h 552460"/>
                <a:gd name="connsiteX4" fmla="*/ 2076450 w 2076450"/>
                <a:gd name="connsiteY4" fmla="*/ 552460 h 552460"/>
                <a:gd name="connsiteX0" fmla="*/ 0 w 2076450"/>
                <a:gd name="connsiteY0" fmla="*/ 552460 h 553694"/>
                <a:gd name="connsiteX1" fmla="*/ 635000 w 2076450"/>
                <a:gd name="connsiteY1" fmla="*/ 463560 h 553694"/>
                <a:gd name="connsiteX2" fmla="*/ 1104900 w 2076450"/>
                <a:gd name="connsiteY2" fmla="*/ 10 h 553694"/>
                <a:gd name="connsiteX3" fmla="*/ 1466850 w 2076450"/>
                <a:gd name="connsiteY3" fmla="*/ 450860 h 553694"/>
                <a:gd name="connsiteX4" fmla="*/ 2076450 w 2076450"/>
                <a:gd name="connsiteY4" fmla="*/ 552460 h 553694"/>
                <a:gd name="connsiteX0" fmla="*/ 0 w 2076450"/>
                <a:gd name="connsiteY0" fmla="*/ 552453 h 555210"/>
                <a:gd name="connsiteX1" fmla="*/ 635000 w 2076450"/>
                <a:gd name="connsiteY1" fmla="*/ 463553 h 555210"/>
                <a:gd name="connsiteX2" fmla="*/ 1104900 w 2076450"/>
                <a:gd name="connsiteY2" fmla="*/ 3 h 555210"/>
                <a:gd name="connsiteX3" fmla="*/ 1498600 w 2076450"/>
                <a:gd name="connsiteY3" fmla="*/ 469903 h 555210"/>
                <a:gd name="connsiteX4" fmla="*/ 2076450 w 2076450"/>
                <a:gd name="connsiteY4" fmla="*/ 552453 h 555210"/>
                <a:gd name="connsiteX0" fmla="*/ 0 w 2076450"/>
                <a:gd name="connsiteY0" fmla="*/ 552510 h 553235"/>
                <a:gd name="connsiteX1" fmla="*/ 635000 w 2076450"/>
                <a:gd name="connsiteY1" fmla="*/ 463610 h 553235"/>
                <a:gd name="connsiteX2" fmla="*/ 1104900 w 2076450"/>
                <a:gd name="connsiteY2" fmla="*/ 60 h 553235"/>
                <a:gd name="connsiteX3" fmla="*/ 1479550 w 2076450"/>
                <a:gd name="connsiteY3" fmla="*/ 431860 h 553235"/>
                <a:gd name="connsiteX4" fmla="*/ 2076450 w 2076450"/>
                <a:gd name="connsiteY4" fmla="*/ 552510 h 553235"/>
                <a:gd name="connsiteX0" fmla="*/ 0 w 2076450"/>
                <a:gd name="connsiteY0" fmla="*/ 552510 h 553991"/>
                <a:gd name="connsiteX1" fmla="*/ 635000 w 2076450"/>
                <a:gd name="connsiteY1" fmla="*/ 463610 h 553991"/>
                <a:gd name="connsiteX2" fmla="*/ 1104900 w 2076450"/>
                <a:gd name="connsiteY2" fmla="*/ 60 h 553991"/>
                <a:gd name="connsiteX3" fmla="*/ 1479550 w 2076450"/>
                <a:gd name="connsiteY3" fmla="*/ 431860 h 553991"/>
                <a:gd name="connsiteX4" fmla="*/ 2076450 w 2076450"/>
                <a:gd name="connsiteY4" fmla="*/ 552510 h 553991"/>
                <a:gd name="connsiteX0" fmla="*/ 0 w 2076450"/>
                <a:gd name="connsiteY0" fmla="*/ 552514 h 553995"/>
                <a:gd name="connsiteX1" fmla="*/ 635000 w 2076450"/>
                <a:gd name="connsiteY1" fmla="*/ 463614 h 553995"/>
                <a:gd name="connsiteX2" fmla="*/ 1104900 w 2076450"/>
                <a:gd name="connsiteY2" fmla="*/ 64 h 553995"/>
                <a:gd name="connsiteX3" fmla="*/ 1479550 w 2076450"/>
                <a:gd name="connsiteY3" fmla="*/ 431864 h 553995"/>
                <a:gd name="connsiteX4" fmla="*/ 2076450 w 2076450"/>
                <a:gd name="connsiteY4" fmla="*/ 552514 h 553995"/>
                <a:gd name="connsiteX0" fmla="*/ 0 w 2076450"/>
                <a:gd name="connsiteY0" fmla="*/ 552453 h 553934"/>
                <a:gd name="connsiteX1" fmla="*/ 635000 w 2076450"/>
                <a:gd name="connsiteY1" fmla="*/ 463553 h 553934"/>
                <a:gd name="connsiteX2" fmla="*/ 1104900 w 2076450"/>
                <a:gd name="connsiteY2" fmla="*/ 3 h 553934"/>
                <a:gd name="connsiteX3" fmla="*/ 1479550 w 2076450"/>
                <a:gd name="connsiteY3" fmla="*/ 431803 h 553934"/>
                <a:gd name="connsiteX4" fmla="*/ 2076450 w 2076450"/>
                <a:gd name="connsiteY4" fmla="*/ 552453 h 553934"/>
                <a:gd name="connsiteX0" fmla="*/ 0 w 2076450"/>
                <a:gd name="connsiteY0" fmla="*/ 552453 h 556896"/>
                <a:gd name="connsiteX1" fmla="*/ 635000 w 2076450"/>
                <a:gd name="connsiteY1" fmla="*/ 463553 h 556896"/>
                <a:gd name="connsiteX2" fmla="*/ 1104900 w 2076450"/>
                <a:gd name="connsiteY2" fmla="*/ 3 h 556896"/>
                <a:gd name="connsiteX3" fmla="*/ 1498600 w 2076450"/>
                <a:gd name="connsiteY3" fmla="*/ 457203 h 556896"/>
                <a:gd name="connsiteX4" fmla="*/ 2076450 w 2076450"/>
                <a:gd name="connsiteY4" fmla="*/ 552453 h 556896"/>
                <a:gd name="connsiteX0" fmla="*/ 0 w 2076450"/>
                <a:gd name="connsiteY0" fmla="*/ 552453 h 554014"/>
                <a:gd name="connsiteX1" fmla="*/ 635000 w 2076450"/>
                <a:gd name="connsiteY1" fmla="*/ 463553 h 554014"/>
                <a:gd name="connsiteX2" fmla="*/ 1098550 w 2076450"/>
                <a:gd name="connsiteY2" fmla="*/ 3 h 554014"/>
                <a:gd name="connsiteX3" fmla="*/ 1498600 w 2076450"/>
                <a:gd name="connsiteY3" fmla="*/ 457203 h 554014"/>
                <a:gd name="connsiteX4" fmla="*/ 2076450 w 2076450"/>
                <a:gd name="connsiteY4" fmla="*/ 552453 h 554014"/>
                <a:gd name="connsiteX0" fmla="*/ 0 w 2076450"/>
                <a:gd name="connsiteY0" fmla="*/ 552459 h 553693"/>
                <a:gd name="connsiteX1" fmla="*/ 635000 w 2076450"/>
                <a:gd name="connsiteY1" fmla="*/ 463559 h 553693"/>
                <a:gd name="connsiteX2" fmla="*/ 1098550 w 2076450"/>
                <a:gd name="connsiteY2" fmla="*/ 9 h 553693"/>
                <a:gd name="connsiteX3" fmla="*/ 1485900 w 2076450"/>
                <a:gd name="connsiteY3" fmla="*/ 450859 h 553693"/>
                <a:gd name="connsiteX4" fmla="*/ 2076450 w 2076450"/>
                <a:gd name="connsiteY4" fmla="*/ 552459 h 553693"/>
                <a:gd name="connsiteX0" fmla="*/ 0 w 2076450"/>
                <a:gd name="connsiteY0" fmla="*/ 552459 h 556763"/>
                <a:gd name="connsiteX1" fmla="*/ 635000 w 2076450"/>
                <a:gd name="connsiteY1" fmla="*/ 463559 h 556763"/>
                <a:gd name="connsiteX2" fmla="*/ 1098550 w 2076450"/>
                <a:gd name="connsiteY2" fmla="*/ 9 h 556763"/>
                <a:gd name="connsiteX3" fmla="*/ 1485900 w 2076450"/>
                <a:gd name="connsiteY3" fmla="*/ 450859 h 556763"/>
                <a:gd name="connsiteX4" fmla="*/ 2076450 w 2076450"/>
                <a:gd name="connsiteY4" fmla="*/ 555634 h 556763"/>
                <a:gd name="connsiteX0" fmla="*/ 0 w 2076450"/>
                <a:gd name="connsiteY0" fmla="*/ 552459 h 556011"/>
                <a:gd name="connsiteX1" fmla="*/ 635000 w 2076450"/>
                <a:gd name="connsiteY1" fmla="*/ 463559 h 556011"/>
                <a:gd name="connsiteX2" fmla="*/ 1098550 w 2076450"/>
                <a:gd name="connsiteY2" fmla="*/ 9 h 556011"/>
                <a:gd name="connsiteX3" fmla="*/ 1485900 w 2076450"/>
                <a:gd name="connsiteY3" fmla="*/ 450859 h 556011"/>
                <a:gd name="connsiteX4" fmla="*/ 2076450 w 2076450"/>
                <a:gd name="connsiteY4" fmla="*/ 555634 h 556011"/>
                <a:gd name="connsiteX0" fmla="*/ 0 w 1952625"/>
                <a:gd name="connsiteY0" fmla="*/ 555634 h 556011"/>
                <a:gd name="connsiteX1" fmla="*/ 511175 w 1952625"/>
                <a:gd name="connsiteY1" fmla="*/ 463559 h 556011"/>
                <a:gd name="connsiteX2" fmla="*/ 974725 w 1952625"/>
                <a:gd name="connsiteY2" fmla="*/ 9 h 556011"/>
                <a:gd name="connsiteX3" fmla="*/ 1362075 w 1952625"/>
                <a:gd name="connsiteY3" fmla="*/ 450859 h 556011"/>
                <a:gd name="connsiteX4" fmla="*/ 1952625 w 1952625"/>
                <a:gd name="connsiteY4" fmla="*/ 555634 h 556011"/>
                <a:gd name="connsiteX0" fmla="*/ 0 w 1952625"/>
                <a:gd name="connsiteY0" fmla="*/ 555634 h 556011"/>
                <a:gd name="connsiteX1" fmla="*/ 511175 w 1952625"/>
                <a:gd name="connsiteY1" fmla="*/ 463559 h 556011"/>
                <a:gd name="connsiteX2" fmla="*/ 974725 w 1952625"/>
                <a:gd name="connsiteY2" fmla="*/ 9 h 556011"/>
                <a:gd name="connsiteX3" fmla="*/ 1362075 w 1952625"/>
                <a:gd name="connsiteY3" fmla="*/ 450859 h 556011"/>
                <a:gd name="connsiteX4" fmla="*/ 1952625 w 1952625"/>
                <a:gd name="connsiteY4" fmla="*/ 555634 h 556011"/>
                <a:gd name="connsiteX0" fmla="*/ 0 w 1952625"/>
                <a:gd name="connsiteY0" fmla="*/ 555626 h 556003"/>
                <a:gd name="connsiteX1" fmla="*/ 492125 w 1952625"/>
                <a:gd name="connsiteY1" fmla="*/ 454026 h 556003"/>
                <a:gd name="connsiteX2" fmla="*/ 974725 w 1952625"/>
                <a:gd name="connsiteY2" fmla="*/ 1 h 556003"/>
                <a:gd name="connsiteX3" fmla="*/ 1362075 w 1952625"/>
                <a:gd name="connsiteY3" fmla="*/ 450851 h 556003"/>
                <a:gd name="connsiteX4" fmla="*/ 1952625 w 1952625"/>
                <a:gd name="connsiteY4" fmla="*/ 555626 h 556003"/>
                <a:gd name="connsiteX0" fmla="*/ 0 w 1952625"/>
                <a:gd name="connsiteY0" fmla="*/ 555627 h 555957"/>
                <a:gd name="connsiteX1" fmla="*/ 492125 w 1952625"/>
                <a:gd name="connsiteY1" fmla="*/ 454027 h 555957"/>
                <a:gd name="connsiteX2" fmla="*/ 974725 w 1952625"/>
                <a:gd name="connsiteY2" fmla="*/ 2 h 555957"/>
                <a:gd name="connsiteX3" fmla="*/ 1454150 w 1952625"/>
                <a:gd name="connsiteY3" fmla="*/ 447677 h 555957"/>
                <a:gd name="connsiteX4" fmla="*/ 1952625 w 1952625"/>
                <a:gd name="connsiteY4" fmla="*/ 555627 h 555957"/>
                <a:gd name="connsiteX0" fmla="*/ 0 w 1952625"/>
                <a:gd name="connsiteY0" fmla="*/ 555627 h 556133"/>
                <a:gd name="connsiteX1" fmla="*/ 492125 w 1952625"/>
                <a:gd name="connsiteY1" fmla="*/ 454027 h 556133"/>
                <a:gd name="connsiteX2" fmla="*/ 974725 w 1952625"/>
                <a:gd name="connsiteY2" fmla="*/ 2 h 556133"/>
                <a:gd name="connsiteX3" fmla="*/ 1454150 w 1952625"/>
                <a:gd name="connsiteY3" fmla="*/ 447677 h 556133"/>
                <a:gd name="connsiteX4" fmla="*/ 1952625 w 1952625"/>
                <a:gd name="connsiteY4" fmla="*/ 555627 h 556133"/>
                <a:gd name="connsiteX0" fmla="*/ 0 w 1952625"/>
                <a:gd name="connsiteY0" fmla="*/ 555627 h 556194"/>
                <a:gd name="connsiteX1" fmla="*/ 492125 w 1952625"/>
                <a:gd name="connsiteY1" fmla="*/ 454027 h 556194"/>
                <a:gd name="connsiteX2" fmla="*/ 974725 w 1952625"/>
                <a:gd name="connsiteY2" fmla="*/ 2 h 556194"/>
                <a:gd name="connsiteX3" fmla="*/ 1454150 w 1952625"/>
                <a:gd name="connsiteY3" fmla="*/ 447677 h 556194"/>
                <a:gd name="connsiteX4" fmla="*/ 1952625 w 1952625"/>
                <a:gd name="connsiteY4" fmla="*/ 555627 h 5561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52625" h="556194">
                  <a:moveTo>
                    <a:pt x="0" y="555627"/>
                  </a:moveTo>
                  <a:cubicBezTo>
                    <a:pt x="238125" y="557214"/>
                    <a:pt x="259821" y="562506"/>
                    <a:pt x="492125" y="454027"/>
                  </a:cubicBezTo>
                  <a:cubicBezTo>
                    <a:pt x="724429" y="345548"/>
                    <a:pt x="814388" y="1060"/>
                    <a:pt x="974725" y="2"/>
                  </a:cubicBezTo>
                  <a:cubicBezTo>
                    <a:pt x="1135062" y="-1056"/>
                    <a:pt x="1218142" y="345548"/>
                    <a:pt x="1454150" y="447677"/>
                  </a:cubicBezTo>
                  <a:cubicBezTo>
                    <a:pt x="1690158" y="549806"/>
                    <a:pt x="1711325" y="558802"/>
                    <a:pt x="1952625" y="555627"/>
                  </a:cubicBezTo>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28" name="组合 27">
            <a:extLst>
              <a:ext uri="{FF2B5EF4-FFF2-40B4-BE49-F238E27FC236}">
                <a16:creationId xmlns:a16="http://schemas.microsoft.com/office/drawing/2014/main" id="{AEBC4302-B1D4-731D-9A56-C9E3A9AF2900}"/>
              </a:ext>
            </a:extLst>
          </p:cNvPr>
          <p:cNvGrpSpPr/>
          <p:nvPr/>
        </p:nvGrpSpPr>
        <p:grpSpPr>
          <a:xfrm>
            <a:off x="6833310" y="4572993"/>
            <a:ext cx="1624814" cy="45719"/>
            <a:chOff x="3392497" y="4254499"/>
            <a:chExt cx="1278644" cy="364214"/>
          </a:xfrm>
        </p:grpSpPr>
        <p:sp>
          <p:nvSpPr>
            <p:cNvPr id="29" name="任意形状 28">
              <a:extLst>
                <a:ext uri="{FF2B5EF4-FFF2-40B4-BE49-F238E27FC236}">
                  <a16:creationId xmlns:a16="http://schemas.microsoft.com/office/drawing/2014/main" id="{47671478-D1B1-1158-9E23-58605281FE6B}"/>
                </a:ext>
              </a:extLst>
            </p:cNvPr>
            <p:cNvSpPr/>
            <p:nvPr/>
          </p:nvSpPr>
          <p:spPr>
            <a:xfrm>
              <a:off x="3392498" y="4254499"/>
              <a:ext cx="1278643" cy="364214"/>
            </a:xfrm>
            <a:custGeom>
              <a:avLst/>
              <a:gdLst>
                <a:gd name="connsiteX0" fmla="*/ 0 w 2076450"/>
                <a:gd name="connsiteY0" fmla="*/ 514352 h 563845"/>
                <a:gd name="connsiteX1" fmla="*/ 584200 w 2076450"/>
                <a:gd name="connsiteY1" fmla="*/ 514352 h 563845"/>
                <a:gd name="connsiteX2" fmla="*/ 1104900 w 2076450"/>
                <a:gd name="connsiteY2" fmla="*/ 2 h 563845"/>
                <a:gd name="connsiteX3" fmla="*/ 1511300 w 2076450"/>
                <a:gd name="connsiteY3" fmla="*/ 508002 h 563845"/>
                <a:gd name="connsiteX4" fmla="*/ 2076450 w 2076450"/>
                <a:gd name="connsiteY4" fmla="*/ 552452 h 563845"/>
                <a:gd name="connsiteX0" fmla="*/ 0 w 2076450"/>
                <a:gd name="connsiteY0" fmla="*/ 552452 h 584518"/>
                <a:gd name="connsiteX1" fmla="*/ 584200 w 2076450"/>
                <a:gd name="connsiteY1" fmla="*/ 514352 h 584518"/>
                <a:gd name="connsiteX2" fmla="*/ 1104900 w 2076450"/>
                <a:gd name="connsiteY2" fmla="*/ 2 h 584518"/>
                <a:gd name="connsiteX3" fmla="*/ 1511300 w 2076450"/>
                <a:gd name="connsiteY3" fmla="*/ 508002 h 584518"/>
                <a:gd name="connsiteX4" fmla="*/ 2076450 w 2076450"/>
                <a:gd name="connsiteY4" fmla="*/ 552452 h 584518"/>
                <a:gd name="connsiteX0" fmla="*/ 0 w 2076450"/>
                <a:gd name="connsiteY0" fmla="*/ 552452 h 567630"/>
                <a:gd name="connsiteX1" fmla="*/ 584200 w 2076450"/>
                <a:gd name="connsiteY1" fmla="*/ 514352 h 567630"/>
                <a:gd name="connsiteX2" fmla="*/ 1104900 w 2076450"/>
                <a:gd name="connsiteY2" fmla="*/ 2 h 567630"/>
                <a:gd name="connsiteX3" fmla="*/ 1511300 w 2076450"/>
                <a:gd name="connsiteY3" fmla="*/ 508002 h 567630"/>
                <a:gd name="connsiteX4" fmla="*/ 2076450 w 2076450"/>
                <a:gd name="connsiteY4" fmla="*/ 552452 h 567630"/>
                <a:gd name="connsiteX0" fmla="*/ 0 w 2076450"/>
                <a:gd name="connsiteY0" fmla="*/ 552557 h 560371"/>
                <a:gd name="connsiteX1" fmla="*/ 635000 w 2076450"/>
                <a:gd name="connsiteY1" fmla="*/ 463657 h 560371"/>
                <a:gd name="connsiteX2" fmla="*/ 1104900 w 2076450"/>
                <a:gd name="connsiteY2" fmla="*/ 107 h 560371"/>
                <a:gd name="connsiteX3" fmla="*/ 1511300 w 2076450"/>
                <a:gd name="connsiteY3" fmla="*/ 508107 h 560371"/>
                <a:gd name="connsiteX4" fmla="*/ 2076450 w 2076450"/>
                <a:gd name="connsiteY4" fmla="*/ 552557 h 560371"/>
                <a:gd name="connsiteX0" fmla="*/ 0 w 2076450"/>
                <a:gd name="connsiteY0" fmla="*/ 552460 h 552460"/>
                <a:gd name="connsiteX1" fmla="*/ 635000 w 2076450"/>
                <a:gd name="connsiteY1" fmla="*/ 463560 h 552460"/>
                <a:gd name="connsiteX2" fmla="*/ 1104900 w 2076450"/>
                <a:gd name="connsiteY2" fmla="*/ 10 h 552460"/>
                <a:gd name="connsiteX3" fmla="*/ 1466850 w 2076450"/>
                <a:gd name="connsiteY3" fmla="*/ 450860 h 552460"/>
                <a:gd name="connsiteX4" fmla="*/ 2076450 w 2076450"/>
                <a:gd name="connsiteY4" fmla="*/ 552460 h 552460"/>
                <a:gd name="connsiteX0" fmla="*/ 0 w 2076450"/>
                <a:gd name="connsiteY0" fmla="*/ 552460 h 553694"/>
                <a:gd name="connsiteX1" fmla="*/ 635000 w 2076450"/>
                <a:gd name="connsiteY1" fmla="*/ 463560 h 553694"/>
                <a:gd name="connsiteX2" fmla="*/ 1104900 w 2076450"/>
                <a:gd name="connsiteY2" fmla="*/ 10 h 553694"/>
                <a:gd name="connsiteX3" fmla="*/ 1466850 w 2076450"/>
                <a:gd name="connsiteY3" fmla="*/ 450860 h 553694"/>
                <a:gd name="connsiteX4" fmla="*/ 2076450 w 2076450"/>
                <a:gd name="connsiteY4" fmla="*/ 552460 h 553694"/>
                <a:gd name="connsiteX0" fmla="*/ 0 w 2076450"/>
                <a:gd name="connsiteY0" fmla="*/ 552453 h 555210"/>
                <a:gd name="connsiteX1" fmla="*/ 635000 w 2076450"/>
                <a:gd name="connsiteY1" fmla="*/ 463553 h 555210"/>
                <a:gd name="connsiteX2" fmla="*/ 1104900 w 2076450"/>
                <a:gd name="connsiteY2" fmla="*/ 3 h 555210"/>
                <a:gd name="connsiteX3" fmla="*/ 1498600 w 2076450"/>
                <a:gd name="connsiteY3" fmla="*/ 469903 h 555210"/>
                <a:gd name="connsiteX4" fmla="*/ 2076450 w 2076450"/>
                <a:gd name="connsiteY4" fmla="*/ 552453 h 555210"/>
                <a:gd name="connsiteX0" fmla="*/ 0 w 2076450"/>
                <a:gd name="connsiteY0" fmla="*/ 552510 h 553235"/>
                <a:gd name="connsiteX1" fmla="*/ 635000 w 2076450"/>
                <a:gd name="connsiteY1" fmla="*/ 463610 h 553235"/>
                <a:gd name="connsiteX2" fmla="*/ 1104900 w 2076450"/>
                <a:gd name="connsiteY2" fmla="*/ 60 h 553235"/>
                <a:gd name="connsiteX3" fmla="*/ 1479550 w 2076450"/>
                <a:gd name="connsiteY3" fmla="*/ 431860 h 553235"/>
                <a:gd name="connsiteX4" fmla="*/ 2076450 w 2076450"/>
                <a:gd name="connsiteY4" fmla="*/ 552510 h 553235"/>
                <a:gd name="connsiteX0" fmla="*/ 0 w 2076450"/>
                <a:gd name="connsiteY0" fmla="*/ 552510 h 553991"/>
                <a:gd name="connsiteX1" fmla="*/ 635000 w 2076450"/>
                <a:gd name="connsiteY1" fmla="*/ 463610 h 553991"/>
                <a:gd name="connsiteX2" fmla="*/ 1104900 w 2076450"/>
                <a:gd name="connsiteY2" fmla="*/ 60 h 553991"/>
                <a:gd name="connsiteX3" fmla="*/ 1479550 w 2076450"/>
                <a:gd name="connsiteY3" fmla="*/ 431860 h 553991"/>
                <a:gd name="connsiteX4" fmla="*/ 2076450 w 2076450"/>
                <a:gd name="connsiteY4" fmla="*/ 552510 h 553991"/>
                <a:gd name="connsiteX0" fmla="*/ 0 w 2076450"/>
                <a:gd name="connsiteY0" fmla="*/ 552514 h 553995"/>
                <a:gd name="connsiteX1" fmla="*/ 635000 w 2076450"/>
                <a:gd name="connsiteY1" fmla="*/ 463614 h 553995"/>
                <a:gd name="connsiteX2" fmla="*/ 1104900 w 2076450"/>
                <a:gd name="connsiteY2" fmla="*/ 64 h 553995"/>
                <a:gd name="connsiteX3" fmla="*/ 1479550 w 2076450"/>
                <a:gd name="connsiteY3" fmla="*/ 431864 h 553995"/>
                <a:gd name="connsiteX4" fmla="*/ 2076450 w 2076450"/>
                <a:gd name="connsiteY4" fmla="*/ 552514 h 553995"/>
                <a:gd name="connsiteX0" fmla="*/ 0 w 2076450"/>
                <a:gd name="connsiteY0" fmla="*/ 552453 h 553934"/>
                <a:gd name="connsiteX1" fmla="*/ 635000 w 2076450"/>
                <a:gd name="connsiteY1" fmla="*/ 463553 h 553934"/>
                <a:gd name="connsiteX2" fmla="*/ 1104900 w 2076450"/>
                <a:gd name="connsiteY2" fmla="*/ 3 h 553934"/>
                <a:gd name="connsiteX3" fmla="*/ 1479550 w 2076450"/>
                <a:gd name="connsiteY3" fmla="*/ 431803 h 553934"/>
                <a:gd name="connsiteX4" fmla="*/ 2076450 w 2076450"/>
                <a:gd name="connsiteY4" fmla="*/ 552453 h 553934"/>
                <a:gd name="connsiteX0" fmla="*/ 0 w 2076450"/>
                <a:gd name="connsiteY0" fmla="*/ 552453 h 556896"/>
                <a:gd name="connsiteX1" fmla="*/ 635000 w 2076450"/>
                <a:gd name="connsiteY1" fmla="*/ 463553 h 556896"/>
                <a:gd name="connsiteX2" fmla="*/ 1104900 w 2076450"/>
                <a:gd name="connsiteY2" fmla="*/ 3 h 556896"/>
                <a:gd name="connsiteX3" fmla="*/ 1498600 w 2076450"/>
                <a:gd name="connsiteY3" fmla="*/ 457203 h 556896"/>
                <a:gd name="connsiteX4" fmla="*/ 2076450 w 2076450"/>
                <a:gd name="connsiteY4" fmla="*/ 552453 h 556896"/>
                <a:gd name="connsiteX0" fmla="*/ 0 w 2076450"/>
                <a:gd name="connsiteY0" fmla="*/ 552453 h 554014"/>
                <a:gd name="connsiteX1" fmla="*/ 635000 w 2076450"/>
                <a:gd name="connsiteY1" fmla="*/ 463553 h 554014"/>
                <a:gd name="connsiteX2" fmla="*/ 1098550 w 2076450"/>
                <a:gd name="connsiteY2" fmla="*/ 3 h 554014"/>
                <a:gd name="connsiteX3" fmla="*/ 1498600 w 2076450"/>
                <a:gd name="connsiteY3" fmla="*/ 457203 h 554014"/>
                <a:gd name="connsiteX4" fmla="*/ 2076450 w 2076450"/>
                <a:gd name="connsiteY4" fmla="*/ 552453 h 554014"/>
                <a:gd name="connsiteX0" fmla="*/ 0 w 2076450"/>
                <a:gd name="connsiteY0" fmla="*/ 552459 h 553693"/>
                <a:gd name="connsiteX1" fmla="*/ 635000 w 2076450"/>
                <a:gd name="connsiteY1" fmla="*/ 463559 h 553693"/>
                <a:gd name="connsiteX2" fmla="*/ 1098550 w 2076450"/>
                <a:gd name="connsiteY2" fmla="*/ 9 h 553693"/>
                <a:gd name="connsiteX3" fmla="*/ 1485900 w 2076450"/>
                <a:gd name="connsiteY3" fmla="*/ 450859 h 553693"/>
                <a:gd name="connsiteX4" fmla="*/ 2076450 w 2076450"/>
                <a:gd name="connsiteY4" fmla="*/ 552459 h 553693"/>
                <a:gd name="connsiteX0" fmla="*/ 0 w 2076450"/>
                <a:gd name="connsiteY0" fmla="*/ 552459 h 556763"/>
                <a:gd name="connsiteX1" fmla="*/ 635000 w 2076450"/>
                <a:gd name="connsiteY1" fmla="*/ 463559 h 556763"/>
                <a:gd name="connsiteX2" fmla="*/ 1098550 w 2076450"/>
                <a:gd name="connsiteY2" fmla="*/ 9 h 556763"/>
                <a:gd name="connsiteX3" fmla="*/ 1485900 w 2076450"/>
                <a:gd name="connsiteY3" fmla="*/ 450859 h 556763"/>
                <a:gd name="connsiteX4" fmla="*/ 2076450 w 2076450"/>
                <a:gd name="connsiteY4" fmla="*/ 555634 h 556763"/>
                <a:gd name="connsiteX0" fmla="*/ 0 w 2076450"/>
                <a:gd name="connsiteY0" fmla="*/ 552459 h 556011"/>
                <a:gd name="connsiteX1" fmla="*/ 635000 w 2076450"/>
                <a:gd name="connsiteY1" fmla="*/ 463559 h 556011"/>
                <a:gd name="connsiteX2" fmla="*/ 1098550 w 2076450"/>
                <a:gd name="connsiteY2" fmla="*/ 9 h 556011"/>
                <a:gd name="connsiteX3" fmla="*/ 1485900 w 2076450"/>
                <a:gd name="connsiteY3" fmla="*/ 450859 h 556011"/>
                <a:gd name="connsiteX4" fmla="*/ 2076450 w 2076450"/>
                <a:gd name="connsiteY4" fmla="*/ 555634 h 556011"/>
                <a:gd name="connsiteX0" fmla="*/ 0 w 1952625"/>
                <a:gd name="connsiteY0" fmla="*/ 555634 h 556011"/>
                <a:gd name="connsiteX1" fmla="*/ 511175 w 1952625"/>
                <a:gd name="connsiteY1" fmla="*/ 463559 h 556011"/>
                <a:gd name="connsiteX2" fmla="*/ 974725 w 1952625"/>
                <a:gd name="connsiteY2" fmla="*/ 9 h 556011"/>
                <a:gd name="connsiteX3" fmla="*/ 1362075 w 1952625"/>
                <a:gd name="connsiteY3" fmla="*/ 450859 h 556011"/>
                <a:gd name="connsiteX4" fmla="*/ 1952625 w 1952625"/>
                <a:gd name="connsiteY4" fmla="*/ 555634 h 556011"/>
                <a:gd name="connsiteX0" fmla="*/ 0 w 1952625"/>
                <a:gd name="connsiteY0" fmla="*/ 555634 h 556011"/>
                <a:gd name="connsiteX1" fmla="*/ 511175 w 1952625"/>
                <a:gd name="connsiteY1" fmla="*/ 463559 h 556011"/>
                <a:gd name="connsiteX2" fmla="*/ 974725 w 1952625"/>
                <a:gd name="connsiteY2" fmla="*/ 9 h 556011"/>
                <a:gd name="connsiteX3" fmla="*/ 1362075 w 1952625"/>
                <a:gd name="connsiteY3" fmla="*/ 450859 h 556011"/>
                <a:gd name="connsiteX4" fmla="*/ 1952625 w 1952625"/>
                <a:gd name="connsiteY4" fmla="*/ 555634 h 556011"/>
                <a:gd name="connsiteX0" fmla="*/ 0 w 1952625"/>
                <a:gd name="connsiteY0" fmla="*/ 555626 h 556003"/>
                <a:gd name="connsiteX1" fmla="*/ 492125 w 1952625"/>
                <a:gd name="connsiteY1" fmla="*/ 454026 h 556003"/>
                <a:gd name="connsiteX2" fmla="*/ 974725 w 1952625"/>
                <a:gd name="connsiteY2" fmla="*/ 1 h 556003"/>
                <a:gd name="connsiteX3" fmla="*/ 1362075 w 1952625"/>
                <a:gd name="connsiteY3" fmla="*/ 450851 h 556003"/>
                <a:gd name="connsiteX4" fmla="*/ 1952625 w 1952625"/>
                <a:gd name="connsiteY4" fmla="*/ 555626 h 556003"/>
                <a:gd name="connsiteX0" fmla="*/ 0 w 1952625"/>
                <a:gd name="connsiteY0" fmla="*/ 555627 h 555957"/>
                <a:gd name="connsiteX1" fmla="*/ 492125 w 1952625"/>
                <a:gd name="connsiteY1" fmla="*/ 454027 h 555957"/>
                <a:gd name="connsiteX2" fmla="*/ 974725 w 1952625"/>
                <a:gd name="connsiteY2" fmla="*/ 2 h 555957"/>
                <a:gd name="connsiteX3" fmla="*/ 1454150 w 1952625"/>
                <a:gd name="connsiteY3" fmla="*/ 447677 h 555957"/>
                <a:gd name="connsiteX4" fmla="*/ 1952625 w 1952625"/>
                <a:gd name="connsiteY4" fmla="*/ 555627 h 555957"/>
                <a:gd name="connsiteX0" fmla="*/ 0 w 1952625"/>
                <a:gd name="connsiteY0" fmla="*/ 555627 h 556133"/>
                <a:gd name="connsiteX1" fmla="*/ 492125 w 1952625"/>
                <a:gd name="connsiteY1" fmla="*/ 454027 h 556133"/>
                <a:gd name="connsiteX2" fmla="*/ 974725 w 1952625"/>
                <a:gd name="connsiteY2" fmla="*/ 2 h 556133"/>
                <a:gd name="connsiteX3" fmla="*/ 1454150 w 1952625"/>
                <a:gd name="connsiteY3" fmla="*/ 447677 h 556133"/>
                <a:gd name="connsiteX4" fmla="*/ 1952625 w 1952625"/>
                <a:gd name="connsiteY4" fmla="*/ 555627 h 556133"/>
                <a:gd name="connsiteX0" fmla="*/ 0 w 1952625"/>
                <a:gd name="connsiteY0" fmla="*/ 555627 h 556194"/>
                <a:gd name="connsiteX1" fmla="*/ 492125 w 1952625"/>
                <a:gd name="connsiteY1" fmla="*/ 454027 h 556194"/>
                <a:gd name="connsiteX2" fmla="*/ 974725 w 1952625"/>
                <a:gd name="connsiteY2" fmla="*/ 2 h 556194"/>
                <a:gd name="connsiteX3" fmla="*/ 1454150 w 1952625"/>
                <a:gd name="connsiteY3" fmla="*/ 447677 h 556194"/>
                <a:gd name="connsiteX4" fmla="*/ 1952625 w 1952625"/>
                <a:gd name="connsiteY4" fmla="*/ 555627 h 5561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52625" h="556194">
                  <a:moveTo>
                    <a:pt x="0" y="555627"/>
                  </a:moveTo>
                  <a:cubicBezTo>
                    <a:pt x="238125" y="557214"/>
                    <a:pt x="259821" y="562506"/>
                    <a:pt x="492125" y="454027"/>
                  </a:cubicBezTo>
                  <a:cubicBezTo>
                    <a:pt x="724429" y="345548"/>
                    <a:pt x="814388" y="1060"/>
                    <a:pt x="974725" y="2"/>
                  </a:cubicBezTo>
                  <a:cubicBezTo>
                    <a:pt x="1135062" y="-1056"/>
                    <a:pt x="1218142" y="345548"/>
                    <a:pt x="1454150" y="447677"/>
                  </a:cubicBezTo>
                  <a:cubicBezTo>
                    <a:pt x="1690158" y="549806"/>
                    <a:pt x="1711325" y="558802"/>
                    <a:pt x="1952625" y="555627"/>
                  </a:cubicBezTo>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 name="任意形状 29">
              <a:extLst>
                <a:ext uri="{FF2B5EF4-FFF2-40B4-BE49-F238E27FC236}">
                  <a16:creationId xmlns:a16="http://schemas.microsoft.com/office/drawing/2014/main" id="{E2B7FED3-3899-856B-57AC-18519F064759}"/>
                </a:ext>
              </a:extLst>
            </p:cNvPr>
            <p:cNvSpPr/>
            <p:nvPr/>
          </p:nvSpPr>
          <p:spPr>
            <a:xfrm>
              <a:off x="3392497" y="4254499"/>
              <a:ext cx="1278643" cy="364214"/>
            </a:xfrm>
            <a:custGeom>
              <a:avLst/>
              <a:gdLst>
                <a:gd name="connsiteX0" fmla="*/ 0 w 2076450"/>
                <a:gd name="connsiteY0" fmla="*/ 514352 h 563845"/>
                <a:gd name="connsiteX1" fmla="*/ 584200 w 2076450"/>
                <a:gd name="connsiteY1" fmla="*/ 514352 h 563845"/>
                <a:gd name="connsiteX2" fmla="*/ 1104900 w 2076450"/>
                <a:gd name="connsiteY2" fmla="*/ 2 h 563845"/>
                <a:gd name="connsiteX3" fmla="*/ 1511300 w 2076450"/>
                <a:gd name="connsiteY3" fmla="*/ 508002 h 563845"/>
                <a:gd name="connsiteX4" fmla="*/ 2076450 w 2076450"/>
                <a:gd name="connsiteY4" fmla="*/ 552452 h 563845"/>
                <a:gd name="connsiteX0" fmla="*/ 0 w 2076450"/>
                <a:gd name="connsiteY0" fmla="*/ 552452 h 584518"/>
                <a:gd name="connsiteX1" fmla="*/ 584200 w 2076450"/>
                <a:gd name="connsiteY1" fmla="*/ 514352 h 584518"/>
                <a:gd name="connsiteX2" fmla="*/ 1104900 w 2076450"/>
                <a:gd name="connsiteY2" fmla="*/ 2 h 584518"/>
                <a:gd name="connsiteX3" fmla="*/ 1511300 w 2076450"/>
                <a:gd name="connsiteY3" fmla="*/ 508002 h 584518"/>
                <a:gd name="connsiteX4" fmla="*/ 2076450 w 2076450"/>
                <a:gd name="connsiteY4" fmla="*/ 552452 h 584518"/>
                <a:gd name="connsiteX0" fmla="*/ 0 w 2076450"/>
                <a:gd name="connsiteY0" fmla="*/ 552452 h 567630"/>
                <a:gd name="connsiteX1" fmla="*/ 584200 w 2076450"/>
                <a:gd name="connsiteY1" fmla="*/ 514352 h 567630"/>
                <a:gd name="connsiteX2" fmla="*/ 1104900 w 2076450"/>
                <a:gd name="connsiteY2" fmla="*/ 2 h 567630"/>
                <a:gd name="connsiteX3" fmla="*/ 1511300 w 2076450"/>
                <a:gd name="connsiteY3" fmla="*/ 508002 h 567630"/>
                <a:gd name="connsiteX4" fmla="*/ 2076450 w 2076450"/>
                <a:gd name="connsiteY4" fmla="*/ 552452 h 567630"/>
                <a:gd name="connsiteX0" fmla="*/ 0 w 2076450"/>
                <a:gd name="connsiteY0" fmla="*/ 552557 h 560371"/>
                <a:gd name="connsiteX1" fmla="*/ 635000 w 2076450"/>
                <a:gd name="connsiteY1" fmla="*/ 463657 h 560371"/>
                <a:gd name="connsiteX2" fmla="*/ 1104900 w 2076450"/>
                <a:gd name="connsiteY2" fmla="*/ 107 h 560371"/>
                <a:gd name="connsiteX3" fmla="*/ 1511300 w 2076450"/>
                <a:gd name="connsiteY3" fmla="*/ 508107 h 560371"/>
                <a:gd name="connsiteX4" fmla="*/ 2076450 w 2076450"/>
                <a:gd name="connsiteY4" fmla="*/ 552557 h 560371"/>
                <a:gd name="connsiteX0" fmla="*/ 0 w 2076450"/>
                <a:gd name="connsiteY0" fmla="*/ 552460 h 552460"/>
                <a:gd name="connsiteX1" fmla="*/ 635000 w 2076450"/>
                <a:gd name="connsiteY1" fmla="*/ 463560 h 552460"/>
                <a:gd name="connsiteX2" fmla="*/ 1104900 w 2076450"/>
                <a:gd name="connsiteY2" fmla="*/ 10 h 552460"/>
                <a:gd name="connsiteX3" fmla="*/ 1466850 w 2076450"/>
                <a:gd name="connsiteY3" fmla="*/ 450860 h 552460"/>
                <a:gd name="connsiteX4" fmla="*/ 2076450 w 2076450"/>
                <a:gd name="connsiteY4" fmla="*/ 552460 h 552460"/>
                <a:gd name="connsiteX0" fmla="*/ 0 w 2076450"/>
                <a:gd name="connsiteY0" fmla="*/ 552460 h 553694"/>
                <a:gd name="connsiteX1" fmla="*/ 635000 w 2076450"/>
                <a:gd name="connsiteY1" fmla="*/ 463560 h 553694"/>
                <a:gd name="connsiteX2" fmla="*/ 1104900 w 2076450"/>
                <a:gd name="connsiteY2" fmla="*/ 10 h 553694"/>
                <a:gd name="connsiteX3" fmla="*/ 1466850 w 2076450"/>
                <a:gd name="connsiteY3" fmla="*/ 450860 h 553694"/>
                <a:gd name="connsiteX4" fmla="*/ 2076450 w 2076450"/>
                <a:gd name="connsiteY4" fmla="*/ 552460 h 553694"/>
                <a:gd name="connsiteX0" fmla="*/ 0 w 2076450"/>
                <a:gd name="connsiteY0" fmla="*/ 552453 h 555210"/>
                <a:gd name="connsiteX1" fmla="*/ 635000 w 2076450"/>
                <a:gd name="connsiteY1" fmla="*/ 463553 h 555210"/>
                <a:gd name="connsiteX2" fmla="*/ 1104900 w 2076450"/>
                <a:gd name="connsiteY2" fmla="*/ 3 h 555210"/>
                <a:gd name="connsiteX3" fmla="*/ 1498600 w 2076450"/>
                <a:gd name="connsiteY3" fmla="*/ 469903 h 555210"/>
                <a:gd name="connsiteX4" fmla="*/ 2076450 w 2076450"/>
                <a:gd name="connsiteY4" fmla="*/ 552453 h 555210"/>
                <a:gd name="connsiteX0" fmla="*/ 0 w 2076450"/>
                <a:gd name="connsiteY0" fmla="*/ 552510 h 553235"/>
                <a:gd name="connsiteX1" fmla="*/ 635000 w 2076450"/>
                <a:gd name="connsiteY1" fmla="*/ 463610 h 553235"/>
                <a:gd name="connsiteX2" fmla="*/ 1104900 w 2076450"/>
                <a:gd name="connsiteY2" fmla="*/ 60 h 553235"/>
                <a:gd name="connsiteX3" fmla="*/ 1479550 w 2076450"/>
                <a:gd name="connsiteY3" fmla="*/ 431860 h 553235"/>
                <a:gd name="connsiteX4" fmla="*/ 2076450 w 2076450"/>
                <a:gd name="connsiteY4" fmla="*/ 552510 h 553235"/>
                <a:gd name="connsiteX0" fmla="*/ 0 w 2076450"/>
                <a:gd name="connsiteY0" fmla="*/ 552510 h 553991"/>
                <a:gd name="connsiteX1" fmla="*/ 635000 w 2076450"/>
                <a:gd name="connsiteY1" fmla="*/ 463610 h 553991"/>
                <a:gd name="connsiteX2" fmla="*/ 1104900 w 2076450"/>
                <a:gd name="connsiteY2" fmla="*/ 60 h 553991"/>
                <a:gd name="connsiteX3" fmla="*/ 1479550 w 2076450"/>
                <a:gd name="connsiteY3" fmla="*/ 431860 h 553991"/>
                <a:gd name="connsiteX4" fmla="*/ 2076450 w 2076450"/>
                <a:gd name="connsiteY4" fmla="*/ 552510 h 553991"/>
                <a:gd name="connsiteX0" fmla="*/ 0 w 2076450"/>
                <a:gd name="connsiteY0" fmla="*/ 552514 h 553995"/>
                <a:gd name="connsiteX1" fmla="*/ 635000 w 2076450"/>
                <a:gd name="connsiteY1" fmla="*/ 463614 h 553995"/>
                <a:gd name="connsiteX2" fmla="*/ 1104900 w 2076450"/>
                <a:gd name="connsiteY2" fmla="*/ 64 h 553995"/>
                <a:gd name="connsiteX3" fmla="*/ 1479550 w 2076450"/>
                <a:gd name="connsiteY3" fmla="*/ 431864 h 553995"/>
                <a:gd name="connsiteX4" fmla="*/ 2076450 w 2076450"/>
                <a:gd name="connsiteY4" fmla="*/ 552514 h 553995"/>
                <a:gd name="connsiteX0" fmla="*/ 0 w 2076450"/>
                <a:gd name="connsiteY0" fmla="*/ 552453 h 553934"/>
                <a:gd name="connsiteX1" fmla="*/ 635000 w 2076450"/>
                <a:gd name="connsiteY1" fmla="*/ 463553 h 553934"/>
                <a:gd name="connsiteX2" fmla="*/ 1104900 w 2076450"/>
                <a:gd name="connsiteY2" fmla="*/ 3 h 553934"/>
                <a:gd name="connsiteX3" fmla="*/ 1479550 w 2076450"/>
                <a:gd name="connsiteY3" fmla="*/ 431803 h 553934"/>
                <a:gd name="connsiteX4" fmla="*/ 2076450 w 2076450"/>
                <a:gd name="connsiteY4" fmla="*/ 552453 h 553934"/>
                <a:gd name="connsiteX0" fmla="*/ 0 w 2076450"/>
                <a:gd name="connsiteY0" fmla="*/ 552453 h 556896"/>
                <a:gd name="connsiteX1" fmla="*/ 635000 w 2076450"/>
                <a:gd name="connsiteY1" fmla="*/ 463553 h 556896"/>
                <a:gd name="connsiteX2" fmla="*/ 1104900 w 2076450"/>
                <a:gd name="connsiteY2" fmla="*/ 3 h 556896"/>
                <a:gd name="connsiteX3" fmla="*/ 1498600 w 2076450"/>
                <a:gd name="connsiteY3" fmla="*/ 457203 h 556896"/>
                <a:gd name="connsiteX4" fmla="*/ 2076450 w 2076450"/>
                <a:gd name="connsiteY4" fmla="*/ 552453 h 556896"/>
                <a:gd name="connsiteX0" fmla="*/ 0 w 2076450"/>
                <a:gd name="connsiteY0" fmla="*/ 552453 h 554014"/>
                <a:gd name="connsiteX1" fmla="*/ 635000 w 2076450"/>
                <a:gd name="connsiteY1" fmla="*/ 463553 h 554014"/>
                <a:gd name="connsiteX2" fmla="*/ 1098550 w 2076450"/>
                <a:gd name="connsiteY2" fmla="*/ 3 h 554014"/>
                <a:gd name="connsiteX3" fmla="*/ 1498600 w 2076450"/>
                <a:gd name="connsiteY3" fmla="*/ 457203 h 554014"/>
                <a:gd name="connsiteX4" fmla="*/ 2076450 w 2076450"/>
                <a:gd name="connsiteY4" fmla="*/ 552453 h 554014"/>
                <a:gd name="connsiteX0" fmla="*/ 0 w 2076450"/>
                <a:gd name="connsiteY0" fmla="*/ 552459 h 553693"/>
                <a:gd name="connsiteX1" fmla="*/ 635000 w 2076450"/>
                <a:gd name="connsiteY1" fmla="*/ 463559 h 553693"/>
                <a:gd name="connsiteX2" fmla="*/ 1098550 w 2076450"/>
                <a:gd name="connsiteY2" fmla="*/ 9 h 553693"/>
                <a:gd name="connsiteX3" fmla="*/ 1485900 w 2076450"/>
                <a:gd name="connsiteY3" fmla="*/ 450859 h 553693"/>
                <a:gd name="connsiteX4" fmla="*/ 2076450 w 2076450"/>
                <a:gd name="connsiteY4" fmla="*/ 552459 h 553693"/>
                <a:gd name="connsiteX0" fmla="*/ 0 w 2076450"/>
                <a:gd name="connsiteY0" fmla="*/ 552459 h 556763"/>
                <a:gd name="connsiteX1" fmla="*/ 635000 w 2076450"/>
                <a:gd name="connsiteY1" fmla="*/ 463559 h 556763"/>
                <a:gd name="connsiteX2" fmla="*/ 1098550 w 2076450"/>
                <a:gd name="connsiteY2" fmla="*/ 9 h 556763"/>
                <a:gd name="connsiteX3" fmla="*/ 1485900 w 2076450"/>
                <a:gd name="connsiteY3" fmla="*/ 450859 h 556763"/>
                <a:gd name="connsiteX4" fmla="*/ 2076450 w 2076450"/>
                <a:gd name="connsiteY4" fmla="*/ 555634 h 556763"/>
                <a:gd name="connsiteX0" fmla="*/ 0 w 2076450"/>
                <a:gd name="connsiteY0" fmla="*/ 552459 h 556011"/>
                <a:gd name="connsiteX1" fmla="*/ 635000 w 2076450"/>
                <a:gd name="connsiteY1" fmla="*/ 463559 h 556011"/>
                <a:gd name="connsiteX2" fmla="*/ 1098550 w 2076450"/>
                <a:gd name="connsiteY2" fmla="*/ 9 h 556011"/>
                <a:gd name="connsiteX3" fmla="*/ 1485900 w 2076450"/>
                <a:gd name="connsiteY3" fmla="*/ 450859 h 556011"/>
                <a:gd name="connsiteX4" fmla="*/ 2076450 w 2076450"/>
                <a:gd name="connsiteY4" fmla="*/ 555634 h 556011"/>
                <a:gd name="connsiteX0" fmla="*/ 0 w 1952625"/>
                <a:gd name="connsiteY0" fmla="*/ 555634 h 556011"/>
                <a:gd name="connsiteX1" fmla="*/ 511175 w 1952625"/>
                <a:gd name="connsiteY1" fmla="*/ 463559 h 556011"/>
                <a:gd name="connsiteX2" fmla="*/ 974725 w 1952625"/>
                <a:gd name="connsiteY2" fmla="*/ 9 h 556011"/>
                <a:gd name="connsiteX3" fmla="*/ 1362075 w 1952625"/>
                <a:gd name="connsiteY3" fmla="*/ 450859 h 556011"/>
                <a:gd name="connsiteX4" fmla="*/ 1952625 w 1952625"/>
                <a:gd name="connsiteY4" fmla="*/ 555634 h 556011"/>
                <a:gd name="connsiteX0" fmla="*/ 0 w 1952625"/>
                <a:gd name="connsiteY0" fmla="*/ 555634 h 556011"/>
                <a:gd name="connsiteX1" fmla="*/ 511175 w 1952625"/>
                <a:gd name="connsiteY1" fmla="*/ 463559 h 556011"/>
                <a:gd name="connsiteX2" fmla="*/ 974725 w 1952625"/>
                <a:gd name="connsiteY2" fmla="*/ 9 h 556011"/>
                <a:gd name="connsiteX3" fmla="*/ 1362075 w 1952625"/>
                <a:gd name="connsiteY3" fmla="*/ 450859 h 556011"/>
                <a:gd name="connsiteX4" fmla="*/ 1952625 w 1952625"/>
                <a:gd name="connsiteY4" fmla="*/ 555634 h 556011"/>
                <a:gd name="connsiteX0" fmla="*/ 0 w 1952625"/>
                <a:gd name="connsiteY0" fmla="*/ 555626 h 556003"/>
                <a:gd name="connsiteX1" fmla="*/ 492125 w 1952625"/>
                <a:gd name="connsiteY1" fmla="*/ 454026 h 556003"/>
                <a:gd name="connsiteX2" fmla="*/ 974725 w 1952625"/>
                <a:gd name="connsiteY2" fmla="*/ 1 h 556003"/>
                <a:gd name="connsiteX3" fmla="*/ 1362075 w 1952625"/>
                <a:gd name="connsiteY3" fmla="*/ 450851 h 556003"/>
                <a:gd name="connsiteX4" fmla="*/ 1952625 w 1952625"/>
                <a:gd name="connsiteY4" fmla="*/ 555626 h 556003"/>
                <a:gd name="connsiteX0" fmla="*/ 0 w 1952625"/>
                <a:gd name="connsiteY0" fmla="*/ 555627 h 555957"/>
                <a:gd name="connsiteX1" fmla="*/ 492125 w 1952625"/>
                <a:gd name="connsiteY1" fmla="*/ 454027 h 555957"/>
                <a:gd name="connsiteX2" fmla="*/ 974725 w 1952625"/>
                <a:gd name="connsiteY2" fmla="*/ 2 h 555957"/>
                <a:gd name="connsiteX3" fmla="*/ 1454150 w 1952625"/>
                <a:gd name="connsiteY3" fmla="*/ 447677 h 555957"/>
                <a:gd name="connsiteX4" fmla="*/ 1952625 w 1952625"/>
                <a:gd name="connsiteY4" fmla="*/ 555627 h 555957"/>
                <a:gd name="connsiteX0" fmla="*/ 0 w 1952625"/>
                <a:gd name="connsiteY0" fmla="*/ 555627 h 556133"/>
                <a:gd name="connsiteX1" fmla="*/ 492125 w 1952625"/>
                <a:gd name="connsiteY1" fmla="*/ 454027 h 556133"/>
                <a:gd name="connsiteX2" fmla="*/ 974725 w 1952625"/>
                <a:gd name="connsiteY2" fmla="*/ 2 h 556133"/>
                <a:gd name="connsiteX3" fmla="*/ 1454150 w 1952625"/>
                <a:gd name="connsiteY3" fmla="*/ 447677 h 556133"/>
                <a:gd name="connsiteX4" fmla="*/ 1952625 w 1952625"/>
                <a:gd name="connsiteY4" fmla="*/ 555627 h 556133"/>
                <a:gd name="connsiteX0" fmla="*/ 0 w 1952625"/>
                <a:gd name="connsiteY0" fmla="*/ 555627 h 556194"/>
                <a:gd name="connsiteX1" fmla="*/ 492125 w 1952625"/>
                <a:gd name="connsiteY1" fmla="*/ 454027 h 556194"/>
                <a:gd name="connsiteX2" fmla="*/ 974725 w 1952625"/>
                <a:gd name="connsiteY2" fmla="*/ 2 h 556194"/>
                <a:gd name="connsiteX3" fmla="*/ 1454150 w 1952625"/>
                <a:gd name="connsiteY3" fmla="*/ 447677 h 556194"/>
                <a:gd name="connsiteX4" fmla="*/ 1952625 w 1952625"/>
                <a:gd name="connsiteY4" fmla="*/ 555627 h 5561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52625" h="556194">
                  <a:moveTo>
                    <a:pt x="0" y="555627"/>
                  </a:moveTo>
                  <a:cubicBezTo>
                    <a:pt x="238125" y="557214"/>
                    <a:pt x="259821" y="562506"/>
                    <a:pt x="492125" y="454027"/>
                  </a:cubicBezTo>
                  <a:cubicBezTo>
                    <a:pt x="724429" y="345548"/>
                    <a:pt x="814388" y="1060"/>
                    <a:pt x="974725" y="2"/>
                  </a:cubicBezTo>
                  <a:cubicBezTo>
                    <a:pt x="1135062" y="-1056"/>
                    <a:pt x="1218142" y="345548"/>
                    <a:pt x="1454150" y="447677"/>
                  </a:cubicBezTo>
                  <a:cubicBezTo>
                    <a:pt x="1690158" y="549806"/>
                    <a:pt x="1711325" y="558802"/>
                    <a:pt x="1952625" y="555627"/>
                  </a:cubicBezTo>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31" name="组合 30">
            <a:extLst>
              <a:ext uri="{FF2B5EF4-FFF2-40B4-BE49-F238E27FC236}">
                <a16:creationId xmlns:a16="http://schemas.microsoft.com/office/drawing/2014/main" id="{E1054451-3780-17E9-6BD0-C6BCF0182B88}"/>
              </a:ext>
            </a:extLst>
          </p:cNvPr>
          <p:cNvGrpSpPr/>
          <p:nvPr/>
        </p:nvGrpSpPr>
        <p:grpSpPr>
          <a:xfrm>
            <a:off x="2109500" y="3080240"/>
            <a:ext cx="1187450" cy="1187450"/>
            <a:chOff x="3377511" y="1181590"/>
            <a:chExt cx="1187450" cy="1187450"/>
          </a:xfrm>
        </p:grpSpPr>
        <p:sp>
          <p:nvSpPr>
            <p:cNvPr id="32" name="椭圆 31">
              <a:extLst>
                <a:ext uri="{FF2B5EF4-FFF2-40B4-BE49-F238E27FC236}">
                  <a16:creationId xmlns:a16="http://schemas.microsoft.com/office/drawing/2014/main" id="{75745908-12B1-AD0D-F30E-2CB9B4D8A858}"/>
                </a:ext>
              </a:extLst>
            </p:cNvPr>
            <p:cNvSpPr/>
            <p:nvPr/>
          </p:nvSpPr>
          <p:spPr>
            <a:xfrm>
              <a:off x="3377511" y="1181590"/>
              <a:ext cx="1187450" cy="1187450"/>
            </a:xfrm>
            <a:prstGeom prst="ellipse">
              <a:avLst/>
            </a:prstGeom>
            <a:gradFill>
              <a:gsLst>
                <a:gs pos="69000">
                  <a:schemeClr val="bg1">
                    <a:alpha val="0"/>
                  </a:schemeClr>
                </a:gs>
                <a:gs pos="0">
                  <a:schemeClr val="bg1"/>
                </a:gs>
              </a:gsLst>
              <a:path path="circle">
                <a:fillToRect l="50000" t="50000" r="50000" b="5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3" name="椭圆 32">
              <a:extLst>
                <a:ext uri="{FF2B5EF4-FFF2-40B4-BE49-F238E27FC236}">
                  <a16:creationId xmlns:a16="http://schemas.microsoft.com/office/drawing/2014/main" id="{55A28C78-3206-AB75-B1F8-2C59E94CB11D}"/>
                </a:ext>
              </a:extLst>
            </p:cNvPr>
            <p:cNvSpPr/>
            <p:nvPr/>
          </p:nvSpPr>
          <p:spPr>
            <a:xfrm>
              <a:off x="3730808" y="2180335"/>
              <a:ext cx="391954" cy="182906"/>
            </a:xfrm>
            <a:prstGeom prst="ellipse">
              <a:avLst/>
            </a:prstGeom>
            <a:gradFill>
              <a:gsLst>
                <a:gs pos="70000">
                  <a:schemeClr val="tx1">
                    <a:alpha val="0"/>
                  </a:schemeClr>
                </a:gs>
                <a:gs pos="0">
                  <a:schemeClr val="tx1">
                    <a:alpha val="8438"/>
                  </a:schemeClr>
                </a:gs>
              </a:gsLst>
              <a:path path="circle">
                <a:fillToRect l="50000" t="50000" r="50000" b="5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34" name="Picture 8" descr="EVE | Disney Wiki | Fandom">
              <a:extLst>
                <a:ext uri="{FF2B5EF4-FFF2-40B4-BE49-F238E27FC236}">
                  <a16:creationId xmlns:a16="http://schemas.microsoft.com/office/drawing/2014/main" id="{6CCB1C1B-1B0D-7754-2DEC-61F13DD50D9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463495" y="1284500"/>
              <a:ext cx="926581" cy="926581"/>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54579262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5" name="图片 64" descr="形状&#10;&#10;描述已自动生成">
            <a:extLst>
              <a:ext uri="{FF2B5EF4-FFF2-40B4-BE49-F238E27FC236}">
                <a16:creationId xmlns:a16="http://schemas.microsoft.com/office/drawing/2014/main" id="{ADD51B08-D420-8950-F7A4-336323D892F3}"/>
              </a:ext>
            </a:extLst>
          </p:cNvPr>
          <p:cNvPicPr>
            <a:picLocks noChangeAspect="1"/>
          </p:cNvPicPr>
          <p:nvPr/>
        </p:nvPicPr>
        <p:blipFill rotWithShape="1">
          <a:blip r:embed="rId3">
            <a:clrChange>
              <a:clrFrom>
                <a:srgbClr val="FDFFFF"/>
              </a:clrFrom>
              <a:clrTo>
                <a:srgbClr val="FDFFFF">
                  <a:alpha val="0"/>
                </a:srgbClr>
              </a:clrTo>
            </a:clrChange>
            <a:alphaModFix amt="51000"/>
          </a:blip>
          <a:srcRect l="23869" t="9103" r="21834" b="13039"/>
          <a:stretch/>
        </p:blipFill>
        <p:spPr>
          <a:xfrm>
            <a:off x="5885188" y="3257636"/>
            <a:ext cx="141995" cy="203610"/>
          </a:xfrm>
          <a:prstGeom prst="rect">
            <a:avLst/>
          </a:prstGeom>
        </p:spPr>
      </p:pic>
      <p:pic>
        <p:nvPicPr>
          <p:cNvPr id="66" name="图片 65" descr="形状&#10;&#10;描述已自动生成">
            <a:extLst>
              <a:ext uri="{FF2B5EF4-FFF2-40B4-BE49-F238E27FC236}">
                <a16:creationId xmlns:a16="http://schemas.microsoft.com/office/drawing/2014/main" id="{1AB51CC8-AF65-46B2-4F4E-9ACB999F86DC}"/>
              </a:ext>
            </a:extLst>
          </p:cNvPr>
          <p:cNvPicPr>
            <a:picLocks noChangeAspect="1"/>
          </p:cNvPicPr>
          <p:nvPr/>
        </p:nvPicPr>
        <p:blipFill rotWithShape="1">
          <a:blip r:embed="rId3">
            <a:clrChange>
              <a:clrFrom>
                <a:srgbClr val="FDFFFF"/>
              </a:clrFrom>
              <a:clrTo>
                <a:srgbClr val="FDFFFF">
                  <a:alpha val="0"/>
                </a:srgbClr>
              </a:clrTo>
            </a:clrChange>
            <a:alphaModFix amt="50000"/>
          </a:blip>
          <a:srcRect l="23869" t="9103" r="21834" b="13039"/>
          <a:stretch/>
        </p:blipFill>
        <p:spPr>
          <a:xfrm>
            <a:off x="6280597" y="3257636"/>
            <a:ext cx="141995" cy="203610"/>
          </a:xfrm>
          <a:prstGeom prst="rect">
            <a:avLst/>
          </a:prstGeom>
        </p:spPr>
      </p:pic>
      <p:pic>
        <p:nvPicPr>
          <p:cNvPr id="67" name="图片 66" descr="形状&#10;&#10;描述已自动生成">
            <a:extLst>
              <a:ext uri="{FF2B5EF4-FFF2-40B4-BE49-F238E27FC236}">
                <a16:creationId xmlns:a16="http://schemas.microsoft.com/office/drawing/2014/main" id="{994FF207-0488-477A-78DE-BEE275068E64}"/>
              </a:ext>
            </a:extLst>
          </p:cNvPr>
          <p:cNvPicPr>
            <a:picLocks noChangeAspect="1"/>
          </p:cNvPicPr>
          <p:nvPr/>
        </p:nvPicPr>
        <p:blipFill rotWithShape="1">
          <a:blip r:embed="rId3">
            <a:clrChange>
              <a:clrFrom>
                <a:srgbClr val="FDFFFF"/>
              </a:clrFrom>
              <a:clrTo>
                <a:srgbClr val="FDFFFF">
                  <a:alpha val="0"/>
                </a:srgbClr>
              </a:clrTo>
            </a:clrChange>
            <a:alphaModFix amt="50000"/>
          </a:blip>
          <a:srcRect l="23869" t="9103" r="21834" b="13039"/>
          <a:stretch/>
        </p:blipFill>
        <p:spPr>
          <a:xfrm>
            <a:off x="7325799" y="3257636"/>
            <a:ext cx="141995" cy="203610"/>
          </a:xfrm>
          <a:prstGeom prst="rect">
            <a:avLst/>
          </a:prstGeom>
        </p:spPr>
      </p:pic>
      <p:pic>
        <p:nvPicPr>
          <p:cNvPr id="3" name="图片 2" descr="形状&#10;&#10;描述已自动生成">
            <a:extLst>
              <a:ext uri="{FF2B5EF4-FFF2-40B4-BE49-F238E27FC236}">
                <a16:creationId xmlns:a16="http://schemas.microsoft.com/office/drawing/2014/main" id="{4F7FCC44-5F87-9DD5-0D95-3447EE192D1C}"/>
              </a:ext>
            </a:extLst>
          </p:cNvPr>
          <p:cNvPicPr>
            <a:picLocks noChangeAspect="1"/>
          </p:cNvPicPr>
          <p:nvPr/>
        </p:nvPicPr>
        <p:blipFill rotWithShape="1">
          <a:blip r:embed="rId3">
            <a:clrChange>
              <a:clrFrom>
                <a:srgbClr val="FDFFFF"/>
              </a:clrFrom>
              <a:clrTo>
                <a:srgbClr val="FDFFFF">
                  <a:alpha val="0"/>
                </a:srgbClr>
              </a:clrTo>
            </a:clrChange>
          </a:blip>
          <a:srcRect l="23869" t="9103" r="21834" b="13039"/>
          <a:stretch/>
        </p:blipFill>
        <p:spPr>
          <a:xfrm>
            <a:off x="2239935" y="2729217"/>
            <a:ext cx="926581" cy="1328648"/>
          </a:xfrm>
          <a:prstGeom prst="rect">
            <a:avLst/>
          </a:prstGeom>
        </p:spPr>
      </p:pic>
      <p:sp>
        <p:nvSpPr>
          <p:cNvPr id="4" name="标题 3">
            <a:extLst>
              <a:ext uri="{FF2B5EF4-FFF2-40B4-BE49-F238E27FC236}">
                <a16:creationId xmlns:a16="http://schemas.microsoft.com/office/drawing/2014/main" id="{CC21DC02-A7AD-4815-5CB4-3B2B47D4AE50}"/>
              </a:ext>
            </a:extLst>
          </p:cNvPr>
          <p:cNvSpPr>
            <a:spLocks noGrp="1"/>
          </p:cNvSpPr>
          <p:nvPr>
            <p:ph type="title"/>
          </p:nvPr>
        </p:nvSpPr>
        <p:spPr>
          <a:xfrm>
            <a:off x="628649" y="559420"/>
            <a:ext cx="7732925" cy="630335"/>
          </a:xfrm>
        </p:spPr>
        <p:txBody>
          <a:bodyPr/>
          <a:lstStyle/>
          <a:p>
            <a:r>
              <a:rPr lang="en-GB" altLang="zh-CN" dirty="0"/>
              <a:t>Markov Localisation</a:t>
            </a:r>
            <a:endParaRPr lang="en-GB" dirty="0"/>
          </a:p>
        </p:txBody>
      </p:sp>
      <mc:AlternateContent xmlns:mc="http://schemas.openxmlformats.org/markup-compatibility/2006" xmlns:a14="http://schemas.microsoft.com/office/drawing/2010/main">
        <mc:Choice Requires="a14">
          <p:sp>
            <p:nvSpPr>
              <p:cNvPr id="5" name="文本占位符 4">
                <a:extLst>
                  <a:ext uri="{FF2B5EF4-FFF2-40B4-BE49-F238E27FC236}">
                    <a16:creationId xmlns:a16="http://schemas.microsoft.com/office/drawing/2014/main" id="{CD03626E-108C-52C9-C4CF-3C07954F5CF8}"/>
                  </a:ext>
                </a:extLst>
              </p:cNvPr>
              <p:cNvSpPr>
                <a:spLocks noGrp="1"/>
              </p:cNvSpPr>
              <p:nvPr>
                <p:ph type="body" sz="quarter" idx="10"/>
              </p:nvPr>
            </p:nvSpPr>
            <p:spPr>
              <a:xfrm>
                <a:off x="628650" y="1465262"/>
                <a:ext cx="7732713" cy="1357151"/>
              </a:xfrm>
            </p:spPr>
            <p:txBody>
              <a:bodyPr/>
              <a:lstStyle/>
              <a:p>
                <a:r>
                  <a:rPr lang="en-GB" altLang="zh-CN" dirty="0"/>
                  <a:t>Then, the sensor detects a door. So </a:t>
                </a:r>
                <a14:m>
                  <m:oMath xmlns:m="http://schemas.openxmlformats.org/officeDocument/2006/math">
                    <m:r>
                      <a:rPr lang="en-GB" altLang="zh-CN" b="0" i="1" smtClean="0">
                        <a:solidFill>
                          <a:srgbClr val="003399"/>
                        </a:solidFill>
                        <a:latin typeface="Cambria Math" panose="02040503050406030204" pitchFamily="18" charset="0"/>
                      </a:rPr>
                      <m:t>𝑃</m:t>
                    </m:r>
                    <m:d>
                      <m:dPr>
                        <m:ctrlPr>
                          <a:rPr lang="en-GB" altLang="zh-CN" b="0" i="1" smtClean="0">
                            <a:solidFill>
                              <a:srgbClr val="003399"/>
                            </a:solidFill>
                            <a:latin typeface="Cambria Math" panose="02040503050406030204" pitchFamily="18" charset="0"/>
                          </a:rPr>
                        </m:ctrlPr>
                      </m:dPr>
                      <m:e>
                        <m:sSub>
                          <m:sSubPr>
                            <m:ctrlPr>
                              <a:rPr lang="en-GB" altLang="zh-CN" b="0" i="1" smtClean="0">
                                <a:solidFill>
                                  <a:srgbClr val="003399"/>
                                </a:solidFill>
                                <a:latin typeface="Cambria Math" panose="02040503050406030204" pitchFamily="18" charset="0"/>
                              </a:rPr>
                            </m:ctrlPr>
                          </m:sSubPr>
                          <m:e>
                            <m:r>
                              <a:rPr lang="en-GB" altLang="zh-CN" b="0" i="1" smtClean="0">
                                <a:solidFill>
                                  <a:srgbClr val="003399"/>
                                </a:solidFill>
                                <a:latin typeface="Cambria Math" panose="02040503050406030204" pitchFamily="18" charset="0"/>
                              </a:rPr>
                              <m:t>𝑙𝑜𝑐</m:t>
                            </m:r>
                          </m:e>
                          <m:sub>
                            <m:r>
                              <a:rPr lang="en-GB" altLang="zh-CN" b="0" i="1" smtClean="0">
                                <a:solidFill>
                                  <a:srgbClr val="003399"/>
                                </a:solidFill>
                                <a:latin typeface="Cambria Math" panose="02040503050406030204" pitchFamily="18" charset="0"/>
                              </a:rPr>
                              <m:t>0</m:t>
                            </m:r>
                          </m:sub>
                        </m:sSub>
                      </m:e>
                    </m:d>
                  </m:oMath>
                </a14:m>
                <a:r>
                  <a:rPr lang="en-GB" altLang="zh-CN" dirty="0"/>
                  <a:t> is updated with </a:t>
                </a:r>
                <a14:m>
                  <m:oMath xmlns:m="http://schemas.openxmlformats.org/officeDocument/2006/math">
                    <m:r>
                      <a:rPr lang="en-GB" altLang="zh-CN" i="1">
                        <a:solidFill>
                          <a:srgbClr val="003399"/>
                        </a:solidFill>
                        <a:latin typeface="Cambria Math" panose="02040503050406030204" pitchFamily="18" charset="0"/>
                      </a:rPr>
                      <m:t>𝑃</m:t>
                    </m:r>
                    <m:d>
                      <m:dPr>
                        <m:ctrlPr>
                          <a:rPr lang="en-GB" altLang="zh-CN" i="1">
                            <a:solidFill>
                              <a:srgbClr val="003399"/>
                            </a:solidFill>
                            <a:latin typeface="Cambria Math" panose="02040503050406030204" pitchFamily="18" charset="0"/>
                          </a:rPr>
                        </m:ctrlPr>
                      </m:dPr>
                      <m:e>
                        <m:sSub>
                          <m:sSubPr>
                            <m:ctrlPr>
                              <a:rPr lang="en-GB" altLang="zh-CN" i="1">
                                <a:solidFill>
                                  <a:srgbClr val="003399"/>
                                </a:solidFill>
                                <a:latin typeface="Cambria Math" panose="02040503050406030204" pitchFamily="18" charset="0"/>
                              </a:rPr>
                            </m:ctrlPr>
                          </m:sSubPr>
                          <m:e>
                            <m:r>
                              <a:rPr lang="en-GB" altLang="zh-CN" i="1">
                                <a:solidFill>
                                  <a:srgbClr val="003399"/>
                                </a:solidFill>
                                <a:latin typeface="Cambria Math" panose="02040503050406030204" pitchFamily="18" charset="0"/>
                              </a:rPr>
                              <m:t>𝑙𝑜𝑐</m:t>
                            </m:r>
                          </m:e>
                          <m:sub>
                            <m:r>
                              <a:rPr lang="en-GB" altLang="zh-CN" i="1">
                                <a:solidFill>
                                  <a:srgbClr val="003399"/>
                                </a:solidFill>
                                <a:latin typeface="Cambria Math" panose="02040503050406030204" pitchFamily="18" charset="0"/>
                              </a:rPr>
                              <m:t>0</m:t>
                            </m:r>
                          </m:sub>
                        </m:sSub>
                        <m:r>
                          <a:rPr lang="en-GB" altLang="zh-CN" b="0" i="1" smtClean="0">
                            <a:solidFill>
                              <a:srgbClr val="003399"/>
                            </a:solidFill>
                            <a:latin typeface="Cambria Math" panose="02040503050406030204" pitchFamily="18" charset="0"/>
                          </a:rPr>
                          <m:t>|</m:t>
                        </m:r>
                        <m:r>
                          <a:rPr lang="en-GB" altLang="zh-CN" b="0" i="1" smtClean="0">
                            <a:solidFill>
                              <a:srgbClr val="003399"/>
                            </a:solidFill>
                            <a:latin typeface="Cambria Math" panose="02040503050406030204" pitchFamily="18" charset="0"/>
                          </a:rPr>
                          <m:t>𝑑𝑜𝑜𝑟</m:t>
                        </m:r>
                      </m:e>
                    </m:d>
                  </m:oMath>
                </a14:m>
                <a:r>
                  <a:rPr lang="en-GB" altLang="zh-CN" dirty="0"/>
                  <a:t>.</a:t>
                </a:r>
                <a:r>
                  <a:rPr lang="zh-CN" altLang="en-US" dirty="0"/>
                  <a:t> </a:t>
                </a:r>
                <a:r>
                  <a:rPr lang="en-US" altLang="zh-CN" dirty="0"/>
                  <a:t>According to Bayes' Rule, </a:t>
                </a:r>
                <a:endParaRPr lang="en-GB" altLang="zh-CN" i="1" dirty="0">
                  <a:solidFill>
                    <a:srgbClr val="003399"/>
                  </a:solidFill>
                  <a:latin typeface="Cambria Math" panose="02040503050406030204" pitchFamily="18" charset="0"/>
                </a:endParaRPr>
              </a:p>
              <a:p>
                <a:pPr/>
                <a14:m>
                  <m:oMathPara xmlns:m="http://schemas.openxmlformats.org/officeDocument/2006/math">
                    <m:oMathParaPr>
                      <m:jc m:val="centerGroup"/>
                    </m:oMathParaPr>
                    <m:oMath xmlns:m="http://schemas.openxmlformats.org/officeDocument/2006/math">
                      <m:r>
                        <a:rPr lang="en-GB" altLang="zh-CN" i="1">
                          <a:solidFill>
                            <a:srgbClr val="003399"/>
                          </a:solidFill>
                          <a:latin typeface="Cambria Math" panose="02040503050406030204" pitchFamily="18" charset="0"/>
                        </a:rPr>
                        <m:t>𝑃</m:t>
                      </m:r>
                      <m:d>
                        <m:dPr>
                          <m:ctrlPr>
                            <a:rPr lang="en-GB" altLang="zh-CN" i="1">
                              <a:solidFill>
                                <a:srgbClr val="003399"/>
                              </a:solidFill>
                              <a:latin typeface="Cambria Math" panose="02040503050406030204" pitchFamily="18" charset="0"/>
                            </a:rPr>
                          </m:ctrlPr>
                        </m:dPr>
                        <m:e>
                          <m:sSub>
                            <m:sSubPr>
                              <m:ctrlPr>
                                <a:rPr lang="en-GB" altLang="zh-CN" i="1">
                                  <a:solidFill>
                                    <a:srgbClr val="003399"/>
                                  </a:solidFill>
                                  <a:latin typeface="Cambria Math" panose="02040503050406030204" pitchFamily="18" charset="0"/>
                                </a:rPr>
                              </m:ctrlPr>
                            </m:sSubPr>
                            <m:e>
                              <m:r>
                                <a:rPr lang="en-GB" altLang="zh-CN" i="1">
                                  <a:solidFill>
                                    <a:srgbClr val="003399"/>
                                  </a:solidFill>
                                  <a:latin typeface="Cambria Math" panose="02040503050406030204" pitchFamily="18" charset="0"/>
                                </a:rPr>
                                <m:t>𝑙𝑜𝑐</m:t>
                              </m:r>
                            </m:e>
                            <m:sub>
                              <m:r>
                                <a:rPr lang="en-GB" altLang="zh-CN" i="1">
                                  <a:solidFill>
                                    <a:srgbClr val="003399"/>
                                  </a:solidFill>
                                  <a:latin typeface="Cambria Math" panose="02040503050406030204" pitchFamily="18" charset="0"/>
                                </a:rPr>
                                <m:t>0</m:t>
                              </m:r>
                            </m:sub>
                          </m:sSub>
                          <m:r>
                            <a:rPr lang="en-GB" altLang="zh-CN" i="1">
                              <a:solidFill>
                                <a:srgbClr val="003399"/>
                              </a:solidFill>
                              <a:latin typeface="Cambria Math" panose="02040503050406030204" pitchFamily="18" charset="0"/>
                            </a:rPr>
                            <m:t>|</m:t>
                          </m:r>
                          <m:r>
                            <a:rPr lang="en-GB" altLang="zh-CN" i="1">
                              <a:solidFill>
                                <a:srgbClr val="003399"/>
                              </a:solidFill>
                              <a:latin typeface="Cambria Math" panose="02040503050406030204" pitchFamily="18" charset="0"/>
                            </a:rPr>
                            <m:t>𝑑𝑜𝑜𝑟</m:t>
                          </m:r>
                        </m:e>
                      </m:d>
                      <m:r>
                        <a:rPr lang="en-GB" altLang="zh-CN" b="0" i="1" smtClean="0">
                          <a:solidFill>
                            <a:srgbClr val="003399"/>
                          </a:solidFill>
                          <a:latin typeface="Cambria Math" panose="02040503050406030204" pitchFamily="18" charset="0"/>
                        </a:rPr>
                        <m:t>=</m:t>
                      </m:r>
                      <m:f>
                        <m:fPr>
                          <m:ctrlPr>
                            <a:rPr lang="en-GB" altLang="zh-CN" b="0" i="1" smtClean="0">
                              <a:solidFill>
                                <a:srgbClr val="003399"/>
                              </a:solidFill>
                              <a:latin typeface="Cambria Math" panose="02040503050406030204" pitchFamily="18" charset="0"/>
                            </a:rPr>
                          </m:ctrlPr>
                        </m:fPr>
                        <m:num>
                          <m:r>
                            <a:rPr lang="en-GB" altLang="zh-CN" i="1">
                              <a:solidFill>
                                <a:srgbClr val="003399"/>
                              </a:solidFill>
                              <a:latin typeface="Cambria Math" panose="02040503050406030204" pitchFamily="18" charset="0"/>
                            </a:rPr>
                            <m:t>𝑃</m:t>
                          </m:r>
                          <m:d>
                            <m:dPr>
                              <m:ctrlPr>
                                <a:rPr lang="en-GB" altLang="zh-CN" i="1">
                                  <a:solidFill>
                                    <a:srgbClr val="003399"/>
                                  </a:solidFill>
                                  <a:latin typeface="Cambria Math" panose="02040503050406030204" pitchFamily="18" charset="0"/>
                                </a:rPr>
                              </m:ctrlPr>
                            </m:dPr>
                            <m:e>
                              <m:sSub>
                                <m:sSubPr>
                                  <m:ctrlPr>
                                    <a:rPr lang="en-GB" altLang="zh-CN" i="1">
                                      <a:solidFill>
                                        <a:srgbClr val="003399"/>
                                      </a:solidFill>
                                      <a:latin typeface="Cambria Math" panose="02040503050406030204" pitchFamily="18" charset="0"/>
                                    </a:rPr>
                                  </m:ctrlPr>
                                </m:sSubPr>
                                <m:e>
                                  <m:r>
                                    <a:rPr lang="en-GB" altLang="zh-CN" i="1">
                                      <a:solidFill>
                                        <a:srgbClr val="003399"/>
                                      </a:solidFill>
                                      <a:latin typeface="Cambria Math" panose="02040503050406030204" pitchFamily="18" charset="0"/>
                                    </a:rPr>
                                    <m:t>𝑙𝑜𝑐</m:t>
                                  </m:r>
                                </m:e>
                                <m:sub>
                                  <m:r>
                                    <a:rPr lang="en-GB" altLang="zh-CN" i="1">
                                      <a:solidFill>
                                        <a:srgbClr val="003399"/>
                                      </a:solidFill>
                                      <a:latin typeface="Cambria Math" panose="02040503050406030204" pitchFamily="18" charset="0"/>
                                    </a:rPr>
                                    <m:t>0</m:t>
                                  </m:r>
                                </m:sub>
                              </m:sSub>
                            </m:e>
                          </m:d>
                          <m:r>
                            <a:rPr lang="en-GB" altLang="zh-CN" i="1">
                              <a:solidFill>
                                <a:srgbClr val="003399"/>
                              </a:solidFill>
                              <a:latin typeface="Cambria Math" panose="02040503050406030204" pitchFamily="18" charset="0"/>
                            </a:rPr>
                            <m:t>𝑃</m:t>
                          </m:r>
                          <m:d>
                            <m:dPr>
                              <m:ctrlPr>
                                <a:rPr lang="en-GB" altLang="zh-CN" i="1">
                                  <a:solidFill>
                                    <a:srgbClr val="003399"/>
                                  </a:solidFill>
                                  <a:latin typeface="Cambria Math" panose="02040503050406030204" pitchFamily="18" charset="0"/>
                                </a:rPr>
                              </m:ctrlPr>
                            </m:dPr>
                            <m:e>
                              <m:r>
                                <a:rPr lang="en-GB" altLang="zh-CN" b="0" i="1" smtClean="0">
                                  <a:solidFill>
                                    <a:srgbClr val="003399"/>
                                  </a:solidFill>
                                  <a:latin typeface="Cambria Math" panose="02040503050406030204" pitchFamily="18" charset="0"/>
                                </a:rPr>
                                <m:t>𝑑𝑜𝑜𝑟</m:t>
                              </m:r>
                              <m:r>
                                <a:rPr lang="en-GB" altLang="zh-CN" b="0" i="1" smtClean="0">
                                  <a:solidFill>
                                    <a:srgbClr val="003399"/>
                                  </a:solidFill>
                                  <a:latin typeface="Cambria Math" panose="02040503050406030204" pitchFamily="18" charset="0"/>
                                </a:rPr>
                                <m:t>|</m:t>
                              </m:r>
                              <m:sSub>
                                <m:sSubPr>
                                  <m:ctrlPr>
                                    <a:rPr lang="en-GB" altLang="zh-CN" i="1">
                                      <a:solidFill>
                                        <a:srgbClr val="003399"/>
                                      </a:solidFill>
                                      <a:latin typeface="Cambria Math" panose="02040503050406030204" pitchFamily="18" charset="0"/>
                                    </a:rPr>
                                  </m:ctrlPr>
                                </m:sSubPr>
                                <m:e>
                                  <m:r>
                                    <a:rPr lang="en-GB" altLang="zh-CN" i="1">
                                      <a:solidFill>
                                        <a:srgbClr val="003399"/>
                                      </a:solidFill>
                                      <a:latin typeface="Cambria Math" panose="02040503050406030204" pitchFamily="18" charset="0"/>
                                    </a:rPr>
                                    <m:t>𝑙𝑜𝑐</m:t>
                                  </m:r>
                                </m:e>
                                <m:sub>
                                  <m:r>
                                    <a:rPr lang="en-GB" altLang="zh-CN" i="1">
                                      <a:solidFill>
                                        <a:srgbClr val="003399"/>
                                      </a:solidFill>
                                      <a:latin typeface="Cambria Math" panose="02040503050406030204" pitchFamily="18" charset="0"/>
                                    </a:rPr>
                                    <m:t>0</m:t>
                                  </m:r>
                                </m:sub>
                              </m:sSub>
                            </m:e>
                          </m:d>
                        </m:num>
                        <m:den>
                          <m:r>
                            <a:rPr lang="en-GB" altLang="zh-CN" i="1">
                              <a:solidFill>
                                <a:srgbClr val="003399"/>
                              </a:solidFill>
                              <a:latin typeface="Cambria Math" panose="02040503050406030204" pitchFamily="18" charset="0"/>
                            </a:rPr>
                            <m:t>𝑃</m:t>
                          </m:r>
                          <m:d>
                            <m:dPr>
                              <m:ctrlPr>
                                <a:rPr lang="en-GB" altLang="zh-CN" i="1">
                                  <a:solidFill>
                                    <a:srgbClr val="003399"/>
                                  </a:solidFill>
                                  <a:latin typeface="Cambria Math" panose="02040503050406030204" pitchFamily="18" charset="0"/>
                                </a:rPr>
                              </m:ctrlPr>
                            </m:dPr>
                            <m:e>
                              <m:r>
                                <a:rPr lang="en-GB" altLang="zh-CN" b="0" i="1" smtClean="0">
                                  <a:solidFill>
                                    <a:srgbClr val="003399"/>
                                  </a:solidFill>
                                  <a:latin typeface="Cambria Math" panose="02040503050406030204" pitchFamily="18" charset="0"/>
                                </a:rPr>
                                <m:t>𝑑𝑜𝑜𝑟</m:t>
                              </m:r>
                            </m:e>
                          </m:d>
                        </m:den>
                      </m:f>
                    </m:oMath>
                  </m:oMathPara>
                </a14:m>
                <a:endParaRPr lang="en-GB" altLang="zh-CN" dirty="0"/>
              </a:p>
              <a:p>
                <a:endParaRPr lang="en-GB" dirty="0"/>
              </a:p>
            </p:txBody>
          </p:sp>
        </mc:Choice>
        <mc:Fallback xmlns="">
          <p:sp>
            <p:nvSpPr>
              <p:cNvPr id="5" name="文本占位符 4">
                <a:extLst>
                  <a:ext uri="{FF2B5EF4-FFF2-40B4-BE49-F238E27FC236}">
                    <a16:creationId xmlns:a16="http://schemas.microsoft.com/office/drawing/2014/main" id="{CD03626E-108C-52C9-C4CF-3C07954F5CF8}"/>
                  </a:ext>
                </a:extLst>
              </p:cNvPr>
              <p:cNvSpPr>
                <a:spLocks noGrp="1" noRot="1" noChangeAspect="1" noMove="1" noResize="1" noEditPoints="1" noAdjustHandles="1" noChangeArrowheads="1" noChangeShapeType="1" noTextEdit="1"/>
              </p:cNvSpPr>
              <p:nvPr>
                <p:ph type="body" sz="quarter" idx="10"/>
              </p:nvPr>
            </p:nvSpPr>
            <p:spPr>
              <a:xfrm>
                <a:off x="628650" y="1465262"/>
                <a:ext cx="7732713" cy="1357151"/>
              </a:xfrm>
              <a:blipFill>
                <a:blip r:embed="rId4"/>
                <a:stretch>
                  <a:fillRect l="-328" t="-3704"/>
                </a:stretch>
              </a:blipFill>
            </p:spPr>
            <p:txBody>
              <a:bodyPr/>
              <a:lstStyle/>
              <a:p>
                <a:r>
                  <a:rPr lang="zh-CN" altLang="en-US">
                    <a:noFill/>
                  </a:rPr>
                  <a:t> </a:t>
                </a:r>
              </a:p>
            </p:txBody>
          </p:sp>
        </mc:Fallback>
      </mc:AlternateContent>
      <p:sp>
        <p:nvSpPr>
          <p:cNvPr id="8" name="矩形 7">
            <a:extLst>
              <a:ext uri="{FF2B5EF4-FFF2-40B4-BE49-F238E27FC236}">
                <a16:creationId xmlns:a16="http://schemas.microsoft.com/office/drawing/2014/main" id="{8C89B269-693C-64AF-88F4-CED481D6DE0B}"/>
              </a:ext>
            </a:extLst>
          </p:cNvPr>
          <p:cNvSpPr/>
          <p:nvPr/>
        </p:nvSpPr>
        <p:spPr>
          <a:xfrm>
            <a:off x="768350" y="4057866"/>
            <a:ext cx="7593223" cy="97104"/>
          </a:xfrm>
          <a:prstGeom prst="rect">
            <a:avLst/>
          </a:prstGeom>
          <a:gradFill flip="none" rotWithShape="1">
            <a:gsLst>
              <a:gs pos="100000">
                <a:schemeClr val="bg1"/>
              </a:gs>
              <a:gs pos="0">
                <a:schemeClr val="accent3">
                  <a:lumMod val="30000"/>
                  <a:lumOff val="70000"/>
                  <a:alpha val="49171"/>
                </a:schemeClr>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11" name="直线连接符 10">
            <a:extLst>
              <a:ext uri="{FF2B5EF4-FFF2-40B4-BE49-F238E27FC236}">
                <a16:creationId xmlns:a16="http://schemas.microsoft.com/office/drawing/2014/main" id="{B5FA535B-0727-816E-FB2B-8B8EA3147B47}"/>
              </a:ext>
            </a:extLst>
          </p:cNvPr>
          <p:cNvCxnSpPr>
            <a:cxnSpLocks/>
          </p:cNvCxnSpPr>
          <p:nvPr/>
        </p:nvCxnSpPr>
        <p:spPr>
          <a:xfrm>
            <a:off x="768350" y="4051515"/>
            <a:ext cx="7593223" cy="0"/>
          </a:xfrm>
          <a:prstGeom prst="line">
            <a:avLst/>
          </a:prstGeom>
          <a:ln w="9525">
            <a:solidFill>
              <a:srgbClr val="40618A"/>
            </a:solidFill>
          </a:ln>
        </p:spPr>
        <p:style>
          <a:lnRef idx="1">
            <a:schemeClr val="accent1"/>
          </a:lnRef>
          <a:fillRef idx="0">
            <a:schemeClr val="accent1"/>
          </a:fillRef>
          <a:effectRef idx="0">
            <a:schemeClr val="accent1"/>
          </a:effectRef>
          <a:fontRef idx="minor">
            <a:schemeClr val="tx1"/>
          </a:fontRef>
        </p:style>
      </p:cxnSp>
      <p:cxnSp>
        <p:nvCxnSpPr>
          <p:cNvPr id="16" name="直线连接符 15">
            <a:extLst>
              <a:ext uri="{FF2B5EF4-FFF2-40B4-BE49-F238E27FC236}">
                <a16:creationId xmlns:a16="http://schemas.microsoft.com/office/drawing/2014/main" id="{FAEA816C-0DB2-AD1D-830C-96A76DB82234}"/>
              </a:ext>
            </a:extLst>
          </p:cNvPr>
          <p:cNvCxnSpPr>
            <a:cxnSpLocks/>
          </p:cNvCxnSpPr>
          <p:nvPr/>
        </p:nvCxnSpPr>
        <p:spPr>
          <a:xfrm>
            <a:off x="1668256" y="4614313"/>
            <a:ext cx="6700355" cy="0"/>
          </a:xfrm>
          <a:prstGeom prst="line">
            <a:avLst/>
          </a:prstGeom>
          <a:ln w="9525">
            <a:solidFill>
              <a:schemeClr val="accent4"/>
            </a:solidFill>
          </a:ln>
        </p:spPr>
        <p:style>
          <a:lnRef idx="1">
            <a:schemeClr val="accent1"/>
          </a:lnRef>
          <a:fillRef idx="0">
            <a:schemeClr val="accent1"/>
          </a:fillRef>
          <a:effectRef idx="0">
            <a:schemeClr val="accent1"/>
          </a:effectRef>
          <a:fontRef idx="minor">
            <a:schemeClr val="tx1"/>
          </a:fontRef>
        </p:style>
      </p:cxnSp>
      <p:sp>
        <p:nvSpPr>
          <p:cNvPr id="17" name="文本框 16">
            <a:extLst>
              <a:ext uri="{FF2B5EF4-FFF2-40B4-BE49-F238E27FC236}">
                <a16:creationId xmlns:a16="http://schemas.microsoft.com/office/drawing/2014/main" id="{83933E77-96F3-5075-C63D-3F9908E1872E}"/>
              </a:ext>
            </a:extLst>
          </p:cNvPr>
          <p:cNvSpPr txBox="1"/>
          <p:nvPr/>
        </p:nvSpPr>
        <p:spPr>
          <a:xfrm>
            <a:off x="1580248" y="4564353"/>
            <a:ext cx="2749151" cy="307777"/>
          </a:xfrm>
          <a:prstGeom prst="rect">
            <a:avLst/>
          </a:prstGeom>
          <a:noFill/>
        </p:spPr>
        <p:txBody>
          <a:bodyPr wrap="none" rtlCol="0">
            <a:spAutoFit/>
          </a:bodyPr>
          <a:lstStyle/>
          <a:p>
            <a:r>
              <a:rPr lang="en-GB" sz="1400" dirty="0">
                <a:solidFill>
                  <a:schemeClr val="accent4"/>
                </a:solidFill>
              </a:rPr>
              <a:t>The location possibility distribution</a:t>
            </a:r>
          </a:p>
        </p:txBody>
      </p:sp>
      <p:sp>
        <p:nvSpPr>
          <p:cNvPr id="2" name="矩形 1">
            <a:extLst>
              <a:ext uri="{FF2B5EF4-FFF2-40B4-BE49-F238E27FC236}">
                <a16:creationId xmlns:a16="http://schemas.microsoft.com/office/drawing/2014/main" id="{35357EFE-C41F-9855-807A-A3A22960973C}"/>
              </a:ext>
            </a:extLst>
          </p:cNvPr>
          <p:cNvSpPr/>
          <p:nvPr/>
        </p:nvSpPr>
        <p:spPr>
          <a:xfrm>
            <a:off x="1668256" y="4619448"/>
            <a:ext cx="6693317" cy="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22" name="组合 21">
            <a:extLst>
              <a:ext uri="{FF2B5EF4-FFF2-40B4-BE49-F238E27FC236}">
                <a16:creationId xmlns:a16="http://schemas.microsoft.com/office/drawing/2014/main" id="{2D1494BB-0349-1539-BF5A-A49BF0F0CD66}"/>
              </a:ext>
            </a:extLst>
          </p:cNvPr>
          <p:cNvGrpSpPr/>
          <p:nvPr/>
        </p:nvGrpSpPr>
        <p:grpSpPr>
          <a:xfrm>
            <a:off x="3202404" y="4306103"/>
            <a:ext cx="1624814" cy="312609"/>
            <a:chOff x="3392497" y="4254499"/>
            <a:chExt cx="1278644" cy="364214"/>
          </a:xfrm>
        </p:grpSpPr>
        <p:sp>
          <p:nvSpPr>
            <p:cNvPr id="23" name="任意形状 22">
              <a:extLst>
                <a:ext uri="{FF2B5EF4-FFF2-40B4-BE49-F238E27FC236}">
                  <a16:creationId xmlns:a16="http://schemas.microsoft.com/office/drawing/2014/main" id="{B81A1F8B-2A26-896D-37AC-F532FD59B67C}"/>
                </a:ext>
              </a:extLst>
            </p:cNvPr>
            <p:cNvSpPr/>
            <p:nvPr/>
          </p:nvSpPr>
          <p:spPr>
            <a:xfrm>
              <a:off x="3392498" y="4254499"/>
              <a:ext cx="1278643" cy="364214"/>
            </a:xfrm>
            <a:custGeom>
              <a:avLst/>
              <a:gdLst>
                <a:gd name="connsiteX0" fmla="*/ 0 w 2076450"/>
                <a:gd name="connsiteY0" fmla="*/ 514352 h 563845"/>
                <a:gd name="connsiteX1" fmla="*/ 584200 w 2076450"/>
                <a:gd name="connsiteY1" fmla="*/ 514352 h 563845"/>
                <a:gd name="connsiteX2" fmla="*/ 1104900 w 2076450"/>
                <a:gd name="connsiteY2" fmla="*/ 2 h 563845"/>
                <a:gd name="connsiteX3" fmla="*/ 1511300 w 2076450"/>
                <a:gd name="connsiteY3" fmla="*/ 508002 h 563845"/>
                <a:gd name="connsiteX4" fmla="*/ 2076450 w 2076450"/>
                <a:gd name="connsiteY4" fmla="*/ 552452 h 563845"/>
                <a:gd name="connsiteX0" fmla="*/ 0 w 2076450"/>
                <a:gd name="connsiteY0" fmla="*/ 552452 h 584518"/>
                <a:gd name="connsiteX1" fmla="*/ 584200 w 2076450"/>
                <a:gd name="connsiteY1" fmla="*/ 514352 h 584518"/>
                <a:gd name="connsiteX2" fmla="*/ 1104900 w 2076450"/>
                <a:gd name="connsiteY2" fmla="*/ 2 h 584518"/>
                <a:gd name="connsiteX3" fmla="*/ 1511300 w 2076450"/>
                <a:gd name="connsiteY3" fmla="*/ 508002 h 584518"/>
                <a:gd name="connsiteX4" fmla="*/ 2076450 w 2076450"/>
                <a:gd name="connsiteY4" fmla="*/ 552452 h 584518"/>
                <a:gd name="connsiteX0" fmla="*/ 0 w 2076450"/>
                <a:gd name="connsiteY0" fmla="*/ 552452 h 567630"/>
                <a:gd name="connsiteX1" fmla="*/ 584200 w 2076450"/>
                <a:gd name="connsiteY1" fmla="*/ 514352 h 567630"/>
                <a:gd name="connsiteX2" fmla="*/ 1104900 w 2076450"/>
                <a:gd name="connsiteY2" fmla="*/ 2 h 567630"/>
                <a:gd name="connsiteX3" fmla="*/ 1511300 w 2076450"/>
                <a:gd name="connsiteY3" fmla="*/ 508002 h 567630"/>
                <a:gd name="connsiteX4" fmla="*/ 2076450 w 2076450"/>
                <a:gd name="connsiteY4" fmla="*/ 552452 h 567630"/>
                <a:gd name="connsiteX0" fmla="*/ 0 w 2076450"/>
                <a:gd name="connsiteY0" fmla="*/ 552557 h 560371"/>
                <a:gd name="connsiteX1" fmla="*/ 635000 w 2076450"/>
                <a:gd name="connsiteY1" fmla="*/ 463657 h 560371"/>
                <a:gd name="connsiteX2" fmla="*/ 1104900 w 2076450"/>
                <a:gd name="connsiteY2" fmla="*/ 107 h 560371"/>
                <a:gd name="connsiteX3" fmla="*/ 1511300 w 2076450"/>
                <a:gd name="connsiteY3" fmla="*/ 508107 h 560371"/>
                <a:gd name="connsiteX4" fmla="*/ 2076450 w 2076450"/>
                <a:gd name="connsiteY4" fmla="*/ 552557 h 560371"/>
                <a:gd name="connsiteX0" fmla="*/ 0 w 2076450"/>
                <a:gd name="connsiteY0" fmla="*/ 552460 h 552460"/>
                <a:gd name="connsiteX1" fmla="*/ 635000 w 2076450"/>
                <a:gd name="connsiteY1" fmla="*/ 463560 h 552460"/>
                <a:gd name="connsiteX2" fmla="*/ 1104900 w 2076450"/>
                <a:gd name="connsiteY2" fmla="*/ 10 h 552460"/>
                <a:gd name="connsiteX3" fmla="*/ 1466850 w 2076450"/>
                <a:gd name="connsiteY3" fmla="*/ 450860 h 552460"/>
                <a:gd name="connsiteX4" fmla="*/ 2076450 w 2076450"/>
                <a:gd name="connsiteY4" fmla="*/ 552460 h 552460"/>
                <a:gd name="connsiteX0" fmla="*/ 0 w 2076450"/>
                <a:gd name="connsiteY0" fmla="*/ 552460 h 553694"/>
                <a:gd name="connsiteX1" fmla="*/ 635000 w 2076450"/>
                <a:gd name="connsiteY1" fmla="*/ 463560 h 553694"/>
                <a:gd name="connsiteX2" fmla="*/ 1104900 w 2076450"/>
                <a:gd name="connsiteY2" fmla="*/ 10 h 553694"/>
                <a:gd name="connsiteX3" fmla="*/ 1466850 w 2076450"/>
                <a:gd name="connsiteY3" fmla="*/ 450860 h 553694"/>
                <a:gd name="connsiteX4" fmla="*/ 2076450 w 2076450"/>
                <a:gd name="connsiteY4" fmla="*/ 552460 h 553694"/>
                <a:gd name="connsiteX0" fmla="*/ 0 w 2076450"/>
                <a:gd name="connsiteY0" fmla="*/ 552453 h 555210"/>
                <a:gd name="connsiteX1" fmla="*/ 635000 w 2076450"/>
                <a:gd name="connsiteY1" fmla="*/ 463553 h 555210"/>
                <a:gd name="connsiteX2" fmla="*/ 1104900 w 2076450"/>
                <a:gd name="connsiteY2" fmla="*/ 3 h 555210"/>
                <a:gd name="connsiteX3" fmla="*/ 1498600 w 2076450"/>
                <a:gd name="connsiteY3" fmla="*/ 469903 h 555210"/>
                <a:gd name="connsiteX4" fmla="*/ 2076450 w 2076450"/>
                <a:gd name="connsiteY4" fmla="*/ 552453 h 555210"/>
                <a:gd name="connsiteX0" fmla="*/ 0 w 2076450"/>
                <a:gd name="connsiteY0" fmla="*/ 552510 h 553235"/>
                <a:gd name="connsiteX1" fmla="*/ 635000 w 2076450"/>
                <a:gd name="connsiteY1" fmla="*/ 463610 h 553235"/>
                <a:gd name="connsiteX2" fmla="*/ 1104900 w 2076450"/>
                <a:gd name="connsiteY2" fmla="*/ 60 h 553235"/>
                <a:gd name="connsiteX3" fmla="*/ 1479550 w 2076450"/>
                <a:gd name="connsiteY3" fmla="*/ 431860 h 553235"/>
                <a:gd name="connsiteX4" fmla="*/ 2076450 w 2076450"/>
                <a:gd name="connsiteY4" fmla="*/ 552510 h 553235"/>
                <a:gd name="connsiteX0" fmla="*/ 0 w 2076450"/>
                <a:gd name="connsiteY0" fmla="*/ 552510 h 553991"/>
                <a:gd name="connsiteX1" fmla="*/ 635000 w 2076450"/>
                <a:gd name="connsiteY1" fmla="*/ 463610 h 553991"/>
                <a:gd name="connsiteX2" fmla="*/ 1104900 w 2076450"/>
                <a:gd name="connsiteY2" fmla="*/ 60 h 553991"/>
                <a:gd name="connsiteX3" fmla="*/ 1479550 w 2076450"/>
                <a:gd name="connsiteY3" fmla="*/ 431860 h 553991"/>
                <a:gd name="connsiteX4" fmla="*/ 2076450 w 2076450"/>
                <a:gd name="connsiteY4" fmla="*/ 552510 h 553991"/>
                <a:gd name="connsiteX0" fmla="*/ 0 w 2076450"/>
                <a:gd name="connsiteY0" fmla="*/ 552514 h 553995"/>
                <a:gd name="connsiteX1" fmla="*/ 635000 w 2076450"/>
                <a:gd name="connsiteY1" fmla="*/ 463614 h 553995"/>
                <a:gd name="connsiteX2" fmla="*/ 1104900 w 2076450"/>
                <a:gd name="connsiteY2" fmla="*/ 64 h 553995"/>
                <a:gd name="connsiteX3" fmla="*/ 1479550 w 2076450"/>
                <a:gd name="connsiteY3" fmla="*/ 431864 h 553995"/>
                <a:gd name="connsiteX4" fmla="*/ 2076450 w 2076450"/>
                <a:gd name="connsiteY4" fmla="*/ 552514 h 553995"/>
                <a:gd name="connsiteX0" fmla="*/ 0 w 2076450"/>
                <a:gd name="connsiteY0" fmla="*/ 552453 h 553934"/>
                <a:gd name="connsiteX1" fmla="*/ 635000 w 2076450"/>
                <a:gd name="connsiteY1" fmla="*/ 463553 h 553934"/>
                <a:gd name="connsiteX2" fmla="*/ 1104900 w 2076450"/>
                <a:gd name="connsiteY2" fmla="*/ 3 h 553934"/>
                <a:gd name="connsiteX3" fmla="*/ 1479550 w 2076450"/>
                <a:gd name="connsiteY3" fmla="*/ 431803 h 553934"/>
                <a:gd name="connsiteX4" fmla="*/ 2076450 w 2076450"/>
                <a:gd name="connsiteY4" fmla="*/ 552453 h 553934"/>
                <a:gd name="connsiteX0" fmla="*/ 0 w 2076450"/>
                <a:gd name="connsiteY0" fmla="*/ 552453 h 556896"/>
                <a:gd name="connsiteX1" fmla="*/ 635000 w 2076450"/>
                <a:gd name="connsiteY1" fmla="*/ 463553 h 556896"/>
                <a:gd name="connsiteX2" fmla="*/ 1104900 w 2076450"/>
                <a:gd name="connsiteY2" fmla="*/ 3 h 556896"/>
                <a:gd name="connsiteX3" fmla="*/ 1498600 w 2076450"/>
                <a:gd name="connsiteY3" fmla="*/ 457203 h 556896"/>
                <a:gd name="connsiteX4" fmla="*/ 2076450 w 2076450"/>
                <a:gd name="connsiteY4" fmla="*/ 552453 h 556896"/>
                <a:gd name="connsiteX0" fmla="*/ 0 w 2076450"/>
                <a:gd name="connsiteY0" fmla="*/ 552453 h 554014"/>
                <a:gd name="connsiteX1" fmla="*/ 635000 w 2076450"/>
                <a:gd name="connsiteY1" fmla="*/ 463553 h 554014"/>
                <a:gd name="connsiteX2" fmla="*/ 1098550 w 2076450"/>
                <a:gd name="connsiteY2" fmla="*/ 3 h 554014"/>
                <a:gd name="connsiteX3" fmla="*/ 1498600 w 2076450"/>
                <a:gd name="connsiteY3" fmla="*/ 457203 h 554014"/>
                <a:gd name="connsiteX4" fmla="*/ 2076450 w 2076450"/>
                <a:gd name="connsiteY4" fmla="*/ 552453 h 554014"/>
                <a:gd name="connsiteX0" fmla="*/ 0 w 2076450"/>
                <a:gd name="connsiteY0" fmla="*/ 552459 h 553693"/>
                <a:gd name="connsiteX1" fmla="*/ 635000 w 2076450"/>
                <a:gd name="connsiteY1" fmla="*/ 463559 h 553693"/>
                <a:gd name="connsiteX2" fmla="*/ 1098550 w 2076450"/>
                <a:gd name="connsiteY2" fmla="*/ 9 h 553693"/>
                <a:gd name="connsiteX3" fmla="*/ 1485900 w 2076450"/>
                <a:gd name="connsiteY3" fmla="*/ 450859 h 553693"/>
                <a:gd name="connsiteX4" fmla="*/ 2076450 w 2076450"/>
                <a:gd name="connsiteY4" fmla="*/ 552459 h 553693"/>
                <a:gd name="connsiteX0" fmla="*/ 0 w 2076450"/>
                <a:gd name="connsiteY0" fmla="*/ 552459 h 556763"/>
                <a:gd name="connsiteX1" fmla="*/ 635000 w 2076450"/>
                <a:gd name="connsiteY1" fmla="*/ 463559 h 556763"/>
                <a:gd name="connsiteX2" fmla="*/ 1098550 w 2076450"/>
                <a:gd name="connsiteY2" fmla="*/ 9 h 556763"/>
                <a:gd name="connsiteX3" fmla="*/ 1485900 w 2076450"/>
                <a:gd name="connsiteY3" fmla="*/ 450859 h 556763"/>
                <a:gd name="connsiteX4" fmla="*/ 2076450 w 2076450"/>
                <a:gd name="connsiteY4" fmla="*/ 555634 h 556763"/>
                <a:gd name="connsiteX0" fmla="*/ 0 w 2076450"/>
                <a:gd name="connsiteY0" fmla="*/ 552459 h 556011"/>
                <a:gd name="connsiteX1" fmla="*/ 635000 w 2076450"/>
                <a:gd name="connsiteY1" fmla="*/ 463559 h 556011"/>
                <a:gd name="connsiteX2" fmla="*/ 1098550 w 2076450"/>
                <a:gd name="connsiteY2" fmla="*/ 9 h 556011"/>
                <a:gd name="connsiteX3" fmla="*/ 1485900 w 2076450"/>
                <a:gd name="connsiteY3" fmla="*/ 450859 h 556011"/>
                <a:gd name="connsiteX4" fmla="*/ 2076450 w 2076450"/>
                <a:gd name="connsiteY4" fmla="*/ 555634 h 556011"/>
                <a:gd name="connsiteX0" fmla="*/ 0 w 1952625"/>
                <a:gd name="connsiteY0" fmla="*/ 555634 h 556011"/>
                <a:gd name="connsiteX1" fmla="*/ 511175 w 1952625"/>
                <a:gd name="connsiteY1" fmla="*/ 463559 h 556011"/>
                <a:gd name="connsiteX2" fmla="*/ 974725 w 1952625"/>
                <a:gd name="connsiteY2" fmla="*/ 9 h 556011"/>
                <a:gd name="connsiteX3" fmla="*/ 1362075 w 1952625"/>
                <a:gd name="connsiteY3" fmla="*/ 450859 h 556011"/>
                <a:gd name="connsiteX4" fmla="*/ 1952625 w 1952625"/>
                <a:gd name="connsiteY4" fmla="*/ 555634 h 556011"/>
                <a:gd name="connsiteX0" fmla="*/ 0 w 1952625"/>
                <a:gd name="connsiteY0" fmla="*/ 555634 h 556011"/>
                <a:gd name="connsiteX1" fmla="*/ 511175 w 1952625"/>
                <a:gd name="connsiteY1" fmla="*/ 463559 h 556011"/>
                <a:gd name="connsiteX2" fmla="*/ 974725 w 1952625"/>
                <a:gd name="connsiteY2" fmla="*/ 9 h 556011"/>
                <a:gd name="connsiteX3" fmla="*/ 1362075 w 1952625"/>
                <a:gd name="connsiteY3" fmla="*/ 450859 h 556011"/>
                <a:gd name="connsiteX4" fmla="*/ 1952625 w 1952625"/>
                <a:gd name="connsiteY4" fmla="*/ 555634 h 556011"/>
                <a:gd name="connsiteX0" fmla="*/ 0 w 1952625"/>
                <a:gd name="connsiteY0" fmla="*/ 555626 h 556003"/>
                <a:gd name="connsiteX1" fmla="*/ 492125 w 1952625"/>
                <a:gd name="connsiteY1" fmla="*/ 454026 h 556003"/>
                <a:gd name="connsiteX2" fmla="*/ 974725 w 1952625"/>
                <a:gd name="connsiteY2" fmla="*/ 1 h 556003"/>
                <a:gd name="connsiteX3" fmla="*/ 1362075 w 1952625"/>
                <a:gd name="connsiteY3" fmla="*/ 450851 h 556003"/>
                <a:gd name="connsiteX4" fmla="*/ 1952625 w 1952625"/>
                <a:gd name="connsiteY4" fmla="*/ 555626 h 556003"/>
                <a:gd name="connsiteX0" fmla="*/ 0 w 1952625"/>
                <a:gd name="connsiteY0" fmla="*/ 555627 h 555957"/>
                <a:gd name="connsiteX1" fmla="*/ 492125 w 1952625"/>
                <a:gd name="connsiteY1" fmla="*/ 454027 h 555957"/>
                <a:gd name="connsiteX2" fmla="*/ 974725 w 1952625"/>
                <a:gd name="connsiteY2" fmla="*/ 2 h 555957"/>
                <a:gd name="connsiteX3" fmla="*/ 1454150 w 1952625"/>
                <a:gd name="connsiteY3" fmla="*/ 447677 h 555957"/>
                <a:gd name="connsiteX4" fmla="*/ 1952625 w 1952625"/>
                <a:gd name="connsiteY4" fmla="*/ 555627 h 555957"/>
                <a:gd name="connsiteX0" fmla="*/ 0 w 1952625"/>
                <a:gd name="connsiteY0" fmla="*/ 555627 h 556133"/>
                <a:gd name="connsiteX1" fmla="*/ 492125 w 1952625"/>
                <a:gd name="connsiteY1" fmla="*/ 454027 h 556133"/>
                <a:gd name="connsiteX2" fmla="*/ 974725 w 1952625"/>
                <a:gd name="connsiteY2" fmla="*/ 2 h 556133"/>
                <a:gd name="connsiteX3" fmla="*/ 1454150 w 1952625"/>
                <a:gd name="connsiteY3" fmla="*/ 447677 h 556133"/>
                <a:gd name="connsiteX4" fmla="*/ 1952625 w 1952625"/>
                <a:gd name="connsiteY4" fmla="*/ 555627 h 556133"/>
                <a:gd name="connsiteX0" fmla="*/ 0 w 1952625"/>
                <a:gd name="connsiteY0" fmla="*/ 555627 h 556194"/>
                <a:gd name="connsiteX1" fmla="*/ 492125 w 1952625"/>
                <a:gd name="connsiteY1" fmla="*/ 454027 h 556194"/>
                <a:gd name="connsiteX2" fmla="*/ 974725 w 1952625"/>
                <a:gd name="connsiteY2" fmla="*/ 2 h 556194"/>
                <a:gd name="connsiteX3" fmla="*/ 1454150 w 1952625"/>
                <a:gd name="connsiteY3" fmla="*/ 447677 h 556194"/>
                <a:gd name="connsiteX4" fmla="*/ 1952625 w 1952625"/>
                <a:gd name="connsiteY4" fmla="*/ 555627 h 5561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52625" h="556194">
                  <a:moveTo>
                    <a:pt x="0" y="555627"/>
                  </a:moveTo>
                  <a:cubicBezTo>
                    <a:pt x="238125" y="557214"/>
                    <a:pt x="259821" y="562506"/>
                    <a:pt x="492125" y="454027"/>
                  </a:cubicBezTo>
                  <a:cubicBezTo>
                    <a:pt x="724429" y="345548"/>
                    <a:pt x="814388" y="1060"/>
                    <a:pt x="974725" y="2"/>
                  </a:cubicBezTo>
                  <a:cubicBezTo>
                    <a:pt x="1135062" y="-1056"/>
                    <a:pt x="1218142" y="345548"/>
                    <a:pt x="1454150" y="447677"/>
                  </a:cubicBezTo>
                  <a:cubicBezTo>
                    <a:pt x="1690158" y="549806"/>
                    <a:pt x="1711325" y="558802"/>
                    <a:pt x="1952625" y="555627"/>
                  </a:cubicBezTo>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4" name="任意形状 23">
              <a:extLst>
                <a:ext uri="{FF2B5EF4-FFF2-40B4-BE49-F238E27FC236}">
                  <a16:creationId xmlns:a16="http://schemas.microsoft.com/office/drawing/2014/main" id="{A65066DD-8601-492B-037F-293A53EA454C}"/>
                </a:ext>
              </a:extLst>
            </p:cNvPr>
            <p:cNvSpPr/>
            <p:nvPr/>
          </p:nvSpPr>
          <p:spPr>
            <a:xfrm>
              <a:off x="3392497" y="4254499"/>
              <a:ext cx="1278643" cy="364214"/>
            </a:xfrm>
            <a:custGeom>
              <a:avLst/>
              <a:gdLst>
                <a:gd name="connsiteX0" fmla="*/ 0 w 2076450"/>
                <a:gd name="connsiteY0" fmla="*/ 514352 h 563845"/>
                <a:gd name="connsiteX1" fmla="*/ 584200 w 2076450"/>
                <a:gd name="connsiteY1" fmla="*/ 514352 h 563845"/>
                <a:gd name="connsiteX2" fmla="*/ 1104900 w 2076450"/>
                <a:gd name="connsiteY2" fmla="*/ 2 h 563845"/>
                <a:gd name="connsiteX3" fmla="*/ 1511300 w 2076450"/>
                <a:gd name="connsiteY3" fmla="*/ 508002 h 563845"/>
                <a:gd name="connsiteX4" fmla="*/ 2076450 w 2076450"/>
                <a:gd name="connsiteY4" fmla="*/ 552452 h 563845"/>
                <a:gd name="connsiteX0" fmla="*/ 0 w 2076450"/>
                <a:gd name="connsiteY0" fmla="*/ 552452 h 584518"/>
                <a:gd name="connsiteX1" fmla="*/ 584200 w 2076450"/>
                <a:gd name="connsiteY1" fmla="*/ 514352 h 584518"/>
                <a:gd name="connsiteX2" fmla="*/ 1104900 w 2076450"/>
                <a:gd name="connsiteY2" fmla="*/ 2 h 584518"/>
                <a:gd name="connsiteX3" fmla="*/ 1511300 w 2076450"/>
                <a:gd name="connsiteY3" fmla="*/ 508002 h 584518"/>
                <a:gd name="connsiteX4" fmla="*/ 2076450 w 2076450"/>
                <a:gd name="connsiteY4" fmla="*/ 552452 h 584518"/>
                <a:gd name="connsiteX0" fmla="*/ 0 w 2076450"/>
                <a:gd name="connsiteY0" fmla="*/ 552452 h 567630"/>
                <a:gd name="connsiteX1" fmla="*/ 584200 w 2076450"/>
                <a:gd name="connsiteY1" fmla="*/ 514352 h 567630"/>
                <a:gd name="connsiteX2" fmla="*/ 1104900 w 2076450"/>
                <a:gd name="connsiteY2" fmla="*/ 2 h 567630"/>
                <a:gd name="connsiteX3" fmla="*/ 1511300 w 2076450"/>
                <a:gd name="connsiteY3" fmla="*/ 508002 h 567630"/>
                <a:gd name="connsiteX4" fmla="*/ 2076450 w 2076450"/>
                <a:gd name="connsiteY4" fmla="*/ 552452 h 567630"/>
                <a:gd name="connsiteX0" fmla="*/ 0 w 2076450"/>
                <a:gd name="connsiteY0" fmla="*/ 552557 h 560371"/>
                <a:gd name="connsiteX1" fmla="*/ 635000 w 2076450"/>
                <a:gd name="connsiteY1" fmla="*/ 463657 h 560371"/>
                <a:gd name="connsiteX2" fmla="*/ 1104900 w 2076450"/>
                <a:gd name="connsiteY2" fmla="*/ 107 h 560371"/>
                <a:gd name="connsiteX3" fmla="*/ 1511300 w 2076450"/>
                <a:gd name="connsiteY3" fmla="*/ 508107 h 560371"/>
                <a:gd name="connsiteX4" fmla="*/ 2076450 w 2076450"/>
                <a:gd name="connsiteY4" fmla="*/ 552557 h 560371"/>
                <a:gd name="connsiteX0" fmla="*/ 0 w 2076450"/>
                <a:gd name="connsiteY0" fmla="*/ 552460 h 552460"/>
                <a:gd name="connsiteX1" fmla="*/ 635000 w 2076450"/>
                <a:gd name="connsiteY1" fmla="*/ 463560 h 552460"/>
                <a:gd name="connsiteX2" fmla="*/ 1104900 w 2076450"/>
                <a:gd name="connsiteY2" fmla="*/ 10 h 552460"/>
                <a:gd name="connsiteX3" fmla="*/ 1466850 w 2076450"/>
                <a:gd name="connsiteY3" fmla="*/ 450860 h 552460"/>
                <a:gd name="connsiteX4" fmla="*/ 2076450 w 2076450"/>
                <a:gd name="connsiteY4" fmla="*/ 552460 h 552460"/>
                <a:gd name="connsiteX0" fmla="*/ 0 w 2076450"/>
                <a:gd name="connsiteY0" fmla="*/ 552460 h 553694"/>
                <a:gd name="connsiteX1" fmla="*/ 635000 w 2076450"/>
                <a:gd name="connsiteY1" fmla="*/ 463560 h 553694"/>
                <a:gd name="connsiteX2" fmla="*/ 1104900 w 2076450"/>
                <a:gd name="connsiteY2" fmla="*/ 10 h 553694"/>
                <a:gd name="connsiteX3" fmla="*/ 1466850 w 2076450"/>
                <a:gd name="connsiteY3" fmla="*/ 450860 h 553694"/>
                <a:gd name="connsiteX4" fmla="*/ 2076450 w 2076450"/>
                <a:gd name="connsiteY4" fmla="*/ 552460 h 553694"/>
                <a:gd name="connsiteX0" fmla="*/ 0 w 2076450"/>
                <a:gd name="connsiteY0" fmla="*/ 552453 h 555210"/>
                <a:gd name="connsiteX1" fmla="*/ 635000 w 2076450"/>
                <a:gd name="connsiteY1" fmla="*/ 463553 h 555210"/>
                <a:gd name="connsiteX2" fmla="*/ 1104900 w 2076450"/>
                <a:gd name="connsiteY2" fmla="*/ 3 h 555210"/>
                <a:gd name="connsiteX3" fmla="*/ 1498600 w 2076450"/>
                <a:gd name="connsiteY3" fmla="*/ 469903 h 555210"/>
                <a:gd name="connsiteX4" fmla="*/ 2076450 w 2076450"/>
                <a:gd name="connsiteY4" fmla="*/ 552453 h 555210"/>
                <a:gd name="connsiteX0" fmla="*/ 0 w 2076450"/>
                <a:gd name="connsiteY0" fmla="*/ 552510 h 553235"/>
                <a:gd name="connsiteX1" fmla="*/ 635000 w 2076450"/>
                <a:gd name="connsiteY1" fmla="*/ 463610 h 553235"/>
                <a:gd name="connsiteX2" fmla="*/ 1104900 w 2076450"/>
                <a:gd name="connsiteY2" fmla="*/ 60 h 553235"/>
                <a:gd name="connsiteX3" fmla="*/ 1479550 w 2076450"/>
                <a:gd name="connsiteY3" fmla="*/ 431860 h 553235"/>
                <a:gd name="connsiteX4" fmla="*/ 2076450 w 2076450"/>
                <a:gd name="connsiteY4" fmla="*/ 552510 h 553235"/>
                <a:gd name="connsiteX0" fmla="*/ 0 w 2076450"/>
                <a:gd name="connsiteY0" fmla="*/ 552510 h 553991"/>
                <a:gd name="connsiteX1" fmla="*/ 635000 w 2076450"/>
                <a:gd name="connsiteY1" fmla="*/ 463610 h 553991"/>
                <a:gd name="connsiteX2" fmla="*/ 1104900 w 2076450"/>
                <a:gd name="connsiteY2" fmla="*/ 60 h 553991"/>
                <a:gd name="connsiteX3" fmla="*/ 1479550 w 2076450"/>
                <a:gd name="connsiteY3" fmla="*/ 431860 h 553991"/>
                <a:gd name="connsiteX4" fmla="*/ 2076450 w 2076450"/>
                <a:gd name="connsiteY4" fmla="*/ 552510 h 553991"/>
                <a:gd name="connsiteX0" fmla="*/ 0 w 2076450"/>
                <a:gd name="connsiteY0" fmla="*/ 552514 h 553995"/>
                <a:gd name="connsiteX1" fmla="*/ 635000 w 2076450"/>
                <a:gd name="connsiteY1" fmla="*/ 463614 h 553995"/>
                <a:gd name="connsiteX2" fmla="*/ 1104900 w 2076450"/>
                <a:gd name="connsiteY2" fmla="*/ 64 h 553995"/>
                <a:gd name="connsiteX3" fmla="*/ 1479550 w 2076450"/>
                <a:gd name="connsiteY3" fmla="*/ 431864 h 553995"/>
                <a:gd name="connsiteX4" fmla="*/ 2076450 w 2076450"/>
                <a:gd name="connsiteY4" fmla="*/ 552514 h 553995"/>
                <a:gd name="connsiteX0" fmla="*/ 0 w 2076450"/>
                <a:gd name="connsiteY0" fmla="*/ 552453 h 553934"/>
                <a:gd name="connsiteX1" fmla="*/ 635000 w 2076450"/>
                <a:gd name="connsiteY1" fmla="*/ 463553 h 553934"/>
                <a:gd name="connsiteX2" fmla="*/ 1104900 w 2076450"/>
                <a:gd name="connsiteY2" fmla="*/ 3 h 553934"/>
                <a:gd name="connsiteX3" fmla="*/ 1479550 w 2076450"/>
                <a:gd name="connsiteY3" fmla="*/ 431803 h 553934"/>
                <a:gd name="connsiteX4" fmla="*/ 2076450 w 2076450"/>
                <a:gd name="connsiteY4" fmla="*/ 552453 h 553934"/>
                <a:gd name="connsiteX0" fmla="*/ 0 w 2076450"/>
                <a:gd name="connsiteY0" fmla="*/ 552453 h 556896"/>
                <a:gd name="connsiteX1" fmla="*/ 635000 w 2076450"/>
                <a:gd name="connsiteY1" fmla="*/ 463553 h 556896"/>
                <a:gd name="connsiteX2" fmla="*/ 1104900 w 2076450"/>
                <a:gd name="connsiteY2" fmla="*/ 3 h 556896"/>
                <a:gd name="connsiteX3" fmla="*/ 1498600 w 2076450"/>
                <a:gd name="connsiteY3" fmla="*/ 457203 h 556896"/>
                <a:gd name="connsiteX4" fmla="*/ 2076450 w 2076450"/>
                <a:gd name="connsiteY4" fmla="*/ 552453 h 556896"/>
                <a:gd name="connsiteX0" fmla="*/ 0 w 2076450"/>
                <a:gd name="connsiteY0" fmla="*/ 552453 h 554014"/>
                <a:gd name="connsiteX1" fmla="*/ 635000 w 2076450"/>
                <a:gd name="connsiteY1" fmla="*/ 463553 h 554014"/>
                <a:gd name="connsiteX2" fmla="*/ 1098550 w 2076450"/>
                <a:gd name="connsiteY2" fmla="*/ 3 h 554014"/>
                <a:gd name="connsiteX3" fmla="*/ 1498600 w 2076450"/>
                <a:gd name="connsiteY3" fmla="*/ 457203 h 554014"/>
                <a:gd name="connsiteX4" fmla="*/ 2076450 w 2076450"/>
                <a:gd name="connsiteY4" fmla="*/ 552453 h 554014"/>
                <a:gd name="connsiteX0" fmla="*/ 0 w 2076450"/>
                <a:gd name="connsiteY0" fmla="*/ 552459 h 553693"/>
                <a:gd name="connsiteX1" fmla="*/ 635000 w 2076450"/>
                <a:gd name="connsiteY1" fmla="*/ 463559 h 553693"/>
                <a:gd name="connsiteX2" fmla="*/ 1098550 w 2076450"/>
                <a:gd name="connsiteY2" fmla="*/ 9 h 553693"/>
                <a:gd name="connsiteX3" fmla="*/ 1485900 w 2076450"/>
                <a:gd name="connsiteY3" fmla="*/ 450859 h 553693"/>
                <a:gd name="connsiteX4" fmla="*/ 2076450 w 2076450"/>
                <a:gd name="connsiteY4" fmla="*/ 552459 h 553693"/>
                <a:gd name="connsiteX0" fmla="*/ 0 w 2076450"/>
                <a:gd name="connsiteY0" fmla="*/ 552459 h 556763"/>
                <a:gd name="connsiteX1" fmla="*/ 635000 w 2076450"/>
                <a:gd name="connsiteY1" fmla="*/ 463559 h 556763"/>
                <a:gd name="connsiteX2" fmla="*/ 1098550 w 2076450"/>
                <a:gd name="connsiteY2" fmla="*/ 9 h 556763"/>
                <a:gd name="connsiteX3" fmla="*/ 1485900 w 2076450"/>
                <a:gd name="connsiteY3" fmla="*/ 450859 h 556763"/>
                <a:gd name="connsiteX4" fmla="*/ 2076450 w 2076450"/>
                <a:gd name="connsiteY4" fmla="*/ 555634 h 556763"/>
                <a:gd name="connsiteX0" fmla="*/ 0 w 2076450"/>
                <a:gd name="connsiteY0" fmla="*/ 552459 h 556011"/>
                <a:gd name="connsiteX1" fmla="*/ 635000 w 2076450"/>
                <a:gd name="connsiteY1" fmla="*/ 463559 h 556011"/>
                <a:gd name="connsiteX2" fmla="*/ 1098550 w 2076450"/>
                <a:gd name="connsiteY2" fmla="*/ 9 h 556011"/>
                <a:gd name="connsiteX3" fmla="*/ 1485900 w 2076450"/>
                <a:gd name="connsiteY3" fmla="*/ 450859 h 556011"/>
                <a:gd name="connsiteX4" fmla="*/ 2076450 w 2076450"/>
                <a:gd name="connsiteY4" fmla="*/ 555634 h 556011"/>
                <a:gd name="connsiteX0" fmla="*/ 0 w 1952625"/>
                <a:gd name="connsiteY0" fmla="*/ 555634 h 556011"/>
                <a:gd name="connsiteX1" fmla="*/ 511175 w 1952625"/>
                <a:gd name="connsiteY1" fmla="*/ 463559 h 556011"/>
                <a:gd name="connsiteX2" fmla="*/ 974725 w 1952625"/>
                <a:gd name="connsiteY2" fmla="*/ 9 h 556011"/>
                <a:gd name="connsiteX3" fmla="*/ 1362075 w 1952625"/>
                <a:gd name="connsiteY3" fmla="*/ 450859 h 556011"/>
                <a:gd name="connsiteX4" fmla="*/ 1952625 w 1952625"/>
                <a:gd name="connsiteY4" fmla="*/ 555634 h 556011"/>
                <a:gd name="connsiteX0" fmla="*/ 0 w 1952625"/>
                <a:gd name="connsiteY0" fmla="*/ 555634 h 556011"/>
                <a:gd name="connsiteX1" fmla="*/ 511175 w 1952625"/>
                <a:gd name="connsiteY1" fmla="*/ 463559 h 556011"/>
                <a:gd name="connsiteX2" fmla="*/ 974725 w 1952625"/>
                <a:gd name="connsiteY2" fmla="*/ 9 h 556011"/>
                <a:gd name="connsiteX3" fmla="*/ 1362075 w 1952625"/>
                <a:gd name="connsiteY3" fmla="*/ 450859 h 556011"/>
                <a:gd name="connsiteX4" fmla="*/ 1952625 w 1952625"/>
                <a:gd name="connsiteY4" fmla="*/ 555634 h 556011"/>
                <a:gd name="connsiteX0" fmla="*/ 0 w 1952625"/>
                <a:gd name="connsiteY0" fmla="*/ 555626 h 556003"/>
                <a:gd name="connsiteX1" fmla="*/ 492125 w 1952625"/>
                <a:gd name="connsiteY1" fmla="*/ 454026 h 556003"/>
                <a:gd name="connsiteX2" fmla="*/ 974725 w 1952625"/>
                <a:gd name="connsiteY2" fmla="*/ 1 h 556003"/>
                <a:gd name="connsiteX3" fmla="*/ 1362075 w 1952625"/>
                <a:gd name="connsiteY3" fmla="*/ 450851 h 556003"/>
                <a:gd name="connsiteX4" fmla="*/ 1952625 w 1952625"/>
                <a:gd name="connsiteY4" fmla="*/ 555626 h 556003"/>
                <a:gd name="connsiteX0" fmla="*/ 0 w 1952625"/>
                <a:gd name="connsiteY0" fmla="*/ 555627 h 555957"/>
                <a:gd name="connsiteX1" fmla="*/ 492125 w 1952625"/>
                <a:gd name="connsiteY1" fmla="*/ 454027 h 555957"/>
                <a:gd name="connsiteX2" fmla="*/ 974725 w 1952625"/>
                <a:gd name="connsiteY2" fmla="*/ 2 h 555957"/>
                <a:gd name="connsiteX3" fmla="*/ 1454150 w 1952625"/>
                <a:gd name="connsiteY3" fmla="*/ 447677 h 555957"/>
                <a:gd name="connsiteX4" fmla="*/ 1952625 w 1952625"/>
                <a:gd name="connsiteY4" fmla="*/ 555627 h 555957"/>
                <a:gd name="connsiteX0" fmla="*/ 0 w 1952625"/>
                <a:gd name="connsiteY0" fmla="*/ 555627 h 556133"/>
                <a:gd name="connsiteX1" fmla="*/ 492125 w 1952625"/>
                <a:gd name="connsiteY1" fmla="*/ 454027 h 556133"/>
                <a:gd name="connsiteX2" fmla="*/ 974725 w 1952625"/>
                <a:gd name="connsiteY2" fmla="*/ 2 h 556133"/>
                <a:gd name="connsiteX3" fmla="*/ 1454150 w 1952625"/>
                <a:gd name="connsiteY3" fmla="*/ 447677 h 556133"/>
                <a:gd name="connsiteX4" fmla="*/ 1952625 w 1952625"/>
                <a:gd name="connsiteY4" fmla="*/ 555627 h 556133"/>
                <a:gd name="connsiteX0" fmla="*/ 0 w 1952625"/>
                <a:gd name="connsiteY0" fmla="*/ 555627 h 556194"/>
                <a:gd name="connsiteX1" fmla="*/ 492125 w 1952625"/>
                <a:gd name="connsiteY1" fmla="*/ 454027 h 556194"/>
                <a:gd name="connsiteX2" fmla="*/ 974725 w 1952625"/>
                <a:gd name="connsiteY2" fmla="*/ 2 h 556194"/>
                <a:gd name="connsiteX3" fmla="*/ 1454150 w 1952625"/>
                <a:gd name="connsiteY3" fmla="*/ 447677 h 556194"/>
                <a:gd name="connsiteX4" fmla="*/ 1952625 w 1952625"/>
                <a:gd name="connsiteY4" fmla="*/ 555627 h 5561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52625" h="556194">
                  <a:moveTo>
                    <a:pt x="0" y="555627"/>
                  </a:moveTo>
                  <a:cubicBezTo>
                    <a:pt x="238125" y="557214"/>
                    <a:pt x="259821" y="562506"/>
                    <a:pt x="492125" y="454027"/>
                  </a:cubicBezTo>
                  <a:cubicBezTo>
                    <a:pt x="724429" y="345548"/>
                    <a:pt x="814388" y="1060"/>
                    <a:pt x="974725" y="2"/>
                  </a:cubicBezTo>
                  <a:cubicBezTo>
                    <a:pt x="1135062" y="-1056"/>
                    <a:pt x="1218142" y="345548"/>
                    <a:pt x="1454150" y="447677"/>
                  </a:cubicBezTo>
                  <a:cubicBezTo>
                    <a:pt x="1690158" y="549806"/>
                    <a:pt x="1711325" y="558802"/>
                    <a:pt x="1952625" y="555627"/>
                  </a:cubicBezTo>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25" name="组合 24">
            <a:extLst>
              <a:ext uri="{FF2B5EF4-FFF2-40B4-BE49-F238E27FC236}">
                <a16:creationId xmlns:a16="http://schemas.microsoft.com/office/drawing/2014/main" id="{2B360B48-0577-A498-CE2D-ACEE57FA0604}"/>
              </a:ext>
            </a:extLst>
          </p:cNvPr>
          <p:cNvGrpSpPr/>
          <p:nvPr/>
        </p:nvGrpSpPr>
        <p:grpSpPr>
          <a:xfrm>
            <a:off x="1838323" y="4306103"/>
            <a:ext cx="1624814" cy="312609"/>
            <a:chOff x="3392497" y="4254499"/>
            <a:chExt cx="1278644" cy="364214"/>
          </a:xfrm>
        </p:grpSpPr>
        <p:sp>
          <p:nvSpPr>
            <p:cNvPr id="26" name="任意形状 25">
              <a:extLst>
                <a:ext uri="{FF2B5EF4-FFF2-40B4-BE49-F238E27FC236}">
                  <a16:creationId xmlns:a16="http://schemas.microsoft.com/office/drawing/2014/main" id="{4730A0C1-01D9-3E89-194F-79E51AA73491}"/>
                </a:ext>
              </a:extLst>
            </p:cNvPr>
            <p:cNvSpPr/>
            <p:nvPr/>
          </p:nvSpPr>
          <p:spPr>
            <a:xfrm>
              <a:off x="3392498" y="4254499"/>
              <a:ext cx="1278643" cy="364214"/>
            </a:xfrm>
            <a:custGeom>
              <a:avLst/>
              <a:gdLst>
                <a:gd name="connsiteX0" fmla="*/ 0 w 2076450"/>
                <a:gd name="connsiteY0" fmla="*/ 514352 h 563845"/>
                <a:gd name="connsiteX1" fmla="*/ 584200 w 2076450"/>
                <a:gd name="connsiteY1" fmla="*/ 514352 h 563845"/>
                <a:gd name="connsiteX2" fmla="*/ 1104900 w 2076450"/>
                <a:gd name="connsiteY2" fmla="*/ 2 h 563845"/>
                <a:gd name="connsiteX3" fmla="*/ 1511300 w 2076450"/>
                <a:gd name="connsiteY3" fmla="*/ 508002 h 563845"/>
                <a:gd name="connsiteX4" fmla="*/ 2076450 w 2076450"/>
                <a:gd name="connsiteY4" fmla="*/ 552452 h 563845"/>
                <a:gd name="connsiteX0" fmla="*/ 0 w 2076450"/>
                <a:gd name="connsiteY0" fmla="*/ 552452 h 584518"/>
                <a:gd name="connsiteX1" fmla="*/ 584200 w 2076450"/>
                <a:gd name="connsiteY1" fmla="*/ 514352 h 584518"/>
                <a:gd name="connsiteX2" fmla="*/ 1104900 w 2076450"/>
                <a:gd name="connsiteY2" fmla="*/ 2 h 584518"/>
                <a:gd name="connsiteX3" fmla="*/ 1511300 w 2076450"/>
                <a:gd name="connsiteY3" fmla="*/ 508002 h 584518"/>
                <a:gd name="connsiteX4" fmla="*/ 2076450 w 2076450"/>
                <a:gd name="connsiteY4" fmla="*/ 552452 h 584518"/>
                <a:gd name="connsiteX0" fmla="*/ 0 w 2076450"/>
                <a:gd name="connsiteY0" fmla="*/ 552452 h 567630"/>
                <a:gd name="connsiteX1" fmla="*/ 584200 w 2076450"/>
                <a:gd name="connsiteY1" fmla="*/ 514352 h 567630"/>
                <a:gd name="connsiteX2" fmla="*/ 1104900 w 2076450"/>
                <a:gd name="connsiteY2" fmla="*/ 2 h 567630"/>
                <a:gd name="connsiteX3" fmla="*/ 1511300 w 2076450"/>
                <a:gd name="connsiteY3" fmla="*/ 508002 h 567630"/>
                <a:gd name="connsiteX4" fmla="*/ 2076450 w 2076450"/>
                <a:gd name="connsiteY4" fmla="*/ 552452 h 567630"/>
                <a:gd name="connsiteX0" fmla="*/ 0 w 2076450"/>
                <a:gd name="connsiteY0" fmla="*/ 552557 h 560371"/>
                <a:gd name="connsiteX1" fmla="*/ 635000 w 2076450"/>
                <a:gd name="connsiteY1" fmla="*/ 463657 h 560371"/>
                <a:gd name="connsiteX2" fmla="*/ 1104900 w 2076450"/>
                <a:gd name="connsiteY2" fmla="*/ 107 h 560371"/>
                <a:gd name="connsiteX3" fmla="*/ 1511300 w 2076450"/>
                <a:gd name="connsiteY3" fmla="*/ 508107 h 560371"/>
                <a:gd name="connsiteX4" fmla="*/ 2076450 w 2076450"/>
                <a:gd name="connsiteY4" fmla="*/ 552557 h 560371"/>
                <a:gd name="connsiteX0" fmla="*/ 0 w 2076450"/>
                <a:gd name="connsiteY0" fmla="*/ 552460 h 552460"/>
                <a:gd name="connsiteX1" fmla="*/ 635000 w 2076450"/>
                <a:gd name="connsiteY1" fmla="*/ 463560 h 552460"/>
                <a:gd name="connsiteX2" fmla="*/ 1104900 w 2076450"/>
                <a:gd name="connsiteY2" fmla="*/ 10 h 552460"/>
                <a:gd name="connsiteX3" fmla="*/ 1466850 w 2076450"/>
                <a:gd name="connsiteY3" fmla="*/ 450860 h 552460"/>
                <a:gd name="connsiteX4" fmla="*/ 2076450 w 2076450"/>
                <a:gd name="connsiteY4" fmla="*/ 552460 h 552460"/>
                <a:gd name="connsiteX0" fmla="*/ 0 w 2076450"/>
                <a:gd name="connsiteY0" fmla="*/ 552460 h 553694"/>
                <a:gd name="connsiteX1" fmla="*/ 635000 w 2076450"/>
                <a:gd name="connsiteY1" fmla="*/ 463560 h 553694"/>
                <a:gd name="connsiteX2" fmla="*/ 1104900 w 2076450"/>
                <a:gd name="connsiteY2" fmla="*/ 10 h 553694"/>
                <a:gd name="connsiteX3" fmla="*/ 1466850 w 2076450"/>
                <a:gd name="connsiteY3" fmla="*/ 450860 h 553694"/>
                <a:gd name="connsiteX4" fmla="*/ 2076450 w 2076450"/>
                <a:gd name="connsiteY4" fmla="*/ 552460 h 553694"/>
                <a:gd name="connsiteX0" fmla="*/ 0 w 2076450"/>
                <a:gd name="connsiteY0" fmla="*/ 552453 h 555210"/>
                <a:gd name="connsiteX1" fmla="*/ 635000 w 2076450"/>
                <a:gd name="connsiteY1" fmla="*/ 463553 h 555210"/>
                <a:gd name="connsiteX2" fmla="*/ 1104900 w 2076450"/>
                <a:gd name="connsiteY2" fmla="*/ 3 h 555210"/>
                <a:gd name="connsiteX3" fmla="*/ 1498600 w 2076450"/>
                <a:gd name="connsiteY3" fmla="*/ 469903 h 555210"/>
                <a:gd name="connsiteX4" fmla="*/ 2076450 w 2076450"/>
                <a:gd name="connsiteY4" fmla="*/ 552453 h 555210"/>
                <a:gd name="connsiteX0" fmla="*/ 0 w 2076450"/>
                <a:gd name="connsiteY0" fmla="*/ 552510 h 553235"/>
                <a:gd name="connsiteX1" fmla="*/ 635000 w 2076450"/>
                <a:gd name="connsiteY1" fmla="*/ 463610 h 553235"/>
                <a:gd name="connsiteX2" fmla="*/ 1104900 w 2076450"/>
                <a:gd name="connsiteY2" fmla="*/ 60 h 553235"/>
                <a:gd name="connsiteX3" fmla="*/ 1479550 w 2076450"/>
                <a:gd name="connsiteY3" fmla="*/ 431860 h 553235"/>
                <a:gd name="connsiteX4" fmla="*/ 2076450 w 2076450"/>
                <a:gd name="connsiteY4" fmla="*/ 552510 h 553235"/>
                <a:gd name="connsiteX0" fmla="*/ 0 w 2076450"/>
                <a:gd name="connsiteY0" fmla="*/ 552510 h 553991"/>
                <a:gd name="connsiteX1" fmla="*/ 635000 w 2076450"/>
                <a:gd name="connsiteY1" fmla="*/ 463610 h 553991"/>
                <a:gd name="connsiteX2" fmla="*/ 1104900 w 2076450"/>
                <a:gd name="connsiteY2" fmla="*/ 60 h 553991"/>
                <a:gd name="connsiteX3" fmla="*/ 1479550 w 2076450"/>
                <a:gd name="connsiteY3" fmla="*/ 431860 h 553991"/>
                <a:gd name="connsiteX4" fmla="*/ 2076450 w 2076450"/>
                <a:gd name="connsiteY4" fmla="*/ 552510 h 553991"/>
                <a:gd name="connsiteX0" fmla="*/ 0 w 2076450"/>
                <a:gd name="connsiteY0" fmla="*/ 552514 h 553995"/>
                <a:gd name="connsiteX1" fmla="*/ 635000 w 2076450"/>
                <a:gd name="connsiteY1" fmla="*/ 463614 h 553995"/>
                <a:gd name="connsiteX2" fmla="*/ 1104900 w 2076450"/>
                <a:gd name="connsiteY2" fmla="*/ 64 h 553995"/>
                <a:gd name="connsiteX3" fmla="*/ 1479550 w 2076450"/>
                <a:gd name="connsiteY3" fmla="*/ 431864 h 553995"/>
                <a:gd name="connsiteX4" fmla="*/ 2076450 w 2076450"/>
                <a:gd name="connsiteY4" fmla="*/ 552514 h 553995"/>
                <a:gd name="connsiteX0" fmla="*/ 0 w 2076450"/>
                <a:gd name="connsiteY0" fmla="*/ 552453 h 553934"/>
                <a:gd name="connsiteX1" fmla="*/ 635000 w 2076450"/>
                <a:gd name="connsiteY1" fmla="*/ 463553 h 553934"/>
                <a:gd name="connsiteX2" fmla="*/ 1104900 w 2076450"/>
                <a:gd name="connsiteY2" fmla="*/ 3 h 553934"/>
                <a:gd name="connsiteX3" fmla="*/ 1479550 w 2076450"/>
                <a:gd name="connsiteY3" fmla="*/ 431803 h 553934"/>
                <a:gd name="connsiteX4" fmla="*/ 2076450 w 2076450"/>
                <a:gd name="connsiteY4" fmla="*/ 552453 h 553934"/>
                <a:gd name="connsiteX0" fmla="*/ 0 w 2076450"/>
                <a:gd name="connsiteY0" fmla="*/ 552453 h 556896"/>
                <a:gd name="connsiteX1" fmla="*/ 635000 w 2076450"/>
                <a:gd name="connsiteY1" fmla="*/ 463553 h 556896"/>
                <a:gd name="connsiteX2" fmla="*/ 1104900 w 2076450"/>
                <a:gd name="connsiteY2" fmla="*/ 3 h 556896"/>
                <a:gd name="connsiteX3" fmla="*/ 1498600 w 2076450"/>
                <a:gd name="connsiteY3" fmla="*/ 457203 h 556896"/>
                <a:gd name="connsiteX4" fmla="*/ 2076450 w 2076450"/>
                <a:gd name="connsiteY4" fmla="*/ 552453 h 556896"/>
                <a:gd name="connsiteX0" fmla="*/ 0 w 2076450"/>
                <a:gd name="connsiteY0" fmla="*/ 552453 h 554014"/>
                <a:gd name="connsiteX1" fmla="*/ 635000 w 2076450"/>
                <a:gd name="connsiteY1" fmla="*/ 463553 h 554014"/>
                <a:gd name="connsiteX2" fmla="*/ 1098550 w 2076450"/>
                <a:gd name="connsiteY2" fmla="*/ 3 h 554014"/>
                <a:gd name="connsiteX3" fmla="*/ 1498600 w 2076450"/>
                <a:gd name="connsiteY3" fmla="*/ 457203 h 554014"/>
                <a:gd name="connsiteX4" fmla="*/ 2076450 w 2076450"/>
                <a:gd name="connsiteY4" fmla="*/ 552453 h 554014"/>
                <a:gd name="connsiteX0" fmla="*/ 0 w 2076450"/>
                <a:gd name="connsiteY0" fmla="*/ 552459 h 553693"/>
                <a:gd name="connsiteX1" fmla="*/ 635000 w 2076450"/>
                <a:gd name="connsiteY1" fmla="*/ 463559 h 553693"/>
                <a:gd name="connsiteX2" fmla="*/ 1098550 w 2076450"/>
                <a:gd name="connsiteY2" fmla="*/ 9 h 553693"/>
                <a:gd name="connsiteX3" fmla="*/ 1485900 w 2076450"/>
                <a:gd name="connsiteY3" fmla="*/ 450859 h 553693"/>
                <a:gd name="connsiteX4" fmla="*/ 2076450 w 2076450"/>
                <a:gd name="connsiteY4" fmla="*/ 552459 h 553693"/>
                <a:gd name="connsiteX0" fmla="*/ 0 w 2076450"/>
                <a:gd name="connsiteY0" fmla="*/ 552459 h 556763"/>
                <a:gd name="connsiteX1" fmla="*/ 635000 w 2076450"/>
                <a:gd name="connsiteY1" fmla="*/ 463559 h 556763"/>
                <a:gd name="connsiteX2" fmla="*/ 1098550 w 2076450"/>
                <a:gd name="connsiteY2" fmla="*/ 9 h 556763"/>
                <a:gd name="connsiteX3" fmla="*/ 1485900 w 2076450"/>
                <a:gd name="connsiteY3" fmla="*/ 450859 h 556763"/>
                <a:gd name="connsiteX4" fmla="*/ 2076450 w 2076450"/>
                <a:gd name="connsiteY4" fmla="*/ 555634 h 556763"/>
                <a:gd name="connsiteX0" fmla="*/ 0 w 2076450"/>
                <a:gd name="connsiteY0" fmla="*/ 552459 h 556011"/>
                <a:gd name="connsiteX1" fmla="*/ 635000 w 2076450"/>
                <a:gd name="connsiteY1" fmla="*/ 463559 h 556011"/>
                <a:gd name="connsiteX2" fmla="*/ 1098550 w 2076450"/>
                <a:gd name="connsiteY2" fmla="*/ 9 h 556011"/>
                <a:gd name="connsiteX3" fmla="*/ 1485900 w 2076450"/>
                <a:gd name="connsiteY3" fmla="*/ 450859 h 556011"/>
                <a:gd name="connsiteX4" fmla="*/ 2076450 w 2076450"/>
                <a:gd name="connsiteY4" fmla="*/ 555634 h 556011"/>
                <a:gd name="connsiteX0" fmla="*/ 0 w 1952625"/>
                <a:gd name="connsiteY0" fmla="*/ 555634 h 556011"/>
                <a:gd name="connsiteX1" fmla="*/ 511175 w 1952625"/>
                <a:gd name="connsiteY1" fmla="*/ 463559 h 556011"/>
                <a:gd name="connsiteX2" fmla="*/ 974725 w 1952625"/>
                <a:gd name="connsiteY2" fmla="*/ 9 h 556011"/>
                <a:gd name="connsiteX3" fmla="*/ 1362075 w 1952625"/>
                <a:gd name="connsiteY3" fmla="*/ 450859 h 556011"/>
                <a:gd name="connsiteX4" fmla="*/ 1952625 w 1952625"/>
                <a:gd name="connsiteY4" fmla="*/ 555634 h 556011"/>
                <a:gd name="connsiteX0" fmla="*/ 0 w 1952625"/>
                <a:gd name="connsiteY0" fmla="*/ 555634 h 556011"/>
                <a:gd name="connsiteX1" fmla="*/ 511175 w 1952625"/>
                <a:gd name="connsiteY1" fmla="*/ 463559 h 556011"/>
                <a:gd name="connsiteX2" fmla="*/ 974725 w 1952625"/>
                <a:gd name="connsiteY2" fmla="*/ 9 h 556011"/>
                <a:gd name="connsiteX3" fmla="*/ 1362075 w 1952625"/>
                <a:gd name="connsiteY3" fmla="*/ 450859 h 556011"/>
                <a:gd name="connsiteX4" fmla="*/ 1952625 w 1952625"/>
                <a:gd name="connsiteY4" fmla="*/ 555634 h 556011"/>
                <a:gd name="connsiteX0" fmla="*/ 0 w 1952625"/>
                <a:gd name="connsiteY0" fmla="*/ 555626 h 556003"/>
                <a:gd name="connsiteX1" fmla="*/ 492125 w 1952625"/>
                <a:gd name="connsiteY1" fmla="*/ 454026 h 556003"/>
                <a:gd name="connsiteX2" fmla="*/ 974725 w 1952625"/>
                <a:gd name="connsiteY2" fmla="*/ 1 h 556003"/>
                <a:gd name="connsiteX3" fmla="*/ 1362075 w 1952625"/>
                <a:gd name="connsiteY3" fmla="*/ 450851 h 556003"/>
                <a:gd name="connsiteX4" fmla="*/ 1952625 w 1952625"/>
                <a:gd name="connsiteY4" fmla="*/ 555626 h 556003"/>
                <a:gd name="connsiteX0" fmla="*/ 0 w 1952625"/>
                <a:gd name="connsiteY0" fmla="*/ 555627 h 555957"/>
                <a:gd name="connsiteX1" fmla="*/ 492125 w 1952625"/>
                <a:gd name="connsiteY1" fmla="*/ 454027 h 555957"/>
                <a:gd name="connsiteX2" fmla="*/ 974725 w 1952625"/>
                <a:gd name="connsiteY2" fmla="*/ 2 h 555957"/>
                <a:gd name="connsiteX3" fmla="*/ 1454150 w 1952625"/>
                <a:gd name="connsiteY3" fmla="*/ 447677 h 555957"/>
                <a:gd name="connsiteX4" fmla="*/ 1952625 w 1952625"/>
                <a:gd name="connsiteY4" fmla="*/ 555627 h 555957"/>
                <a:gd name="connsiteX0" fmla="*/ 0 w 1952625"/>
                <a:gd name="connsiteY0" fmla="*/ 555627 h 556133"/>
                <a:gd name="connsiteX1" fmla="*/ 492125 w 1952625"/>
                <a:gd name="connsiteY1" fmla="*/ 454027 h 556133"/>
                <a:gd name="connsiteX2" fmla="*/ 974725 w 1952625"/>
                <a:gd name="connsiteY2" fmla="*/ 2 h 556133"/>
                <a:gd name="connsiteX3" fmla="*/ 1454150 w 1952625"/>
                <a:gd name="connsiteY3" fmla="*/ 447677 h 556133"/>
                <a:gd name="connsiteX4" fmla="*/ 1952625 w 1952625"/>
                <a:gd name="connsiteY4" fmla="*/ 555627 h 556133"/>
                <a:gd name="connsiteX0" fmla="*/ 0 w 1952625"/>
                <a:gd name="connsiteY0" fmla="*/ 555627 h 556194"/>
                <a:gd name="connsiteX1" fmla="*/ 492125 w 1952625"/>
                <a:gd name="connsiteY1" fmla="*/ 454027 h 556194"/>
                <a:gd name="connsiteX2" fmla="*/ 974725 w 1952625"/>
                <a:gd name="connsiteY2" fmla="*/ 2 h 556194"/>
                <a:gd name="connsiteX3" fmla="*/ 1454150 w 1952625"/>
                <a:gd name="connsiteY3" fmla="*/ 447677 h 556194"/>
                <a:gd name="connsiteX4" fmla="*/ 1952625 w 1952625"/>
                <a:gd name="connsiteY4" fmla="*/ 555627 h 5561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52625" h="556194">
                  <a:moveTo>
                    <a:pt x="0" y="555627"/>
                  </a:moveTo>
                  <a:cubicBezTo>
                    <a:pt x="238125" y="557214"/>
                    <a:pt x="259821" y="562506"/>
                    <a:pt x="492125" y="454027"/>
                  </a:cubicBezTo>
                  <a:cubicBezTo>
                    <a:pt x="724429" y="345548"/>
                    <a:pt x="814388" y="1060"/>
                    <a:pt x="974725" y="2"/>
                  </a:cubicBezTo>
                  <a:cubicBezTo>
                    <a:pt x="1135062" y="-1056"/>
                    <a:pt x="1218142" y="345548"/>
                    <a:pt x="1454150" y="447677"/>
                  </a:cubicBezTo>
                  <a:cubicBezTo>
                    <a:pt x="1690158" y="549806"/>
                    <a:pt x="1711325" y="558802"/>
                    <a:pt x="1952625" y="555627"/>
                  </a:cubicBezTo>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7" name="任意形状 26">
              <a:extLst>
                <a:ext uri="{FF2B5EF4-FFF2-40B4-BE49-F238E27FC236}">
                  <a16:creationId xmlns:a16="http://schemas.microsoft.com/office/drawing/2014/main" id="{5560AA67-2260-2B5E-C102-AF5F9083B802}"/>
                </a:ext>
              </a:extLst>
            </p:cNvPr>
            <p:cNvSpPr/>
            <p:nvPr/>
          </p:nvSpPr>
          <p:spPr>
            <a:xfrm>
              <a:off x="3392497" y="4254499"/>
              <a:ext cx="1278643" cy="364214"/>
            </a:xfrm>
            <a:custGeom>
              <a:avLst/>
              <a:gdLst>
                <a:gd name="connsiteX0" fmla="*/ 0 w 2076450"/>
                <a:gd name="connsiteY0" fmla="*/ 514352 h 563845"/>
                <a:gd name="connsiteX1" fmla="*/ 584200 w 2076450"/>
                <a:gd name="connsiteY1" fmla="*/ 514352 h 563845"/>
                <a:gd name="connsiteX2" fmla="*/ 1104900 w 2076450"/>
                <a:gd name="connsiteY2" fmla="*/ 2 h 563845"/>
                <a:gd name="connsiteX3" fmla="*/ 1511300 w 2076450"/>
                <a:gd name="connsiteY3" fmla="*/ 508002 h 563845"/>
                <a:gd name="connsiteX4" fmla="*/ 2076450 w 2076450"/>
                <a:gd name="connsiteY4" fmla="*/ 552452 h 563845"/>
                <a:gd name="connsiteX0" fmla="*/ 0 w 2076450"/>
                <a:gd name="connsiteY0" fmla="*/ 552452 h 584518"/>
                <a:gd name="connsiteX1" fmla="*/ 584200 w 2076450"/>
                <a:gd name="connsiteY1" fmla="*/ 514352 h 584518"/>
                <a:gd name="connsiteX2" fmla="*/ 1104900 w 2076450"/>
                <a:gd name="connsiteY2" fmla="*/ 2 h 584518"/>
                <a:gd name="connsiteX3" fmla="*/ 1511300 w 2076450"/>
                <a:gd name="connsiteY3" fmla="*/ 508002 h 584518"/>
                <a:gd name="connsiteX4" fmla="*/ 2076450 w 2076450"/>
                <a:gd name="connsiteY4" fmla="*/ 552452 h 584518"/>
                <a:gd name="connsiteX0" fmla="*/ 0 w 2076450"/>
                <a:gd name="connsiteY0" fmla="*/ 552452 h 567630"/>
                <a:gd name="connsiteX1" fmla="*/ 584200 w 2076450"/>
                <a:gd name="connsiteY1" fmla="*/ 514352 h 567630"/>
                <a:gd name="connsiteX2" fmla="*/ 1104900 w 2076450"/>
                <a:gd name="connsiteY2" fmla="*/ 2 h 567630"/>
                <a:gd name="connsiteX3" fmla="*/ 1511300 w 2076450"/>
                <a:gd name="connsiteY3" fmla="*/ 508002 h 567630"/>
                <a:gd name="connsiteX4" fmla="*/ 2076450 w 2076450"/>
                <a:gd name="connsiteY4" fmla="*/ 552452 h 567630"/>
                <a:gd name="connsiteX0" fmla="*/ 0 w 2076450"/>
                <a:gd name="connsiteY0" fmla="*/ 552557 h 560371"/>
                <a:gd name="connsiteX1" fmla="*/ 635000 w 2076450"/>
                <a:gd name="connsiteY1" fmla="*/ 463657 h 560371"/>
                <a:gd name="connsiteX2" fmla="*/ 1104900 w 2076450"/>
                <a:gd name="connsiteY2" fmla="*/ 107 h 560371"/>
                <a:gd name="connsiteX3" fmla="*/ 1511300 w 2076450"/>
                <a:gd name="connsiteY3" fmla="*/ 508107 h 560371"/>
                <a:gd name="connsiteX4" fmla="*/ 2076450 w 2076450"/>
                <a:gd name="connsiteY4" fmla="*/ 552557 h 560371"/>
                <a:gd name="connsiteX0" fmla="*/ 0 w 2076450"/>
                <a:gd name="connsiteY0" fmla="*/ 552460 h 552460"/>
                <a:gd name="connsiteX1" fmla="*/ 635000 w 2076450"/>
                <a:gd name="connsiteY1" fmla="*/ 463560 h 552460"/>
                <a:gd name="connsiteX2" fmla="*/ 1104900 w 2076450"/>
                <a:gd name="connsiteY2" fmla="*/ 10 h 552460"/>
                <a:gd name="connsiteX3" fmla="*/ 1466850 w 2076450"/>
                <a:gd name="connsiteY3" fmla="*/ 450860 h 552460"/>
                <a:gd name="connsiteX4" fmla="*/ 2076450 w 2076450"/>
                <a:gd name="connsiteY4" fmla="*/ 552460 h 552460"/>
                <a:gd name="connsiteX0" fmla="*/ 0 w 2076450"/>
                <a:gd name="connsiteY0" fmla="*/ 552460 h 553694"/>
                <a:gd name="connsiteX1" fmla="*/ 635000 w 2076450"/>
                <a:gd name="connsiteY1" fmla="*/ 463560 h 553694"/>
                <a:gd name="connsiteX2" fmla="*/ 1104900 w 2076450"/>
                <a:gd name="connsiteY2" fmla="*/ 10 h 553694"/>
                <a:gd name="connsiteX3" fmla="*/ 1466850 w 2076450"/>
                <a:gd name="connsiteY3" fmla="*/ 450860 h 553694"/>
                <a:gd name="connsiteX4" fmla="*/ 2076450 w 2076450"/>
                <a:gd name="connsiteY4" fmla="*/ 552460 h 553694"/>
                <a:gd name="connsiteX0" fmla="*/ 0 w 2076450"/>
                <a:gd name="connsiteY0" fmla="*/ 552453 h 555210"/>
                <a:gd name="connsiteX1" fmla="*/ 635000 w 2076450"/>
                <a:gd name="connsiteY1" fmla="*/ 463553 h 555210"/>
                <a:gd name="connsiteX2" fmla="*/ 1104900 w 2076450"/>
                <a:gd name="connsiteY2" fmla="*/ 3 h 555210"/>
                <a:gd name="connsiteX3" fmla="*/ 1498600 w 2076450"/>
                <a:gd name="connsiteY3" fmla="*/ 469903 h 555210"/>
                <a:gd name="connsiteX4" fmla="*/ 2076450 w 2076450"/>
                <a:gd name="connsiteY4" fmla="*/ 552453 h 555210"/>
                <a:gd name="connsiteX0" fmla="*/ 0 w 2076450"/>
                <a:gd name="connsiteY0" fmla="*/ 552510 h 553235"/>
                <a:gd name="connsiteX1" fmla="*/ 635000 w 2076450"/>
                <a:gd name="connsiteY1" fmla="*/ 463610 h 553235"/>
                <a:gd name="connsiteX2" fmla="*/ 1104900 w 2076450"/>
                <a:gd name="connsiteY2" fmla="*/ 60 h 553235"/>
                <a:gd name="connsiteX3" fmla="*/ 1479550 w 2076450"/>
                <a:gd name="connsiteY3" fmla="*/ 431860 h 553235"/>
                <a:gd name="connsiteX4" fmla="*/ 2076450 w 2076450"/>
                <a:gd name="connsiteY4" fmla="*/ 552510 h 553235"/>
                <a:gd name="connsiteX0" fmla="*/ 0 w 2076450"/>
                <a:gd name="connsiteY0" fmla="*/ 552510 h 553991"/>
                <a:gd name="connsiteX1" fmla="*/ 635000 w 2076450"/>
                <a:gd name="connsiteY1" fmla="*/ 463610 h 553991"/>
                <a:gd name="connsiteX2" fmla="*/ 1104900 w 2076450"/>
                <a:gd name="connsiteY2" fmla="*/ 60 h 553991"/>
                <a:gd name="connsiteX3" fmla="*/ 1479550 w 2076450"/>
                <a:gd name="connsiteY3" fmla="*/ 431860 h 553991"/>
                <a:gd name="connsiteX4" fmla="*/ 2076450 w 2076450"/>
                <a:gd name="connsiteY4" fmla="*/ 552510 h 553991"/>
                <a:gd name="connsiteX0" fmla="*/ 0 w 2076450"/>
                <a:gd name="connsiteY0" fmla="*/ 552514 h 553995"/>
                <a:gd name="connsiteX1" fmla="*/ 635000 w 2076450"/>
                <a:gd name="connsiteY1" fmla="*/ 463614 h 553995"/>
                <a:gd name="connsiteX2" fmla="*/ 1104900 w 2076450"/>
                <a:gd name="connsiteY2" fmla="*/ 64 h 553995"/>
                <a:gd name="connsiteX3" fmla="*/ 1479550 w 2076450"/>
                <a:gd name="connsiteY3" fmla="*/ 431864 h 553995"/>
                <a:gd name="connsiteX4" fmla="*/ 2076450 w 2076450"/>
                <a:gd name="connsiteY4" fmla="*/ 552514 h 553995"/>
                <a:gd name="connsiteX0" fmla="*/ 0 w 2076450"/>
                <a:gd name="connsiteY0" fmla="*/ 552453 h 553934"/>
                <a:gd name="connsiteX1" fmla="*/ 635000 w 2076450"/>
                <a:gd name="connsiteY1" fmla="*/ 463553 h 553934"/>
                <a:gd name="connsiteX2" fmla="*/ 1104900 w 2076450"/>
                <a:gd name="connsiteY2" fmla="*/ 3 h 553934"/>
                <a:gd name="connsiteX3" fmla="*/ 1479550 w 2076450"/>
                <a:gd name="connsiteY3" fmla="*/ 431803 h 553934"/>
                <a:gd name="connsiteX4" fmla="*/ 2076450 w 2076450"/>
                <a:gd name="connsiteY4" fmla="*/ 552453 h 553934"/>
                <a:gd name="connsiteX0" fmla="*/ 0 w 2076450"/>
                <a:gd name="connsiteY0" fmla="*/ 552453 h 556896"/>
                <a:gd name="connsiteX1" fmla="*/ 635000 w 2076450"/>
                <a:gd name="connsiteY1" fmla="*/ 463553 h 556896"/>
                <a:gd name="connsiteX2" fmla="*/ 1104900 w 2076450"/>
                <a:gd name="connsiteY2" fmla="*/ 3 h 556896"/>
                <a:gd name="connsiteX3" fmla="*/ 1498600 w 2076450"/>
                <a:gd name="connsiteY3" fmla="*/ 457203 h 556896"/>
                <a:gd name="connsiteX4" fmla="*/ 2076450 w 2076450"/>
                <a:gd name="connsiteY4" fmla="*/ 552453 h 556896"/>
                <a:gd name="connsiteX0" fmla="*/ 0 w 2076450"/>
                <a:gd name="connsiteY0" fmla="*/ 552453 h 554014"/>
                <a:gd name="connsiteX1" fmla="*/ 635000 w 2076450"/>
                <a:gd name="connsiteY1" fmla="*/ 463553 h 554014"/>
                <a:gd name="connsiteX2" fmla="*/ 1098550 w 2076450"/>
                <a:gd name="connsiteY2" fmla="*/ 3 h 554014"/>
                <a:gd name="connsiteX3" fmla="*/ 1498600 w 2076450"/>
                <a:gd name="connsiteY3" fmla="*/ 457203 h 554014"/>
                <a:gd name="connsiteX4" fmla="*/ 2076450 w 2076450"/>
                <a:gd name="connsiteY4" fmla="*/ 552453 h 554014"/>
                <a:gd name="connsiteX0" fmla="*/ 0 w 2076450"/>
                <a:gd name="connsiteY0" fmla="*/ 552459 h 553693"/>
                <a:gd name="connsiteX1" fmla="*/ 635000 w 2076450"/>
                <a:gd name="connsiteY1" fmla="*/ 463559 h 553693"/>
                <a:gd name="connsiteX2" fmla="*/ 1098550 w 2076450"/>
                <a:gd name="connsiteY2" fmla="*/ 9 h 553693"/>
                <a:gd name="connsiteX3" fmla="*/ 1485900 w 2076450"/>
                <a:gd name="connsiteY3" fmla="*/ 450859 h 553693"/>
                <a:gd name="connsiteX4" fmla="*/ 2076450 w 2076450"/>
                <a:gd name="connsiteY4" fmla="*/ 552459 h 553693"/>
                <a:gd name="connsiteX0" fmla="*/ 0 w 2076450"/>
                <a:gd name="connsiteY0" fmla="*/ 552459 h 556763"/>
                <a:gd name="connsiteX1" fmla="*/ 635000 w 2076450"/>
                <a:gd name="connsiteY1" fmla="*/ 463559 h 556763"/>
                <a:gd name="connsiteX2" fmla="*/ 1098550 w 2076450"/>
                <a:gd name="connsiteY2" fmla="*/ 9 h 556763"/>
                <a:gd name="connsiteX3" fmla="*/ 1485900 w 2076450"/>
                <a:gd name="connsiteY3" fmla="*/ 450859 h 556763"/>
                <a:gd name="connsiteX4" fmla="*/ 2076450 w 2076450"/>
                <a:gd name="connsiteY4" fmla="*/ 555634 h 556763"/>
                <a:gd name="connsiteX0" fmla="*/ 0 w 2076450"/>
                <a:gd name="connsiteY0" fmla="*/ 552459 h 556011"/>
                <a:gd name="connsiteX1" fmla="*/ 635000 w 2076450"/>
                <a:gd name="connsiteY1" fmla="*/ 463559 h 556011"/>
                <a:gd name="connsiteX2" fmla="*/ 1098550 w 2076450"/>
                <a:gd name="connsiteY2" fmla="*/ 9 h 556011"/>
                <a:gd name="connsiteX3" fmla="*/ 1485900 w 2076450"/>
                <a:gd name="connsiteY3" fmla="*/ 450859 h 556011"/>
                <a:gd name="connsiteX4" fmla="*/ 2076450 w 2076450"/>
                <a:gd name="connsiteY4" fmla="*/ 555634 h 556011"/>
                <a:gd name="connsiteX0" fmla="*/ 0 w 1952625"/>
                <a:gd name="connsiteY0" fmla="*/ 555634 h 556011"/>
                <a:gd name="connsiteX1" fmla="*/ 511175 w 1952625"/>
                <a:gd name="connsiteY1" fmla="*/ 463559 h 556011"/>
                <a:gd name="connsiteX2" fmla="*/ 974725 w 1952625"/>
                <a:gd name="connsiteY2" fmla="*/ 9 h 556011"/>
                <a:gd name="connsiteX3" fmla="*/ 1362075 w 1952625"/>
                <a:gd name="connsiteY3" fmla="*/ 450859 h 556011"/>
                <a:gd name="connsiteX4" fmla="*/ 1952625 w 1952625"/>
                <a:gd name="connsiteY4" fmla="*/ 555634 h 556011"/>
                <a:gd name="connsiteX0" fmla="*/ 0 w 1952625"/>
                <a:gd name="connsiteY0" fmla="*/ 555634 h 556011"/>
                <a:gd name="connsiteX1" fmla="*/ 511175 w 1952625"/>
                <a:gd name="connsiteY1" fmla="*/ 463559 h 556011"/>
                <a:gd name="connsiteX2" fmla="*/ 974725 w 1952625"/>
                <a:gd name="connsiteY2" fmla="*/ 9 h 556011"/>
                <a:gd name="connsiteX3" fmla="*/ 1362075 w 1952625"/>
                <a:gd name="connsiteY3" fmla="*/ 450859 h 556011"/>
                <a:gd name="connsiteX4" fmla="*/ 1952625 w 1952625"/>
                <a:gd name="connsiteY4" fmla="*/ 555634 h 556011"/>
                <a:gd name="connsiteX0" fmla="*/ 0 w 1952625"/>
                <a:gd name="connsiteY0" fmla="*/ 555626 h 556003"/>
                <a:gd name="connsiteX1" fmla="*/ 492125 w 1952625"/>
                <a:gd name="connsiteY1" fmla="*/ 454026 h 556003"/>
                <a:gd name="connsiteX2" fmla="*/ 974725 w 1952625"/>
                <a:gd name="connsiteY2" fmla="*/ 1 h 556003"/>
                <a:gd name="connsiteX3" fmla="*/ 1362075 w 1952625"/>
                <a:gd name="connsiteY3" fmla="*/ 450851 h 556003"/>
                <a:gd name="connsiteX4" fmla="*/ 1952625 w 1952625"/>
                <a:gd name="connsiteY4" fmla="*/ 555626 h 556003"/>
                <a:gd name="connsiteX0" fmla="*/ 0 w 1952625"/>
                <a:gd name="connsiteY0" fmla="*/ 555627 h 555957"/>
                <a:gd name="connsiteX1" fmla="*/ 492125 w 1952625"/>
                <a:gd name="connsiteY1" fmla="*/ 454027 h 555957"/>
                <a:gd name="connsiteX2" fmla="*/ 974725 w 1952625"/>
                <a:gd name="connsiteY2" fmla="*/ 2 h 555957"/>
                <a:gd name="connsiteX3" fmla="*/ 1454150 w 1952625"/>
                <a:gd name="connsiteY3" fmla="*/ 447677 h 555957"/>
                <a:gd name="connsiteX4" fmla="*/ 1952625 w 1952625"/>
                <a:gd name="connsiteY4" fmla="*/ 555627 h 555957"/>
                <a:gd name="connsiteX0" fmla="*/ 0 w 1952625"/>
                <a:gd name="connsiteY0" fmla="*/ 555627 h 556133"/>
                <a:gd name="connsiteX1" fmla="*/ 492125 w 1952625"/>
                <a:gd name="connsiteY1" fmla="*/ 454027 h 556133"/>
                <a:gd name="connsiteX2" fmla="*/ 974725 w 1952625"/>
                <a:gd name="connsiteY2" fmla="*/ 2 h 556133"/>
                <a:gd name="connsiteX3" fmla="*/ 1454150 w 1952625"/>
                <a:gd name="connsiteY3" fmla="*/ 447677 h 556133"/>
                <a:gd name="connsiteX4" fmla="*/ 1952625 w 1952625"/>
                <a:gd name="connsiteY4" fmla="*/ 555627 h 556133"/>
                <a:gd name="connsiteX0" fmla="*/ 0 w 1952625"/>
                <a:gd name="connsiteY0" fmla="*/ 555627 h 556194"/>
                <a:gd name="connsiteX1" fmla="*/ 492125 w 1952625"/>
                <a:gd name="connsiteY1" fmla="*/ 454027 h 556194"/>
                <a:gd name="connsiteX2" fmla="*/ 974725 w 1952625"/>
                <a:gd name="connsiteY2" fmla="*/ 2 h 556194"/>
                <a:gd name="connsiteX3" fmla="*/ 1454150 w 1952625"/>
                <a:gd name="connsiteY3" fmla="*/ 447677 h 556194"/>
                <a:gd name="connsiteX4" fmla="*/ 1952625 w 1952625"/>
                <a:gd name="connsiteY4" fmla="*/ 555627 h 5561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52625" h="556194">
                  <a:moveTo>
                    <a:pt x="0" y="555627"/>
                  </a:moveTo>
                  <a:cubicBezTo>
                    <a:pt x="238125" y="557214"/>
                    <a:pt x="259821" y="562506"/>
                    <a:pt x="492125" y="454027"/>
                  </a:cubicBezTo>
                  <a:cubicBezTo>
                    <a:pt x="724429" y="345548"/>
                    <a:pt x="814388" y="1060"/>
                    <a:pt x="974725" y="2"/>
                  </a:cubicBezTo>
                  <a:cubicBezTo>
                    <a:pt x="1135062" y="-1056"/>
                    <a:pt x="1218142" y="345548"/>
                    <a:pt x="1454150" y="447677"/>
                  </a:cubicBezTo>
                  <a:cubicBezTo>
                    <a:pt x="1690158" y="549806"/>
                    <a:pt x="1711325" y="558802"/>
                    <a:pt x="1952625" y="555627"/>
                  </a:cubicBezTo>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28" name="组合 27">
            <a:extLst>
              <a:ext uri="{FF2B5EF4-FFF2-40B4-BE49-F238E27FC236}">
                <a16:creationId xmlns:a16="http://schemas.microsoft.com/office/drawing/2014/main" id="{AEBC4302-B1D4-731D-9A56-C9E3A9AF2900}"/>
              </a:ext>
            </a:extLst>
          </p:cNvPr>
          <p:cNvGrpSpPr/>
          <p:nvPr/>
        </p:nvGrpSpPr>
        <p:grpSpPr>
          <a:xfrm>
            <a:off x="6833310" y="4306103"/>
            <a:ext cx="1624814" cy="312609"/>
            <a:chOff x="3392497" y="4254499"/>
            <a:chExt cx="1278644" cy="364214"/>
          </a:xfrm>
        </p:grpSpPr>
        <p:sp>
          <p:nvSpPr>
            <p:cNvPr id="29" name="任意形状 28">
              <a:extLst>
                <a:ext uri="{FF2B5EF4-FFF2-40B4-BE49-F238E27FC236}">
                  <a16:creationId xmlns:a16="http://schemas.microsoft.com/office/drawing/2014/main" id="{47671478-D1B1-1158-9E23-58605281FE6B}"/>
                </a:ext>
              </a:extLst>
            </p:cNvPr>
            <p:cNvSpPr/>
            <p:nvPr/>
          </p:nvSpPr>
          <p:spPr>
            <a:xfrm>
              <a:off x="3392498" y="4254499"/>
              <a:ext cx="1278643" cy="364214"/>
            </a:xfrm>
            <a:custGeom>
              <a:avLst/>
              <a:gdLst>
                <a:gd name="connsiteX0" fmla="*/ 0 w 2076450"/>
                <a:gd name="connsiteY0" fmla="*/ 514352 h 563845"/>
                <a:gd name="connsiteX1" fmla="*/ 584200 w 2076450"/>
                <a:gd name="connsiteY1" fmla="*/ 514352 h 563845"/>
                <a:gd name="connsiteX2" fmla="*/ 1104900 w 2076450"/>
                <a:gd name="connsiteY2" fmla="*/ 2 h 563845"/>
                <a:gd name="connsiteX3" fmla="*/ 1511300 w 2076450"/>
                <a:gd name="connsiteY3" fmla="*/ 508002 h 563845"/>
                <a:gd name="connsiteX4" fmla="*/ 2076450 w 2076450"/>
                <a:gd name="connsiteY4" fmla="*/ 552452 h 563845"/>
                <a:gd name="connsiteX0" fmla="*/ 0 w 2076450"/>
                <a:gd name="connsiteY0" fmla="*/ 552452 h 584518"/>
                <a:gd name="connsiteX1" fmla="*/ 584200 w 2076450"/>
                <a:gd name="connsiteY1" fmla="*/ 514352 h 584518"/>
                <a:gd name="connsiteX2" fmla="*/ 1104900 w 2076450"/>
                <a:gd name="connsiteY2" fmla="*/ 2 h 584518"/>
                <a:gd name="connsiteX3" fmla="*/ 1511300 w 2076450"/>
                <a:gd name="connsiteY3" fmla="*/ 508002 h 584518"/>
                <a:gd name="connsiteX4" fmla="*/ 2076450 w 2076450"/>
                <a:gd name="connsiteY4" fmla="*/ 552452 h 584518"/>
                <a:gd name="connsiteX0" fmla="*/ 0 w 2076450"/>
                <a:gd name="connsiteY0" fmla="*/ 552452 h 567630"/>
                <a:gd name="connsiteX1" fmla="*/ 584200 w 2076450"/>
                <a:gd name="connsiteY1" fmla="*/ 514352 h 567630"/>
                <a:gd name="connsiteX2" fmla="*/ 1104900 w 2076450"/>
                <a:gd name="connsiteY2" fmla="*/ 2 h 567630"/>
                <a:gd name="connsiteX3" fmla="*/ 1511300 w 2076450"/>
                <a:gd name="connsiteY3" fmla="*/ 508002 h 567630"/>
                <a:gd name="connsiteX4" fmla="*/ 2076450 w 2076450"/>
                <a:gd name="connsiteY4" fmla="*/ 552452 h 567630"/>
                <a:gd name="connsiteX0" fmla="*/ 0 w 2076450"/>
                <a:gd name="connsiteY0" fmla="*/ 552557 h 560371"/>
                <a:gd name="connsiteX1" fmla="*/ 635000 w 2076450"/>
                <a:gd name="connsiteY1" fmla="*/ 463657 h 560371"/>
                <a:gd name="connsiteX2" fmla="*/ 1104900 w 2076450"/>
                <a:gd name="connsiteY2" fmla="*/ 107 h 560371"/>
                <a:gd name="connsiteX3" fmla="*/ 1511300 w 2076450"/>
                <a:gd name="connsiteY3" fmla="*/ 508107 h 560371"/>
                <a:gd name="connsiteX4" fmla="*/ 2076450 w 2076450"/>
                <a:gd name="connsiteY4" fmla="*/ 552557 h 560371"/>
                <a:gd name="connsiteX0" fmla="*/ 0 w 2076450"/>
                <a:gd name="connsiteY0" fmla="*/ 552460 h 552460"/>
                <a:gd name="connsiteX1" fmla="*/ 635000 w 2076450"/>
                <a:gd name="connsiteY1" fmla="*/ 463560 h 552460"/>
                <a:gd name="connsiteX2" fmla="*/ 1104900 w 2076450"/>
                <a:gd name="connsiteY2" fmla="*/ 10 h 552460"/>
                <a:gd name="connsiteX3" fmla="*/ 1466850 w 2076450"/>
                <a:gd name="connsiteY3" fmla="*/ 450860 h 552460"/>
                <a:gd name="connsiteX4" fmla="*/ 2076450 w 2076450"/>
                <a:gd name="connsiteY4" fmla="*/ 552460 h 552460"/>
                <a:gd name="connsiteX0" fmla="*/ 0 w 2076450"/>
                <a:gd name="connsiteY0" fmla="*/ 552460 h 553694"/>
                <a:gd name="connsiteX1" fmla="*/ 635000 w 2076450"/>
                <a:gd name="connsiteY1" fmla="*/ 463560 h 553694"/>
                <a:gd name="connsiteX2" fmla="*/ 1104900 w 2076450"/>
                <a:gd name="connsiteY2" fmla="*/ 10 h 553694"/>
                <a:gd name="connsiteX3" fmla="*/ 1466850 w 2076450"/>
                <a:gd name="connsiteY3" fmla="*/ 450860 h 553694"/>
                <a:gd name="connsiteX4" fmla="*/ 2076450 w 2076450"/>
                <a:gd name="connsiteY4" fmla="*/ 552460 h 553694"/>
                <a:gd name="connsiteX0" fmla="*/ 0 w 2076450"/>
                <a:gd name="connsiteY0" fmla="*/ 552453 h 555210"/>
                <a:gd name="connsiteX1" fmla="*/ 635000 w 2076450"/>
                <a:gd name="connsiteY1" fmla="*/ 463553 h 555210"/>
                <a:gd name="connsiteX2" fmla="*/ 1104900 w 2076450"/>
                <a:gd name="connsiteY2" fmla="*/ 3 h 555210"/>
                <a:gd name="connsiteX3" fmla="*/ 1498600 w 2076450"/>
                <a:gd name="connsiteY3" fmla="*/ 469903 h 555210"/>
                <a:gd name="connsiteX4" fmla="*/ 2076450 w 2076450"/>
                <a:gd name="connsiteY4" fmla="*/ 552453 h 555210"/>
                <a:gd name="connsiteX0" fmla="*/ 0 w 2076450"/>
                <a:gd name="connsiteY0" fmla="*/ 552510 h 553235"/>
                <a:gd name="connsiteX1" fmla="*/ 635000 w 2076450"/>
                <a:gd name="connsiteY1" fmla="*/ 463610 h 553235"/>
                <a:gd name="connsiteX2" fmla="*/ 1104900 w 2076450"/>
                <a:gd name="connsiteY2" fmla="*/ 60 h 553235"/>
                <a:gd name="connsiteX3" fmla="*/ 1479550 w 2076450"/>
                <a:gd name="connsiteY3" fmla="*/ 431860 h 553235"/>
                <a:gd name="connsiteX4" fmla="*/ 2076450 w 2076450"/>
                <a:gd name="connsiteY4" fmla="*/ 552510 h 553235"/>
                <a:gd name="connsiteX0" fmla="*/ 0 w 2076450"/>
                <a:gd name="connsiteY0" fmla="*/ 552510 h 553991"/>
                <a:gd name="connsiteX1" fmla="*/ 635000 w 2076450"/>
                <a:gd name="connsiteY1" fmla="*/ 463610 h 553991"/>
                <a:gd name="connsiteX2" fmla="*/ 1104900 w 2076450"/>
                <a:gd name="connsiteY2" fmla="*/ 60 h 553991"/>
                <a:gd name="connsiteX3" fmla="*/ 1479550 w 2076450"/>
                <a:gd name="connsiteY3" fmla="*/ 431860 h 553991"/>
                <a:gd name="connsiteX4" fmla="*/ 2076450 w 2076450"/>
                <a:gd name="connsiteY4" fmla="*/ 552510 h 553991"/>
                <a:gd name="connsiteX0" fmla="*/ 0 w 2076450"/>
                <a:gd name="connsiteY0" fmla="*/ 552514 h 553995"/>
                <a:gd name="connsiteX1" fmla="*/ 635000 w 2076450"/>
                <a:gd name="connsiteY1" fmla="*/ 463614 h 553995"/>
                <a:gd name="connsiteX2" fmla="*/ 1104900 w 2076450"/>
                <a:gd name="connsiteY2" fmla="*/ 64 h 553995"/>
                <a:gd name="connsiteX3" fmla="*/ 1479550 w 2076450"/>
                <a:gd name="connsiteY3" fmla="*/ 431864 h 553995"/>
                <a:gd name="connsiteX4" fmla="*/ 2076450 w 2076450"/>
                <a:gd name="connsiteY4" fmla="*/ 552514 h 553995"/>
                <a:gd name="connsiteX0" fmla="*/ 0 w 2076450"/>
                <a:gd name="connsiteY0" fmla="*/ 552453 h 553934"/>
                <a:gd name="connsiteX1" fmla="*/ 635000 w 2076450"/>
                <a:gd name="connsiteY1" fmla="*/ 463553 h 553934"/>
                <a:gd name="connsiteX2" fmla="*/ 1104900 w 2076450"/>
                <a:gd name="connsiteY2" fmla="*/ 3 h 553934"/>
                <a:gd name="connsiteX3" fmla="*/ 1479550 w 2076450"/>
                <a:gd name="connsiteY3" fmla="*/ 431803 h 553934"/>
                <a:gd name="connsiteX4" fmla="*/ 2076450 w 2076450"/>
                <a:gd name="connsiteY4" fmla="*/ 552453 h 553934"/>
                <a:gd name="connsiteX0" fmla="*/ 0 w 2076450"/>
                <a:gd name="connsiteY0" fmla="*/ 552453 h 556896"/>
                <a:gd name="connsiteX1" fmla="*/ 635000 w 2076450"/>
                <a:gd name="connsiteY1" fmla="*/ 463553 h 556896"/>
                <a:gd name="connsiteX2" fmla="*/ 1104900 w 2076450"/>
                <a:gd name="connsiteY2" fmla="*/ 3 h 556896"/>
                <a:gd name="connsiteX3" fmla="*/ 1498600 w 2076450"/>
                <a:gd name="connsiteY3" fmla="*/ 457203 h 556896"/>
                <a:gd name="connsiteX4" fmla="*/ 2076450 w 2076450"/>
                <a:gd name="connsiteY4" fmla="*/ 552453 h 556896"/>
                <a:gd name="connsiteX0" fmla="*/ 0 w 2076450"/>
                <a:gd name="connsiteY0" fmla="*/ 552453 h 554014"/>
                <a:gd name="connsiteX1" fmla="*/ 635000 w 2076450"/>
                <a:gd name="connsiteY1" fmla="*/ 463553 h 554014"/>
                <a:gd name="connsiteX2" fmla="*/ 1098550 w 2076450"/>
                <a:gd name="connsiteY2" fmla="*/ 3 h 554014"/>
                <a:gd name="connsiteX3" fmla="*/ 1498600 w 2076450"/>
                <a:gd name="connsiteY3" fmla="*/ 457203 h 554014"/>
                <a:gd name="connsiteX4" fmla="*/ 2076450 w 2076450"/>
                <a:gd name="connsiteY4" fmla="*/ 552453 h 554014"/>
                <a:gd name="connsiteX0" fmla="*/ 0 w 2076450"/>
                <a:gd name="connsiteY0" fmla="*/ 552459 h 553693"/>
                <a:gd name="connsiteX1" fmla="*/ 635000 w 2076450"/>
                <a:gd name="connsiteY1" fmla="*/ 463559 h 553693"/>
                <a:gd name="connsiteX2" fmla="*/ 1098550 w 2076450"/>
                <a:gd name="connsiteY2" fmla="*/ 9 h 553693"/>
                <a:gd name="connsiteX3" fmla="*/ 1485900 w 2076450"/>
                <a:gd name="connsiteY3" fmla="*/ 450859 h 553693"/>
                <a:gd name="connsiteX4" fmla="*/ 2076450 w 2076450"/>
                <a:gd name="connsiteY4" fmla="*/ 552459 h 553693"/>
                <a:gd name="connsiteX0" fmla="*/ 0 w 2076450"/>
                <a:gd name="connsiteY0" fmla="*/ 552459 h 556763"/>
                <a:gd name="connsiteX1" fmla="*/ 635000 w 2076450"/>
                <a:gd name="connsiteY1" fmla="*/ 463559 h 556763"/>
                <a:gd name="connsiteX2" fmla="*/ 1098550 w 2076450"/>
                <a:gd name="connsiteY2" fmla="*/ 9 h 556763"/>
                <a:gd name="connsiteX3" fmla="*/ 1485900 w 2076450"/>
                <a:gd name="connsiteY3" fmla="*/ 450859 h 556763"/>
                <a:gd name="connsiteX4" fmla="*/ 2076450 w 2076450"/>
                <a:gd name="connsiteY4" fmla="*/ 555634 h 556763"/>
                <a:gd name="connsiteX0" fmla="*/ 0 w 2076450"/>
                <a:gd name="connsiteY0" fmla="*/ 552459 h 556011"/>
                <a:gd name="connsiteX1" fmla="*/ 635000 w 2076450"/>
                <a:gd name="connsiteY1" fmla="*/ 463559 h 556011"/>
                <a:gd name="connsiteX2" fmla="*/ 1098550 w 2076450"/>
                <a:gd name="connsiteY2" fmla="*/ 9 h 556011"/>
                <a:gd name="connsiteX3" fmla="*/ 1485900 w 2076450"/>
                <a:gd name="connsiteY3" fmla="*/ 450859 h 556011"/>
                <a:gd name="connsiteX4" fmla="*/ 2076450 w 2076450"/>
                <a:gd name="connsiteY4" fmla="*/ 555634 h 556011"/>
                <a:gd name="connsiteX0" fmla="*/ 0 w 1952625"/>
                <a:gd name="connsiteY0" fmla="*/ 555634 h 556011"/>
                <a:gd name="connsiteX1" fmla="*/ 511175 w 1952625"/>
                <a:gd name="connsiteY1" fmla="*/ 463559 h 556011"/>
                <a:gd name="connsiteX2" fmla="*/ 974725 w 1952625"/>
                <a:gd name="connsiteY2" fmla="*/ 9 h 556011"/>
                <a:gd name="connsiteX3" fmla="*/ 1362075 w 1952625"/>
                <a:gd name="connsiteY3" fmla="*/ 450859 h 556011"/>
                <a:gd name="connsiteX4" fmla="*/ 1952625 w 1952625"/>
                <a:gd name="connsiteY4" fmla="*/ 555634 h 556011"/>
                <a:gd name="connsiteX0" fmla="*/ 0 w 1952625"/>
                <a:gd name="connsiteY0" fmla="*/ 555634 h 556011"/>
                <a:gd name="connsiteX1" fmla="*/ 511175 w 1952625"/>
                <a:gd name="connsiteY1" fmla="*/ 463559 h 556011"/>
                <a:gd name="connsiteX2" fmla="*/ 974725 w 1952625"/>
                <a:gd name="connsiteY2" fmla="*/ 9 h 556011"/>
                <a:gd name="connsiteX3" fmla="*/ 1362075 w 1952625"/>
                <a:gd name="connsiteY3" fmla="*/ 450859 h 556011"/>
                <a:gd name="connsiteX4" fmla="*/ 1952625 w 1952625"/>
                <a:gd name="connsiteY4" fmla="*/ 555634 h 556011"/>
                <a:gd name="connsiteX0" fmla="*/ 0 w 1952625"/>
                <a:gd name="connsiteY0" fmla="*/ 555626 h 556003"/>
                <a:gd name="connsiteX1" fmla="*/ 492125 w 1952625"/>
                <a:gd name="connsiteY1" fmla="*/ 454026 h 556003"/>
                <a:gd name="connsiteX2" fmla="*/ 974725 w 1952625"/>
                <a:gd name="connsiteY2" fmla="*/ 1 h 556003"/>
                <a:gd name="connsiteX3" fmla="*/ 1362075 w 1952625"/>
                <a:gd name="connsiteY3" fmla="*/ 450851 h 556003"/>
                <a:gd name="connsiteX4" fmla="*/ 1952625 w 1952625"/>
                <a:gd name="connsiteY4" fmla="*/ 555626 h 556003"/>
                <a:gd name="connsiteX0" fmla="*/ 0 w 1952625"/>
                <a:gd name="connsiteY0" fmla="*/ 555627 h 555957"/>
                <a:gd name="connsiteX1" fmla="*/ 492125 w 1952625"/>
                <a:gd name="connsiteY1" fmla="*/ 454027 h 555957"/>
                <a:gd name="connsiteX2" fmla="*/ 974725 w 1952625"/>
                <a:gd name="connsiteY2" fmla="*/ 2 h 555957"/>
                <a:gd name="connsiteX3" fmla="*/ 1454150 w 1952625"/>
                <a:gd name="connsiteY3" fmla="*/ 447677 h 555957"/>
                <a:gd name="connsiteX4" fmla="*/ 1952625 w 1952625"/>
                <a:gd name="connsiteY4" fmla="*/ 555627 h 555957"/>
                <a:gd name="connsiteX0" fmla="*/ 0 w 1952625"/>
                <a:gd name="connsiteY0" fmla="*/ 555627 h 556133"/>
                <a:gd name="connsiteX1" fmla="*/ 492125 w 1952625"/>
                <a:gd name="connsiteY1" fmla="*/ 454027 h 556133"/>
                <a:gd name="connsiteX2" fmla="*/ 974725 w 1952625"/>
                <a:gd name="connsiteY2" fmla="*/ 2 h 556133"/>
                <a:gd name="connsiteX3" fmla="*/ 1454150 w 1952625"/>
                <a:gd name="connsiteY3" fmla="*/ 447677 h 556133"/>
                <a:gd name="connsiteX4" fmla="*/ 1952625 w 1952625"/>
                <a:gd name="connsiteY4" fmla="*/ 555627 h 556133"/>
                <a:gd name="connsiteX0" fmla="*/ 0 w 1952625"/>
                <a:gd name="connsiteY0" fmla="*/ 555627 h 556194"/>
                <a:gd name="connsiteX1" fmla="*/ 492125 w 1952625"/>
                <a:gd name="connsiteY1" fmla="*/ 454027 h 556194"/>
                <a:gd name="connsiteX2" fmla="*/ 974725 w 1952625"/>
                <a:gd name="connsiteY2" fmla="*/ 2 h 556194"/>
                <a:gd name="connsiteX3" fmla="*/ 1454150 w 1952625"/>
                <a:gd name="connsiteY3" fmla="*/ 447677 h 556194"/>
                <a:gd name="connsiteX4" fmla="*/ 1952625 w 1952625"/>
                <a:gd name="connsiteY4" fmla="*/ 555627 h 5561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52625" h="556194">
                  <a:moveTo>
                    <a:pt x="0" y="555627"/>
                  </a:moveTo>
                  <a:cubicBezTo>
                    <a:pt x="238125" y="557214"/>
                    <a:pt x="259821" y="562506"/>
                    <a:pt x="492125" y="454027"/>
                  </a:cubicBezTo>
                  <a:cubicBezTo>
                    <a:pt x="724429" y="345548"/>
                    <a:pt x="814388" y="1060"/>
                    <a:pt x="974725" y="2"/>
                  </a:cubicBezTo>
                  <a:cubicBezTo>
                    <a:pt x="1135062" y="-1056"/>
                    <a:pt x="1218142" y="345548"/>
                    <a:pt x="1454150" y="447677"/>
                  </a:cubicBezTo>
                  <a:cubicBezTo>
                    <a:pt x="1690158" y="549806"/>
                    <a:pt x="1711325" y="558802"/>
                    <a:pt x="1952625" y="555627"/>
                  </a:cubicBezTo>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 name="任意形状 29">
              <a:extLst>
                <a:ext uri="{FF2B5EF4-FFF2-40B4-BE49-F238E27FC236}">
                  <a16:creationId xmlns:a16="http://schemas.microsoft.com/office/drawing/2014/main" id="{E2B7FED3-3899-856B-57AC-18519F064759}"/>
                </a:ext>
              </a:extLst>
            </p:cNvPr>
            <p:cNvSpPr/>
            <p:nvPr/>
          </p:nvSpPr>
          <p:spPr>
            <a:xfrm>
              <a:off x="3392497" y="4254499"/>
              <a:ext cx="1278643" cy="364214"/>
            </a:xfrm>
            <a:custGeom>
              <a:avLst/>
              <a:gdLst>
                <a:gd name="connsiteX0" fmla="*/ 0 w 2076450"/>
                <a:gd name="connsiteY0" fmla="*/ 514352 h 563845"/>
                <a:gd name="connsiteX1" fmla="*/ 584200 w 2076450"/>
                <a:gd name="connsiteY1" fmla="*/ 514352 h 563845"/>
                <a:gd name="connsiteX2" fmla="*/ 1104900 w 2076450"/>
                <a:gd name="connsiteY2" fmla="*/ 2 h 563845"/>
                <a:gd name="connsiteX3" fmla="*/ 1511300 w 2076450"/>
                <a:gd name="connsiteY3" fmla="*/ 508002 h 563845"/>
                <a:gd name="connsiteX4" fmla="*/ 2076450 w 2076450"/>
                <a:gd name="connsiteY4" fmla="*/ 552452 h 563845"/>
                <a:gd name="connsiteX0" fmla="*/ 0 w 2076450"/>
                <a:gd name="connsiteY0" fmla="*/ 552452 h 584518"/>
                <a:gd name="connsiteX1" fmla="*/ 584200 w 2076450"/>
                <a:gd name="connsiteY1" fmla="*/ 514352 h 584518"/>
                <a:gd name="connsiteX2" fmla="*/ 1104900 w 2076450"/>
                <a:gd name="connsiteY2" fmla="*/ 2 h 584518"/>
                <a:gd name="connsiteX3" fmla="*/ 1511300 w 2076450"/>
                <a:gd name="connsiteY3" fmla="*/ 508002 h 584518"/>
                <a:gd name="connsiteX4" fmla="*/ 2076450 w 2076450"/>
                <a:gd name="connsiteY4" fmla="*/ 552452 h 584518"/>
                <a:gd name="connsiteX0" fmla="*/ 0 w 2076450"/>
                <a:gd name="connsiteY0" fmla="*/ 552452 h 567630"/>
                <a:gd name="connsiteX1" fmla="*/ 584200 w 2076450"/>
                <a:gd name="connsiteY1" fmla="*/ 514352 h 567630"/>
                <a:gd name="connsiteX2" fmla="*/ 1104900 w 2076450"/>
                <a:gd name="connsiteY2" fmla="*/ 2 h 567630"/>
                <a:gd name="connsiteX3" fmla="*/ 1511300 w 2076450"/>
                <a:gd name="connsiteY3" fmla="*/ 508002 h 567630"/>
                <a:gd name="connsiteX4" fmla="*/ 2076450 w 2076450"/>
                <a:gd name="connsiteY4" fmla="*/ 552452 h 567630"/>
                <a:gd name="connsiteX0" fmla="*/ 0 w 2076450"/>
                <a:gd name="connsiteY0" fmla="*/ 552557 h 560371"/>
                <a:gd name="connsiteX1" fmla="*/ 635000 w 2076450"/>
                <a:gd name="connsiteY1" fmla="*/ 463657 h 560371"/>
                <a:gd name="connsiteX2" fmla="*/ 1104900 w 2076450"/>
                <a:gd name="connsiteY2" fmla="*/ 107 h 560371"/>
                <a:gd name="connsiteX3" fmla="*/ 1511300 w 2076450"/>
                <a:gd name="connsiteY3" fmla="*/ 508107 h 560371"/>
                <a:gd name="connsiteX4" fmla="*/ 2076450 w 2076450"/>
                <a:gd name="connsiteY4" fmla="*/ 552557 h 560371"/>
                <a:gd name="connsiteX0" fmla="*/ 0 w 2076450"/>
                <a:gd name="connsiteY0" fmla="*/ 552460 h 552460"/>
                <a:gd name="connsiteX1" fmla="*/ 635000 w 2076450"/>
                <a:gd name="connsiteY1" fmla="*/ 463560 h 552460"/>
                <a:gd name="connsiteX2" fmla="*/ 1104900 w 2076450"/>
                <a:gd name="connsiteY2" fmla="*/ 10 h 552460"/>
                <a:gd name="connsiteX3" fmla="*/ 1466850 w 2076450"/>
                <a:gd name="connsiteY3" fmla="*/ 450860 h 552460"/>
                <a:gd name="connsiteX4" fmla="*/ 2076450 w 2076450"/>
                <a:gd name="connsiteY4" fmla="*/ 552460 h 552460"/>
                <a:gd name="connsiteX0" fmla="*/ 0 w 2076450"/>
                <a:gd name="connsiteY0" fmla="*/ 552460 h 553694"/>
                <a:gd name="connsiteX1" fmla="*/ 635000 w 2076450"/>
                <a:gd name="connsiteY1" fmla="*/ 463560 h 553694"/>
                <a:gd name="connsiteX2" fmla="*/ 1104900 w 2076450"/>
                <a:gd name="connsiteY2" fmla="*/ 10 h 553694"/>
                <a:gd name="connsiteX3" fmla="*/ 1466850 w 2076450"/>
                <a:gd name="connsiteY3" fmla="*/ 450860 h 553694"/>
                <a:gd name="connsiteX4" fmla="*/ 2076450 w 2076450"/>
                <a:gd name="connsiteY4" fmla="*/ 552460 h 553694"/>
                <a:gd name="connsiteX0" fmla="*/ 0 w 2076450"/>
                <a:gd name="connsiteY0" fmla="*/ 552453 h 555210"/>
                <a:gd name="connsiteX1" fmla="*/ 635000 w 2076450"/>
                <a:gd name="connsiteY1" fmla="*/ 463553 h 555210"/>
                <a:gd name="connsiteX2" fmla="*/ 1104900 w 2076450"/>
                <a:gd name="connsiteY2" fmla="*/ 3 h 555210"/>
                <a:gd name="connsiteX3" fmla="*/ 1498600 w 2076450"/>
                <a:gd name="connsiteY3" fmla="*/ 469903 h 555210"/>
                <a:gd name="connsiteX4" fmla="*/ 2076450 w 2076450"/>
                <a:gd name="connsiteY4" fmla="*/ 552453 h 555210"/>
                <a:gd name="connsiteX0" fmla="*/ 0 w 2076450"/>
                <a:gd name="connsiteY0" fmla="*/ 552510 h 553235"/>
                <a:gd name="connsiteX1" fmla="*/ 635000 w 2076450"/>
                <a:gd name="connsiteY1" fmla="*/ 463610 h 553235"/>
                <a:gd name="connsiteX2" fmla="*/ 1104900 w 2076450"/>
                <a:gd name="connsiteY2" fmla="*/ 60 h 553235"/>
                <a:gd name="connsiteX3" fmla="*/ 1479550 w 2076450"/>
                <a:gd name="connsiteY3" fmla="*/ 431860 h 553235"/>
                <a:gd name="connsiteX4" fmla="*/ 2076450 w 2076450"/>
                <a:gd name="connsiteY4" fmla="*/ 552510 h 553235"/>
                <a:gd name="connsiteX0" fmla="*/ 0 w 2076450"/>
                <a:gd name="connsiteY0" fmla="*/ 552510 h 553991"/>
                <a:gd name="connsiteX1" fmla="*/ 635000 w 2076450"/>
                <a:gd name="connsiteY1" fmla="*/ 463610 h 553991"/>
                <a:gd name="connsiteX2" fmla="*/ 1104900 w 2076450"/>
                <a:gd name="connsiteY2" fmla="*/ 60 h 553991"/>
                <a:gd name="connsiteX3" fmla="*/ 1479550 w 2076450"/>
                <a:gd name="connsiteY3" fmla="*/ 431860 h 553991"/>
                <a:gd name="connsiteX4" fmla="*/ 2076450 w 2076450"/>
                <a:gd name="connsiteY4" fmla="*/ 552510 h 553991"/>
                <a:gd name="connsiteX0" fmla="*/ 0 w 2076450"/>
                <a:gd name="connsiteY0" fmla="*/ 552514 h 553995"/>
                <a:gd name="connsiteX1" fmla="*/ 635000 w 2076450"/>
                <a:gd name="connsiteY1" fmla="*/ 463614 h 553995"/>
                <a:gd name="connsiteX2" fmla="*/ 1104900 w 2076450"/>
                <a:gd name="connsiteY2" fmla="*/ 64 h 553995"/>
                <a:gd name="connsiteX3" fmla="*/ 1479550 w 2076450"/>
                <a:gd name="connsiteY3" fmla="*/ 431864 h 553995"/>
                <a:gd name="connsiteX4" fmla="*/ 2076450 w 2076450"/>
                <a:gd name="connsiteY4" fmla="*/ 552514 h 553995"/>
                <a:gd name="connsiteX0" fmla="*/ 0 w 2076450"/>
                <a:gd name="connsiteY0" fmla="*/ 552453 h 553934"/>
                <a:gd name="connsiteX1" fmla="*/ 635000 w 2076450"/>
                <a:gd name="connsiteY1" fmla="*/ 463553 h 553934"/>
                <a:gd name="connsiteX2" fmla="*/ 1104900 w 2076450"/>
                <a:gd name="connsiteY2" fmla="*/ 3 h 553934"/>
                <a:gd name="connsiteX3" fmla="*/ 1479550 w 2076450"/>
                <a:gd name="connsiteY3" fmla="*/ 431803 h 553934"/>
                <a:gd name="connsiteX4" fmla="*/ 2076450 w 2076450"/>
                <a:gd name="connsiteY4" fmla="*/ 552453 h 553934"/>
                <a:gd name="connsiteX0" fmla="*/ 0 w 2076450"/>
                <a:gd name="connsiteY0" fmla="*/ 552453 h 556896"/>
                <a:gd name="connsiteX1" fmla="*/ 635000 w 2076450"/>
                <a:gd name="connsiteY1" fmla="*/ 463553 h 556896"/>
                <a:gd name="connsiteX2" fmla="*/ 1104900 w 2076450"/>
                <a:gd name="connsiteY2" fmla="*/ 3 h 556896"/>
                <a:gd name="connsiteX3" fmla="*/ 1498600 w 2076450"/>
                <a:gd name="connsiteY3" fmla="*/ 457203 h 556896"/>
                <a:gd name="connsiteX4" fmla="*/ 2076450 w 2076450"/>
                <a:gd name="connsiteY4" fmla="*/ 552453 h 556896"/>
                <a:gd name="connsiteX0" fmla="*/ 0 w 2076450"/>
                <a:gd name="connsiteY0" fmla="*/ 552453 h 554014"/>
                <a:gd name="connsiteX1" fmla="*/ 635000 w 2076450"/>
                <a:gd name="connsiteY1" fmla="*/ 463553 h 554014"/>
                <a:gd name="connsiteX2" fmla="*/ 1098550 w 2076450"/>
                <a:gd name="connsiteY2" fmla="*/ 3 h 554014"/>
                <a:gd name="connsiteX3" fmla="*/ 1498600 w 2076450"/>
                <a:gd name="connsiteY3" fmla="*/ 457203 h 554014"/>
                <a:gd name="connsiteX4" fmla="*/ 2076450 w 2076450"/>
                <a:gd name="connsiteY4" fmla="*/ 552453 h 554014"/>
                <a:gd name="connsiteX0" fmla="*/ 0 w 2076450"/>
                <a:gd name="connsiteY0" fmla="*/ 552459 h 553693"/>
                <a:gd name="connsiteX1" fmla="*/ 635000 w 2076450"/>
                <a:gd name="connsiteY1" fmla="*/ 463559 h 553693"/>
                <a:gd name="connsiteX2" fmla="*/ 1098550 w 2076450"/>
                <a:gd name="connsiteY2" fmla="*/ 9 h 553693"/>
                <a:gd name="connsiteX3" fmla="*/ 1485900 w 2076450"/>
                <a:gd name="connsiteY3" fmla="*/ 450859 h 553693"/>
                <a:gd name="connsiteX4" fmla="*/ 2076450 w 2076450"/>
                <a:gd name="connsiteY4" fmla="*/ 552459 h 553693"/>
                <a:gd name="connsiteX0" fmla="*/ 0 w 2076450"/>
                <a:gd name="connsiteY0" fmla="*/ 552459 h 556763"/>
                <a:gd name="connsiteX1" fmla="*/ 635000 w 2076450"/>
                <a:gd name="connsiteY1" fmla="*/ 463559 h 556763"/>
                <a:gd name="connsiteX2" fmla="*/ 1098550 w 2076450"/>
                <a:gd name="connsiteY2" fmla="*/ 9 h 556763"/>
                <a:gd name="connsiteX3" fmla="*/ 1485900 w 2076450"/>
                <a:gd name="connsiteY3" fmla="*/ 450859 h 556763"/>
                <a:gd name="connsiteX4" fmla="*/ 2076450 w 2076450"/>
                <a:gd name="connsiteY4" fmla="*/ 555634 h 556763"/>
                <a:gd name="connsiteX0" fmla="*/ 0 w 2076450"/>
                <a:gd name="connsiteY0" fmla="*/ 552459 h 556011"/>
                <a:gd name="connsiteX1" fmla="*/ 635000 w 2076450"/>
                <a:gd name="connsiteY1" fmla="*/ 463559 h 556011"/>
                <a:gd name="connsiteX2" fmla="*/ 1098550 w 2076450"/>
                <a:gd name="connsiteY2" fmla="*/ 9 h 556011"/>
                <a:gd name="connsiteX3" fmla="*/ 1485900 w 2076450"/>
                <a:gd name="connsiteY3" fmla="*/ 450859 h 556011"/>
                <a:gd name="connsiteX4" fmla="*/ 2076450 w 2076450"/>
                <a:gd name="connsiteY4" fmla="*/ 555634 h 556011"/>
                <a:gd name="connsiteX0" fmla="*/ 0 w 1952625"/>
                <a:gd name="connsiteY0" fmla="*/ 555634 h 556011"/>
                <a:gd name="connsiteX1" fmla="*/ 511175 w 1952625"/>
                <a:gd name="connsiteY1" fmla="*/ 463559 h 556011"/>
                <a:gd name="connsiteX2" fmla="*/ 974725 w 1952625"/>
                <a:gd name="connsiteY2" fmla="*/ 9 h 556011"/>
                <a:gd name="connsiteX3" fmla="*/ 1362075 w 1952625"/>
                <a:gd name="connsiteY3" fmla="*/ 450859 h 556011"/>
                <a:gd name="connsiteX4" fmla="*/ 1952625 w 1952625"/>
                <a:gd name="connsiteY4" fmla="*/ 555634 h 556011"/>
                <a:gd name="connsiteX0" fmla="*/ 0 w 1952625"/>
                <a:gd name="connsiteY0" fmla="*/ 555634 h 556011"/>
                <a:gd name="connsiteX1" fmla="*/ 511175 w 1952625"/>
                <a:gd name="connsiteY1" fmla="*/ 463559 h 556011"/>
                <a:gd name="connsiteX2" fmla="*/ 974725 w 1952625"/>
                <a:gd name="connsiteY2" fmla="*/ 9 h 556011"/>
                <a:gd name="connsiteX3" fmla="*/ 1362075 w 1952625"/>
                <a:gd name="connsiteY3" fmla="*/ 450859 h 556011"/>
                <a:gd name="connsiteX4" fmla="*/ 1952625 w 1952625"/>
                <a:gd name="connsiteY4" fmla="*/ 555634 h 556011"/>
                <a:gd name="connsiteX0" fmla="*/ 0 w 1952625"/>
                <a:gd name="connsiteY0" fmla="*/ 555626 h 556003"/>
                <a:gd name="connsiteX1" fmla="*/ 492125 w 1952625"/>
                <a:gd name="connsiteY1" fmla="*/ 454026 h 556003"/>
                <a:gd name="connsiteX2" fmla="*/ 974725 w 1952625"/>
                <a:gd name="connsiteY2" fmla="*/ 1 h 556003"/>
                <a:gd name="connsiteX3" fmla="*/ 1362075 w 1952625"/>
                <a:gd name="connsiteY3" fmla="*/ 450851 h 556003"/>
                <a:gd name="connsiteX4" fmla="*/ 1952625 w 1952625"/>
                <a:gd name="connsiteY4" fmla="*/ 555626 h 556003"/>
                <a:gd name="connsiteX0" fmla="*/ 0 w 1952625"/>
                <a:gd name="connsiteY0" fmla="*/ 555627 h 555957"/>
                <a:gd name="connsiteX1" fmla="*/ 492125 w 1952625"/>
                <a:gd name="connsiteY1" fmla="*/ 454027 h 555957"/>
                <a:gd name="connsiteX2" fmla="*/ 974725 w 1952625"/>
                <a:gd name="connsiteY2" fmla="*/ 2 h 555957"/>
                <a:gd name="connsiteX3" fmla="*/ 1454150 w 1952625"/>
                <a:gd name="connsiteY3" fmla="*/ 447677 h 555957"/>
                <a:gd name="connsiteX4" fmla="*/ 1952625 w 1952625"/>
                <a:gd name="connsiteY4" fmla="*/ 555627 h 555957"/>
                <a:gd name="connsiteX0" fmla="*/ 0 w 1952625"/>
                <a:gd name="connsiteY0" fmla="*/ 555627 h 556133"/>
                <a:gd name="connsiteX1" fmla="*/ 492125 w 1952625"/>
                <a:gd name="connsiteY1" fmla="*/ 454027 h 556133"/>
                <a:gd name="connsiteX2" fmla="*/ 974725 w 1952625"/>
                <a:gd name="connsiteY2" fmla="*/ 2 h 556133"/>
                <a:gd name="connsiteX3" fmla="*/ 1454150 w 1952625"/>
                <a:gd name="connsiteY3" fmla="*/ 447677 h 556133"/>
                <a:gd name="connsiteX4" fmla="*/ 1952625 w 1952625"/>
                <a:gd name="connsiteY4" fmla="*/ 555627 h 556133"/>
                <a:gd name="connsiteX0" fmla="*/ 0 w 1952625"/>
                <a:gd name="connsiteY0" fmla="*/ 555627 h 556194"/>
                <a:gd name="connsiteX1" fmla="*/ 492125 w 1952625"/>
                <a:gd name="connsiteY1" fmla="*/ 454027 h 556194"/>
                <a:gd name="connsiteX2" fmla="*/ 974725 w 1952625"/>
                <a:gd name="connsiteY2" fmla="*/ 2 h 556194"/>
                <a:gd name="connsiteX3" fmla="*/ 1454150 w 1952625"/>
                <a:gd name="connsiteY3" fmla="*/ 447677 h 556194"/>
                <a:gd name="connsiteX4" fmla="*/ 1952625 w 1952625"/>
                <a:gd name="connsiteY4" fmla="*/ 555627 h 5561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52625" h="556194">
                  <a:moveTo>
                    <a:pt x="0" y="555627"/>
                  </a:moveTo>
                  <a:cubicBezTo>
                    <a:pt x="238125" y="557214"/>
                    <a:pt x="259821" y="562506"/>
                    <a:pt x="492125" y="454027"/>
                  </a:cubicBezTo>
                  <a:cubicBezTo>
                    <a:pt x="724429" y="345548"/>
                    <a:pt x="814388" y="1060"/>
                    <a:pt x="974725" y="2"/>
                  </a:cubicBezTo>
                  <a:cubicBezTo>
                    <a:pt x="1135062" y="-1056"/>
                    <a:pt x="1218142" y="345548"/>
                    <a:pt x="1454150" y="447677"/>
                  </a:cubicBezTo>
                  <a:cubicBezTo>
                    <a:pt x="1690158" y="549806"/>
                    <a:pt x="1711325" y="558802"/>
                    <a:pt x="1952625" y="555627"/>
                  </a:cubicBezTo>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31" name="组合 30">
            <a:extLst>
              <a:ext uri="{FF2B5EF4-FFF2-40B4-BE49-F238E27FC236}">
                <a16:creationId xmlns:a16="http://schemas.microsoft.com/office/drawing/2014/main" id="{E1054451-3780-17E9-6BD0-C6BCF0182B88}"/>
              </a:ext>
            </a:extLst>
          </p:cNvPr>
          <p:cNvGrpSpPr/>
          <p:nvPr/>
        </p:nvGrpSpPr>
        <p:grpSpPr>
          <a:xfrm>
            <a:off x="2109500" y="3080240"/>
            <a:ext cx="1187450" cy="1187450"/>
            <a:chOff x="3377511" y="1181590"/>
            <a:chExt cx="1187450" cy="1187450"/>
          </a:xfrm>
        </p:grpSpPr>
        <p:sp>
          <p:nvSpPr>
            <p:cNvPr id="32" name="椭圆 31">
              <a:extLst>
                <a:ext uri="{FF2B5EF4-FFF2-40B4-BE49-F238E27FC236}">
                  <a16:creationId xmlns:a16="http://schemas.microsoft.com/office/drawing/2014/main" id="{75745908-12B1-AD0D-F30E-2CB9B4D8A858}"/>
                </a:ext>
              </a:extLst>
            </p:cNvPr>
            <p:cNvSpPr/>
            <p:nvPr/>
          </p:nvSpPr>
          <p:spPr>
            <a:xfrm>
              <a:off x="3377511" y="1181590"/>
              <a:ext cx="1187450" cy="1187450"/>
            </a:xfrm>
            <a:prstGeom prst="ellipse">
              <a:avLst/>
            </a:prstGeom>
            <a:gradFill>
              <a:gsLst>
                <a:gs pos="69000">
                  <a:schemeClr val="bg1">
                    <a:alpha val="0"/>
                  </a:schemeClr>
                </a:gs>
                <a:gs pos="0">
                  <a:schemeClr val="bg1"/>
                </a:gs>
              </a:gsLst>
              <a:path path="circle">
                <a:fillToRect l="50000" t="50000" r="50000" b="5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3" name="椭圆 32">
              <a:extLst>
                <a:ext uri="{FF2B5EF4-FFF2-40B4-BE49-F238E27FC236}">
                  <a16:creationId xmlns:a16="http://schemas.microsoft.com/office/drawing/2014/main" id="{55A28C78-3206-AB75-B1F8-2C59E94CB11D}"/>
                </a:ext>
              </a:extLst>
            </p:cNvPr>
            <p:cNvSpPr/>
            <p:nvPr/>
          </p:nvSpPr>
          <p:spPr>
            <a:xfrm>
              <a:off x="3730808" y="2180335"/>
              <a:ext cx="391954" cy="182906"/>
            </a:xfrm>
            <a:prstGeom prst="ellipse">
              <a:avLst/>
            </a:prstGeom>
            <a:gradFill>
              <a:gsLst>
                <a:gs pos="70000">
                  <a:schemeClr val="tx1">
                    <a:alpha val="0"/>
                  </a:schemeClr>
                </a:gs>
                <a:gs pos="0">
                  <a:schemeClr val="tx1">
                    <a:alpha val="8438"/>
                  </a:schemeClr>
                </a:gs>
              </a:gsLst>
              <a:path path="circle">
                <a:fillToRect l="50000" t="50000" r="50000" b="5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34" name="Picture 8" descr="EVE | Disney Wiki | Fandom">
              <a:extLst>
                <a:ext uri="{FF2B5EF4-FFF2-40B4-BE49-F238E27FC236}">
                  <a16:creationId xmlns:a16="http://schemas.microsoft.com/office/drawing/2014/main" id="{6CCB1C1B-1B0D-7754-2DEC-61F13DD50D9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463495" y="1284500"/>
              <a:ext cx="926581" cy="926581"/>
            </a:xfrm>
            <a:prstGeom prst="rect">
              <a:avLst/>
            </a:prstGeom>
            <a:noFill/>
            <a:extLst>
              <a:ext uri="{909E8E84-426E-40DD-AFC4-6F175D3DCCD1}">
                <a14:hiddenFill xmlns:a14="http://schemas.microsoft.com/office/drawing/2010/main">
                  <a:solidFill>
                    <a:srgbClr val="FFFFFF"/>
                  </a:solidFill>
                </a14:hiddenFill>
              </a:ext>
            </a:extLst>
          </p:spPr>
        </p:pic>
      </p:grpSp>
      <mc:AlternateContent xmlns:mc="http://schemas.openxmlformats.org/markup-compatibility/2006" xmlns:a14="http://schemas.microsoft.com/office/drawing/2010/main">
        <mc:Choice Requires="a14">
          <p:sp>
            <p:nvSpPr>
              <p:cNvPr id="7" name="文本框 6">
                <a:extLst>
                  <a:ext uri="{FF2B5EF4-FFF2-40B4-BE49-F238E27FC236}">
                    <a16:creationId xmlns:a16="http://schemas.microsoft.com/office/drawing/2014/main" id="{9D31EEC7-3970-8CF2-7CE9-9130B7FFA03F}"/>
                  </a:ext>
                </a:extLst>
              </p:cNvPr>
              <p:cNvSpPr txBox="1"/>
              <p:nvPr/>
            </p:nvSpPr>
            <p:spPr>
              <a:xfrm>
                <a:off x="4110557" y="2769857"/>
                <a:ext cx="1614352" cy="1077218"/>
              </a:xfrm>
              <a:prstGeom prst="rect">
                <a:avLst/>
              </a:prstGeom>
              <a:noFill/>
            </p:spPr>
            <p:txBody>
              <a:bodyPr wrap="none" rtlCol="0">
                <a:spAutoFit/>
              </a:bodyPr>
              <a:lstStyle/>
              <a:p>
                <a:pPr algn="r"/>
                <a14:m>
                  <m:oMath xmlns:m="http://schemas.openxmlformats.org/officeDocument/2006/math">
                    <m:r>
                      <a:rPr lang="en-GB" altLang="zh-CN" sz="1600" i="1" smtClean="0">
                        <a:solidFill>
                          <a:schemeClr val="tx1"/>
                        </a:solidFill>
                        <a:latin typeface="Cambria Math" panose="02040503050406030204" pitchFamily="18" charset="0"/>
                      </a:rPr>
                      <m:t>𝑃</m:t>
                    </m:r>
                    <m:d>
                      <m:dPr>
                        <m:ctrlPr>
                          <a:rPr lang="en-GB" altLang="zh-CN" sz="1600" i="1">
                            <a:solidFill>
                              <a:schemeClr val="tx1"/>
                            </a:solidFill>
                            <a:latin typeface="Cambria Math" panose="02040503050406030204" pitchFamily="18" charset="0"/>
                          </a:rPr>
                        </m:ctrlPr>
                      </m:dPr>
                      <m:e>
                        <m:sSub>
                          <m:sSubPr>
                            <m:ctrlPr>
                              <a:rPr lang="en-GB" altLang="zh-CN" sz="1600" i="1">
                                <a:solidFill>
                                  <a:schemeClr val="tx1"/>
                                </a:solidFill>
                                <a:latin typeface="Cambria Math" panose="02040503050406030204" pitchFamily="18" charset="0"/>
                              </a:rPr>
                            </m:ctrlPr>
                          </m:sSubPr>
                          <m:e>
                            <m:r>
                              <a:rPr lang="en-GB" altLang="zh-CN" sz="1600" i="1">
                                <a:solidFill>
                                  <a:schemeClr val="tx1"/>
                                </a:solidFill>
                                <a:latin typeface="Cambria Math" panose="02040503050406030204" pitchFamily="18" charset="0"/>
                              </a:rPr>
                              <m:t>𝑙𝑜𝑐</m:t>
                            </m:r>
                          </m:e>
                          <m:sub>
                            <m:r>
                              <a:rPr lang="en-GB" altLang="zh-CN" sz="1600" i="1">
                                <a:solidFill>
                                  <a:schemeClr val="tx1"/>
                                </a:solidFill>
                                <a:latin typeface="Cambria Math" panose="02040503050406030204" pitchFamily="18" charset="0"/>
                              </a:rPr>
                              <m:t>0</m:t>
                            </m:r>
                          </m:sub>
                        </m:sSub>
                      </m:e>
                    </m:d>
                    <m:r>
                      <a:rPr lang="en-GB" altLang="zh-CN" sz="1600" b="0" i="1" smtClean="0">
                        <a:solidFill>
                          <a:schemeClr val="tx1"/>
                        </a:solidFill>
                        <a:latin typeface="Cambria Math" panose="02040503050406030204" pitchFamily="18" charset="0"/>
                      </a:rPr>
                      <m:t>=</m:t>
                    </m:r>
                  </m:oMath>
                </a14:m>
                <a:r>
                  <a:rPr lang="en-GB" altLang="zh-CN" sz="1600" dirty="0">
                    <a:solidFill>
                      <a:schemeClr val="tx1"/>
                    </a:solidFill>
                  </a:rPr>
                  <a:t> </a:t>
                </a:r>
              </a:p>
              <a:p>
                <a:pPr algn="r"/>
                <a14:m>
                  <m:oMath xmlns:m="http://schemas.openxmlformats.org/officeDocument/2006/math">
                    <m:r>
                      <a:rPr lang="en-GB" altLang="zh-CN" sz="1600" i="1" smtClean="0">
                        <a:solidFill>
                          <a:schemeClr val="tx1"/>
                        </a:solidFill>
                        <a:latin typeface="Cambria Math" panose="02040503050406030204" pitchFamily="18" charset="0"/>
                      </a:rPr>
                      <m:t>𝑃</m:t>
                    </m:r>
                    <m:d>
                      <m:dPr>
                        <m:ctrlPr>
                          <a:rPr lang="en-GB" altLang="zh-CN" sz="1600" i="1">
                            <a:solidFill>
                              <a:schemeClr val="tx1"/>
                            </a:solidFill>
                            <a:latin typeface="Cambria Math" panose="02040503050406030204" pitchFamily="18" charset="0"/>
                          </a:rPr>
                        </m:ctrlPr>
                      </m:dPr>
                      <m:e>
                        <m:r>
                          <a:rPr lang="en-GB" altLang="zh-CN" sz="1600" b="0" i="1" smtClean="0">
                            <a:solidFill>
                              <a:schemeClr val="tx1"/>
                            </a:solidFill>
                            <a:latin typeface="Cambria Math" panose="02040503050406030204" pitchFamily="18" charset="0"/>
                          </a:rPr>
                          <m:t>𝑑𝑜𝑜𝑟</m:t>
                        </m:r>
                      </m:e>
                    </m:d>
                    <m:r>
                      <a:rPr lang="en-GB" altLang="zh-CN" sz="1600" b="0" i="1" smtClean="0">
                        <a:solidFill>
                          <a:schemeClr val="tx1"/>
                        </a:solidFill>
                        <a:latin typeface="Cambria Math" panose="02040503050406030204" pitchFamily="18" charset="0"/>
                      </a:rPr>
                      <m:t>=</m:t>
                    </m:r>
                  </m:oMath>
                </a14:m>
                <a:r>
                  <a:rPr lang="en-GB" sz="1600" dirty="0">
                    <a:solidFill>
                      <a:schemeClr val="tx1"/>
                    </a:solidFill>
                  </a:rPr>
                  <a:t> </a:t>
                </a:r>
              </a:p>
              <a:p>
                <a:pPr algn="r"/>
                <a14:m>
                  <m:oMath xmlns:m="http://schemas.openxmlformats.org/officeDocument/2006/math">
                    <m:r>
                      <a:rPr lang="en-GB" altLang="zh-CN" sz="1600" i="1" smtClean="0">
                        <a:solidFill>
                          <a:schemeClr val="tx1"/>
                        </a:solidFill>
                        <a:latin typeface="Cambria Math" panose="02040503050406030204" pitchFamily="18" charset="0"/>
                      </a:rPr>
                      <m:t>𝑃</m:t>
                    </m:r>
                    <m:d>
                      <m:dPr>
                        <m:ctrlPr>
                          <a:rPr lang="en-GB" altLang="zh-CN" sz="1600" i="1">
                            <a:solidFill>
                              <a:schemeClr val="tx1"/>
                            </a:solidFill>
                            <a:latin typeface="Cambria Math" panose="02040503050406030204" pitchFamily="18" charset="0"/>
                          </a:rPr>
                        </m:ctrlPr>
                      </m:dPr>
                      <m:e>
                        <m:r>
                          <a:rPr lang="en-GB" altLang="zh-CN" sz="1600" b="0" i="1" smtClean="0">
                            <a:solidFill>
                              <a:schemeClr val="tx1"/>
                            </a:solidFill>
                            <a:latin typeface="Cambria Math" panose="02040503050406030204" pitchFamily="18" charset="0"/>
                          </a:rPr>
                          <m:t>𝑑𝑜𝑜𝑟</m:t>
                        </m:r>
                        <m:r>
                          <a:rPr lang="en-GB" altLang="zh-CN" sz="1600" b="0" i="1" smtClean="0">
                            <a:solidFill>
                              <a:schemeClr val="tx1"/>
                            </a:solidFill>
                            <a:latin typeface="Cambria Math" panose="02040503050406030204" pitchFamily="18" charset="0"/>
                          </a:rPr>
                          <m:t>|</m:t>
                        </m:r>
                        <m:sSub>
                          <m:sSubPr>
                            <m:ctrlPr>
                              <a:rPr lang="en-GB" altLang="zh-CN" sz="1600" i="1">
                                <a:solidFill>
                                  <a:schemeClr val="tx1"/>
                                </a:solidFill>
                                <a:latin typeface="Cambria Math" panose="02040503050406030204" pitchFamily="18" charset="0"/>
                              </a:rPr>
                            </m:ctrlPr>
                          </m:sSubPr>
                          <m:e>
                            <m:r>
                              <a:rPr lang="en-GB" altLang="zh-CN" sz="1600" i="1">
                                <a:solidFill>
                                  <a:schemeClr val="tx1"/>
                                </a:solidFill>
                                <a:latin typeface="Cambria Math" panose="02040503050406030204" pitchFamily="18" charset="0"/>
                              </a:rPr>
                              <m:t>𝑙𝑜𝑐</m:t>
                            </m:r>
                          </m:e>
                          <m:sub>
                            <m:r>
                              <a:rPr lang="en-GB" altLang="zh-CN" sz="1600" i="1">
                                <a:solidFill>
                                  <a:schemeClr val="tx1"/>
                                </a:solidFill>
                                <a:latin typeface="Cambria Math" panose="02040503050406030204" pitchFamily="18" charset="0"/>
                              </a:rPr>
                              <m:t>0</m:t>
                            </m:r>
                          </m:sub>
                        </m:sSub>
                      </m:e>
                    </m:d>
                    <m:r>
                      <a:rPr lang="en-GB" altLang="zh-CN" sz="1600" b="0" i="1" smtClean="0">
                        <a:solidFill>
                          <a:schemeClr val="tx1"/>
                        </a:solidFill>
                        <a:latin typeface="Cambria Math" panose="02040503050406030204" pitchFamily="18" charset="0"/>
                      </a:rPr>
                      <m:t>=</m:t>
                    </m:r>
                  </m:oMath>
                </a14:m>
                <a:r>
                  <a:rPr lang="zh-CN" altLang="en-US" sz="1600" dirty="0">
                    <a:solidFill>
                      <a:schemeClr val="tx1"/>
                    </a:solidFill>
                  </a:rPr>
                  <a:t> </a:t>
                </a:r>
                <a:endParaRPr lang="en-GB" sz="1600" dirty="0">
                  <a:solidFill>
                    <a:schemeClr val="tx1"/>
                  </a:solidFill>
                </a:endParaRPr>
              </a:p>
              <a:p>
                <a:pPr algn="r"/>
                <a14:m>
                  <m:oMath xmlns:m="http://schemas.openxmlformats.org/officeDocument/2006/math">
                    <m:r>
                      <a:rPr lang="en-GB" altLang="zh-CN" sz="1600" i="1" smtClean="0">
                        <a:solidFill>
                          <a:schemeClr val="tx1"/>
                        </a:solidFill>
                        <a:latin typeface="Cambria Math" panose="02040503050406030204" pitchFamily="18" charset="0"/>
                      </a:rPr>
                      <m:t>𝑃</m:t>
                    </m:r>
                    <m:d>
                      <m:dPr>
                        <m:ctrlPr>
                          <a:rPr lang="en-GB" altLang="zh-CN" sz="1600" i="1">
                            <a:solidFill>
                              <a:schemeClr val="tx1"/>
                            </a:solidFill>
                            <a:latin typeface="Cambria Math" panose="02040503050406030204" pitchFamily="18" charset="0"/>
                          </a:rPr>
                        </m:ctrlPr>
                      </m:dPr>
                      <m:e>
                        <m:sSub>
                          <m:sSubPr>
                            <m:ctrlPr>
                              <a:rPr lang="en-GB" altLang="zh-CN" sz="1600" i="1">
                                <a:solidFill>
                                  <a:schemeClr val="tx1"/>
                                </a:solidFill>
                                <a:latin typeface="Cambria Math" panose="02040503050406030204" pitchFamily="18" charset="0"/>
                              </a:rPr>
                            </m:ctrlPr>
                          </m:sSubPr>
                          <m:e>
                            <m:r>
                              <a:rPr lang="en-GB" altLang="zh-CN" sz="1600" i="1">
                                <a:solidFill>
                                  <a:schemeClr val="tx1"/>
                                </a:solidFill>
                                <a:latin typeface="Cambria Math" panose="02040503050406030204" pitchFamily="18" charset="0"/>
                              </a:rPr>
                              <m:t>𝑙𝑜𝑐</m:t>
                            </m:r>
                          </m:e>
                          <m:sub>
                            <m:r>
                              <a:rPr lang="en-GB" altLang="zh-CN" sz="1600" i="1">
                                <a:solidFill>
                                  <a:schemeClr val="tx1"/>
                                </a:solidFill>
                                <a:latin typeface="Cambria Math" panose="02040503050406030204" pitchFamily="18" charset="0"/>
                              </a:rPr>
                              <m:t>0</m:t>
                            </m:r>
                          </m:sub>
                        </m:sSub>
                        <m:r>
                          <a:rPr lang="en-GB" altLang="zh-CN" sz="1600" i="1">
                            <a:solidFill>
                              <a:schemeClr val="tx1"/>
                            </a:solidFill>
                            <a:latin typeface="Cambria Math" panose="02040503050406030204" pitchFamily="18" charset="0"/>
                          </a:rPr>
                          <m:t>|</m:t>
                        </m:r>
                        <m:r>
                          <a:rPr lang="en-GB" altLang="zh-CN" sz="1600" i="1">
                            <a:solidFill>
                              <a:schemeClr val="tx1"/>
                            </a:solidFill>
                            <a:latin typeface="Cambria Math" panose="02040503050406030204" pitchFamily="18" charset="0"/>
                          </a:rPr>
                          <m:t>𝑑𝑜𝑜𝑟</m:t>
                        </m:r>
                      </m:e>
                    </m:d>
                    <m:r>
                      <a:rPr lang="en-GB" altLang="zh-CN" sz="1600" b="0" i="1" smtClean="0">
                        <a:solidFill>
                          <a:schemeClr val="tx1"/>
                        </a:solidFill>
                        <a:latin typeface="Cambria Math" panose="02040503050406030204" pitchFamily="18" charset="0"/>
                      </a:rPr>
                      <m:t>=</m:t>
                    </m:r>
                  </m:oMath>
                </a14:m>
                <a:r>
                  <a:rPr lang="en-GB" sz="1600" dirty="0">
                    <a:solidFill>
                      <a:schemeClr val="tx1"/>
                    </a:solidFill>
                  </a:rPr>
                  <a:t> </a:t>
                </a:r>
              </a:p>
            </p:txBody>
          </p:sp>
        </mc:Choice>
        <mc:Fallback xmlns="">
          <p:sp>
            <p:nvSpPr>
              <p:cNvPr id="7" name="文本框 6">
                <a:extLst>
                  <a:ext uri="{FF2B5EF4-FFF2-40B4-BE49-F238E27FC236}">
                    <a16:creationId xmlns:a16="http://schemas.microsoft.com/office/drawing/2014/main" id="{9D31EEC7-3970-8CF2-7CE9-9130B7FFA03F}"/>
                  </a:ext>
                </a:extLst>
              </p:cNvPr>
              <p:cNvSpPr txBox="1">
                <a:spLocks noRot="1" noChangeAspect="1" noMove="1" noResize="1" noEditPoints="1" noAdjustHandles="1" noChangeArrowheads="1" noChangeShapeType="1" noTextEdit="1"/>
              </p:cNvSpPr>
              <p:nvPr/>
            </p:nvSpPr>
            <p:spPr>
              <a:xfrm>
                <a:off x="4110557" y="2769857"/>
                <a:ext cx="1614352" cy="1077218"/>
              </a:xfrm>
              <a:prstGeom prst="rect">
                <a:avLst/>
              </a:prstGeom>
              <a:blipFill>
                <a:blip r:embed="rId6"/>
                <a:stretch>
                  <a:fillRect b="-2326"/>
                </a:stretch>
              </a:blipFill>
            </p:spPr>
            <p:txBody>
              <a:bodyPr/>
              <a:lstStyle/>
              <a:p>
                <a:r>
                  <a:rPr lang="zh-CN" altLang="en-US">
                    <a:noFill/>
                  </a:rPr>
                  <a:t> </a:t>
                </a:r>
              </a:p>
            </p:txBody>
          </p:sp>
        </mc:Fallback>
      </mc:AlternateContent>
      <p:sp>
        <p:nvSpPr>
          <p:cNvPr id="9" name="矩形 8">
            <a:extLst>
              <a:ext uri="{FF2B5EF4-FFF2-40B4-BE49-F238E27FC236}">
                <a16:creationId xmlns:a16="http://schemas.microsoft.com/office/drawing/2014/main" id="{E7B7E420-0F3D-941A-4F6E-72E09C81A584}"/>
              </a:ext>
            </a:extLst>
          </p:cNvPr>
          <p:cNvSpPr/>
          <p:nvPr/>
        </p:nvSpPr>
        <p:spPr>
          <a:xfrm>
            <a:off x="5688634" y="2919251"/>
            <a:ext cx="1916654" cy="6186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 name="矩形 9">
            <a:extLst>
              <a:ext uri="{FF2B5EF4-FFF2-40B4-BE49-F238E27FC236}">
                <a16:creationId xmlns:a16="http://schemas.microsoft.com/office/drawing/2014/main" id="{B44DB133-7E7E-B747-9D4A-7385C0F837D3}"/>
              </a:ext>
            </a:extLst>
          </p:cNvPr>
          <p:cNvSpPr/>
          <p:nvPr/>
        </p:nvSpPr>
        <p:spPr>
          <a:xfrm>
            <a:off x="5688634" y="3157754"/>
            <a:ext cx="1916654" cy="6186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52" name="组合 51">
            <a:extLst>
              <a:ext uri="{FF2B5EF4-FFF2-40B4-BE49-F238E27FC236}">
                <a16:creationId xmlns:a16="http://schemas.microsoft.com/office/drawing/2014/main" id="{4F11E9D0-1127-C9D8-186C-D329593AAF97}"/>
              </a:ext>
            </a:extLst>
          </p:cNvPr>
          <p:cNvGrpSpPr/>
          <p:nvPr/>
        </p:nvGrpSpPr>
        <p:grpSpPr>
          <a:xfrm>
            <a:off x="5672829" y="3384368"/>
            <a:ext cx="1958276" cy="90160"/>
            <a:chOff x="772980" y="-757708"/>
            <a:chExt cx="6789871" cy="312609"/>
          </a:xfrm>
        </p:grpSpPr>
        <p:cxnSp>
          <p:nvCxnSpPr>
            <p:cNvPr id="39" name="直线连接符 38">
              <a:extLst>
                <a:ext uri="{FF2B5EF4-FFF2-40B4-BE49-F238E27FC236}">
                  <a16:creationId xmlns:a16="http://schemas.microsoft.com/office/drawing/2014/main" id="{CDB12EDF-5AA9-2C72-0E30-BF25E251184E}"/>
                </a:ext>
              </a:extLst>
            </p:cNvPr>
            <p:cNvCxnSpPr>
              <a:cxnSpLocks/>
            </p:cNvCxnSpPr>
            <p:nvPr/>
          </p:nvCxnSpPr>
          <p:spPr>
            <a:xfrm>
              <a:off x="772980" y="-449498"/>
              <a:ext cx="6700355" cy="0"/>
            </a:xfrm>
            <a:prstGeom prst="line">
              <a:avLst/>
            </a:prstGeom>
            <a:ln w="9525">
              <a:solidFill>
                <a:schemeClr val="accent4"/>
              </a:solidFill>
            </a:ln>
          </p:spPr>
          <p:style>
            <a:lnRef idx="1">
              <a:schemeClr val="accent1"/>
            </a:lnRef>
            <a:fillRef idx="0">
              <a:schemeClr val="accent1"/>
            </a:fillRef>
            <a:effectRef idx="0">
              <a:schemeClr val="accent1"/>
            </a:effectRef>
            <a:fontRef idx="minor">
              <a:schemeClr val="tx1"/>
            </a:fontRef>
          </p:style>
        </p:cxnSp>
        <p:grpSp>
          <p:nvGrpSpPr>
            <p:cNvPr id="43" name="组合 42">
              <a:extLst>
                <a:ext uri="{FF2B5EF4-FFF2-40B4-BE49-F238E27FC236}">
                  <a16:creationId xmlns:a16="http://schemas.microsoft.com/office/drawing/2014/main" id="{675B6402-99CE-8F4F-95DC-0CDBB9E42F6C}"/>
                </a:ext>
              </a:extLst>
            </p:cNvPr>
            <p:cNvGrpSpPr/>
            <p:nvPr/>
          </p:nvGrpSpPr>
          <p:grpSpPr>
            <a:xfrm>
              <a:off x="2307129" y="-757708"/>
              <a:ext cx="1624816" cy="312609"/>
              <a:chOff x="3392496" y="4254499"/>
              <a:chExt cx="1278645" cy="364214"/>
            </a:xfrm>
          </p:grpSpPr>
          <p:sp>
            <p:nvSpPr>
              <p:cNvPr id="44" name="任意形状 43">
                <a:extLst>
                  <a:ext uri="{FF2B5EF4-FFF2-40B4-BE49-F238E27FC236}">
                    <a16:creationId xmlns:a16="http://schemas.microsoft.com/office/drawing/2014/main" id="{99BC78C6-A02E-3F5E-CCD2-D49C59799918}"/>
                  </a:ext>
                </a:extLst>
              </p:cNvPr>
              <p:cNvSpPr/>
              <p:nvPr/>
            </p:nvSpPr>
            <p:spPr>
              <a:xfrm>
                <a:off x="3392498" y="4254499"/>
                <a:ext cx="1278643" cy="364214"/>
              </a:xfrm>
              <a:custGeom>
                <a:avLst/>
                <a:gdLst>
                  <a:gd name="connsiteX0" fmla="*/ 0 w 2076450"/>
                  <a:gd name="connsiteY0" fmla="*/ 514352 h 563845"/>
                  <a:gd name="connsiteX1" fmla="*/ 584200 w 2076450"/>
                  <a:gd name="connsiteY1" fmla="*/ 514352 h 563845"/>
                  <a:gd name="connsiteX2" fmla="*/ 1104900 w 2076450"/>
                  <a:gd name="connsiteY2" fmla="*/ 2 h 563845"/>
                  <a:gd name="connsiteX3" fmla="*/ 1511300 w 2076450"/>
                  <a:gd name="connsiteY3" fmla="*/ 508002 h 563845"/>
                  <a:gd name="connsiteX4" fmla="*/ 2076450 w 2076450"/>
                  <a:gd name="connsiteY4" fmla="*/ 552452 h 563845"/>
                  <a:gd name="connsiteX0" fmla="*/ 0 w 2076450"/>
                  <a:gd name="connsiteY0" fmla="*/ 552452 h 584518"/>
                  <a:gd name="connsiteX1" fmla="*/ 584200 w 2076450"/>
                  <a:gd name="connsiteY1" fmla="*/ 514352 h 584518"/>
                  <a:gd name="connsiteX2" fmla="*/ 1104900 w 2076450"/>
                  <a:gd name="connsiteY2" fmla="*/ 2 h 584518"/>
                  <a:gd name="connsiteX3" fmla="*/ 1511300 w 2076450"/>
                  <a:gd name="connsiteY3" fmla="*/ 508002 h 584518"/>
                  <a:gd name="connsiteX4" fmla="*/ 2076450 w 2076450"/>
                  <a:gd name="connsiteY4" fmla="*/ 552452 h 584518"/>
                  <a:gd name="connsiteX0" fmla="*/ 0 w 2076450"/>
                  <a:gd name="connsiteY0" fmla="*/ 552452 h 567630"/>
                  <a:gd name="connsiteX1" fmla="*/ 584200 w 2076450"/>
                  <a:gd name="connsiteY1" fmla="*/ 514352 h 567630"/>
                  <a:gd name="connsiteX2" fmla="*/ 1104900 w 2076450"/>
                  <a:gd name="connsiteY2" fmla="*/ 2 h 567630"/>
                  <a:gd name="connsiteX3" fmla="*/ 1511300 w 2076450"/>
                  <a:gd name="connsiteY3" fmla="*/ 508002 h 567630"/>
                  <a:gd name="connsiteX4" fmla="*/ 2076450 w 2076450"/>
                  <a:gd name="connsiteY4" fmla="*/ 552452 h 567630"/>
                  <a:gd name="connsiteX0" fmla="*/ 0 w 2076450"/>
                  <a:gd name="connsiteY0" fmla="*/ 552557 h 560371"/>
                  <a:gd name="connsiteX1" fmla="*/ 635000 w 2076450"/>
                  <a:gd name="connsiteY1" fmla="*/ 463657 h 560371"/>
                  <a:gd name="connsiteX2" fmla="*/ 1104900 w 2076450"/>
                  <a:gd name="connsiteY2" fmla="*/ 107 h 560371"/>
                  <a:gd name="connsiteX3" fmla="*/ 1511300 w 2076450"/>
                  <a:gd name="connsiteY3" fmla="*/ 508107 h 560371"/>
                  <a:gd name="connsiteX4" fmla="*/ 2076450 w 2076450"/>
                  <a:gd name="connsiteY4" fmla="*/ 552557 h 560371"/>
                  <a:gd name="connsiteX0" fmla="*/ 0 w 2076450"/>
                  <a:gd name="connsiteY0" fmla="*/ 552460 h 552460"/>
                  <a:gd name="connsiteX1" fmla="*/ 635000 w 2076450"/>
                  <a:gd name="connsiteY1" fmla="*/ 463560 h 552460"/>
                  <a:gd name="connsiteX2" fmla="*/ 1104900 w 2076450"/>
                  <a:gd name="connsiteY2" fmla="*/ 10 h 552460"/>
                  <a:gd name="connsiteX3" fmla="*/ 1466850 w 2076450"/>
                  <a:gd name="connsiteY3" fmla="*/ 450860 h 552460"/>
                  <a:gd name="connsiteX4" fmla="*/ 2076450 w 2076450"/>
                  <a:gd name="connsiteY4" fmla="*/ 552460 h 552460"/>
                  <a:gd name="connsiteX0" fmla="*/ 0 w 2076450"/>
                  <a:gd name="connsiteY0" fmla="*/ 552460 h 553694"/>
                  <a:gd name="connsiteX1" fmla="*/ 635000 w 2076450"/>
                  <a:gd name="connsiteY1" fmla="*/ 463560 h 553694"/>
                  <a:gd name="connsiteX2" fmla="*/ 1104900 w 2076450"/>
                  <a:gd name="connsiteY2" fmla="*/ 10 h 553694"/>
                  <a:gd name="connsiteX3" fmla="*/ 1466850 w 2076450"/>
                  <a:gd name="connsiteY3" fmla="*/ 450860 h 553694"/>
                  <a:gd name="connsiteX4" fmla="*/ 2076450 w 2076450"/>
                  <a:gd name="connsiteY4" fmla="*/ 552460 h 553694"/>
                  <a:gd name="connsiteX0" fmla="*/ 0 w 2076450"/>
                  <a:gd name="connsiteY0" fmla="*/ 552453 h 555210"/>
                  <a:gd name="connsiteX1" fmla="*/ 635000 w 2076450"/>
                  <a:gd name="connsiteY1" fmla="*/ 463553 h 555210"/>
                  <a:gd name="connsiteX2" fmla="*/ 1104900 w 2076450"/>
                  <a:gd name="connsiteY2" fmla="*/ 3 h 555210"/>
                  <a:gd name="connsiteX3" fmla="*/ 1498600 w 2076450"/>
                  <a:gd name="connsiteY3" fmla="*/ 469903 h 555210"/>
                  <a:gd name="connsiteX4" fmla="*/ 2076450 w 2076450"/>
                  <a:gd name="connsiteY4" fmla="*/ 552453 h 555210"/>
                  <a:gd name="connsiteX0" fmla="*/ 0 w 2076450"/>
                  <a:gd name="connsiteY0" fmla="*/ 552510 h 553235"/>
                  <a:gd name="connsiteX1" fmla="*/ 635000 w 2076450"/>
                  <a:gd name="connsiteY1" fmla="*/ 463610 h 553235"/>
                  <a:gd name="connsiteX2" fmla="*/ 1104900 w 2076450"/>
                  <a:gd name="connsiteY2" fmla="*/ 60 h 553235"/>
                  <a:gd name="connsiteX3" fmla="*/ 1479550 w 2076450"/>
                  <a:gd name="connsiteY3" fmla="*/ 431860 h 553235"/>
                  <a:gd name="connsiteX4" fmla="*/ 2076450 w 2076450"/>
                  <a:gd name="connsiteY4" fmla="*/ 552510 h 553235"/>
                  <a:gd name="connsiteX0" fmla="*/ 0 w 2076450"/>
                  <a:gd name="connsiteY0" fmla="*/ 552510 h 553991"/>
                  <a:gd name="connsiteX1" fmla="*/ 635000 w 2076450"/>
                  <a:gd name="connsiteY1" fmla="*/ 463610 h 553991"/>
                  <a:gd name="connsiteX2" fmla="*/ 1104900 w 2076450"/>
                  <a:gd name="connsiteY2" fmla="*/ 60 h 553991"/>
                  <a:gd name="connsiteX3" fmla="*/ 1479550 w 2076450"/>
                  <a:gd name="connsiteY3" fmla="*/ 431860 h 553991"/>
                  <a:gd name="connsiteX4" fmla="*/ 2076450 w 2076450"/>
                  <a:gd name="connsiteY4" fmla="*/ 552510 h 553991"/>
                  <a:gd name="connsiteX0" fmla="*/ 0 w 2076450"/>
                  <a:gd name="connsiteY0" fmla="*/ 552514 h 553995"/>
                  <a:gd name="connsiteX1" fmla="*/ 635000 w 2076450"/>
                  <a:gd name="connsiteY1" fmla="*/ 463614 h 553995"/>
                  <a:gd name="connsiteX2" fmla="*/ 1104900 w 2076450"/>
                  <a:gd name="connsiteY2" fmla="*/ 64 h 553995"/>
                  <a:gd name="connsiteX3" fmla="*/ 1479550 w 2076450"/>
                  <a:gd name="connsiteY3" fmla="*/ 431864 h 553995"/>
                  <a:gd name="connsiteX4" fmla="*/ 2076450 w 2076450"/>
                  <a:gd name="connsiteY4" fmla="*/ 552514 h 553995"/>
                  <a:gd name="connsiteX0" fmla="*/ 0 w 2076450"/>
                  <a:gd name="connsiteY0" fmla="*/ 552453 h 553934"/>
                  <a:gd name="connsiteX1" fmla="*/ 635000 w 2076450"/>
                  <a:gd name="connsiteY1" fmla="*/ 463553 h 553934"/>
                  <a:gd name="connsiteX2" fmla="*/ 1104900 w 2076450"/>
                  <a:gd name="connsiteY2" fmla="*/ 3 h 553934"/>
                  <a:gd name="connsiteX3" fmla="*/ 1479550 w 2076450"/>
                  <a:gd name="connsiteY3" fmla="*/ 431803 h 553934"/>
                  <a:gd name="connsiteX4" fmla="*/ 2076450 w 2076450"/>
                  <a:gd name="connsiteY4" fmla="*/ 552453 h 553934"/>
                  <a:gd name="connsiteX0" fmla="*/ 0 w 2076450"/>
                  <a:gd name="connsiteY0" fmla="*/ 552453 h 556896"/>
                  <a:gd name="connsiteX1" fmla="*/ 635000 w 2076450"/>
                  <a:gd name="connsiteY1" fmla="*/ 463553 h 556896"/>
                  <a:gd name="connsiteX2" fmla="*/ 1104900 w 2076450"/>
                  <a:gd name="connsiteY2" fmla="*/ 3 h 556896"/>
                  <a:gd name="connsiteX3" fmla="*/ 1498600 w 2076450"/>
                  <a:gd name="connsiteY3" fmla="*/ 457203 h 556896"/>
                  <a:gd name="connsiteX4" fmla="*/ 2076450 w 2076450"/>
                  <a:gd name="connsiteY4" fmla="*/ 552453 h 556896"/>
                  <a:gd name="connsiteX0" fmla="*/ 0 w 2076450"/>
                  <a:gd name="connsiteY0" fmla="*/ 552453 h 554014"/>
                  <a:gd name="connsiteX1" fmla="*/ 635000 w 2076450"/>
                  <a:gd name="connsiteY1" fmla="*/ 463553 h 554014"/>
                  <a:gd name="connsiteX2" fmla="*/ 1098550 w 2076450"/>
                  <a:gd name="connsiteY2" fmla="*/ 3 h 554014"/>
                  <a:gd name="connsiteX3" fmla="*/ 1498600 w 2076450"/>
                  <a:gd name="connsiteY3" fmla="*/ 457203 h 554014"/>
                  <a:gd name="connsiteX4" fmla="*/ 2076450 w 2076450"/>
                  <a:gd name="connsiteY4" fmla="*/ 552453 h 554014"/>
                  <a:gd name="connsiteX0" fmla="*/ 0 w 2076450"/>
                  <a:gd name="connsiteY0" fmla="*/ 552459 h 553693"/>
                  <a:gd name="connsiteX1" fmla="*/ 635000 w 2076450"/>
                  <a:gd name="connsiteY1" fmla="*/ 463559 h 553693"/>
                  <a:gd name="connsiteX2" fmla="*/ 1098550 w 2076450"/>
                  <a:gd name="connsiteY2" fmla="*/ 9 h 553693"/>
                  <a:gd name="connsiteX3" fmla="*/ 1485900 w 2076450"/>
                  <a:gd name="connsiteY3" fmla="*/ 450859 h 553693"/>
                  <a:gd name="connsiteX4" fmla="*/ 2076450 w 2076450"/>
                  <a:gd name="connsiteY4" fmla="*/ 552459 h 553693"/>
                  <a:gd name="connsiteX0" fmla="*/ 0 w 2076450"/>
                  <a:gd name="connsiteY0" fmla="*/ 552459 h 556763"/>
                  <a:gd name="connsiteX1" fmla="*/ 635000 w 2076450"/>
                  <a:gd name="connsiteY1" fmla="*/ 463559 h 556763"/>
                  <a:gd name="connsiteX2" fmla="*/ 1098550 w 2076450"/>
                  <a:gd name="connsiteY2" fmla="*/ 9 h 556763"/>
                  <a:gd name="connsiteX3" fmla="*/ 1485900 w 2076450"/>
                  <a:gd name="connsiteY3" fmla="*/ 450859 h 556763"/>
                  <a:gd name="connsiteX4" fmla="*/ 2076450 w 2076450"/>
                  <a:gd name="connsiteY4" fmla="*/ 555634 h 556763"/>
                  <a:gd name="connsiteX0" fmla="*/ 0 w 2076450"/>
                  <a:gd name="connsiteY0" fmla="*/ 552459 h 556011"/>
                  <a:gd name="connsiteX1" fmla="*/ 635000 w 2076450"/>
                  <a:gd name="connsiteY1" fmla="*/ 463559 h 556011"/>
                  <a:gd name="connsiteX2" fmla="*/ 1098550 w 2076450"/>
                  <a:gd name="connsiteY2" fmla="*/ 9 h 556011"/>
                  <a:gd name="connsiteX3" fmla="*/ 1485900 w 2076450"/>
                  <a:gd name="connsiteY3" fmla="*/ 450859 h 556011"/>
                  <a:gd name="connsiteX4" fmla="*/ 2076450 w 2076450"/>
                  <a:gd name="connsiteY4" fmla="*/ 555634 h 556011"/>
                  <a:gd name="connsiteX0" fmla="*/ 0 w 1952625"/>
                  <a:gd name="connsiteY0" fmla="*/ 555634 h 556011"/>
                  <a:gd name="connsiteX1" fmla="*/ 511175 w 1952625"/>
                  <a:gd name="connsiteY1" fmla="*/ 463559 h 556011"/>
                  <a:gd name="connsiteX2" fmla="*/ 974725 w 1952625"/>
                  <a:gd name="connsiteY2" fmla="*/ 9 h 556011"/>
                  <a:gd name="connsiteX3" fmla="*/ 1362075 w 1952625"/>
                  <a:gd name="connsiteY3" fmla="*/ 450859 h 556011"/>
                  <a:gd name="connsiteX4" fmla="*/ 1952625 w 1952625"/>
                  <a:gd name="connsiteY4" fmla="*/ 555634 h 556011"/>
                  <a:gd name="connsiteX0" fmla="*/ 0 w 1952625"/>
                  <a:gd name="connsiteY0" fmla="*/ 555634 h 556011"/>
                  <a:gd name="connsiteX1" fmla="*/ 511175 w 1952625"/>
                  <a:gd name="connsiteY1" fmla="*/ 463559 h 556011"/>
                  <a:gd name="connsiteX2" fmla="*/ 974725 w 1952625"/>
                  <a:gd name="connsiteY2" fmla="*/ 9 h 556011"/>
                  <a:gd name="connsiteX3" fmla="*/ 1362075 w 1952625"/>
                  <a:gd name="connsiteY3" fmla="*/ 450859 h 556011"/>
                  <a:gd name="connsiteX4" fmla="*/ 1952625 w 1952625"/>
                  <a:gd name="connsiteY4" fmla="*/ 555634 h 556011"/>
                  <a:gd name="connsiteX0" fmla="*/ 0 w 1952625"/>
                  <a:gd name="connsiteY0" fmla="*/ 555626 h 556003"/>
                  <a:gd name="connsiteX1" fmla="*/ 492125 w 1952625"/>
                  <a:gd name="connsiteY1" fmla="*/ 454026 h 556003"/>
                  <a:gd name="connsiteX2" fmla="*/ 974725 w 1952625"/>
                  <a:gd name="connsiteY2" fmla="*/ 1 h 556003"/>
                  <a:gd name="connsiteX3" fmla="*/ 1362075 w 1952625"/>
                  <a:gd name="connsiteY3" fmla="*/ 450851 h 556003"/>
                  <a:gd name="connsiteX4" fmla="*/ 1952625 w 1952625"/>
                  <a:gd name="connsiteY4" fmla="*/ 555626 h 556003"/>
                  <a:gd name="connsiteX0" fmla="*/ 0 w 1952625"/>
                  <a:gd name="connsiteY0" fmla="*/ 555627 h 555957"/>
                  <a:gd name="connsiteX1" fmla="*/ 492125 w 1952625"/>
                  <a:gd name="connsiteY1" fmla="*/ 454027 h 555957"/>
                  <a:gd name="connsiteX2" fmla="*/ 974725 w 1952625"/>
                  <a:gd name="connsiteY2" fmla="*/ 2 h 555957"/>
                  <a:gd name="connsiteX3" fmla="*/ 1454150 w 1952625"/>
                  <a:gd name="connsiteY3" fmla="*/ 447677 h 555957"/>
                  <a:gd name="connsiteX4" fmla="*/ 1952625 w 1952625"/>
                  <a:gd name="connsiteY4" fmla="*/ 555627 h 555957"/>
                  <a:gd name="connsiteX0" fmla="*/ 0 w 1952625"/>
                  <a:gd name="connsiteY0" fmla="*/ 555627 h 556133"/>
                  <a:gd name="connsiteX1" fmla="*/ 492125 w 1952625"/>
                  <a:gd name="connsiteY1" fmla="*/ 454027 h 556133"/>
                  <a:gd name="connsiteX2" fmla="*/ 974725 w 1952625"/>
                  <a:gd name="connsiteY2" fmla="*/ 2 h 556133"/>
                  <a:gd name="connsiteX3" fmla="*/ 1454150 w 1952625"/>
                  <a:gd name="connsiteY3" fmla="*/ 447677 h 556133"/>
                  <a:gd name="connsiteX4" fmla="*/ 1952625 w 1952625"/>
                  <a:gd name="connsiteY4" fmla="*/ 555627 h 556133"/>
                  <a:gd name="connsiteX0" fmla="*/ 0 w 1952625"/>
                  <a:gd name="connsiteY0" fmla="*/ 555627 h 556194"/>
                  <a:gd name="connsiteX1" fmla="*/ 492125 w 1952625"/>
                  <a:gd name="connsiteY1" fmla="*/ 454027 h 556194"/>
                  <a:gd name="connsiteX2" fmla="*/ 974725 w 1952625"/>
                  <a:gd name="connsiteY2" fmla="*/ 2 h 556194"/>
                  <a:gd name="connsiteX3" fmla="*/ 1454150 w 1952625"/>
                  <a:gd name="connsiteY3" fmla="*/ 447677 h 556194"/>
                  <a:gd name="connsiteX4" fmla="*/ 1952625 w 1952625"/>
                  <a:gd name="connsiteY4" fmla="*/ 555627 h 5561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52625" h="556194">
                    <a:moveTo>
                      <a:pt x="0" y="555627"/>
                    </a:moveTo>
                    <a:cubicBezTo>
                      <a:pt x="238125" y="557214"/>
                      <a:pt x="259821" y="562506"/>
                      <a:pt x="492125" y="454027"/>
                    </a:cubicBezTo>
                    <a:cubicBezTo>
                      <a:pt x="724429" y="345548"/>
                      <a:pt x="814388" y="1060"/>
                      <a:pt x="974725" y="2"/>
                    </a:cubicBezTo>
                    <a:cubicBezTo>
                      <a:pt x="1135062" y="-1056"/>
                      <a:pt x="1218142" y="345548"/>
                      <a:pt x="1454150" y="447677"/>
                    </a:cubicBezTo>
                    <a:cubicBezTo>
                      <a:pt x="1690158" y="549806"/>
                      <a:pt x="1711325" y="558802"/>
                      <a:pt x="1952625" y="555627"/>
                    </a:cubicBezTo>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5" name="任意形状 44">
                <a:extLst>
                  <a:ext uri="{FF2B5EF4-FFF2-40B4-BE49-F238E27FC236}">
                    <a16:creationId xmlns:a16="http://schemas.microsoft.com/office/drawing/2014/main" id="{E62B026D-54C2-4340-4DA6-A142413FDB7C}"/>
                  </a:ext>
                </a:extLst>
              </p:cNvPr>
              <p:cNvSpPr/>
              <p:nvPr/>
            </p:nvSpPr>
            <p:spPr>
              <a:xfrm>
                <a:off x="3392497" y="4254499"/>
                <a:ext cx="1278643" cy="364214"/>
              </a:xfrm>
              <a:custGeom>
                <a:avLst/>
                <a:gdLst>
                  <a:gd name="connsiteX0" fmla="*/ 0 w 2076450"/>
                  <a:gd name="connsiteY0" fmla="*/ 514352 h 563845"/>
                  <a:gd name="connsiteX1" fmla="*/ 584200 w 2076450"/>
                  <a:gd name="connsiteY1" fmla="*/ 514352 h 563845"/>
                  <a:gd name="connsiteX2" fmla="*/ 1104900 w 2076450"/>
                  <a:gd name="connsiteY2" fmla="*/ 2 h 563845"/>
                  <a:gd name="connsiteX3" fmla="*/ 1511300 w 2076450"/>
                  <a:gd name="connsiteY3" fmla="*/ 508002 h 563845"/>
                  <a:gd name="connsiteX4" fmla="*/ 2076450 w 2076450"/>
                  <a:gd name="connsiteY4" fmla="*/ 552452 h 563845"/>
                  <a:gd name="connsiteX0" fmla="*/ 0 w 2076450"/>
                  <a:gd name="connsiteY0" fmla="*/ 552452 h 584518"/>
                  <a:gd name="connsiteX1" fmla="*/ 584200 w 2076450"/>
                  <a:gd name="connsiteY1" fmla="*/ 514352 h 584518"/>
                  <a:gd name="connsiteX2" fmla="*/ 1104900 w 2076450"/>
                  <a:gd name="connsiteY2" fmla="*/ 2 h 584518"/>
                  <a:gd name="connsiteX3" fmla="*/ 1511300 w 2076450"/>
                  <a:gd name="connsiteY3" fmla="*/ 508002 h 584518"/>
                  <a:gd name="connsiteX4" fmla="*/ 2076450 w 2076450"/>
                  <a:gd name="connsiteY4" fmla="*/ 552452 h 584518"/>
                  <a:gd name="connsiteX0" fmla="*/ 0 w 2076450"/>
                  <a:gd name="connsiteY0" fmla="*/ 552452 h 567630"/>
                  <a:gd name="connsiteX1" fmla="*/ 584200 w 2076450"/>
                  <a:gd name="connsiteY1" fmla="*/ 514352 h 567630"/>
                  <a:gd name="connsiteX2" fmla="*/ 1104900 w 2076450"/>
                  <a:gd name="connsiteY2" fmla="*/ 2 h 567630"/>
                  <a:gd name="connsiteX3" fmla="*/ 1511300 w 2076450"/>
                  <a:gd name="connsiteY3" fmla="*/ 508002 h 567630"/>
                  <a:gd name="connsiteX4" fmla="*/ 2076450 w 2076450"/>
                  <a:gd name="connsiteY4" fmla="*/ 552452 h 567630"/>
                  <a:gd name="connsiteX0" fmla="*/ 0 w 2076450"/>
                  <a:gd name="connsiteY0" fmla="*/ 552557 h 560371"/>
                  <a:gd name="connsiteX1" fmla="*/ 635000 w 2076450"/>
                  <a:gd name="connsiteY1" fmla="*/ 463657 h 560371"/>
                  <a:gd name="connsiteX2" fmla="*/ 1104900 w 2076450"/>
                  <a:gd name="connsiteY2" fmla="*/ 107 h 560371"/>
                  <a:gd name="connsiteX3" fmla="*/ 1511300 w 2076450"/>
                  <a:gd name="connsiteY3" fmla="*/ 508107 h 560371"/>
                  <a:gd name="connsiteX4" fmla="*/ 2076450 w 2076450"/>
                  <a:gd name="connsiteY4" fmla="*/ 552557 h 560371"/>
                  <a:gd name="connsiteX0" fmla="*/ 0 w 2076450"/>
                  <a:gd name="connsiteY0" fmla="*/ 552460 h 552460"/>
                  <a:gd name="connsiteX1" fmla="*/ 635000 w 2076450"/>
                  <a:gd name="connsiteY1" fmla="*/ 463560 h 552460"/>
                  <a:gd name="connsiteX2" fmla="*/ 1104900 w 2076450"/>
                  <a:gd name="connsiteY2" fmla="*/ 10 h 552460"/>
                  <a:gd name="connsiteX3" fmla="*/ 1466850 w 2076450"/>
                  <a:gd name="connsiteY3" fmla="*/ 450860 h 552460"/>
                  <a:gd name="connsiteX4" fmla="*/ 2076450 w 2076450"/>
                  <a:gd name="connsiteY4" fmla="*/ 552460 h 552460"/>
                  <a:gd name="connsiteX0" fmla="*/ 0 w 2076450"/>
                  <a:gd name="connsiteY0" fmla="*/ 552460 h 553694"/>
                  <a:gd name="connsiteX1" fmla="*/ 635000 w 2076450"/>
                  <a:gd name="connsiteY1" fmla="*/ 463560 h 553694"/>
                  <a:gd name="connsiteX2" fmla="*/ 1104900 w 2076450"/>
                  <a:gd name="connsiteY2" fmla="*/ 10 h 553694"/>
                  <a:gd name="connsiteX3" fmla="*/ 1466850 w 2076450"/>
                  <a:gd name="connsiteY3" fmla="*/ 450860 h 553694"/>
                  <a:gd name="connsiteX4" fmla="*/ 2076450 w 2076450"/>
                  <a:gd name="connsiteY4" fmla="*/ 552460 h 553694"/>
                  <a:gd name="connsiteX0" fmla="*/ 0 w 2076450"/>
                  <a:gd name="connsiteY0" fmla="*/ 552453 h 555210"/>
                  <a:gd name="connsiteX1" fmla="*/ 635000 w 2076450"/>
                  <a:gd name="connsiteY1" fmla="*/ 463553 h 555210"/>
                  <a:gd name="connsiteX2" fmla="*/ 1104900 w 2076450"/>
                  <a:gd name="connsiteY2" fmla="*/ 3 h 555210"/>
                  <a:gd name="connsiteX3" fmla="*/ 1498600 w 2076450"/>
                  <a:gd name="connsiteY3" fmla="*/ 469903 h 555210"/>
                  <a:gd name="connsiteX4" fmla="*/ 2076450 w 2076450"/>
                  <a:gd name="connsiteY4" fmla="*/ 552453 h 555210"/>
                  <a:gd name="connsiteX0" fmla="*/ 0 w 2076450"/>
                  <a:gd name="connsiteY0" fmla="*/ 552510 h 553235"/>
                  <a:gd name="connsiteX1" fmla="*/ 635000 w 2076450"/>
                  <a:gd name="connsiteY1" fmla="*/ 463610 h 553235"/>
                  <a:gd name="connsiteX2" fmla="*/ 1104900 w 2076450"/>
                  <a:gd name="connsiteY2" fmla="*/ 60 h 553235"/>
                  <a:gd name="connsiteX3" fmla="*/ 1479550 w 2076450"/>
                  <a:gd name="connsiteY3" fmla="*/ 431860 h 553235"/>
                  <a:gd name="connsiteX4" fmla="*/ 2076450 w 2076450"/>
                  <a:gd name="connsiteY4" fmla="*/ 552510 h 553235"/>
                  <a:gd name="connsiteX0" fmla="*/ 0 w 2076450"/>
                  <a:gd name="connsiteY0" fmla="*/ 552510 h 553991"/>
                  <a:gd name="connsiteX1" fmla="*/ 635000 w 2076450"/>
                  <a:gd name="connsiteY1" fmla="*/ 463610 h 553991"/>
                  <a:gd name="connsiteX2" fmla="*/ 1104900 w 2076450"/>
                  <a:gd name="connsiteY2" fmla="*/ 60 h 553991"/>
                  <a:gd name="connsiteX3" fmla="*/ 1479550 w 2076450"/>
                  <a:gd name="connsiteY3" fmla="*/ 431860 h 553991"/>
                  <a:gd name="connsiteX4" fmla="*/ 2076450 w 2076450"/>
                  <a:gd name="connsiteY4" fmla="*/ 552510 h 553991"/>
                  <a:gd name="connsiteX0" fmla="*/ 0 w 2076450"/>
                  <a:gd name="connsiteY0" fmla="*/ 552514 h 553995"/>
                  <a:gd name="connsiteX1" fmla="*/ 635000 w 2076450"/>
                  <a:gd name="connsiteY1" fmla="*/ 463614 h 553995"/>
                  <a:gd name="connsiteX2" fmla="*/ 1104900 w 2076450"/>
                  <a:gd name="connsiteY2" fmla="*/ 64 h 553995"/>
                  <a:gd name="connsiteX3" fmla="*/ 1479550 w 2076450"/>
                  <a:gd name="connsiteY3" fmla="*/ 431864 h 553995"/>
                  <a:gd name="connsiteX4" fmla="*/ 2076450 w 2076450"/>
                  <a:gd name="connsiteY4" fmla="*/ 552514 h 553995"/>
                  <a:gd name="connsiteX0" fmla="*/ 0 w 2076450"/>
                  <a:gd name="connsiteY0" fmla="*/ 552453 h 553934"/>
                  <a:gd name="connsiteX1" fmla="*/ 635000 w 2076450"/>
                  <a:gd name="connsiteY1" fmla="*/ 463553 h 553934"/>
                  <a:gd name="connsiteX2" fmla="*/ 1104900 w 2076450"/>
                  <a:gd name="connsiteY2" fmla="*/ 3 h 553934"/>
                  <a:gd name="connsiteX3" fmla="*/ 1479550 w 2076450"/>
                  <a:gd name="connsiteY3" fmla="*/ 431803 h 553934"/>
                  <a:gd name="connsiteX4" fmla="*/ 2076450 w 2076450"/>
                  <a:gd name="connsiteY4" fmla="*/ 552453 h 553934"/>
                  <a:gd name="connsiteX0" fmla="*/ 0 w 2076450"/>
                  <a:gd name="connsiteY0" fmla="*/ 552453 h 556896"/>
                  <a:gd name="connsiteX1" fmla="*/ 635000 w 2076450"/>
                  <a:gd name="connsiteY1" fmla="*/ 463553 h 556896"/>
                  <a:gd name="connsiteX2" fmla="*/ 1104900 w 2076450"/>
                  <a:gd name="connsiteY2" fmla="*/ 3 h 556896"/>
                  <a:gd name="connsiteX3" fmla="*/ 1498600 w 2076450"/>
                  <a:gd name="connsiteY3" fmla="*/ 457203 h 556896"/>
                  <a:gd name="connsiteX4" fmla="*/ 2076450 w 2076450"/>
                  <a:gd name="connsiteY4" fmla="*/ 552453 h 556896"/>
                  <a:gd name="connsiteX0" fmla="*/ 0 w 2076450"/>
                  <a:gd name="connsiteY0" fmla="*/ 552453 h 554014"/>
                  <a:gd name="connsiteX1" fmla="*/ 635000 w 2076450"/>
                  <a:gd name="connsiteY1" fmla="*/ 463553 h 554014"/>
                  <a:gd name="connsiteX2" fmla="*/ 1098550 w 2076450"/>
                  <a:gd name="connsiteY2" fmla="*/ 3 h 554014"/>
                  <a:gd name="connsiteX3" fmla="*/ 1498600 w 2076450"/>
                  <a:gd name="connsiteY3" fmla="*/ 457203 h 554014"/>
                  <a:gd name="connsiteX4" fmla="*/ 2076450 w 2076450"/>
                  <a:gd name="connsiteY4" fmla="*/ 552453 h 554014"/>
                  <a:gd name="connsiteX0" fmla="*/ 0 w 2076450"/>
                  <a:gd name="connsiteY0" fmla="*/ 552459 h 553693"/>
                  <a:gd name="connsiteX1" fmla="*/ 635000 w 2076450"/>
                  <a:gd name="connsiteY1" fmla="*/ 463559 h 553693"/>
                  <a:gd name="connsiteX2" fmla="*/ 1098550 w 2076450"/>
                  <a:gd name="connsiteY2" fmla="*/ 9 h 553693"/>
                  <a:gd name="connsiteX3" fmla="*/ 1485900 w 2076450"/>
                  <a:gd name="connsiteY3" fmla="*/ 450859 h 553693"/>
                  <a:gd name="connsiteX4" fmla="*/ 2076450 w 2076450"/>
                  <a:gd name="connsiteY4" fmla="*/ 552459 h 553693"/>
                  <a:gd name="connsiteX0" fmla="*/ 0 w 2076450"/>
                  <a:gd name="connsiteY0" fmla="*/ 552459 h 556763"/>
                  <a:gd name="connsiteX1" fmla="*/ 635000 w 2076450"/>
                  <a:gd name="connsiteY1" fmla="*/ 463559 h 556763"/>
                  <a:gd name="connsiteX2" fmla="*/ 1098550 w 2076450"/>
                  <a:gd name="connsiteY2" fmla="*/ 9 h 556763"/>
                  <a:gd name="connsiteX3" fmla="*/ 1485900 w 2076450"/>
                  <a:gd name="connsiteY3" fmla="*/ 450859 h 556763"/>
                  <a:gd name="connsiteX4" fmla="*/ 2076450 w 2076450"/>
                  <a:gd name="connsiteY4" fmla="*/ 555634 h 556763"/>
                  <a:gd name="connsiteX0" fmla="*/ 0 w 2076450"/>
                  <a:gd name="connsiteY0" fmla="*/ 552459 h 556011"/>
                  <a:gd name="connsiteX1" fmla="*/ 635000 w 2076450"/>
                  <a:gd name="connsiteY1" fmla="*/ 463559 h 556011"/>
                  <a:gd name="connsiteX2" fmla="*/ 1098550 w 2076450"/>
                  <a:gd name="connsiteY2" fmla="*/ 9 h 556011"/>
                  <a:gd name="connsiteX3" fmla="*/ 1485900 w 2076450"/>
                  <a:gd name="connsiteY3" fmla="*/ 450859 h 556011"/>
                  <a:gd name="connsiteX4" fmla="*/ 2076450 w 2076450"/>
                  <a:gd name="connsiteY4" fmla="*/ 555634 h 556011"/>
                  <a:gd name="connsiteX0" fmla="*/ 0 w 1952625"/>
                  <a:gd name="connsiteY0" fmla="*/ 555634 h 556011"/>
                  <a:gd name="connsiteX1" fmla="*/ 511175 w 1952625"/>
                  <a:gd name="connsiteY1" fmla="*/ 463559 h 556011"/>
                  <a:gd name="connsiteX2" fmla="*/ 974725 w 1952625"/>
                  <a:gd name="connsiteY2" fmla="*/ 9 h 556011"/>
                  <a:gd name="connsiteX3" fmla="*/ 1362075 w 1952625"/>
                  <a:gd name="connsiteY3" fmla="*/ 450859 h 556011"/>
                  <a:gd name="connsiteX4" fmla="*/ 1952625 w 1952625"/>
                  <a:gd name="connsiteY4" fmla="*/ 555634 h 556011"/>
                  <a:gd name="connsiteX0" fmla="*/ 0 w 1952625"/>
                  <a:gd name="connsiteY0" fmla="*/ 555634 h 556011"/>
                  <a:gd name="connsiteX1" fmla="*/ 511175 w 1952625"/>
                  <a:gd name="connsiteY1" fmla="*/ 463559 h 556011"/>
                  <a:gd name="connsiteX2" fmla="*/ 974725 w 1952625"/>
                  <a:gd name="connsiteY2" fmla="*/ 9 h 556011"/>
                  <a:gd name="connsiteX3" fmla="*/ 1362075 w 1952625"/>
                  <a:gd name="connsiteY3" fmla="*/ 450859 h 556011"/>
                  <a:gd name="connsiteX4" fmla="*/ 1952625 w 1952625"/>
                  <a:gd name="connsiteY4" fmla="*/ 555634 h 556011"/>
                  <a:gd name="connsiteX0" fmla="*/ 0 w 1952625"/>
                  <a:gd name="connsiteY0" fmla="*/ 555626 h 556003"/>
                  <a:gd name="connsiteX1" fmla="*/ 492125 w 1952625"/>
                  <a:gd name="connsiteY1" fmla="*/ 454026 h 556003"/>
                  <a:gd name="connsiteX2" fmla="*/ 974725 w 1952625"/>
                  <a:gd name="connsiteY2" fmla="*/ 1 h 556003"/>
                  <a:gd name="connsiteX3" fmla="*/ 1362075 w 1952625"/>
                  <a:gd name="connsiteY3" fmla="*/ 450851 h 556003"/>
                  <a:gd name="connsiteX4" fmla="*/ 1952625 w 1952625"/>
                  <a:gd name="connsiteY4" fmla="*/ 555626 h 556003"/>
                  <a:gd name="connsiteX0" fmla="*/ 0 w 1952625"/>
                  <a:gd name="connsiteY0" fmla="*/ 555627 h 555957"/>
                  <a:gd name="connsiteX1" fmla="*/ 492125 w 1952625"/>
                  <a:gd name="connsiteY1" fmla="*/ 454027 h 555957"/>
                  <a:gd name="connsiteX2" fmla="*/ 974725 w 1952625"/>
                  <a:gd name="connsiteY2" fmla="*/ 2 h 555957"/>
                  <a:gd name="connsiteX3" fmla="*/ 1454150 w 1952625"/>
                  <a:gd name="connsiteY3" fmla="*/ 447677 h 555957"/>
                  <a:gd name="connsiteX4" fmla="*/ 1952625 w 1952625"/>
                  <a:gd name="connsiteY4" fmla="*/ 555627 h 555957"/>
                  <a:gd name="connsiteX0" fmla="*/ 0 w 1952625"/>
                  <a:gd name="connsiteY0" fmla="*/ 555627 h 556133"/>
                  <a:gd name="connsiteX1" fmla="*/ 492125 w 1952625"/>
                  <a:gd name="connsiteY1" fmla="*/ 454027 h 556133"/>
                  <a:gd name="connsiteX2" fmla="*/ 974725 w 1952625"/>
                  <a:gd name="connsiteY2" fmla="*/ 2 h 556133"/>
                  <a:gd name="connsiteX3" fmla="*/ 1454150 w 1952625"/>
                  <a:gd name="connsiteY3" fmla="*/ 447677 h 556133"/>
                  <a:gd name="connsiteX4" fmla="*/ 1952625 w 1952625"/>
                  <a:gd name="connsiteY4" fmla="*/ 555627 h 556133"/>
                  <a:gd name="connsiteX0" fmla="*/ 0 w 1952625"/>
                  <a:gd name="connsiteY0" fmla="*/ 555627 h 556194"/>
                  <a:gd name="connsiteX1" fmla="*/ 492125 w 1952625"/>
                  <a:gd name="connsiteY1" fmla="*/ 454027 h 556194"/>
                  <a:gd name="connsiteX2" fmla="*/ 974725 w 1952625"/>
                  <a:gd name="connsiteY2" fmla="*/ 2 h 556194"/>
                  <a:gd name="connsiteX3" fmla="*/ 1454150 w 1952625"/>
                  <a:gd name="connsiteY3" fmla="*/ 447677 h 556194"/>
                  <a:gd name="connsiteX4" fmla="*/ 1952625 w 1952625"/>
                  <a:gd name="connsiteY4" fmla="*/ 555627 h 5561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52625" h="556194">
                    <a:moveTo>
                      <a:pt x="0" y="555627"/>
                    </a:moveTo>
                    <a:cubicBezTo>
                      <a:pt x="238125" y="557214"/>
                      <a:pt x="259821" y="562506"/>
                      <a:pt x="492125" y="454027"/>
                    </a:cubicBezTo>
                    <a:cubicBezTo>
                      <a:pt x="724429" y="345548"/>
                      <a:pt x="814388" y="1060"/>
                      <a:pt x="974725" y="2"/>
                    </a:cubicBezTo>
                    <a:cubicBezTo>
                      <a:pt x="1135062" y="-1056"/>
                      <a:pt x="1218142" y="345548"/>
                      <a:pt x="1454150" y="447677"/>
                    </a:cubicBezTo>
                    <a:cubicBezTo>
                      <a:pt x="1690158" y="549806"/>
                      <a:pt x="1711325" y="558802"/>
                      <a:pt x="1952625" y="555627"/>
                    </a:cubicBezTo>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46" name="组合 45">
              <a:extLst>
                <a:ext uri="{FF2B5EF4-FFF2-40B4-BE49-F238E27FC236}">
                  <a16:creationId xmlns:a16="http://schemas.microsoft.com/office/drawing/2014/main" id="{5E9474AB-C577-057F-A0EE-94889C95D5F2}"/>
                </a:ext>
              </a:extLst>
            </p:cNvPr>
            <p:cNvGrpSpPr/>
            <p:nvPr/>
          </p:nvGrpSpPr>
          <p:grpSpPr>
            <a:xfrm>
              <a:off x="943048" y="-757708"/>
              <a:ext cx="1624816" cy="312609"/>
              <a:chOff x="3392496" y="4254499"/>
              <a:chExt cx="1278645" cy="364214"/>
            </a:xfrm>
          </p:grpSpPr>
          <p:sp>
            <p:nvSpPr>
              <p:cNvPr id="47" name="任意形状 46">
                <a:extLst>
                  <a:ext uri="{FF2B5EF4-FFF2-40B4-BE49-F238E27FC236}">
                    <a16:creationId xmlns:a16="http://schemas.microsoft.com/office/drawing/2014/main" id="{7AA6B350-8143-E2D7-E2F6-11304BF04434}"/>
                  </a:ext>
                </a:extLst>
              </p:cNvPr>
              <p:cNvSpPr/>
              <p:nvPr/>
            </p:nvSpPr>
            <p:spPr>
              <a:xfrm>
                <a:off x="3392498" y="4254499"/>
                <a:ext cx="1278643" cy="364214"/>
              </a:xfrm>
              <a:custGeom>
                <a:avLst/>
                <a:gdLst>
                  <a:gd name="connsiteX0" fmla="*/ 0 w 2076450"/>
                  <a:gd name="connsiteY0" fmla="*/ 514352 h 563845"/>
                  <a:gd name="connsiteX1" fmla="*/ 584200 w 2076450"/>
                  <a:gd name="connsiteY1" fmla="*/ 514352 h 563845"/>
                  <a:gd name="connsiteX2" fmla="*/ 1104900 w 2076450"/>
                  <a:gd name="connsiteY2" fmla="*/ 2 h 563845"/>
                  <a:gd name="connsiteX3" fmla="*/ 1511300 w 2076450"/>
                  <a:gd name="connsiteY3" fmla="*/ 508002 h 563845"/>
                  <a:gd name="connsiteX4" fmla="*/ 2076450 w 2076450"/>
                  <a:gd name="connsiteY4" fmla="*/ 552452 h 563845"/>
                  <a:gd name="connsiteX0" fmla="*/ 0 w 2076450"/>
                  <a:gd name="connsiteY0" fmla="*/ 552452 h 584518"/>
                  <a:gd name="connsiteX1" fmla="*/ 584200 w 2076450"/>
                  <a:gd name="connsiteY1" fmla="*/ 514352 h 584518"/>
                  <a:gd name="connsiteX2" fmla="*/ 1104900 w 2076450"/>
                  <a:gd name="connsiteY2" fmla="*/ 2 h 584518"/>
                  <a:gd name="connsiteX3" fmla="*/ 1511300 w 2076450"/>
                  <a:gd name="connsiteY3" fmla="*/ 508002 h 584518"/>
                  <a:gd name="connsiteX4" fmla="*/ 2076450 w 2076450"/>
                  <a:gd name="connsiteY4" fmla="*/ 552452 h 584518"/>
                  <a:gd name="connsiteX0" fmla="*/ 0 w 2076450"/>
                  <a:gd name="connsiteY0" fmla="*/ 552452 h 567630"/>
                  <a:gd name="connsiteX1" fmla="*/ 584200 w 2076450"/>
                  <a:gd name="connsiteY1" fmla="*/ 514352 h 567630"/>
                  <a:gd name="connsiteX2" fmla="*/ 1104900 w 2076450"/>
                  <a:gd name="connsiteY2" fmla="*/ 2 h 567630"/>
                  <a:gd name="connsiteX3" fmla="*/ 1511300 w 2076450"/>
                  <a:gd name="connsiteY3" fmla="*/ 508002 h 567630"/>
                  <a:gd name="connsiteX4" fmla="*/ 2076450 w 2076450"/>
                  <a:gd name="connsiteY4" fmla="*/ 552452 h 567630"/>
                  <a:gd name="connsiteX0" fmla="*/ 0 w 2076450"/>
                  <a:gd name="connsiteY0" fmla="*/ 552557 h 560371"/>
                  <a:gd name="connsiteX1" fmla="*/ 635000 w 2076450"/>
                  <a:gd name="connsiteY1" fmla="*/ 463657 h 560371"/>
                  <a:gd name="connsiteX2" fmla="*/ 1104900 w 2076450"/>
                  <a:gd name="connsiteY2" fmla="*/ 107 h 560371"/>
                  <a:gd name="connsiteX3" fmla="*/ 1511300 w 2076450"/>
                  <a:gd name="connsiteY3" fmla="*/ 508107 h 560371"/>
                  <a:gd name="connsiteX4" fmla="*/ 2076450 w 2076450"/>
                  <a:gd name="connsiteY4" fmla="*/ 552557 h 560371"/>
                  <a:gd name="connsiteX0" fmla="*/ 0 w 2076450"/>
                  <a:gd name="connsiteY0" fmla="*/ 552460 h 552460"/>
                  <a:gd name="connsiteX1" fmla="*/ 635000 w 2076450"/>
                  <a:gd name="connsiteY1" fmla="*/ 463560 h 552460"/>
                  <a:gd name="connsiteX2" fmla="*/ 1104900 w 2076450"/>
                  <a:gd name="connsiteY2" fmla="*/ 10 h 552460"/>
                  <a:gd name="connsiteX3" fmla="*/ 1466850 w 2076450"/>
                  <a:gd name="connsiteY3" fmla="*/ 450860 h 552460"/>
                  <a:gd name="connsiteX4" fmla="*/ 2076450 w 2076450"/>
                  <a:gd name="connsiteY4" fmla="*/ 552460 h 552460"/>
                  <a:gd name="connsiteX0" fmla="*/ 0 w 2076450"/>
                  <a:gd name="connsiteY0" fmla="*/ 552460 h 553694"/>
                  <a:gd name="connsiteX1" fmla="*/ 635000 w 2076450"/>
                  <a:gd name="connsiteY1" fmla="*/ 463560 h 553694"/>
                  <a:gd name="connsiteX2" fmla="*/ 1104900 w 2076450"/>
                  <a:gd name="connsiteY2" fmla="*/ 10 h 553694"/>
                  <a:gd name="connsiteX3" fmla="*/ 1466850 w 2076450"/>
                  <a:gd name="connsiteY3" fmla="*/ 450860 h 553694"/>
                  <a:gd name="connsiteX4" fmla="*/ 2076450 w 2076450"/>
                  <a:gd name="connsiteY4" fmla="*/ 552460 h 553694"/>
                  <a:gd name="connsiteX0" fmla="*/ 0 w 2076450"/>
                  <a:gd name="connsiteY0" fmla="*/ 552453 h 555210"/>
                  <a:gd name="connsiteX1" fmla="*/ 635000 w 2076450"/>
                  <a:gd name="connsiteY1" fmla="*/ 463553 h 555210"/>
                  <a:gd name="connsiteX2" fmla="*/ 1104900 w 2076450"/>
                  <a:gd name="connsiteY2" fmla="*/ 3 h 555210"/>
                  <a:gd name="connsiteX3" fmla="*/ 1498600 w 2076450"/>
                  <a:gd name="connsiteY3" fmla="*/ 469903 h 555210"/>
                  <a:gd name="connsiteX4" fmla="*/ 2076450 w 2076450"/>
                  <a:gd name="connsiteY4" fmla="*/ 552453 h 555210"/>
                  <a:gd name="connsiteX0" fmla="*/ 0 w 2076450"/>
                  <a:gd name="connsiteY0" fmla="*/ 552510 h 553235"/>
                  <a:gd name="connsiteX1" fmla="*/ 635000 w 2076450"/>
                  <a:gd name="connsiteY1" fmla="*/ 463610 h 553235"/>
                  <a:gd name="connsiteX2" fmla="*/ 1104900 w 2076450"/>
                  <a:gd name="connsiteY2" fmla="*/ 60 h 553235"/>
                  <a:gd name="connsiteX3" fmla="*/ 1479550 w 2076450"/>
                  <a:gd name="connsiteY3" fmla="*/ 431860 h 553235"/>
                  <a:gd name="connsiteX4" fmla="*/ 2076450 w 2076450"/>
                  <a:gd name="connsiteY4" fmla="*/ 552510 h 553235"/>
                  <a:gd name="connsiteX0" fmla="*/ 0 w 2076450"/>
                  <a:gd name="connsiteY0" fmla="*/ 552510 h 553991"/>
                  <a:gd name="connsiteX1" fmla="*/ 635000 w 2076450"/>
                  <a:gd name="connsiteY1" fmla="*/ 463610 h 553991"/>
                  <a:gd name="connsiteX2" fmla="*/ 1104900 w 2076450"/>
                  <a:gd name="connsiteY2" fmla="*/ 60 h 553991"/>
                  <a:gd name="connsiteX3" fmla="*/ 1479550 w 2076450"/>
                  <a:gd name="connsiteY3" fmla="*/ 431860 h 553991"/>
                  <a:gd name="connsiteX4" fmla="*/ 2076450 w 2076450"/>
                  <a:gd name="connsiteY4" fmla="*/ 552510 h 553991"/>
                  <a:gd name="connsiteX0" fmla="*/ 0 w 2076450"/>
                  <a:gd name="connsiteY0" fmla="*/ 552514 h 553995"/>
                  <a:gd name="connsiteX1" fmla="*/ 635000 w 2076450"/>
                  <a:gd name="connsiteY1" fmla="*/ 463614 h 553995"/>
                  <a:gd name="connsiteX2" fmla="*/ 1104900 w 2076450"/>
                  <a:gd name="connsiteY2" fmla="*/ 64 h 553995"/>
                  <a:gd name="connsiteX3" fmla="*/ 1479550 w 2076450"/>
                  <a:gd name="connsiteY3" fmla="*/ 431864 h 553995"/>
                  <a:gd name="connsiteX4" fmla="*/ 2076450 w 2076450"/>
                  <a:gd name="connsiteY4" fmla="*/ 552514 h 553995"/>
                  <a:gd name="connsiteX0" fmla="*/ 0 w 2076450"/>
                  <a:gd name="connsiteY0" fmla="*/ 552453 h 553934"/>
                  <a:gd name="connsiteX1" fmla="*/ 635000 w 2076450"/>
                  <a:gd name="connsiteY1" fmla="*/ 463553 h 553934"/>
                  <a:gd name="connsiteX2" fmla="*/ 1104900 w 2076450"/>
                  <a:gd name="connsiteY2" fmla="*/ 3 h 553934"/>
                  <a:gd name="connsiteX3" fmla="*/ 1479550 w 2076450"/>
                  <a:gd name="connsiteY3" fmla="*/ 431803 h 553934"/>
                  <a:gd name="connsiteX4" fmla="*/ 2076450 w 2076450"/>
                  <a:gd name="connsiteY4" fmla="*/ 552453 h 553934"/>
                  <a:gd name="connsiteX0" fmla="*/ 0 w 2076450"/>
                  <a:gd name="connsiteY0" fmla="*/ 552453 h 556896"/>
                  <a:gd name="connsiteX1" fmla="*/ 635000 w 2076450"/>
                  <a:gd name="connsiteY1" fmla="*/ 463553 h 556896"/>
                  <a:gd name="connsiteX2" fmla="*/ 1104900 w 2076450"/>
                  <a:gd name="connsiteY2" fmla="*/ 3 h 556896"/>
                  <a:gd name="connsiteX3" fmla="*/ 1498600 w 2076450"/>
                  <a:gd name="connsiteY3" fmla="*/ 457203 h 556896"/>
                  <a:gd name="connsiteX4" fmla="*/ 2076450 w 2076450"/>
                  <a:gd name="connsiteY4" fmla="*/ 552453 h 556896"/>
                  <a:gd name="connsiteX0" fmla="*/ 0 w 2076450"/>
                  <a:gd name="connsiteY0" fmla="*/ 552453 h 554014"/>
                  <a:gd name="connsiteX1" fmla="*/ 635000 w 2076450"/>
                  <a:gd name="connsiteY1" fmla="*/ 463553 h 554014"/>
                  <a:gd name="connsiteX2" fmla="*/ 1098550 w 2076450"/>
                  <a:gd name="connsiteY2" fmla="*/ 3 h 554014"/>
                  <a:gd name="connsiteX3" fmla="*/ 1498600 w 2076450"/>
                  <a:gd name="connsiteY3" fmla="*/ 457203 h 554014"/>
                  <a:gd name="connsiteX4" fmla="*/ 2076450 w 2076450"/>
                  <a:gd name="connsiteY4" fmla="*/ 552453 h 554014"/>
                  <a:gd name="connsiteX0" fmla="*/ 0 w 2076450"/>
                  <a:gd name="connsiteY0" fmla="*/ 552459 h 553693"/>
                  <a:gd name="connsiteX1" fmla="*/ 635000 w 2076450"/>
                  <a:gd name="connsiteY1" fmla="*/ 463559 h 553693"/>
                  <a:gd name="connsiteX2" fmla="*/ 1098550 w 2076450"/>
                  <a:gd name="connsiteY2" fmla="*/ 9 h 553693"/>
                  <a:gd name="connsiteX3" fmla="*/ 1485900 w 2076450"/>
                  <a:gd name="connsiteY3" fmla="*/ 450859 h 553693"/>
                  <a:gd name="connsiteX4" fmla="*/ 2076450 w 2076450"/>
                  <a:gd name="connsiteY4" fmla="*/ 552459 h 553693"/>
                  <a:gd name="connsiteX0" fmla="*/ 0 w 2076450"/>
                  <a:gd name="connsiteY0" fmla="*/ 552459 h 556763"/>
                  <a:gd name="connsiteX1" fmla="*/ 635000 w 2076450"/>
                  <a:gd name="connsiteY1" fmla="*/ 463559 h 556763"/>
                  <a:gd name="connsiteX2" fmla="*/ 1098550 w 2076450"/>
                  <a:gd name="connsiteY2" fmla="*/ 9 h 556763"/>
                  <a:gd name="connsiteX3" fmla="*/ 1485900 w 2076450"/>
                  <a:gd name="connsiteY3" fmla="*/ 450859 h 556763"/>
                  <a:gd name="connsiteX4" fmla="*/ 2076450 w 2076450"/>
                  <a:gd name="connsiteY4" fmla="*/ 555634 h 556763"/>
                  <a:gd name="connsiteX0" fmla="*/ 0 w 2076450"/>
                  <a:gd name="connsiteY0" fmla="*/ 552459 h 556011"/>
                  <a:gd name="connsiteX1" fmla="*/ 635000 w 2076450"/>
                  <a:gd name="connsiteY1" fmla="*/ 463559 h 556011"/>
                  <a:gd name="connsiteX2" fmla="*/ 1098550 w 2076450"/>
                  <a:gd name="connsiteY2" fmla="*/ 9 h 556011"/>
                  <a:gd name="connsiteX3" fmla="*/ 1485900 w 2076450"/>
                  <a:gd name="connsiteY3" fmla="*/ 450859 h 556011"/>
                  <a:gd name="connsiteX4" fmla="*/ 2076450 w 2076450"/>
                  <a:gd name="connsiteY4" fmla="*/ 555634 h 556011"/>
                  <a:gd name="connsiteX0" fmla="*/ 0 w 1952625"/>
                  <a:gd name="connsiteY0" fmla="*/ 555634 h 556011"/>
                  <a:gd name="connsiteX1" fmla="*/ 511175 w 1952625"/>
                  <a:gd name="connsiteY1" fmla="*/ 463559 h 556011"/>
                  <a:gd name="connsiteX2" fmla="*/ 974725 w 1952625"/>
                  <a:gd name="connsiteY2" fmla="*/ 9 h 556011"/>
                  <a:gd name="connsiteX3" fmla="*/ 1362075 w 1952625"/>
                  <a:gd name="connsiteY3" fmla="*/ 450859 h 556011"/>
                  <a:gd name="connsiteX4" fmla="*/ 1952625 w 1952625"/>
                  <a:gd name="connsiteY4" fmla="*/ 555634 h 556011"/>
                  <a:gd name="connsiteX0" fmla="*/ 0 w 1952625"/>
                  <a:gd name="connsiteY0" fmla="*/ 555634 h 556011"/>
                  <a:gd name="connsiteX1" fmla="*/ 511175 w 1952625"/>
                  <a:gd name="connsiteY1" fmla="*/ 463559 h 556011"/>
                  <a:gd name="connsiteX2" fmla="*/ 974725 w 1952625"/>
                  <a:gd name="connsiteY2" fmla="*/ 9 h 556011"/>
                  <a:gd name="connsiteX3" fmla="*/ 1362075 w 1952625"/>
                  <a:gd name="connsiteY3" fmla="*/ 450859 h 556011"/>
                  <a:gd name="connsiteX4" fmla="*/ 1952625 w 1952625"/>
                  <a:gd name="connsiteY4" fmla="*/ 555634 h 556011"/>
                  <a:gd name="connsiteX0" fmla="*/ 0 w 1952625"/>
                  <a:gd name="connsiteY0" fmla="*/ 555626 h 556003"/>
                  <a:gd name="connsiteX1" fmla="*/ 492125 w 1952625"/>
                  <a:gd name="connsiteY1" fmla="*/ 454026 h 556003"/>
                  <a:gd name="connsiteX2" fmla="*/ 974725 w 1952625"/>
                  <a:gd name="connsiteY2" fmla="*/ 1 h 556003"/>
                  <a:gd name="connsiteX3" fmla="*/ 1362075 w 1952625"/>
                  <a:gd name="connsiteY3" fmla="*/ 450851 h 556003"/>
                  <a:gd name="connsiteX4" fmla="*/ 1952625 w 1952625"/>
                  <a:gd name="connsiteY4" fmla="*/ 555626 h 556003"/>
                  <a:gd name="connsiteX0" fmla="*/ 0 w 1952625"/>
                  <a:gd name="connsiteY0" fmla="*/ 555627 h 555957"/>
                  <a:gd name="connsiteX1" fmla="*/ 492125 w 1952625"/>
                  <a:gd name="connsiteY1" fmla="*/ 454027 h 555957"/>
                  <a:gd name="connsiteX2" fmla="*/ 974725 w 1952625"/>
                  <a:gd name="connsiteY2" fmla="*/ 2 h 555957"/>
                  <a:gd name="connsiteX3" fmla="*/ 1454150 w 1952625"/>
                  <a:gd name="connsiteY3" fmla="*/ 447677 h 555957"/>
                  <a:gd name="connsiteX4" fmla="*/ 1952625 w 1952625"/>
                  <a:gd name="connsiteY4" fmla="*/ 555627 h 555957"/>
                  <a:gd name="connsiteX0" fmla="*/ 0 w 1952625"/>
                  <a:gd name="connsiteY0" fmla="*/ 555627 h 556133"/>
                  <a:gd name="connsiteX1" fmla="*/ 492125 w 1952625"/>
                  <a:gd name="connsiteY1" fmla="*/ 454027 h 556133"/>
                  <a:gd name="connsiteX2" fmla="*/ 974725 w 1952625"/>
                  <a:gd name="connsiteY2" fmla="*/ 2 h 556133"/>
                  <a:gd name="connsiteX3" fmla="*/ 1454150 w 1952625"/>
                  <a:gd name="connsiteY3" fmla="*/ 447677 h 556133"/>
                  <a:gd name="connsiteX4" fmla="*/ 1952625 w 1952625"/>
                  <a:gd name="connsiteY4" fmla="*/ 555627 h 556133"/>
                  <a:gd name="connsiteX0" fmla="*/ 0 w 1952625"/>
                  <a:gd name="connsiteY0" fmla="*/ 555627 h 556194"/>
                  <a:gd name="connsiteX1" fmla="*/ 492125 w 1952625"/>
                  <a:gd name="connsiteY1" fmla="*/ 454027 h 556194"/>
                  <a:gd name="connsiteX2" fmla="*/ 974725 w 1952625"/>
                  <a:gd name="connsiteY2" fmla="*/ 2 h 556194"/>
                  <a:gd name="connsiteX3" fmla="*/ 1454150 w 1952625"/>
                  <a:gd name="connsiteY3" fmla="*/ 447677 h 556194"/>
                  <a:gd name="connsiteX4" fmla="*/ 1952625 w 1952625"/>
                  <a:gd name="connsiteY4" fmla="*/ 555627 h 5561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52625" h="556194">
                    <a:moveTo>
                      <a:pt x="0" y="555627"/>
                    </a:moveTo>
                    <a:cubicBezTo>
                      <a:pt x="238125" y="557214"/>
                      <a:pt x="259821" y="562506"/>
                      <a:pt x="492125" y="454027"/>
                    </a:cubicBezTo>
                    <a:cubicBezTo>
                      <a:pt x="724429" y="345548"/>
                      <a:pt x="814388" y="1060"/>
                      <a:pt x="974725" y="2"/>
                    </a:cubicBezTo>
                    <a:cubicBezTo>
                      <a:pt x="1135062" y="-1056"/>
                      <a:pt x="1218142" y="345548"/>
                      <a:pt x="1454150" y="447677"/>
                    </a:cubicBezTo>
                    <a:cubicBezTo>
                      <a:pt x="1690158" y="549806"/>
                      <a:pt x="1711325" y="558802"/>
                      <a:pt x="1952625" y="555627"/>
                    </a:cubicBezTo>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8" name="任意形状 47">
                <a:extLst>
                  <a:ext uri="{FF2B5EF4-FFF2-40B4-BE49-F238E27FC236}">
                    <a16:creationId xmlns:a16="http://schemas.microsoft.com/office/drawing/2014/main" id="{5FDA9246-BDB1-2351-B2FC-10BEB5AE5F28}"/>
                  </a:ext>
                </a:extLst>
              </p:cNvPr>
              <p:cNvSpPr/>
              <p:nvPr/>
            </p:nvSpPr>
            <p:spPr>
              <a:xfrm>
                <a:off x="3392497" y="4254499"/>
                <a:ext cx="1278643" cy="364214"/>
              </a:xfrm>
              <a:custGeom>
                <a:avLst/>
                <a:gdLst>
                  <a:gd name="connsiteX0" fmla="*/ 0 w 2076450"/>
                  <a:gd name="connsiteY0" fmla="*/ 514352 h 563845"/>
                  <a:gd name="connsiteX1" fmla="*/ 584200 w 2076450"/>
                  <a:gd name="connsiteY1" fmla="*/ 514352 h 563845"/>
                  <a:gd name="connsiteX2" fmla="*/ 1104900 w 2076450"/>
                  <a:gd name="connsiteY2" fmla="*/ 2 h 563845"/>
                  <a:gd name="connsiteX3" fmla="*/ 1511300 w 2076450"/>
                  <a:gd name="connsiteY3" fmla="*/ 508002 h 563845"/>
                  <a:gd name="connsiteX4" fmla="*/ 2076450 w 2076450"/>
                  <a:gd name="connsiteY4" fmla="*/ 552452 h 563845"/>
                  <a:gd name="connsiteX0" fmla="*/ 0 w 2076450"/>
                  <a:gd name="connsiteY0" fmla="*/ 552452 h 584518"/>
                  <a:gd name="connsiteX1" fmla="*/ 584200 w 2076450"/>
                  <a:gd name="connsiteY1" fmla="*/ 514352 h 584518"/>
                  <a:gd name="connsiteX2" fmla="*/ 1104900 w 2076450"/>
                  <a:gd name="connsiteY2" fmla="*/ 2 h 584518"/>
                  <a:gd name="connsiteX3" fmla="*/ 1511300 w 2076450"/>
                  <a:gd name="connsiteY3" fmla="*/ 508002 h 584518"/>
                  <a:gd name="connsiteX4" fmla="*/ 2076450 w 2076450"/>
                  <a:gd name="connsiteY4" fmla="*/ 552452 h 584518"/>
                  <a:gd name="connsiteX0" fmla="*/ 0 w 2076450"/>
                  <a:gd name="connsiteY0" fmla="*/ 552452 h 567630"/>
                  <a:gd name="connsiteX1" fmla="*/ 584200 w 2076450"/>
                  <a:gd name="connsiteY1" fmla="*/ 514352 h 567630"/>
                  <a:gd name="connsiteX2" fmla="*/ 1104900 w 2076450"/>
                  <a:gd name="connsiteY2" fmla="*/ 2 h 567630"/>
                  <a:gd name="connsiteX3" fmla="*/ 1511300 w 2076450"/>
                  <a:gd name="connsiteY3" fmla="*/ 508002 h 567630"/>
                  <a:gd name="connsiteX4" fmla="*/ 2076450 w 2076450"/>
                  <a:gd name="connsiteY4" fmla="*/ 552452 h 567630"/>
                  <a:gd name="connsiteX0" fmla="*/ 0 w 2076450"/>
                  <a:gd name="connsiteY0" fmla="*/ 552557 h 560371"/>
                  <a:gd name="connsiteX1" fmla="*/ 635000 w 2076450"/>
                  <a:gd name="connsiteY1" fmla="*/ 463657 h 560371"/>
                  <a:gd name="connsiteX2" fmla="*/ 1104900 w 2076450"/>
                  <a:gd name="connsiteY2" fmla="*/ 107 h 560371"/>
                  <a:gd name="connsiteX3" fmla="*/ 1511300 w 2076450"/>
                  <a:gd name="connsiteY3" fmla="*/ 508107 h 560371"/>
                  <a:gd name="connsiteX4" fmla="*/ 2076450 w 2076450"/>
                  <a:gd name="connsiteY4" fmla="*/ 552557 h 560371"/>
                  <a:gd name="connsiteX0" fmla="*/ 0 w 2076450"/>
                  <a:gd name="connsiteY0" fmla="*/ 552460 h 552460"/>
                  <a:gd name="connsiteX1" fmla="*/ 635000 w 2076450"/>
                  <a:gd name="connsiteY1" fmla="*/ 463560 h 552460"/>
                  <a:gd name="connsiteX2" fmla="*/ 1104900 w 2076450"/>
                  <a:gd name="connsiteY2" fmla="*/ 10 h 552460"/>
                  <a:gd name="connsiteX3" fmla="*/ 1466850 w 2076450"/>
                  <a:gd name="connsiteY3" fmla="*/ 450860 h 552460"/>
                  <a:gd name="connsiteX4" fmla="*/ 2076450 w 2076450"/>
                  <a:gd name="connsiteY4" fmla="*/ 552460 h 552460"/>
                  <a:gd name="connsiteX0" fmla="*/ 0 w 2076450"/>
                  <a:gd name="connsiteY0" fmla="*/ 552460 h 553694"/>
                  <a:gd name="connsiteX1" fmla="*/ 635000 w 2076450"/>
                  <a:gd name="connsiteY1" fmla="*/ 463560 h 553694"/>
                  <a:gd name="connsiteX2" fmla="*/ 1104900 w 2076450"/>
                  <a:gd name="connsiteY2" fmla="*/ 10 h 553694"/>
                  <a:gd name="connsiteX3" fmla="*/ 1466850 w 2076450"/>
                  <a:gd name="connsiteY3" fmla="*/ 450860 h 553694"/>
                  <a:gd name="connsiteX4" fmla="*/ 2076450 w 2076450"/>
                  <a:gd name="connsiteY4" fmla="*/ 552460 h 553694"/>
                  <a:gd name="connsiteX0" fmla="*/ 0 w 2076450"/>
                  <a:gd name="connsiteY0" fmla="*/ 552453 h 555210"/>
                  <a:gd name="connsiteX1" fmla="*/ 635000 w 2076450"/>
                  <a:gd name="connsiteY1" fmla="*/ 463553 h 555210"/>
                  <a:gd name="connsiteX2" fmla="*/ 1104900 w 2076450"/>
                  <a:gd name="connsiteY2" fmla="*/ 3 h 555210"/>
                  <a:gd name="connsiteX3" fmla="*/ 1498600 w 2076450"/>
                  <a:gd name="connsiteY3" fmla="*/ 469903 h 555210"/>
                  <a:gd name="connsiteX4" fmla="*/ 2076450 w 2076450"/>
                  <a:gd name="connsiteY4" fmla="*/ 552453 h 555210"/>
                  <a:gd name="connsiteX0" fmla="*/ 0 w 2076450"/>
                  <a:gd name="connsiteY0" fmla="*/ 552510 h 553235"/>
                  <a:gd name="connsiteX1" fmla="*/ 635000 w 2076450"/>
                  <a:gd name="connsiteY1" fmla="*/ 463610 h 553235"/>
                  <a:gd name="connsiteX2" fmla="*/ 1104900 w 2076450"/>
                  <a:gd name="connsiteY2" fmla="*/ 60 h 553235"/>
                  <a:gd name="connsiteX3" fmla="*/ 1479550 w 2076450"/>
                  <a:gd name="connsiteY3" fmla="*/ 431860 h 553235"/>
                  <a:gd name="connsiteX4" fmla="*/ 2076450 w 2076450"/>
                  <a:gd name="connsiteY4" fmla="*/ 552510 h 553235"/>
                  <a:gd name="connsiteX0" fmla="*/ 0 w 2076450"/>
                  <a:gd name="connsiteY0" fmla="*/ 552510 h 553991"/>
                  <a:gd name="connsiteX1" fmla="*/ 635000 w 2076450"/>
                  <a:gd name="connsiteY1" fmla="*/ 463610 h 553991"/>
                  <a:gd name="connsiteX2" fmla="*/ 1104900 w 2076450"/>
                  <a:gd name="connsiteY2" fmla="*/ 60 h 553991"/>
                  <a:gd name="connsiteX3" fmla="*/ 1479550 w 2076450"/>
                  <a:gd name="connsiteY3" fmla="*/ 431860 h 553991"/>
                  <a:gd name="connsiteX4" fmla="*/ 2076450 w 2076450"/>
                  <a:gd name="connsiteY4" fmla="*/ 552510 h 553991"/>
                  <a:gd name="connsiteX0" fmla="*/ 0 w 2076450"/>
                  <a:gd name="connsiteY0" fmla="*/ 552514 h 553995"/>
                  <a:gd name="connsiteX1" fmla="*/ 635000 w 2076450"/>
                  <a:gd name="connsiteY1" fmla="*/ 463614 h 553995"/>
                  <a:gd name="connsiteX2" fmla="*/ 1104900 w 2076450"/>
                  <a:gd name="connsiteY2" fmla="*/ 64 h 553995"/>
                  <a:gd name="connsiteX3" fmla="*/ 1479550 w 2076450"/>
                  <a:gd name="connsiteY3" fmla="*/ 431864 h 553995"/>
                  <a:gd name="connsiteX4" fmla="*/ 2076450 w 2076450"/>
                  <a:gd name="connsiteY4" fmla="*/ 552514 h 553995"/>
                  <a:gd name="connsiteX0" fmla="*/ 0 w 2076450"/>
                  <a:gd name="connsiteY0" fmla="*/ 552453 h 553934"/>
                  <a:gd name="connsiteX1" fmla="*/ 635000 w 2076450"/>
                  <a:gd name="connsiteY1" fmla="*/ 463553 h 553934"/>
                  <a:gd name="connsiteX2" fmla="*/ 1104900 w 2076450"/>
                  <a:gd name="connsiteY2" fmla="*/ 3 h 553934"/>
                  <a:gd name="connsiteX3" fmla="*/ 1479550 w 2076450"/>
                  <a:gd name="connsiteY3" fmla="*/ 431803 h 553934"/>
                  <a:gd name="connsiteX4" fmla="*/ 2076450 w 2076450"/>
                  <a:gd name="connsiteY4" fmla="*/ 552453 h 553934"/>
                  <a:gd name="connsiteX0" fmla="*/ 0 w 2076450"/>
                  <a:gd name="connsiteY0" fmla="*/ 552453 h 556896"/>
                  <a:gd name="connsiteX1" fmla="*/ 635000 w 2076450"/>
                  <a:gd name="connsiteY1" fmla="*/ 463553 h 556896"/>
                  <a:gd name="connsiteX2" fmla="*/ 1104900 w 2076450"/>
                  <a:gd name="connsiteY2" fmla="*/ 3 h 556896"/>
                  <a:gd name="connsiteX3" fmla="*/ 1498600 w 2076450"/>
                  <a:gd name="connsiteY3" fmla="*/ 457203 h 556896"/>
                  <a:gd name="connsiteX4" fmla="*/ 2076450 w 2076450"/>
                  <a:gd name="connsiteY4" fmla="*/ 552453 h 556896"/>
                  <a:gd name="connsiteX0" fmla="*/ 0 w 2076450"/>
                  <a:gd name="connsiteY0" fmla="*/ 552453 h 554014"/>
                  <a:gd name="connsiteX1" fmla="*/ 635000 w 2076450"/>
                  <a:gd name="connsiteY1" fmla="*/ 463553 h 554014"/>
                  <a:gd name="connsiteX2" fmla="*/ 1098550 w 2076450"/>
                  <a:gd name="connsiteY2" fmla="*/ 3 h 554014"/>
                  <a:gd name="connsiteX3" fmla="*/ 1498600 w 2076450"/>
                  <a:gd name="connsiteY3" fmla="*/ 457203 h 554014"/>
                  <a:gd name="connsiteX4" fmla="*/ 2076450 w 2076450"/>
                  <a:gd name="connsiteY4" fmla="*/ 552453 h 554014"/>
                  <a:gd name="connsiteX0" fmla="*/ 0 w 2076450"/>
                  <a:gd name="connsiteY0" fmla="*/ 552459 h 553693"/>
                  <a:gd name="connsiteX1" fmla="*/ 635000 w 2076450"/>
                  <a:gd name="connsiteY1" fmla="*/ 463559 h 553693"/>
                  <a:gd name="connsiteX2" fmla="*/ 1098550 w 2076450"/>
                  <a:gd name="connsiteY2" fmla="*/ 9 h 553693"/>
                  <a:gd name="connsiteX3" fmla="*/ 1485900 w 2076450"/>
                  <a:gd name="connsiteY3" fmla="*/ 450859 h 553693"/>
                  <a:gd name="connsiteX4" fmla="*/ 2076450 w 2076450"/>
                  <a:gd name="connsiteY4" fmla="*/ 552459 h 553693"/>
                  <a:gd name="connsiteX0" fmla="*/ 0 w 2076450"/>
                  <a:gd name="connsiteY0" fmla="*/ 552459 h 556763"/>
                  <a:gd name="connsiteX1" fmla="*/ 635000 w 2076450"/>
                  <a:gd name="connsiteY1" fmla="*/ 463559 h 556763"/>
                  <a:gd name="connsiteX2" fmla="*/ 1098550 w 2076450"/>
                  <a:gd name="connsiteY2" fmla="*/ 9 h 556763"/>
                  <a:gd name="connsiteX3" fmla="*/ 1485900 w 2076450"/>
                  <a:gd name="connsiteY3" fmla="*/ 450859 h 556763"/>
                  <a:gd name="connsiteX4" fmla="*/ 2076450 w 2076450"/>
                  <a:gd name="connsiteY4" fmla="*/ 555634 h 556763"/>
                  <a:gd name="connsiteX0" fmla="*/ 0 w 2076450"/>
                  <a:gd name="connsiteY0" fmla="*/ 552459 h 556011"/>
                  <a:gd name="connsiteX1" fmla="*/ 635000 w 2076450"/>
                  <a:gd name="connsiteY1" fmla="*/ 463559 h 556011"/>
                  <a:gd name="connsiteX2" fmla="*/ 1098550 w 2076450"/>
                  <a:gd name="connsiteY2" fmla="*/ 9 h 556011"/>
                  <a:gd name="connsiteX3" fmla="*/ 1485900 w 2076450"/>
                  <a:gd name="connsiteY3" fmla="*/ 450859 h 556011"/>
                  <a:gd name="connsiteX4" fmla="*/ 2076450 w 2076450"/>
                  <a:gd name="connsiteY4" fmla="*/ 555634 h 556011"/>
                  <a:gd name="connsiteX0" fmla="*/ 0 w 1952625"/>
                  <a:gd name="connsiteY0" fmla="*/ 555634 h 556011"/>
                  <a:gd name="connsiteX1" fmla="*/ 511175 w 1952625"/>
                  <a:gd name="connsiteY1" fmla="*/ 463559 h 556011"/>
                  <a:gd name="connsiteX2" fmla="*/ 974725 w 1952625"/>
                  <a:gd name="connsiteY2" fmla="*/ 9 h 556011"/>
                  <a:gd name="connsiteX3" fmla="*/ 1362075 w 1952625"/>
                  <a:gd name="connsiteY3" fmla="*/ 450859 h 556011"/>
                  <a:gd name="connsiteX4" fmla="*/ 1952625 w 1952625"/>
                  <a:gd name="connsiteY4" fmla="*/ 555634 h 556011"/>
                  <a:gd name="connsiteX0" fmla="*/ 0 w 1952625"/>
                  <a:gd name="connsiteY0" fmla="*/ 555634 h 556011"/>
                  <a:gd name="connsiteX1" fmla="*/ 511175 w 1952625"/>
                  <a:gd name="connsiteY1" fmla="*/ 463559 h 556011"/>
                  <a:gd name="connsiteX2" fmla="*/ 974725 w 1952625"/>
                  <a:gd name="connsiteY2" fmla="*/ 9 h 556011"/>
                  <a:gd name="connsiteX3" fmla="*/ 1362075 w 1952625"/>
                  <a:gd name="connsiteY3" fmla="*/ 450859 h 556011"/>
                  <a:gd name="connsiteX4" fmla="*/ 1952625 w 1952625"/>
                  <a:gd name="connsiteY4" fmla="*/ 555634 h 556011"/>
                  <a:gd name="connsiteX0" fmla="*/ 0 w 1952625"/>
                  <a:gd name="connsiteY0" fmla="*/ 555626 h 556003"/>
                  <a:gd name="connsiteX1" fmla="*/ 492125 w 1952625"/>
                  <a:gd name="connsiteY1" fmla="*/ 454026 h 556003"/>
                  <a:gd name="connsiteX2" fmla="*/ 974725 w 1952625"/>
                  <a:gd name="connsiteY2" fmla="*/ 1 h 556003"/>
                  <a:gd name="connsiteX3" fmla="*/ 1362075 w 1952625"/>
                  <a:gd name="connsiteY3" fmla="*/ 450851 h 556003"/>
                  <a:gd name="connsiteX4" fmla="*/ 1952625 w 1952625"/>
                  <a:gd name="connsiteY4" fmla="*/ 555626 h 556003"/>
                  <a:gd name="connsiteX0" fmla="*/ 0 w 1952625"/>
                  <a:gd name="connsiteY0" fmla="*/ 555627 h 555957"/>
                  <a:gd name="connsiteX1" fmla="*/ 492125 w 1952625"/>
                  <a:gd name="connsiteY1" fmla="*/ 454027 h 555957"/>
                  <a:gd name="connsiteX2" fmla="*/ 974725 w 1952625"/>
                  <a:gd name="connsiteY2" fmla="*/ 2 h 555957"/>
                  <a:gd name="connsiteX3" fmla="*/ 1454150 w 1952625"/>
                  <a:gd name="connsiteY3" fmla="*/ 447677 h 555957"/>
                  <a:gd name="connsiteX4" fmla="*/ 1952625 w 1952625"/>
                  <a:gd name="connsiteY4" fmla="*/ 555627 h 555957"/>
                  <a:gd name="connsiteX0" fmla="*/ 0 w 1952625"/>
                  <a:gd name="connsiteY0" fmla="*/ 555627 h 556133"/>
                  <a:gd name="connsiteX1" fmla="*/ 492125 w 1952625"/>
                  <a:gd name="connsiteY1" fmla="*/ 454027 h 556133"/>
                  <a:gd name="connsiteX2" fmla="*/ 974725 w 1952625"/>
                  <a:gd name="connsiteY2" fmla="*/ 2 h 556133"/>
                  <a:gd name="connsiteX3" fmla="*/ 1454150 w 1952625"/>
                  <a:gd name="connsiteY3" fmla="*/ 447677 h 556133"/>
                  <a:gd name="connsiteX4" fmla="*/ 1952625 w 1952625"/>
                  <a:gd name="connsiteY4" fmla="*/ 555627 h 556133"/>
                  <a:gd name="connsiteX0" fmla="*/ 0 w 1952625"/>
                  <a:gd name="connsiteY0" fmla="*/ 555627 h 556194"/>
                  <a:gd name="connsiteX1" fmla="*/ 492125 w 1952625"/>
                  <a:gd name="connsiteY1" fmla="*/ 454027 h 556194"/>
                  <a:gd name="connsiteX2" fmla="*/ 974725 w 1952625"/>
                  <a:gd name="connsiteY2" fmla="*/ 2 h 556194"/>
                  <a:gd name="connsiteX3" fmla="*/ 1454150 w 1952625"/>
                  <a:gd name="connsiteY3" fmla="*/ 447677 h 556194"/>
                  <a:gd name="connsiteX4" fmla="*/ 1952625 w 1952625"/>
                  <a:gd name="connsiteY4" fmla="*/ 555627 h 5561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52625" h="556194">
                    <a:moveTo>
                      <a:pt x="0" y="555627"/>
                    </a:moveTo>
                    <a:cubicBezTo>
                      <a:pt x="238125" y="557214"/>
                      <a:pt x="259821" y="562506"/>
                      <a:pt x="492125" y="454027"/>
                    </a:cubicBezTo>
                    <a:cubicBezTo>
                      <a:pt x="724429" y="345548"/>
                      <a:pt x="814388" y="1060"/>
                      <a:pt x="974725" y="2"/>
                    </a:cubicBezTo>
                    <a:cubicBezTo>
                      <a:pt x="1135062" y="-1056"/>
                      <a:pt x="1218142" y="345548"/>
                      <a:pt x="1454150" y="447677"/>
                    </a:cubicBezTo>
                    <a:cubicBezTo>
                      <a:pt x="1690158" y="549806"/>
                      <a:pt x="1711325" y="558802"/>
                      <a:pt x="1952625" y="555627"/>
                    </a:cubicBezTo>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49" name="组合 48">
              <a:extLst>
                <a:ext uri="{FF2B5EF4-FFF2-40B4-BE49-F238E27FC236}">
                  <a16:creationId xmlns:a16="http://schemas.microsoft.com/office/drawing/2014/main" id="{40457944-2DCF-F5D8-46A1-65B3BFE5AFE2}"/>
                </a:ext>
              </a:extLst>
            </p:cNvPr>
            <p:cNvGrpSpPr/>
            <p:nvPr/>
          </p:nvGrpSpPr>
          <p:grpSpPr>
            <a:xfrm>
              <a:off x="5938035" y="-757708"/>
              <a:ext cx="1624816" cy="312609"/>
              <a:chOff x="3392496" y="4254499"/>
              <a:chExt cx="1278645" cy="364214"/>
            </a:xfrm>
          </p:grpSpPr>
          <p:sp>
            <p:nvSpPr>
              <p:cNvPr id="50" name="任意形状 49">
                <a:extLst>
                  <a:ext uri="{FF2B5EF4-FFF2-40B4-BE49-F238E27FC236}">
                    <a16:creationId xmlns:a16="http://schemas.microsoft.com/office/drawing/2014/main" id="{D866E4A9-B754-95BD-0EB8-915335713A4E}"/>
                  </a:ext>
                </a:extLst>
              </p:cNvPr>
              <p:cNvSpPr/>
              <p:nvPr/>
            </p:nvSpPr>
            <p:spPr>
              <a:xfrm>
                <a:off x="3392498" y="4254499"/>
                <a:ext cx="1278643" cy="364214"/>
              </a:xfrm>
              <a:custGeom>
                <a:avLst/>
                <a:gdLst>
                  <a:gd name="connsiteX0" fmla="*/ 0 w 2076450"/>
                  <a:gd name="connsiteY0" fmla="*/ 514352 h 563845"/>
                  <a:gd name="connsiteX1" fmla="*/ 584200 w 2076450"/>
                  <a:gd name="connsiteY1" fmla="*/ 514352 h 563845"/>
                  <a:gd name="connsiteX2" fmla="*/ 1104900 w 2076450"/>
                  <a:gd name="connsiteY2" fmla="*/ 2 h 563845"/>
                  <a:gd name="connsiteX3" fmla="*/ 1511300 w 2076450"/>
                  <a:gd name="connsiteY3" fmla="*/ 508002 h 563845"/>
                  <a:gd name="connsiteX4" fmla="*/ 2076450 w 2076450"/>
                  <a:gd name="connsiteY4" fmla="*/ 552452 h 563845"/>
                  <a:gd name="connsiteX0" fmla="*/ 0 w 2076450"/>
                  <a:gd name="connsiteY0" fmla="*/ 552452 h 584518"/>
                  <a:gd name="connsiteX1" fmla="*/ 584200 w 2076450"/>
                  <a:gd name="connsiteY1" fmla="*/ 514352 h 584518"/>
                  <a:gd name="connsiteX2" fmla="*/ 1104900 w 2076450"/>
                  <a:gd name="connsiteY2" fmla="*/ 2 h 584518"/>
                  <a:gd name="connsiteX3" fmla="*/ 1511300 w 2076450"/>
                  <a:gd name="connsiteY3" fmla="*/ 508002 h 584518"/>
                  <a:gd name="connsiteX4" fmla="*/ 2076450 w 2076450"/>
                  <a:gd name="connsiteY4" fmla="*/ 552452 h 584518"/>
                  <a:gd name="connsiteX0" fmla="*/ 0 w 2076450"/>
                  <a:gd name="connsiteY0" fmla="*/ 552452 h 567630"/>
                  <a:gd name="connsiteX1" fmla="*/ 584200 w 2076450"/>
                  <a:gd name="connsiteY1" fmla="*/ 514352 h 567630"/>
                  <a:gd name="connsiteX2" fmla="*/ 1104900 w 2076450"/>
                  <a:gd name="connsiteY2" fmla="*/ 2 h 567630"/>
                  <a:gd name="connsiteX3" fmla="*/ 1511300 w 2076450"/>
                  <a:gd name="connsiteY3" fmla="*/ 508002 h 567630"/>
                  <a:gd name="connsiteX4" fmla="*/ 2076450 w 2076450"/>
                  <a:gd name="connsiteY4" fmla="*/ 552452 h 567630"/>
                  <a:gd name="connsiteX0" fmla="*/ 0 w 2076450"/>
                  <a:gd name="connsiteY0" fmla="*/ 552557 h 560371"/>
                  <a:gd name="connsiteX1" fmla="*/ 635000 w 2076450"/>
                  <a:gd name="connsiteY1" fmla="*/ 463657 h 560371"/>
                  <a:gd name="connsiteX2" fmla="*/ 1104900 w 2076450"/>
                  <a:gd name="connsiteY2" fmla="*/ 107 h 560371"/>
                  <a:gd name="connsiteX3" fmla="*/ 1511300 w 2076450"/>
                  <a:gd name="connsiteY3" fmla="*/ 508107 h 560371"/>
                  <a:gd name="connsiteX4" fmla="*/ 2076450 w 2076450"/>
                  <a:gd name="connsiteY4" fmla="*/ 552557 h 560371"/>
                  <a:gd name="connsiteX0" fmla="*/ 0 w 2076450"/>
                  <a:gd name="connsiteY0" fmla="*/ 552460 h 552460"/>
                  <a:gd name="connsiteX1" fmla="*/ 635000 w 2076450"/>
                  <a:gd name="connsiteY1" fmla="*/ 463560 h 552460"/>
                  <a:gd name="connsiteX2" fmla="*/ 1104900 w 2076450"/>
                  <a:gd name="connsiteY2" fmla="*/ 10 h 552460"/>
                  <a:gd name="connsiteX3" fmla="*/ 1466850 w 2076450"/>
                  <a:gd name="connsiteY3" fmla="*/ 450860 h 552460"/>
                  <a:gd name="connsiteX4" fmla="*/ 2076450 w 2076450"/>
                  <a:gd name="connsiteY4" fmla="*/ 552460 h 552460"/>
                  <a:gd name="connsiteX0" fmla="*/ 0 w 2076450"/>
                  <a:gd name="connsiteY0" fmla="*/ 552460 h 553694"/>
                  <a:gd name="connsiteX1" fmla="*/ 635000 w 2076450"/>
                  <a:gd name="connsiteY1" fmla="*/ 463560 h 553694"/>
                  <a:gd name="connsiteX2" fmla="*/ 1104900 w 2076450"/>
                  <a:gd name="connsiteY2" fmla="*/ 10 h 553694"/>
                  <a:gd name="connsiteX3" fmla="*/ 1466850 w 2076450"/>
                  <a:gd name="connsiteY3" fmla="*/ 450860 h 553694"/>
                  <a:gd name="connsiteX4" fmla="*/ 2076450 w 2076450"/>
                  <a:gd name="connsiteY4" fmla="*/ 552460 h 553694"/>
                  <a:gd name="connsiteX0" fmla="*/ 0 w 2076450"/>
                  <a:gd name="connsiteY0" fmla="*/ 552453 h 555210"/>
                  <a:gd name="connsiteX1" fmla="*/ 635000 w 2076450"/>
                  <a:gd name="connsiteY1" fmla="*/ 463553 h 555210"/>
                  <a:gd name="connsiteX2" fmla="*/ 1104900 w 2076450"/>
                  <a:gd name="connsiteY2" fmla="*/ 3 h 555210"/>
                  <a:gd name="connsiteX3" fmla="*/ 1498600 w 2076450"/>
                  <a:gd name="connsiteY3" fmla="*/ 469903 h 555210"/>
                  <a:gd name="connsiteX4" fmla="*/ 2076450 w 2076450"/>
                  <a:gd name="connsiteY4" fmla="*/ 552453 h 555210"/>
                  <a:gd name="connsiteX0" fmla="*/ 0 w 2076450"/>
                  <a:gd name="connsiteY0" fmla="*/ 552510 h 553235"/>
                  <a:gd name="connsiteX1" fmla="*/ 635000 w 2076450"/>
                  <a:gd name="connsiteY1" fmla="*/ 463610 h 553235"/>
                  <a:gd name="connsiteX2" fmla="*/ 1104900 w 2076450"/>
                  <a:gd name="connsiteY2" fmla="*/ 60 h 553235"/>
                  <a:gd name="connsiteX3" fmla="*/ 1479550 w 2076450"/>
                  <a:gd name="connsiteY3" fmla="*/ 431860 h 553235"/>
                  <a:gd name="connsiteX4" fmla="*/ 2076450 w 2076450"/>
                  <a:gd name="connsiteY4" fmla="*/ 552510 h 553235"/>
                  <a:gd name="connsiteX0" fmla="*/ 0 w 2076450"/>
                  <a:gd name="connsiteY0" fmla="*/ 552510 h 553991"/>
                  <a:gd name="connsiteX1" fmla="*/ 635000 w 2076450"/>
                  <a:gd name="connsiteY1" fmla="*/ 463610 h 553991"/>
                  <a:gd name="connsiteX2" fmla="*/ 1104900 w 2076450"/>
                  <a:gd name="connsiteY2" fmla="*/ 60 h 553991"/>
                  <a:gd name="connsiteX3" fmla="*/ 1479550 w 2076450"/>
                  <a:gd name="connsiteY3" fmla="*/ 431860 h 553991"/>
                  <a:gd name="connsiteX4" fmla="*/ 2076450 w 2076450"/>
                  <a:gd name="connsiteY4" fmla="*/ 552510 h 553991"/>
                  <a:gd name="connsiteX0" fmla="*/ 0 w 2076450"/>
                  <a:gd name="connsiteY0" fmla="*/ 552514 h 553995"/>
                  <a:gd name="connsiteX1" fmla="*/ 635000 w 2076450"/>
                  <a:gd name="connsiteY1" fmla="*/ 463614 h 553995"/>
                  <a:gd name="connsiteX2" fmla="*/ 1104900 w 2076450"/>
                  <a:gd name="connsiteY2" fmla="*/ 64 h 553995"/>
                  <a:gd name="connsiteX3" fmla="*/ 1479550 w 2076450"/>
                  <a:gd name="connsiteY3" fmla="*/ 431864 h 553995"/>
                  <a:gd name="connsiteX4" fmla="*/ 2076450 w 2076450"/>
                  <a:gd name="connsiteY4" fmla="*/ 552514 h 553995"/>
                  <a:gd name="connsiteX0" fmla="*/ 0 w 2076450"/>
                  <a:gd name="connsiteY0" fmla="*/ 552453 h 553934"/>
                  <a:gd name="connsiteX1" fmla="*/ 635000 w 2076450"/>
                  <a:gd name="connsiteY1" fmla="*/ 463553 h 553934"/>
                  <a:gd name="connsiteX2" fmla="*/ 1104900 w 2076450"/>
                  <a:gd name="connsiteY2" fmla="*/ 3 h 553934"/>
                  <a:gd name="connsiteX3" fmla="*/ 1479550 w 2076450"/>
                  <a:gd name="connsiteY3" fmla="*/ 431803 h 553934"/>
                  <a:gd name="connsiteX4" fmla="*/ 2076450 w 2076450"/>
                  <a:gd name="connsiteY4" fmla="*/ 552453 h 553934"/>
                  <a:gd name="connsiteX0" fmla="*/ 0 w 2076450"/>
                  <a:gd name="connsiteY0" fmla="*/ 552453 h 556896"/>
                  <a:gd name="connsiteX1" fmla="*/ 635000 w 2076450"/>
                  <a:gd name="connsiteY1" fmla="*/ 463553 h 556896"/>
                  <a:gd name="connsiteX2" fmla="*/ 1104900 w 2076450"/>
                  <a:gd name="connsiteY2" fmla="*/ 3 h 556896"/>
                  <a:gd name="connsiteX3" fmla="*/ 1498600 w 2076450"/>
                  <a:gd name="connsiteY3" fmla="*/ 457203 h 556896"/>
                  <a:gd name="connsiteX4" fmla="*/ 2076450 w 2076450"/>
                  <a:gd name="connsiteY4" fmla="*/ 552453 h 556896"/>
                  <a:gd name="connsiteX0" fmla="*/ 0 w 2076450"/>
                  <a:gd name="connsiteY0" fmla="*/ 552453 h 554014"/>
                  <a:gd name="connsiteX1" fmla="*/ 635000 w 2076450"/>
                  <a:gd name="connsiteY1" fmla="*/ 463553 h 554014"/>
                  <a:gd name="connsiteX2" fmla="*/ 1098550 w 2076450"/>
                  <a:gd name="connsiteY2" fmla="*/ 3 h 554014"/>
                  <a:gd name="connsiteX3" fmla="*/ 1498600 w 2076450"/>
                  <a:gd name="connsiteY3" fmla="*/ 457203 h 554014"/>
                  <a:gd name="connsiteX4" fmla="*/ 2076450 w 2076450"/>
                  <a:gd name="connsiteY4" fmla="*/ 552453 h 554014"/>
                  <a:gd name="connsiteX0" fmla="*/ 0 w 2076450"/>
                  <a:gd name="connsiteY0" fmla="*/ 552459 h 553693"/>
                  <a:gd name="connsiteX1" fmla="*/ 635000 w 2076450"/>
                  <a:gd name="connsiteY1" fmla="*/ 463559 h 553693"/>
                  <a:gd name="connsiteX2" fmla="*/ 1098550 w 2076450"/>
                  <a:gd name="connsiteY2" fmla="*/ 9 h 553693"/>
                  <a:gd name="connsiteX3" fmla="*/ 1485900 w 2076450"/>
                  <a:gd name="connsiteY3" fmla="*/ 450859 h 553693"/>
                  <a:gd name="connsiteX4" fmla="*/ 2076450 w 2076450"/>
                  <a:gd name="connsiteY4" fmla="*/ 552459 h 553693"/>
                  <a:gd name="connsiteX0" fmla="*/ 0 w 2076450"/>
                  <a:gd name="connsiteY0" fmla="*/ 552459 h 556763"/>
                  <a:gd name="connsiteX1" fmla="*/ 635000 w 2076450"/>
                  <a:gd name="connsiteY1" fmla="*/ 463559 h 556763"/>
                  <a:gd name="connsiteX2" fmla="*/ 1098550 w 2076450"/>
                  <a:gd name="connsiteY2" fmla="*/ 9 h 556763"/>
                  <a:gd name="connsiteX3" fmla="*/ 1485900 w 2076450"/>
                  <a:gd name="connsiteY3" fmla="*/ 450859 h 556763"/>
                  <a:gd name="connsiteX4" fmla="*/ 2076450 w 2076450"/>
                  <a:gd name="connsiteY4" fmla="*/ 555634 h 556763"/>
                  <a:gd name="connsiteX0" fmla="*/ 0 w 2076450"/>
                  <a:gd name="connsiteY0" fmla="*/ 552459 h 556011"/>
                  <a:gd name="connsiteX1" fmla="*/ 635000 w 2076450"/>
                  <a:gd name="connsiteY1" fmla="*/ 463559 h 556011"/>
                  <a:gd name="connsiteX2" fmla="*/ 1098550 w 2076450"/>
                  <a:gd name="connsiteY2" fmla="*/ 9 h 556011"/>
                  <a:gd name="connsiteX3" fmla="*/ 1485900 w 2076450"/>
                  <a:gd name="connsiteY3" fmla="*/ 450859 h 556011"/>
                  <a:gd name="connsiteX4" fmla="*/ 2076450 w 2076450"/>
                  <a:gd name="connsiteY4" fmla="*/ 555634 h 556011"/>
                  <a:gd name="connsiteX0" fmla="*/ 0 w 1952625"/>
                  <a:gd name="connsiteY0" fmla="*/ 555634 h 556011"/>
                  <a:gd name="connsiteX1" fmla="*/ 511175 w 1952625"/>
                  <a:gd name="connsiteY1" fmla="*/ 463559 h 556011"/>
                  <a:gd name="connsiteX2" fmla="*/ 974725 w 1952625"/>
                  <a:gd name="connsiteY2" fmla="*/ 9 h 556011"/>
                  <a:gd name="connsiteX3" fmla="*/ 1362075 w 1952625"/>
                  <a:gd name="connsiteY3" fmla="*/ 450859 h 556011"/>
                  <a:gd name="connsiteX4" fmla="*/ 1952625 w 1952625"/>
                  <a:gd name="connsiteY4" fmla="*/ 555634 h 556011"/>
                  <a:gd name="connsiteX0" fmla="*/ 0 w 1952625"/>
                  <a:gd name="connsiteY0" fmla="*/ 555634 h 556011"/>
                  <a:gd name="connsiteX1" fmla="*/ 511175 w 1952625"/>
                  <a:gd name="connsiteY1" fmla="*/ 463559 h 556011"/>
                  <a:gd name="connsiteX2" fmla="*/ 974725 w 1952625"/>
                  <a:gd name="connsiteY2" fmla="*/ 9 h 556011"/>
                  <a:gd name="connsiteX3" fmla="*/ 1362075 w 1952625"/>
                  <a:gd name="connsiteY3" fmla="*/ 450859 h 556011"/>
                  <a:gd name="connsiteX4" fmla="*/ 1952625 w 1952625"/>
                  <a:gd name="connsiteY4" fmla="*/ 555634 h 556011"/>
                  <a:gd name="connsiteX0" fmla="*/ 0 w 1952625"/>
                  <a:gd name="connsiteY0" fmla="*/ 555626 h 556003"/>
                  <a:gd name="connsiteX1" fmla="*/ 492125 w 1952625"/>
                  <a:gd name="connsiteY1" fmla="*/ 454026 h 556003"/>
                  <a:gd name="connsiteX2" fmla="*/ 974725 w 1952625"/>
                  <a:gd name="connsiteY2" fmla="*/ 1 h 556003"/>
                  <a:gd name="connsiteX3" fmla="*/ 1362075 w 1952625"/>
                  <a:gd name="connsiteY3" fmla="*/ 450851 h 556003"/>
                  <a:gd name="connsiteX4" fmla="*/ 1952625 w 1952625"/>
                  <a:gd name="connsiteY4" fmla="*/ 555626 h 556003"/>
                  <a:gd name="connsiteX0" fmla="*/ 0 w 1952625"/>
                  <a:gd name="connsiteY0" fmla="*/ 555627 h 555957"/>
                  <a:gd name="connsiteX1" fmla="*/ 492125 w 1952625"/>
                  <a:gd name="connsiteY1" fmla="*/ 454027 h 555957"/>
                  <a:gd name="connsiteX2" fmla="*/ 974725 w 1952625"/>
                  <a:gd name="connsiteY2" fmla="*/ 2 h 555957"/>
                  <a:gd name="connsiteX3" fmla="*/ 1454150 w 1952625"/>
                  <a:gd name="connsiteY3" fmla="*/ 447677 h 555957"/>
                  <a:gd name="connsiteX4" fmla="*/ 1952625 w 1952625"/>
                  <a:gd name="connsiteY4" fmla="*/ 555627 h 555957"/>
                  <a:gd name="connsiteX0" fmla="*/ 0 w 1952625"/>
                  <a:gd name="connsiteY0" fmla="*/ 555627 h 556133"/>
                  <a:gd name="connsiteX1" fmla="*/ 492125 w 1952625"/>
                  <a:gd name="connsiteY1" fmla="*/ 454027 h 556133"/>
                  <a:gd name="connsiteX2" fmla="*/ 974725 w 1952625"/>
                  <a:gd name="connsiteY2" fmla="*/ 2 h 556133"/>
                  <a:gd name="connsiteX3" fmla="*/ 1454150 w 1952625"/>
                  <a:gd name="connsiteY3" fmla="*/ 447677 h 556133"/>
                  <a:gd name="connsiteX4" fmla="*/ 1952625 w 1952625"/>
                  <a:gd name="connsiteY4" fmla="*/ 555627 h 556133"/>
                  <a:gd name="connsiteX0" fmla="*/ 0 w 1952625"/>
                  <a:gd name="connsiteY0" fmla="*/ 555627 h 556194"/>
                  <a:gd name="connsiteX1" fmla="*/ 492125 w 1952625"/>
                  <a:gd name="connsiteY1" fmla="*/ 454027 h 556194"/>
                  <a:gd name="connsiteX2" fmla="*/ 974725 w 1952625"/>
                  <a:gd name="connsiteY2" fmla="*/ 2 h 556194"/>
                  <a:gd name="connsiteX3" fmla="*/ 1454150 w 1952625"/>
                  <a:gd name="connsiteY3" fmla="*/ 447677 h 556194"/>
                  <a:gd name="connsiteX4" fmla="*/ 1952625 w 1952625"/>
                  <a:gd name="connsiteY4" fmla="*/ 555627 h 5561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52625" h="556194">
                    <a:moveTo>
                      <a:pt x="0" y="555627"/>
                    </a:moveTo>
                    <a:cubicBezTo>
                      <a:pt x="238125" y="557214"/>
                      <a:pt x="259821" y="562506"/>
                      <a:pt x="492125" y="454027"/>
                    </a:cubicBezTo>
                    <a:cubicBezTo>
                      <a:pt x="724429" y="345548"/>
                      <a:pt x="814388" y="1060"/>
                      <a:pt x="974725" y="2"/>
                    </a:cubicBezTo>
                    <a:cubicBezTo>
                      <a:pt x="1135062" y="-1056"/>
                      <a:pt x="1218142" y="345548"/>
                      <a:pt x="1454150" y="447677"/>
                    </a:cubicBezTo>
                    <a:cubicBezTo>
                      <a:pt x="1690158" y="549806"/>
                      <a:pt x="1711325" y="558802"/>
                      <a:pt x="1952625" y="555627"/>
                    </a:cubicBezTo>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1" name="任意形状 50">
                <a:extLst>
                  <a:ext uri="{FF2B5EF4-FFF2-40B4-BE49-F238E27FC236}">
                    <a16:creationId xmlns:a16="http://schemas.microsoft.com/office/drawing/2014/main" id="{FA33266C-CE44-2B78-F1B4-37D6D1D2DFFC}"/>
                  </a:ext>
                </a:extLst>
              </p:cNvPr>
              <p:cNvSpPr/>
              <p:nvPr/>
            </p:nvSpPr>
            <p:spPr>
              <a:xfrm>
                <a:off x="3392497" y="4254499"/>
                <a:ext cx="1278643" cy="364214"/>
              </a:xfrm>
              <a:custGeom>
                <a:avLst/>
                <a:gdLst>
                  <a:gd name="connsiteX0" fmla="*/ 0 w 2076450"/>
                  <a:gd name="connsiteY0" fmla="*/ 514352 h 563845"/>
                  <a:gd name="connsiteX1" fmla="*/ 584200 w 2076450"/>
                  <a:gd name="connsiteY1" fmla="*/ 514352 h 563845"/>
                  <a:gd name="connsiteX2" fmla="*/ 1104900 w 2076450"/>
                  <a:gd name="connsiteY2" fmla="*/ 2 h 563845"/>
                  <a:gd name="connsiteX3" fmla="*/ 1511300 w 2076450"/>
                  <a:gd name="connsiteY3" fmla="*/ 508002 h 563845"/>
                  <a:gd name="connsiteX4" fmla="*/ 2076450 w 2076450"/>
                  <a:gd name="connsiteY4" fmla="*/ 552452 h 563845"/>
                  <a:gd name="connsiteX0" fmla="*/ 0 w 2076450"/>
                  <a:gd name="connsiteY0" fmla="*/ 552452 h 584518"/>
                  <a:gd name="connsiteX1" fmla="*/ 584200 w 2076450"/>
                  <a:gd name="connsiteY1" fmla="*/ 514352 h 584518"/>
                  <a:gd name="connsiteX2" fmla="*/ 1104900 w 2076450"/>
                  <a:gd name="connsiteY2" fmla="*/ 2 h 584518"/>
                  <a:gd name="connsiteX3" fmla="*/ 1511300 w 2076450"/>
                  <a:gd name="connsiteY3" fmla="*/ 508002 h 584518"/>
                  <a:gd name="connsiteX4" fmla="*/ 2076450 w 2076450"/>
                  <a:gd name="connsiteY4" fmla="*/ 552452 h 584518"/>
                  <a:gd name="connsiteX0" fmla="*/ 0 w 2076450"/>
                  <a:gd name="connsiteY0" fmla="*/ 552452 h 567630"/>
                  <a:gd name="connsiteX1" fmla="*/ 584200 w 2076450"/>
                  <a:gd name="connsiteY1" fmla="*/ 514352 h 567630"/>
                  <a:gd name="connsiteX2" fmla="*/ 1104900 w 2076450"/>
                  <a:gd name="connsiteY2" fmla="*/ 2 h 567630"/>
                  <a:gd name="connsiteX3" fmla="*/ 1511300 w 2076450"/>
                  <a:gd name="connsiteY3" fmla="*/ 508002 h 567630"/>
                  <a:gd name="connsiteX4" fmla="*/ 2076450 w 2076450"/>
                  <a:gd name="connsiteY4" fmla="*/ 552452 h 567630"/>
                  <a:gd name="connsiteX0" fmla="*/ 0 w 2076450"/>
                  <a:gd name="connsiteY0" fmla="*/ 552557 h 560371"/>
                  <a:gd name="connsiteX1" fmla="*/ 635000 w 2076450"/>
                  <a:gd name="connsiteY1" fmla="*/ 463657 h 560371"/>
                  <a:gd name="connsiteX2" fmla="*/ 1104900 w 2076450"/>
                  <a:gd name="connsiteY2" fmla="*/ 107 h 560371"/>
                  <a:gd name="connsiteX3" fmla="*/ 1511300 w 2076450"/>
                  <a:gd name="connsiteY3" fmla="*/ 508107 h 560371"/>
                  <a:gd name="connsiteX4" fmla="*/ 2076450 w 2076450"/>
                  <a:gd name="connsiteY4" fmla="*/ 552557 h 560371"/>
                  <a:gd name="connsiteX0" fmla="*/ 0 w 2076450"/>
                  <a:gd name="connsiteY0" fmla="*/ 552460 h 552460"/>
                  <a:gd name="connsiteX1" fmla="*/ 635000 w 2076450"/>
                  <a:gd name="connsiteY1" fmla="*/ 463560 h 552460"/>
                  <a:gd name="connsiteX2" fmla="*/ 1104900 w 2076450"/>
                  <a:gd name="connsiteY2" fmla="*/ 10 h 552460"/>
                  <a:gd name="connsiteX3" fmla="*/ 1466850 w 2076450"/>
                  <a:gd name="connsiteY3" fmla="*/ 450860 h 552460"/>
                  <a:gd name="connsiteX4" fmla="*/ 2076450 w 2076450"/>
                  <a:gd name="connsiteY4" fmla="*/ 552460 h 552460"/>
                  <a:gd name="connsiteX0" fmla="*/ 0 w 2076450"/>
                  <a:gd name="connsiteY0" fmla="*/ 552460 h 553694"/>
                  <a:gd name="connsiteX1" fmla="*/ 635000 w 2076450"/>
                  <a:gd name="connsiteY1" fmla="*/ 463560 h 553694"/>
                  <a:gd name="connsiteX2" fmla="*/ 1104900 w 2076450"/>
                  <a:gd name="connsiteY2" fmla="*/ 10 h 553694"/>
                  <a:gd name="connsiteX3" fmla="*/ 1466850 w 2076450"/>
                  <a:gd name="connsiteY3" fmla="*/ 450860 h 553694"/>
                  <a:gd name="connsiteX4" fmla="*/ 2076450 w 2076450"/>
                  <a:gd name="connsiteY4" fmla="*/ 552460 h 553694"/>
                  <a:gd name="connsiteX0" fmla="*/ 0 w 2076450"/>
                  <a:gd name="connsiteY0" fmla="*/ 552453 h 555210"/>
                  <a:gd name="connsiteX1" fmla="*/ 635000 w 2076450"/>
                  <a:gd name="connsiteY1" fmla="*/ 463553 h 555210"/>
                  <a:gd name="connsiteX2" fmla="*/ 1104900 w 2076450"/>
                  <a:gd name="connsiteY2" fmla="*/ 3 h 555210"/>
                  <a:gd name="connsiteX3" fmla="*/ 1498600 w 2076450"/>
                  <a:gd name="connsiteY3" fmla="*/ 469903 h 555210"/>
                  <a:gd name="connsiteX4" fmla="*/ 2076450 w 2076450"/>
                  <a:gd name="connsiteY4" fmla="*/ 552453 h 555210"/>
                  <a:gd name="connsiteX0" fmla="*/ 0 w 2076450"/>
                  <a:gd name="connsiteY0" fmla="*/ 552510 h 553235"/>
                  <a:gd name="connsiteX1" fmla="*/ 635000 w 2076450"/>
                  <a:gd name="connsiteY1" fmla="*/ 463610 h 553235"/>
                  <a:gd name="connsiteX2" fmla="*/ 1104900 w 2076450"/>
                  <a:gd name="connsiteY2" fmla="*/ 60 h 553235"/>
                  <a:gd name="connsiteX3" fmla="*/ 1479550 w 2076450"/>
                  <a:gd name="connsiteY3" fmla="*/ 431860 h 553235"/>
                  <a:gd name="connsiteX4" fmla="*/ 2076450 w 2076450"/>
                  <a:gd name="connsiteY4" fmla="*/ 552510 h 553235"/>
                  <a:gd name="connsiteX0" fmla="*/ 0 w 2076450"/>
                  <a:gd name="connsiteY0" fmla="*/ 552510 h 553991"/>
                  <a:gd name="connsiteX1" fmla="*/ 635000 w 2076450"/>
                  <a:gd name="connsiteY1" fmla="*/ 463610 h 553991"/>
                  <a:gd name="connsiteX2" fmla="*/ 1104900 w 2076450"/>
                  <a:gd name="connsiteY2" fmla="*/ 60 h 553991"/>
                  <a:gd name="connsiteX3" fmla="*/ 1479550 w 2076450"/>
                  <a:gd name="connsiteY3" fmla="*/ 431860 h 553991"/>
                  <a:gd name="connsiteX4" fmla="*/ 2076450 w 2076450"/>
                  <a:gd name="connsiteY4" fmla="*/ 552510 h 553991"/>
                  <a:gd name="connsiteX0" fmla="*/ 0 w 2076450"/>
                  <a:gd name="connsiteY0" fmla="*/ 552514 h 553995"/>
                  <a:gd name="connsiteX1" fmla="*/ 635000 w 2076450"/>
                  <a:gd name="connsiteY1" fmla="*/ 463614 h 553995"/>
                  <a:gd name="connsiteX2" fmla="*/ 1104900 w 2076450"/>
                  <a:gd name="connsiteY2" fmla="*/ 64 h 553995"/>
                  <a:gd name="connsiteX3" fmla="*/ 1479550 w 2076450"/>
                  <a:gd name="connsiteY3" fmla="*/ 431864 h 553995"/>
                  <a:gd name="connsiteX4" fmla="*/ 2076450 w 2076450"/>
                  <a:gd name="connsiteY4" fmla="*/ 552514 h 553995"/>
                  <a:gd name="connsiteX0" fmla="*/ 0 w 2076450"/>
                  <a:gd name="connsiteY0" fmla="*/ 552453 h 553934"/>
                  <a:gd name="connsiteX1" fmla="*/ 635000 w 2076450"/>
                  <a:gd name="connsiteY1" fmla="*/ 463553 h 553934"/>
                  <a:gd name="connsiteX2" fmla="*/ 1104900 w 2076450"/>
                  <a:gd name="connsiteY2" fmla="*/ 3 h 553934"/>
                  <a:gd name="connsiteX3" fmla="*/ 1479550 w 2076450"/>
                  <a:gd name="connsiteY3" fmla="*/ 431803 h 553934"/>
                  <a:gd name="connsiteX4" fmla="*/ 2076450 w 2076450"/>
                  <a:gd name="connsiteY4" fmla="*/ 552453 h 553934"/>
                  <a:gd name="connsiteX0" fmla="*/ 0 w 2076450"/>
                  <a:gd name="connsiteY0" fmla="*/ 552453 h 556896"/>
                  <a:gd name="connsiteX1" fmla="*/ 635000 w 2076450"/>
                  <a:gd name="connsiteY1" fmla="*/ 463553 h 556896"/>
                  <a:gd name="connsiteX2" fmla="*/ 1104900 w 2076450"/>
                  <a:gd name="connsiteY2" fmla="*/ 3 h 556896"/>
                  <a:gd name="connsiteX3" fmla="*/ 1498600 w 2076450"/>
                  <a:gd name="connsiteY3" fmla="*/ 457203 h 556896"/>
                  <a:gd name="connsiteX4" fmla="*/ 2076450 w 2076450"/>
                  <a:gd name="connsiteY4" fmla="*/ 552453 h 556896"/>
                  <a:gd name="connsiteX0" fmla="*/ 0 w 2076450"/>
                  <a:gd name="connsiteY0" fmla="*/ 552453 h 554014"/>
                  <a:gd name="connsiteX1" fmla="*/ 635000 w 2076450"/>
                  <a:gd name="connsiteY1" fmla="*/ 463553 h 554014"/>
                  <a:gd name="connsiteX2" fmla="*/ 1098550 w 2076450"/>
                  <a:gd name="connsiteY2" fmla="*/ 3 h 554014"/>
                  <a:gd name="connsiteX3" fmla="*/ 1498600 w 2076450"/>
                  <a:gd name="connsiteY3" fmla="*/ 457203 h 554014"/>
                  <a:gd name="connsiteX4" fmla="*/ 2076450 w 2076450"/>
                  <a:gd name="connsiteY4" fmla="*/ 552453 h 554014"/>
                  <a:gd name="connsiteX0" fmla="*/ 0 w 2076450"/>
                  <a:gd name="connsiteY0" fmla="*/ 552459 h 553693"/>
                  <a:gd name="connsiteX1" fmla="*/ 635000 w 2076450"/>
                  <a:gd name="connsiteY1" fmla="*/ 463559 h 553693"/>
                  <a:gd name="connsiteX2" fmla="*/ 1098550 w 2076450"/>
                  <a:gd name="connsiteY2" fmla="*/ 9 h 553693"/>
                  <a:gd name="connsiteX3" fmla="*/ 1485900 w 2076450"/>
                  <a:gd name="connsiteY3" fmla="*/ 450859 h 553693"/>
                  <a:gd name="connsiteX4" fmla="*/ 2076450 w 2076450"/>
                  <a:gd name="connsiteY4" fmla="*/ 552459 h 553693"/>
                  <a:gd name="connsiteX0" fmla="*/ 0 w 2076450"/>
                  <a:gd name="connsiteY0" fmla="*/ 552459 h 556763"/>
                  <a:gd name="connsiteX1" fmla="*/ 635000 w 2076450"/>
                  <a:gd name="connsiteY1" fmla="*/ 463559 h 556763"/>
                  <a:gd name="connsiteX2" fmla="*/ 1098550 w 2076450"/>
                  <a:gd name="connsiteY2" fmla="*/ 9 h 556763"/>
                  <a:gd name="connsiteX3" fmla="*/ 1485900 w 2076450"/>
                  <a:gd name="connsiteY3" fmla="*/ 450859 h 556763"/>
                  <a:gd name="connsiteX4" fmla="*/ 2076450 w 2076450"/>
                  <a:gd name="connsiteY4" fmla="*/ 555634 h 556763"/>
                  <a:gd name="connsiteX0" fmla="*/ 0 w 2076450"/>
                  <a:gd name="connsiteY0" fmla="*/ 552459 h 556011"/>
                  <a:gd name="connsiteX1" fmla="*/ 635000 w 2076450"/>
                  <a:gd name="connsiteY1" fmla="*/ 463559 h 556011"/>
                  <a:gd name="connsiteX2" fmla="*/ 1098550 w 2076450"/>
                  <a:gd name="connsiteY2" fmla="*/ 9 h 556011"/>
                  <a:gd name="connsiteX3" fmla="*/ 1485900 w 2076450"/>
                  <a:gd name="connsiteY3" fmla="*/ 450859 h 556011"/>
                  <a:gd name="connsiteX4" fmla="*/ 2076450 w 2076450"/>
                  <a:gd name="connsiteY4" fmla="*/ 555634 h 556011"/>
                  <a:gd name="connsiteX0" fmla="*/ 0 w 1952625"/>
                  <a:gd name="connsiteY0" fmla="*/ 555634 h 556011"/>
                  <a:gd name="connsiteX1" fmla="*/ 511175 w 1952625"/>
                  <a:gd name="connsiteY1" fmla="*/ 463559 h 556011"/>
                  <a:gd name="connsiteX2" fmla="*/ 974725 w 1952625"/>
                  <a:gd name="connsiteY2" fmla="*/ 9 h 556011"/>
                  <a:gd name="connsiteX3" fmla="*/ 1362075 w 1952625"/>
                  <a:gd name="connsiteY3" fmla="*/ 450859 h 556011"/>
                  <a:gd name="connsiteX4" fmla="*/ 1952625 w 1952625"/>
                  <a:gd name="connsiteY4" fmla="*/ 555634 h 556011"/>
                  <a:gd name="connsiteX0" fmla="*/ 0 w 1952625"/>
                  <a:gd name="connsiteY0" fmla="*/ 555634 h 556011"/>
                  <a:gd name="connsiteX1" fmla="*/ 511175 w 1952625"/>
                  <a:gd name="connsiteY1" fmla="*/ 463559 h 556011"/>
                  <a:gd name="connsiteX2" fmla="*/ 974725 w 1952625"/>
                  <a:gd name="connsiteY2" fmla="*/ 9 h 556011"/>
                  <a:gd name="connsiteX3" fmla="*/ 1362075 w 1952625"/>
                  <a:gd name="connsiteY3" fmla="*/ 450859 h 556011"/>
                  <a:gd name="connsiteX4" fmla="*/ 1952625 w 1952625"/>
                  <a:gd name="connsiteY4" fmla="*/ 555634 h 556011"/>
                  <a:gd name="connsiteX0" fmla="*/ 0 w 1952625"/>
                  <a:gd name="connsiteY0" fmla="*/ 555626 h 556003"/>
                  <a:gd name="connsiteX1" fmla="*/ 492125 w 1952625"/>
                  <a:gd name="connsiteY1" fmla="*/ 454026 h 556003"/>
                  <a:gd name="connsiteX2" fmla="*/ 974725 w 1952625"/>
                  <a:gd name="connsiteY2" fmla="*/ 1 h 556003"/>
                  <a:gd name="connsiteX3" fmla="*/ 1362075 w 1952625"/>
                  <a:gd name="connsiteY3" fmla="*/ 450851 h 556003"/>
                  <a:gd name="connsiteX4" fmla="*/ 1952625 w 1952625"/>
                  <a:gd name="connsiteY4" fmla="*/ 555626 h 556003"/>
                  <a:gd name="connsiteX0" fmla="*/ 0 w 1952625"/>
                  <a:gd name="connsiteY0" fmla="*/ 555627 h 555957"/>
                  <a:gd name="connsiteX1" fmla="*/ 492125 w 1952625"/>
                  <a:gd name="connsiteY1" fmla="*/ 454027 h 555957"/>
                  <a:gd name="connsiteX2" fmla="*/ 974725 w 1952625"/>
                  <a:gd name="connsiteY2" fmla="*/ 2 h 555957"/>
                  <a:gd name="connsiteX3" fmla="*/ 1454150 w 1952625"/>
                  <a:gd name="connsiteY3" fmla="*/ 447677 h 555957"/>
                  <a:gd name="connsiteX4" fmla="*/ 1952625 w 1952625"/>
                  <a:gd name="connsiteY4" fmla="*/ 555627 h 555957"/>
                  <a:gd name="connsiteX0" fmla="*/ 0 w 1952625"/>
                  <a:gd name="connsiteY0" fmla="*/ 555627 h 556133"/>
                  <a:gd name="connsiteX1" fmla="*/ 492125 w 1952625"/>
                  <a:gd name="connsiteY1" fmla="*/ 454027 h 556133"/>
                  <a:gd name="connsiteX2" fmla="*/ 974725 w 1952625"/>
                  <a:gd name="connsiteY2" fmla="*/ 2 h 556133"/>
                  <a:gd name="connsiteX3" fmla="*/ 1454150 w 1952625"/>
                  <a:gd name="connsiteY3" fmla="*/ 447677 h 556133"/>
                  <a:gd name="connsiteX4" fmla="*/ 1952625 w 1952625"/>
                  <a:gd name="connsiteY4" fmla="*/ 555627 h 556133"/>
                  <a:gd name="connsiteX0" fmla="*/ 0 w 1952625"/>
                  <a:gd name="connsiteY0" fmla="*/ 555627 h 556194"/>
                  <a:gd name="connsiteX1" fmla="*/ 492125 w 1952625"/>
                  <a:gd name="connsiteY1" fmla="*/ 454027 h 556194"/>
                  <a:gd name="connsiteX2" fmla="*/ 974725 w 1952625"/>
                  <a:gd name="connsiteY2" fmla="*/ 2 h 556194"/>
                  <a:gd name="connsiteX3" fmla="*/ 1454150 w 1952625"/>
                  <a:gd name="connsiteY3" fmla="*/ 447677 h 556194"/>
                  <a:gd name="connsiteX4" fmla="*/ 1952625 w 1952625"/>
                  <a:gd name="connsiteY4" fmla="*/ 555627 h 5561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52625" h="556194">
                    <a:moveTo>
                      <a:pt x="0" y="555627"/>
                    </a:moveTo>
                    <a:cubicBezTo>
                      <a:pt x="238125" y="557214"/>
                      <a:pt x="259821" y="562506"/>
                      <a:pt x="492125" y="454027"/>
                    </a:cubicBezTo>
                    <a:cubicBezTo>
                      <a:pt x="724429" y="345548"/>
                      <a:pt x="814388" y="1060"/>
                      <a:pt x="974725" y="2"/>
                    </a:cubicBezTo>
                    <a:cubicBezTo>
                      <a:pt x="1135062" y="-1056"/>
                      <a:pt x="1218142" y="345548"/>
                      <a:pt x="1454150" y="447677"/>
                    </a:cubicBezTo>
                    <a:cubicBezTo>
                      <a:pt x="1690158" y="549806"/>
                      <a:pt x="1711325" y="558802"/>
                      <a:pt x="1952625" y="555627"/>
                    </a:cubicBezTo>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grpSp>
      <p:sp>
        <p:nvSpPr>
          <p:cNvPr id="53" name="弧 52">
            <a:extLst>
              <a:ext uri="{FF2B5EF4-FFF2-40B4-BE49-F238E27FC236}">
                <a16:creationId xmlns:a16="http://schemas.microsoft.com/office/drawing/2014/main" id="{1FA752A8-AA2A-F3DF-876A-431E9521AF92}"/>
              </a:ext>
            </a:extLst>
          </p:cNvPr>
          <p:cNvSpPr/>
          <p:nvPr/>
        </p:nvSpPr>
        <p:spPr>
          <a:xfrm rot="13535085">
            <a:off x="4063793" y="2201171"/>
            <a:ext cx="1234068" cy="1234068"/>
          </a:xfrm>
          <a:prstGeom prst="arc">
            <a:avLst/>
          </a:prstGeom>
          <a:ln w="12700">
            <a:solidFill>
              <a:schemeClr val="accent4"/>
            </a:solidFill>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grpSp>
        <p:nvGrpSpPr>
          <p:cNvPr id="54" name="组合 53">
            <a:extLst>
              <a:ext uri="{FF2B5EF4-FFF2-40B4-BE49-F238E27FC236}">
                <a16:creationId xmlns:a16="http://schemas.microsoft.com/office/drawing/2014/main" id="{B358F7BD-8F14-B804-D931-7751A816DD8F}"/>
              </a:ext>
            </a:extLst>
          </p:cNvPr>
          <p:cNvGrpSpPr/>
          <p:nvPr/>
        </p:nvGrpSpPr>
        <p:grpSpPr>
          <a:xfrm>
            <a:off x="5672829" y="3673060"/>
            <a:ext cx="1958276" cy="90160"/>
            <a:chOff x="772980" y="-757708"/>
            <a:chExt cx="6789871" cy="312609"/>
          </a:xfrm>
        </p:grpSpPr>
        <p:cxnSp>
          <p:nvCxnSpPr>
            <p:cNvPr id="55" name="直线连接符 54">
              <a:extLst>
                <a:ext uri="{FF2B5EF4-FFF2-40B4-BE49-F238E27FC236}">
                  <a16:creationId xmlns:a16="http://schemas.microsoft.com/office/drawing/2014/main" id="{32F5E747-2E28-562C-9124-A9106BE30CB0}"/>
                </a:ext>
              </a:extLst>
            </p:cNvPr>
            <p:cNvCxnSpPr>
              <a:cxnSpLocks/>
            </p:cNvCxnSpPr>
            <p:nvPr/>
          </p:nvCxnSpPr>
          <p:spPr>
            <a:xfrm>
              <a:off x="772980" y="-449498"/>
              <a:ext cx="6700355" cy="0"/>
            </a:xfrm>
            <a:prstGeom prst="line">
              <a:avLst/>
            </a:prstGeom>
            <a:ln w="9525">
              <a:solidFill>
                <a:schemeClr val="accent4"/>
              </a:solidFill>
            </a:ln>
          </p:spPr>
          <p:style>
            <a:lnRef idx="1">
              <a:schemeClr val="accent1"/>
            </a:lnRef>
            <a:fillRef idx="0">
              <a:schemeClr val="accent1"/>
            </a:fillRef>
            <a:effectRef idx="0">
              <a:schemeClr val="accent1"/>
            </a:effectRef>
            <a:fontRef idx="minor">
              <a:schemeClr val="tx1"/>
            </a:fontRef>
          </p:style>
        </p:cxnSp>
        <p:grpSp>
          <p:nvGrpSpPr>
            <p:cNvPr id="56" name="组合 55">
              <a:extLst>
                <a:ext uri="{FF2B5EF4-FFF2-40B4-BE49-F238E27FC236}">
                  <a16:creationId xmlns:a16="http://schemas.microsoft.com/office/drawing/2014/main" id="{5977ABC8-FFCA-7BBC-90CB-0164FBEC11BC}"/>
                </a:ext>
              </a:extLst>
            </p:cNvPr>
            <p:cNvGrpSpPr/>
            <p:nvPr/>
          </p:nvGrpSpPr>
          <p:grpSpPr>
            <a:xfrm>
              <a:off x="2307129" y="-757708"/>
              <a:ext cx="1624816" cy="312609"/>
              <a:chOff x="3392496" y="4254499"/>
              <a:chExt cx="1278645" cy="364214"/>
            </a:xfrm>
          </p:grpSpPr>
          <p:sp>
            <p:nvSpPr>
              <p:cNvPr id="63" name="任意形状 62">
                <a:extLst>
                  <a:ext uri="{FF2B5EF4-FFF2-40B4-BE49-F238E27FC236}">
                    <a16:creationId xmlns:a16="http://schemas.microsoft.com/office/drawing/2014/main" id="{FC945643-3AC0-DEED-EECA-2637640FC95B}"/>
                  </a:ext>
                </a:extLst>
              </p:cNvPr>
              <p:cNvSpPr/>
              <p:nvPr/>
            </p:nvSpPr>
            <p:spPr>
              <a:xfrm>
                <a:off x="3392498" y="4254499"/>
                <a:ext cx="1278643" cy="364214"/>
              </a:xfrm>
              <a:custGeom>
                <a:avLst/>
                <a:gdLst>
                  <a:gd name="connsiteX0" fmla="*/ 0 w 2076450"/>
                  <a:gd name="connsiteY0" fmla="*/ 514352 h 563845"/>
                  <a:gd name="connsiteX1" fmla="*/ 584200 w 2076450"/>
                  <a:gd name="connsiteY1" fmla="*/ 514352 h 563845"/>
                  <a:gd name="connsiteX2" fmla="*/ 1104900 w 2076450"/>
                  <a:gd name="connsiteY2" fmla="*/ 2 h 563845"/>
                  <a:gd name="connsiteX3" fmla="*/ 1511300 w 2076450"/>
                  <a:gd name="connsiteY3" fmla="*/ 508002 h 563845"/>
                  <a:gd name="connsiteX4" fmla="*/ 2076450 w 2076450"/>
                  <a:gd name="connsiteY4" fmla="*/ 552452 h 563845"/>
                  <a:gd name="connsiteX0" fmla="*/ 0 w 2076450"/>
                  <a:gd name="connsiteY0" fmla="*/ 552452 h 584518"/>
                  <a:gd name="connsiteX1" fmla="*/ 584200 w 2076450"/>
                  <a:gd name="connsiteY1" fmla="*/ 514352 h 584518"/>
                  <a:gd name="connsiteX2" fmla="*/ 1104900 w 2076450"/>
                  <a:gd name="connsiteY2" fmla="*/ 2 h 584518"/>
                  <a:gd name="connsiteX3" fmla="*/ 1511300 w 2076450"/>
                  <a:gd name="connsiteY3" fmla="*/ 508002 h 584518"/>
                  <a:gd name="connsiteX4" fmla="*/ 2076450 w 2076450"/>
                  <a:gd name="connsiteY4" fmla="*/ 552452 h 584518"/>
                  <a:gd name="connsiteX0" fmla="*/ 0 w 2076450"/>
                  <a:gd name="connsiteY0" fmla="*/ 552452 h 567630"/>
                  <a:gd name="connsiteX1" fmla="*/ 584200 w 2076450"/>
                  <a:gd name="connsiteY1" fmla="*/ 514352 h 567630"/>
                  <a:gd name="connsiteX2" fmla="*/ 1104900 w 2076450"/>
                  <a:gd name="connsiteY2" fmla="*/ 2 h 567630"/>
                  <a:gd name="connsiteX3" fmla="*/ 1511300 w 2076450"/>
                  <a:gd name="connsiteY3" fmla="*/ 508002 h 567630"/>
                  <a:gd name="connsiteX4" fmla="*/ 2076450 w 2076450"/>
                  <a:gd name="connsiteY4" fmla="*/ 552452 h 567630"/>
                  <a:gd name="connsiteX0" fmla="*/ 0 w 2076450"/>
                  <a:gd name="connsiteY0" fmla="*/ 552557 h 560371"/>
                  <a:gd name="connsiteX1" fmla="*/ 635000 w 2076450"/>
                  <a:gd name="connsiteY1" fmla="*/ 463657 h 560371"/>
                  <a:gd name="connsiteX2" fmla="*/ 1104900 w 2076450"/>
                  <a:gd name="connsiteY2" fmla="*/ 107 h 560371"/>
                  <a:gd name="connsiteX3" fmla="*/ 1511300 w 2076450"/>
                  <a:gd name="connsiteY3" fmla="*/ 508107 h 560371"/>
                  <a:gd name="connsiteX4" fmla="*/ 2076450 w 2076450"/>
                  <a:gd name="connsiteY4" fmla="*/ 552557 h 560371"/>
                  <a:gd name="connsiteX0" fmla="*/ 0 w 2076450"/>
                  <a:gd name="connsiteY0" fmla="*/ 552460 h 552460"/>
                  <a:gd name="connsiteX1" fmla="*/ 635000 w 2076450"/>
                  <a:gd name="connsiteY1" fmla="*/ 463560 h 552460"/>
                  <a:gd name="connsiteX2" fmla="*/ 1104900 w 2076450"/>
                  <a:gd name="connsiteY2" fmla="*/ 10 h 552460"/>
                  <a:gd name="connsiteX3" fmla="*/ 1466850 w 2076450"/>
                  <a:gd name="connsiteY3" fmla="*/ 450860 h 552460"/>
                  <a:gd name="connsiteX4" fmla="*/ 2076450 w 2076450"/>
                  <a:gd name="connsiteY4" fmla="*/ 552460 h 552460"/>
                  <a:gd name="connsiteX0" fmla="*/ 0 w 2076450"/>
                  <a:gd name="connsiteY0" fmla="*/ 552460 h 553694"/>
                  <a:gd name="connsiteX1" fmla="*/ 635000 w 2076450"/>
                  <a:gd name="connsiteY1" fmla="*/ 463560 h 553694"/>
                  <a:gd name="connsiteX2" fmla="*/ 1104900 w 2076450"/>
                  <a:gd name="connsiteY2" fmla="*/ 10 h 553694"/>
                  <a:gd name="connsiteX3" fmla="*/ 1466850 w 2076450"/>
                  <a:gd name="connsiteY3" fmla="*/ 450860 h 553694"/>
                  <a:gd name="connsiteX4" fmla="*/ 2076450 w 2076450"/>
                  <a:gd name="connsiteY4" fmla="*/ 552460 h 553694"/>
                  <a:gd name="connsiteX0" fmla="*/ 0 w 2076450"/>
                  <a:gd name="connsiteY0" fmla="*/ 552453 h 555210"/>
                  <a:gd name="connsiteX1" fmla="*/ 635000 w 2076450"/>
                  <a:gd name="connsiteY1" fmla="*/ 463553 h 555210"/>
                  <a:gd name="connsiteX2" fmla="*/ 1104900 w 2076450"/>
                  <a:gd name="connsiteY2" fmla="*/ 3 h 555210"/>
                  <a:gd name="connsiteX3" fmla="*/ 1498600 w 2076450"/>
                  <a:gd name="connsiteY3" fmla="*/ 469903 h 555210"/>
                  <a:gd name="connsiteX4" fmla="*/ 2076450 w 2076450"/>
                  <a:gd name="connsiteY4" fmla="*/ 552453 h 555210"/>
                  <a:gd name="connsiteX0" fmla="*/ 0 w 2076450"/>
                  <a:gd name="connsiteY0" fmla="*/ 552510 h 553235"/>
                  <a:gd name="connsiteX1" fmla="*/ 635000 w 2076450"/>
                  <a:gd name="connsiteY1" fmla="*/ 463610 h 553235"/>
                  <a:gd name="connsiteX2" fmla="*/ 1104900 w 2076450"/>
                  <a:gd name="connsiteY2" fmla="*/ 60 h 553235"/>
                  <a:gd name="connsiteX3" fmla="*/ 1479550 w 2076450"/>
                  <a:gd name="connsiteY3" fmla="*/ 431860 h 553235"/>
                  <a:gd name="connsiteX4" fmla="*/ 2076450 w 2076450"/>
                  <a:gd name="connsiteY4" fmla="*/ 552510 h 553235"/>
                  <a:gd name="connsiteX0" fmla="*/ 0 w 2076450"/>
                  <a:gd name="connsiteY0" fmla="*/ 552510 h 553991"/>
                  <a:gd name="connsiteX1" fmla="*/ 635000 w 2076450"/>
                  <a:gd name="connsiteY1" fmla="*/ 463610 h 553991"/>
                  <a:gd name="connsiteX2" fmla="*/ 1104900 w 2076450"/>
                  <a:gd name="connsiteY2" fmla="*/ 60 h 553991"/>
                  <a:gd name="connsiteX3" fmla="*/ 1479550 w 2076450"/>
                  <a:gd name="connsiteY3" fmla="*/ 431860 h 553991"/>
                  <a:gd name="connsiteX4" fmla="*/ 2076450 w 2076450"/>
                  <a:gd name="connsiteY4" fmla="*/ 552510 h 553991"/>
                  <a:gd name="connsiteX0" fmla="*/ 0 w 2076450"/>
                  <a:gd name="connsiteY0" fmla="*/ 552514 h 553995"/>
                  <a:gd name="connsiteX1" fmla="*/ 635000 w 2076450"/>
                  <a:gd name="connsiteY1" fmla="*/ 463614 h 553995"/>
                  <a:gd name="connsiteX2" fmla="*/ 1104900 w 2076450"/>
                  <a:gd name="connsiteY2" fmla="*/ 64 h 553995"/>
                  <a:gd name="connsiteX3" fmla="*/ 1479550 w 2076450"/>
                  <a:gd name="connsiteY3" fmla="*/ 431864 h 553995"/>
                  <a:gd name="connsiteX4" fmla="*/ 2076450 w 2076450"/>
                  <a:gd name="connsiteY4" fmla="*/ 552514 h 553995"/>
                  <a:gd name="connsiteX0" fmla="*/ 0 w 2076450"/>
                  <a:gd name="connsiteY0" fmla="*/ 552453 h 553934"/>
                  <a:gd name="connsiteX1" fmla="*/ 635000 w 2076450"/>
                  <a:gd name="connsiteY1" fmla="*/ 463553 h 553934"/>
                  <a:gd name="connsiteX2" fmla="*/ 1104900 w 2076450"/>
                  <a:gd name="connsiteY2" fmla="*/ 3 h 553934"/>
                  <a:gd name="connsiteX3" fmla="*/ 1479550 w 2076450"/>
                  <a:gd name="connsiteY3" fmla="*/ 431803 h 553934"/>
                  <a:gd name="connsiteX4" fmla="*/ 2076450 w 2076450"/>
                  <a:gd name="connsiteY4" fmla="*/ 552453 h 553934"/>
                  <a:gd name="connsiteX0" fmla="*/ 0 w 2076450"/>
                  <a:gd name="connsiteY0" fmla="*/ 552453 h 556896"/>
                  <a:gd name="connsiteX1" fmla="*/ 635000 w 2076450"/>
                  <a:gd name="connsiteY1" fmla="*/ 463553 h 556896"/>
                  <a:gd name="connsiteX2" fmla="*/ 1104900 w 2076450"/>
                  <a:gd name="connsiteY2" fmla="*/ 3 h 556896"/>
                  <a:gd name="connsiteX3" fmla="*/ 1498600 w 2076450"/>
                  <a:gd name="connsiteY3" fmla="*/ 457203 h 556896"/>
                  <a:gd name="connsiteX4" fmla="*/ 2076450 w 2076450"/>
                  <a:gd name="connsiteY4" fmla="*/ 552453 h 556896"/>
                  <a:gd name="connsiteX0" fmla="*/ 0 w 2076450"/>
                  <a:gd name="connsiteY0" fmla="*/ 552453 h 554014"/>
                  <a:gd name="connsiteX1" fmla="*/ 635000 w 2076450"/>
                  <a:gd name="connsiteY1" fmla="*/ 463553 h 554014"/>
                  <a:gd name="connsiteX2" fmla="*/ 1098550 w 2076450"/>
                  <a:gd name="connsiteY2" fmla="*/ 3 h 554014"/>
                  <a:gd name="connsiteX3" fmla="*/ 1498600 w 2076450"/>
                  <a:gd name="connsiteY3" fmla="*/ 457203 h 554014"/>
                  <a:gd name="connsiteX4" fmla="*/ 2076450 w 2076450"/>
                  <a:gd name="connsiteY4" fmla="*/ 552453 h 554014"/>
                  <a:gd name="connsiteX0" fmla="*/ 0 w 2076450"/>
                  <a:gd name="connsiteY0" fmla="*/ 552459 h 553693"/>
                  <a:gd name="connsiteX1" fmla="*/ 635000 w 2076450"/>
                  <a:gd name="connsiteY1" fmla="*/ 463559 h 553693"/>
                  <a:gd name="connsiteX2" fmla="*/ 1098550 w 2076450"/>
                  <a:gd name="connsiteY2" fmla="*/ 9 h 553693"/>
                  <a:gd name="connsiteX3" fmla="*/ 1485900 w 2076450"/>
                  <a:gd name="connsiteY3" fmla="*/ 450859 h 553693"/>
                  <a:gd name="connsiteX4" fmla="*/ 2076450 w 2076450"/>
                  <a:gd name="connsiteY4" fmla="*/ 552459 h 553693"/>
                  <a:gd name="connsiteX0" fmla="*/ 0 w 2076450"/>
                  <a:gd name="connsiteY0" fmla="*/ 552459 h 556763"/>
                  <a:gd name="connsiteX1" fmla="*/ 635000 w 2076450"/>
                  <a:gd name="connsiteY1" fmla="*/ 463559 h 556763"/>
                  <a:gd name="connsiteX2" fmla="*/ 1098550 w 2076450"/>
                  <a:gd name="connsiteY2" fmla="*/ 9 h 556763"/>
                  <a:gd name="connsiteX3" fmla="*/ 1485900 w 2076450"/>
                  <a:gd name="connsiteY3" fmla="*/ 450859 h 556763"/>
                  <a:gd name="connsiteX4" fmla="*/ 2076450 w 2076450"/>
                  <a:gd name="connsiteY4" fmla="*/ 555634 h 556763"/>
                  <a:gd name="connsiteX0" fmla="*/ 0 w 2076450"/>
                  <a:gd name="connsiteY0" fmla="*/ 552459 h 556011"/>
                  <a:gd name="connsiteX1" fmla="*/ 635000 w 2076450"/>
                  <a:gd name="connsiteY1" fmla="*/ 463559 h 556011"/>
                  <a:gd name="connsiteX2" fmla="*/ 1098550 w 2076450"/>
                  <a:gd name="connsiteY2" fmla="*/ 9 h 556011"/>
                  <a:gd name="connsiteX3" fmla="*/ 1485900 w 2076450"/>
                  <a:gd name="connsiteY3" fmla="*/ 450859 h 556011"/>
                  <a:gd name="connsiteX4" fmla="*/ 2076450 w 2076450"/>
                  <a:gd name="connsiteY4" fmla="*/ 555634 h 556011"/>
                  <a:gd name="connsiteX0" fmla="*/ 0 w 1952625"/>
                  <a:gd name="connsiteY0" fmla="*/ 555634 h 556011"/>
                  <a:gd name="connsiteX1" fmla="*/ 511175 w 1952625"/>
                  <a:gd name="connsiteY1" fmla="*/ 463559 h 556011"/>
                  <a:gd name="connsiteX2" fmla="*/ 974725 w 1952625"/>
                  <a:gd name="connsiteY2" fmla="*/ 9 h 556011"/>
                  <a:gd name="connsiteX3" fmla="*/ 1362075 w 1952625"/>
                  <a:gd name="connsiteY3" fmla="*/ 450859 h 556011"/>
                  <a:gd name="connsiteX4" fmla="*/ 1952625 w 1952625"/>
                  <a:gd name="connsiteY4" fmla="*/ 555634 h 556011"/>
                  <a:gd name="connsiteX0" fmla="*/ 0 w 1952625"/>
                  <a:gd name="connsiteY0" fmla="*/ 555634 h 556011"/>
                  <a:gd name="connsiteX1" fmla="*/ 511175 w 1952625"/>
                  <a:gd name="connsiteY1" fmla="*/ 463559 h 556011"/>
                  <a:gd name="connsiteX2" fmla="*/ 974725 w 1952625"/>
                  <a:gd name="connsiteY2" fmla="*/ 9 h 556011"/>
                  <a:gd name="connsiteX3" fmla="*/ 1362075 w 1952625"/>
                  <a:gd name="connsiteY3" fmla="*/ 450859 h 556011"/>
                  <a:gd name="connsiteX4" fmla="*/ 1952625 w 1952625"/>
                  <a:gd name="connsiteY4" fmla="*/ 555634 h 556011"/>
                  <a:gd name="connsiteX0" fmla="*/ 0 w 1952625"/>
                  <a:gd name="connsiteY0" fmla="*/ 555626 h 556003"/>
                  <a:gd name="connsiteX1" fmla="*/ 492125 w 1952625"/>
                  <a:gd name="connsiteY1" fmla="*/ 454026 h 556003"/>
                  <a:gd name="connsiteX2" fmla="*/ 974725 w 1952625"/>
                  <a:gd name="connsiteY2" fmla="*/ 1 h 556003"/>
                  <a:gd name="connsiteX3" fmla="*/ 1362075 w 1952625"/>
                  <a:gd name="connsiteY3" fmla="*/ 450851 h 556003"/>
                  <a:gd name="connsiteX4" fmla="*/ 1952625 w 1952625"/>
                  <a:gd name="connsiteY4" fmla="*/ 555626 h 556003"/>
                  <a:gd name="connsiteX0" fmla="*/ 0 w 1952625"/>
                  <a:gd name="connsiteY0" fmla="*/ 555627 h 555957"/>
                  <a:gd name="connsiteX1" fmla="*/ 492125 w 1952625"/>
                  <a:gd name="connsiteY1" fmla="*/ 454027 h 555957"/>
                  <a:gd name="connsiteX2" fmla="*/ 974725 w 1952625"/>
                  <a:gd name="connsiteY2" fmla="*/ 2 h 555957"/>
                  <a:gd name="connsiteX3" fmla="*/ 1454150 w 1952625"/>
                  <a:gd name="connsiteY3" fmla="*/ 447677 h 555957"/>
                  <a:gd name="connsiteX4" fmla="*/ 1952625 w 1952625"/>
                  <a:gd name="connsiteY4" fmla="*/ 555627 h 555957"/>
                  <a:gd name="connsiteX0" fmla="*/ 0 w 1952625"/>
                  <a:gd name="connsiteY0" fmla="*/ 555627 h 556133"/>
                  <a:gd name="connsiteX1" fmla="*/ 492125 w 1952625"/>
                  <a:gd name="connsiteY1" fmla="*/ 454027 h 556133"/>
                  <a:gd name="connsiteX2" fmla="*/ 974725 w 1952625"/>
                  <a:gd name="connsiteY2" fmla="*/ 2 h 556133"/>
                  <a:gd name="connsiteX3" fmla="*/ 1454150 w 1952625"/>
                  <a:gd name="connsiteY3" fmla="*/ 447677 h 556133"/>
                  <a:gd name="connsiteX4" fmla="*/ 1952625 w 1952625"/>
                  <a:gd name="connsiteY4" fmla="*/ 555627 h 556133"/>
                  <a:gd name="connsiteX0" fmla="*/ 0 w 1952625"/>
                  <a:gd name="connsiteY0" fmla="*/ 555627 h 556194"/>
                  <a:gd name="connsiteX1" fmla="*/ 492125 w 1952625"/>
                  <a:gd name="connsiteY1" fmla="*/ 454027 h 556194"/>
                  <a:gd name="connsiteX2" fmla="*/ 974725 w 1952625"/>
                  <a:gd name="connsiteY2" fmla="*/ 2 h 556194"/>
                  <a:gd name="connsiteX3" fmla="*/ 1454150 w 1952625"/>
                  <a:gd name="connsiteY3" fmla="*/ 447677 h 556194"/>
                  <a:gd name="connsiteX4" fmla="*/ 1952625 w 1952625"/>
                  <a:gd name="connsiteY4" fmla="*/ 555627 h 5561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52625" h="556194">
                    <a:moveTo>
                      <a:pt x="0" y="555627"/>
                    </a:moveTo>
                    <a:cubicBezTo>
                      <a:pt x="238125" y="557214"/>
                      <a:pt x="259821" y="562506"/>
                      <a:pt x="492125" y="454027"/>
                    </a:cubicBezTo>
                    <a:cubicBezTo>
                      <a:pt x="724429" y="345548"/>
                      <a:pt x="814388" y="1060"/>
                      <a:pt x="974725" y="2"/>
                    </a:cubicBezTo>
                    <a:cubicBezTo>
                      <a:pt x="1135062" y="-1056"/>
                      <a:pt x="1218142" y="345548"/>
                      <a:pt x="1454150" y="447677"/>
                    </a:cubicBezTo>
                    <a:cubicBezTo>
                      <a:pt x="1690158" y="549806"/>
                      <a:pt x="1711325" y="558802"/>
                      <a:pt x="1952625" y="555627"/>
                    </a:cubicBezTo>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4" name="任意形状 63">
                <a:extLst>
                  <a:ext uri="{FF2B5EF4-FFF2-40B4-BE49-F238E27FC236}">
                    <a16:creationId xmlns:a16="http://schemas.microsoft.com/office/drawing/2014/main" id="{9A46DFDC-59AF-B998-1A1B-B9887132C1E4}"/>
                  </a:ext>
                </a:extLst>
              </p:cNvPr>
              <p:cNvSpPr/>
              <p:nvPr/>
            </p:nvSpPr>
            <p:spPr>
              <a:xfrm>
                <a:off x="3392497" y="4254499"/>
                <a:ext cx="1278643" cy="364214"/>
              </a:xfrm>
              <a:custGeom>
                <a:avLst/>
                <a:gdLst>
                  <a:gd name="connsiteX0" fmla="*/ 0 w 2076450"/>
                  <a:gd name="connsiteY0" fmla="*/ 514352 h 563845"/>
                  <a:gd name="connsiteX1" fmla="*/ 584200 w 2076450"/>
                  <a:gd name="connsiteY1" fmla="*/ 514352 h 563845"/>
                  <a:gd name="connsiteX2" fmla="*/ 1104900 w 2076450"/>
                  <a:gd name="connsiteY2" fmla="*/ 2 h 563845"/>
                  <a:gd name="connsiteX3" fmla="*/ 1511300 w 2076450"/>
                  <a:gd name="connsiteY3" fmla="*/ 508002 h 563845"/>
                  <a:gd name="connsiteX4" fmla="*/ 2076450 w 2076450"/>
                  <a:gd name="connsiteY4" fmla="*/ 552452 h 563845"/>
                  <a:gd name="connsiteX0" fmla="*/ 0 w 2076450"/>
                  <a:gd name="connsiteY0" fmla="*/ 552452 h 584518"/>
                  <a:gd name="connsiteX1" fmla="*/ 584200 w 2076450"/>
                  <a:gd name="connsiteY1" fmla="*/ 514352 h 584518"/>
                  <a:gd name="connsiteX2" fmla="*/ 1104900 w 2076450"/>
                  <a:gd name="connsiteY2" fmla="*/ 2 h 584518"/>
                  <a:gd name="connsiteX3" fmla="*/ 1511300 w 2076450"/>
                  <a:gd name="connsiteY3" fmla="*/ 508002 h 584518"/>
                  <a:gd name="connsiteX4" fmla="*/ 2076450 w 2076450"/>
                  <a:gd name="connsiteY4" fmla="*/ 552452 h 584518"/>
                  <a:gd name="connsiteX0" fmla="*/ 0 w 2076450"/>
                  <a:gd name="connsiteY0" fmla="*/ 552452 h 567630"/>
                  <a:gd name="connsiteX1" fmla="*/ 584200 w 2076450"/>
                  <a:gd name="connsiteY1" fmla="*/ 514352 h 567630"/>
                  <a:gd name="connsiteX2" fmla="*/ 1104900 w 2076450"/>
                  <a:gd name="connsiteY2" fmla="*/ 2 h 567630"/>
                  <a:gd name="connsiteX3" fmla="*/ 1511300 w 2076450"/>
                  <a:gd name="connsiteY3" fmla="*/ 508002 h 567630"/>
                  <a:gd name="connsiteX4" fmla="*/ 2076450 w 2076450"/>
                  <a:gd name="connsiteY4" fmla="*/ 552452 h 567630"/>
                  <a:gd name="connsiteX0" fmla="*/ 0 w 2076450"/>
                  <a:gd name="connsiteY0" fmla="*/ 552557 h 560371"/>
                  <a:gd name="connsiteX1" fmla="*/ 635000 w 2076450"/>
                  <a:gd name="connsiteY1" fmla="*/ 463657 h 560371"/>
                  <a:gd name="connsiteX2" fmla="*/ 1104900 w 2076450"/>
                  <a:gd name="connsiteY2" fmla="*/ 107 h 560371"/>
                  <a:gd name="connsiteX3" fmla="*/ 1511300 w 2076450"/>
                  <a:gd name="connsiteY3" fmla="*/ 508107 h 560371"/>
                  <a:gd name="connsiteX4" fmla="*/ 2076450 w 2076450"/>
                  <a:gd name="connsiteY4" fmla="*/ 552557 h 560371"/>
                  <a:gd name="connsiteX0" fmla="*/ 0 w 2076450"/>
                  <a:gd name="connsiteY0" fmla="*/ 552460 h 552460"/>
                  <a:gd name="connsiteX1" fmla="*/ 635000 w 2076450"/>
                  <a:gd name="connsiteY1" fmla="*/ 463560 h 552460"/>
                  <a:gd name="connsiteX2" fmla="*/ 1104900 w 2076450"/>
                  <a:gd name="connsiteY2" fmla="*/ 10 h 552460"/>
                  <a:gd name="connsiteX3" fmla="*/ 1466850 w 2076450"/>
                  <a:gd name="connsiteY3" fmla="*/ 450860 h 552460"/>
                  <a:gd name="connsiteX4" fmla="*/ 2076450 w 2076450"/>
                  <a:gd name="connsiteY4" fmla="*/ 552460 h 552460"/>
                  <a:gd name="connsiteX0" fmla="*/ 0 w 2076450"/>
                  <a:gd name="connsiteY0" fmla="*/ 552460 h 553694"/>
                  <a:gd name="connsiteX1" fmla="*/ 635000 w 2076450"/>
                  <a:gd name="connsiteY1" fmla="*/ 463560 h 553694"/>
                  <a:gd name="connsiteX2" fmla="*/ 1104900 w 2076450"/>
                  <a:gd name="connsiteY2" fmla="*/ 10 h 553694"/>
                  <a:gd name="connsiteX3" fmla="*/ 1466850 w 2076450"/>
                  <a:gd name="connsiteY3" fmla="*/ 450860 h 553694"/>
                  <a:gd name="connsiteX4" fmla="*/ 2076450 w 2076450"/>
                  <a:gd name="connsiteY4" fmla="*/ 552460 h 553694"/>
                  <a:gd name="connsiteX0" fmla="*/ 0 w 2076450"/>
                  <a:gd name="connsiteY0" fmla="*/ 552453 h 555210"/>
                  <a:gd name="connsiteX1" fmla="*/ 635000 w 2076450"/>
                  <a:gd name="connsiteY1" fmla="*/ 463553 h 555210"/>
                  <a:gd name="connsiteX2" fmla="*/ 1104900 w 2076450"/>
                  <a:gd name="connsiteY2" fmla="*/ 3 h 555210"/>
                  <a:gd name="connsiteX3" fmla="*/ 1498600 w 2076450"/>
                  <a:gd name="connsiteY3" fmla="*/ 469903 h 555210"/>
                  <a:gd name="connsiteX4" fmla="*/ 2076450 w 2076450"/>
                  <a:gd name="connsiteY4" fmla="*/ 552453 h 555210"/>
                  <a:gd name="connsiteX0" fmla="*/ 0 w 2076450"/>
                  <a:gd name="connsiteY0" fmla="*/ 552510 h 553235"/>
                  <a:gd name="connsiteX1" fmla="*/ 635000 w 2076450"/>
                  <a:gd name="connsiteY1" fmla="*/ 463610 h 553235"/>
                  <a:gd name="connsiteX2" fmla="*/ 1104900 w 2076450"/>
                  <a:gd name="connsiteY2" fmla="*/ 60 h 553235"/>
                  <a:gd name="connsiteX3" fmla="*/ 1479550 w 2076450"/>
                  <a:gd name="connsiteY3" fmla="*/ 431860 h 553235"/>
                  <a:gd name="connsiteX4" fmla="*/ 2076450 w 2076450"/>
                  <a:gd name="connsiteY4" fmla="*/ 552510 h 553235"/>
                  <a:gd name="connsiteX0" fmla="*/ 0 w 2076450"/>
                  <a:gd name="connsiteY0" fmla="*/ 552510 h 553991"/>
                  <a:gd name="connsiteX1" fmla="*/ 635000 w 2076450"/>
                  <a:gd name="connsiteY1" fmla="*/ 463610 h 553991"/>
                  <a:gd name="connsiteX2" fmla="*/ 1104900 w 2076450"/>
                  <a:gd name="connsiteY2" fmla="*/ 60 h 553991"/>
                  <a:gd name="connsiteX3" fmla="*/ 1479550 w 2076450"/>
                  <a:gd name="connsiteY3" fmla="*/ 431860 h 553991"/>
                  <a:gd name="connsiteX4" fmla="*/ 2076450 w 2076450"/>
                  <a:gd name="connsiteY4" fmla="*/ 552510 h 553991"/>
                  <a:gd name="connsiteX0" fmla="*/ 0 w 2076450"/>
                  <a:gd name="connsiteY0" fmla="*/ 552514 h 553995"/>
                  <a:gd name="connsiteX1" fmla="*/ 635000 w 2076450"/>
                  <a:gd name="connsiteY1" fmla="*/ 463614 h 553995"/>
                  <a:gd name="connsiteX2" fmla="*/ 1104900 w 2076450"/>
                  <a:gd name="connsiteY2" fmla="*/ 64 h 553995"/>
                  <a:gd name="connsiteX3" fmla="*/ 1479550 w 2076450"/>
                  <a:gd name="connsiteY3" fmla="*/ 431864 h 553995"/>
                  <a:gd name="connsiteX4" fmla="*/ 2076450 w 2076450"/>
                  <a:gd name="connsiteY4" fmla="*/ 552514 h 553995"/>
                  <a:gd name="connsiteX0" fmla="*/ 0 w 2076450"/>
                  <a:gd name="connsiteY0" fmla="*/ 552453 h 553934"/>
                  <a:gd name="connsiteX1" fmla="*/ 635000 w 2076450"/>
                  <a:gd name="connsiteY1" fmla="*/ 463553 h 553934"/>
                  <a:gd name="connsiteX2" fmla="*/ 1104900 w 2076450"/>
                  <a:gd name="connsiteY2" fmla="*/ 3 h 553934"/>
                  <a:gd name="connsiteX3" fmla="*/ 1479550 w 2076450"/>
                  <a:gd name="connsiteY3" fmla="*/ 431803 h 553934"/>
                  <a:gd name="connsiteX4" fmla="*/ 2076450 w 2076450"/>
                  <a:gd name="connsiteY4" fmla="*/ 552453 h 553934"/>
                  <a:gd name="connsiteX0" fmla="*/ 0 w 2076450"/>
                  <a:gd name="connsiteY0" fmla="*/ 552453 h 556896"/>
                  <a:gd name="connsiteX1" fmla="*/ 635000 w 2076450"/>
                  <a:gd name="connsiteY1" fmla="*/ 463553 h 556896"/>
                  <a:gd name="connsiteX2" fmla="*/ 1104900 w 2076450"/>
                  <a:gd name="connsiteY2" fmla="*/ 3 h 556896"/>
                  <a:gd name="connsiteX3" fmla="*/ 1498600 w 2076450"/>
                  <a:gd name="connsiteY3" fmla="*/ 457203 h 556896"/>
                  <a:gd name="connsiteX4" fmla="*/ 2076450 w 2076450"/>
                  <a:gd name="connsiteY4" fmla="*/ 552453 h 556896"/>
                  <a:gd name="connsiteX0" fmla="*/ 0 w 2076450"/>
                  <a:gd name="connsiteY0" fmla="*/ 552453 h 554014"/>
                  <a:gd name="connsiteX1" fmla="*/ 635000 w 2076450"/>
                  <a:gd name="connsiteY1" fmla="*/ 463553 h 554014"/>
                  <a:gd name="connsiteX2" fmla="*/ 1098550 w 2076450"/>
                  <a:gd name="connsiteY2" fmla="*/ 3 h 554014"/>
                  <a:gd name="connsiteX3" fmla="*/ 1498600 w 2076450"/>
                  <a:gd name="connsiteY3" fmla="*/ 457203 h 554014"/>
                  <a:gd name="connsiteX4" fmla="*/ 2076450 w 2076450"/>
                  <a:gd name="connsiteY4" fmla="*/ 552453 h 554014"/>
                  <a:gd name="connsiteX0" fmla="*/ 0 w 2076450"/>
                  <a:gd name="connsiteY0" fmla="*/ 552459 h 553693"/>
                  <a:gd name="connsiteX1" fmla="*/ 635000 w 2076450"/>
                  <a:gd name="connsiteY1" fmla="*/ 463559 h 553693"/>
                  <a:gd name="connsiteX2" fmla="*/ 1098550 w 2076450"/>
                  <a:gd name="connsiteY2" fmla="*/ 9 h 553693"/>
                  <a:gd name="connsiteX3" fmla="*/ 1485900 w 2076450"/>
                  <a:gd name="connsiteY3" fmla="*/ 450859 h 553693"/>
                  <a:gd name="connsiteX4" fmla="*/ 2076450 w 2076450"/>
                  <a:gd name="connsiteY4" fmla="*/ 552459 h 553693"/>
                  <a:gd name="connsiteX0" fmla="*/ 0 w 2076450"/>
                  <a:gd name="connsiteY0" fmla="*/ 552459 h 556763"/>
                  <a:gd name="connsiteX1" fmla="*/ 635000 w 2076450"/>
                  <a:gd name="connsiteY1" fmla="*/ 463559 h 556763"/>
                  <a:gd name="connsiteX2" fmla="*/ 1098550 w 2076450"/>
                  <a:gd name="connsiteY2" fmla="*/ 9 h 556763"/>
                  <a:gd name="connsiteX3" fmla="*/ 1485900 w 2076450"/>
                  <a:gd name="connsiteY3" fmla="*/ 450859 h 556763"/>
                  <a:gd name="connsiteX4" fmla="*/ 2076450 w 2076450"/>
                  <a:gd name="connsiteY4" fmla="*/ 555634 h 556763"/>
                  <a:gd name="connsiteX0" fmla="*/ 0 w 2076450"/>
                  <a:gd name="connsiteY0" fmla="*/ 552459 h 556011"/>
                  <a:gd name="connsiteX1" fmla="*/ 635000 w 2076450"/>
                  <a:gd name="connsiteY1" fmla="*/ 463559 h 556011"/>
                  <a:gd name="connsiteX2" fmla="*/ 1098550 w 2076450"/>
                  <a:gd name="connsiteY2" fmla="*/ 9 h 556011"/>
                  <a:gd name="connsiteX3" fmla="*/ 1485900 w 2076450"/>
                  <a:gd name="connsiteY3" fmla="*/ 450859 h 556011"/>
                  <a:gd name="connsiteX4" fmla="*/ 2076450 w 2076450"/>
                  <a:gd name="connsiteY4" fmla="*/ 555634 h 556011"/>
                  <a:gd name="connsiteX0" fmla="*/ 0 w 1952625"/>
                  <a:gd name="connsiteY0" fmla="*/ 555634 h 556011"/>
                  <a:gd name="connsiteX1" fmla="*/ 511175 w 1952625"/>
                  <a:gd name="connsiteY1" fmla="*/ 463559 h 556011"/>
                  <a:gd name="connsiteX2" fmla="*/ 974725 w 1952625"/>
                  <a:gd name="connsiteY2" fmla="*/ 9 h 556011"/>
                  <a:gd name="connsiteX3" fmla="*/ 1362075 w 1952625"/>
                  <a:gd name="connsiteY3" fmla="*/ 450859 h 556011"/>
                  <a:gd name="connsiteX4" fmla="*/ 1952625 w 1952625"/>
                  <a:gd name="connsiteY4" fmla="*/ 555634 h 556011"/>
                  <a:gd name="connsiteX0" fmla="*/ 0 w 1952625"/>
                  <a:gd name="connsiteY0" fmla="*/ 555634 h 556011"/>
                  <a:gd name="connsiteX1" fmla="*/ 511175 w 1952625"/>
                  <a:gd name="connsiteY1" fmla="*/ 463559 h 556011"/>
                  <a:gd name="connsiteX2" fmla="*/ 974725 w 1952625"/>
                  <a:gd name="connsiteY2" fmla="*/ 9 h 556011"/>
                  <a:gd name="connsiteX3" fmla="*/ 1362075 w 1952625"/>
                  <a:gd name="connsiteY3" fmla="*/ 450859 h 556011"/>
                  <a:gd name="connsiteX4" fmla="*/ 1952625 w 1952625"/>
                  <a:gd name="connsiteY4" fmla="*/ 555634 h 556011"/>
                  <a:gd name="connsiteX0" fmla="*/ 0 w 1952625"/>
                  <a:gd name="connsiteY0" fmla="*/ 555626 h 556003"/>
                  <a:gd name="connsiteX1" fmla="*/ 492125 w 1952625"/>
                  <a:gd name="connsiteY1" fmla="*/ 454026 h 556003"/>
                  <a:gd name="connsiteX2" fmla="*/ 974725 w 1952625"/>
                  <a:gd name="connsiteY2" fmla="*/ 1 h 556003"/>
                  <a:gd name="connsiteX3" fmla="*/ 1362075 w 1952625"/>
                  <a:gd name="connsiteY3" fmla="*/ 450851 h 556003"/>
                  <a:gd name="connsiteX4" fmla="*/ 1952625 w 1952625"/>
                  <a:gd name="connsiteY4" fmla="*/ 555626 h 556003"/>
                  <a:gd name="connsiteX0" fmla="*/ 0 w 1952625"/>
                  <a:gd name="connsiteY0" fmla="*/ 555627 h 555957"/>
                  <a:gd name="connsiteX1" fmla="*/ 492125 w 1952625"/>
                  <a:gd name="connsiteY1" fmla="*/ 454027 h 555957"/>
                  <a:gd name="connsiteX2" fmla="*/ 974725 w 1952625"/>
                  <a:gd name="connsiteY2" fmla="*/ 2 h 555957"/>
                  <a:gd name="connsiteX3" fmla="*/ 1454150 w 1952625"/>
                  <a:gd name="connsiteY3" fmla="*/ 447677 h 555957"/>
                  <a:gd name="connsiteX4" fmla="*/ 1952625 w 1952625"/>
                  <a:gd name="connsiteY4" fmla="*/ 555627 h 555957"/>
                  <a:gd name="connsiteX0" fmla="*/ 0 w 1952625"/>
                  <a:gd name="connsiteY0" fmla="*/ 555627 h 556133"/>
                  <a:gd name="connsiteX1" fmla="*/ 492125 w 1952625"/>
                  <a:gd name="connsiteY1" fmla="*/ 454027 h 556133"/>
                  <a:gd name="connsiteX2" fmla="*/ 974725 w 1952625"/>
                  <a:gd name="connsiteY2" fmla="*/ 2 h 556133"/>
                  <a:gd name="connsiteX3" fmla="*/ 1454150 w 1952625"/>
                  <a:gd name="connsiteY3" fmla="*/ 447677 h 556133"/>
                  <a:gd name="connsiteX4" fmla="*/ 1952625 w 1952625"/>
                  <a:gd name="connsiteY4" fmla="*/ 555627 h 556133"/>
                  <a:gd name="connsiteX0" fmla="*/ 0 w 1952625"/>
                  <a:gd name="connsiteY0" fmla="*/ 555627 h 556194"/>
                  <a:gd name="connsiteX1" fmla="*/ 492125 w 1952625"/>
                  <a:gd name="connsiteY1" fmla="*/ 454027 h 556194"/>
                  <a:gd name="connsiteX2" fmla="*/ 974725 w 1952625"/>
                  <a:gd name="connsiteY2" fmla="*/ 2 h 556194"/>
                  <a:gd name="connsiteX3" fmla="*/ 1454150 w 1952625"/>
                  <a:gd name="connsiteY3" fmla="*/ 447677 h 556194"/>
                  <a:gd name="connsiteX4" fmla="*/ 1952625 w 1952625"/>
                  <a:gd name="connsiteY4" fmla="*/ 555627 h 5561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52625" h="556194">
                    <a:moveTo>
                      <a:pt x="0" y="555627"/>
                    </a:moveTo>
                    <a:cubicBezTo>
                      <a:pt x="238125" y="557214"/>
                      <a:pt x="259821" y="562506"/>
                      <a:pt x="492125" y="454027"/>
                    </a:cubicBezTo>
                    <a:cubicBezTo>
                      <a:pt x="724429" y="345548"/>
                      <a:pt x="814388" y="1060"/>
                      <a:pt x="974725" y="2"/>
                    </a:cubicBezTo>
                    <a:cubicBezTo>
                      <a:pt x="1135062" y="-1056"/>
                      <a:pt x="1218142" y="345548"/>
                      <a:pt x="1454150" y="447677"/>
                    </a:cubicBezTo>
                    <a:cubicBezTo>
                      <a:pt x="1690158" y="549806"/>
                      <a:pt x="1711325" y="558802"/>
                      <a:pt x="1952625" y="555627"/>
                    </a:cubicBezTo>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57" name="组合 56">
              <a:extLst>
                <a:ext uri="{FF2B5EF4-FFF2-40B4-BE49-F238E27FC236}">
                  <a16:creationId xmlns:a16="http://schemas.microsoft.com/office/drawing/2014/main" id="{C5EF52E7-C1BE-D917-39D7-085DA87A1297}"/>
                </a:ext>
              </a:extLst>
            </p:cNvPr>
            <p:cNvGrpSpPr/>
            <p:nvPr/>
          </p:nvGrpSpPr>
          <p:grpSpPr>
            <a:xfrm>
              <a:off x="943048" y="-757708"/>
              <a:ext cx="1624816" cy="312609"/>
              <a:chOff x="3392496" y="4254499"/>
              <a:chExt cx="1278645" cy="364214"/>
            </a:xfrm>
          </p:grpSpPr>
          <p:sp>
            <p:nvSpPr>
              <p:cNvPr id="61" name="任意形状 60">
                <a:extLst>
                  <a:ext uri="{FF2B5EF4-FFF2-40B4-BE49-F238E27FC236}">
                    <a16:creationId xmlns:a16="http://schemas.microsoft.com/office/drawing/2014/main" id="{B6FD5D16-753A-CF04-03CD-C35ED5EEAB66}"/>
                  </a:ext>
                </a:extLst>
              </p:cNvPr>
              <p:cNvSpPr/>
              <p:nvPr/>
            </p:nvSpPr>
            <p:spPr>
              <a:xfrm>
                <a:off x="3392498" y="4254499"/>
                <a:ext cx="1278643" cy="364214"/>
              </a:xfrm>
              <a:custGeom>
                <a:avLst/>
                <a:gdLst>
                  <a:gd name="connsiteX0" fmla="*/ 0 w 2076450"/>
                  <a:gd name="connsiteY0" fmla="*/ 514352 h 563845"/>
                  <a:gd name="connsiteX1" fmla="*/ 584200 w 2076450"/>
                  <a:gd name="connsiteY1" fmla="*/ 514352 h 563845"/>
                  <a:gd name="connsiteX2" fmla="*/ 1104900 w 2076450"/>
                  <a:gd name="connsiteY2" fmla="*/ 2 h 563845"/>
                  <a:gd name="connsiteX3" fmla="*/ 1511300 w 2076450"/>
                  <a:gd name="connsiteY3" fmla="*/ 508002 h 563845"/>
                  <a:gd name="connsiteX4" fmla="*/ 2076450 w 2076450"/>
                  <a:gd name="connsiteY4" fmla="*/ 552452 h 563845"/>
                  <a:gd name="connsiteX0" fmla="*/ 0 w 2076450"/>
                  <a:gd name="connsiteY0" fmla="*/ 552452 h 584518"/>
                  <a:gd name="connsiteX1" fmla="*/ 584200 w 2076450"/>
                  <a:gd name="connsiteY1" fmla="*/ 514352 h 584518"/>
                  <a:gd name="connsiteX2" fmla="*/ 1104900 w 2076450"/>
                  <a:gd name="connsiteY2" fmla="*/ 2 h 584518"/>
                  <a:gd name="connsiteX3" fmla="*/ 1511300 w 2076450"/>
                  <a:gd name="connsiteY3" fmla="*/ 508002 h 584518"/>
                  <a:gd name="connsiteX4" fmla="*/ 2076450 w 2076450"/>
                  <a:gd name="connsiteY4" fmla="*/ 552452 h 584518"/>
                  <a:gd name="connsiteX0" fmla="*/ 0 w 2076450"/>
                  <a:gd name="connsiteY0" fmla="*/ 552452 h 567630"/>
                  <a:gd name="connsiteX1" fmla="*/ 584200 w 2076450"/>
                  <a:gd name="connsiteY1" fmla="*/ 514352 h 567630"/>
                  <a:gd name="connsiteX2" fmla="*/ 1104900 w 2076450"/>
                  <a:gd name="connsiteY2" fmla="*/ 2 h 567630"/>
                  <a:gd name="connsiteX3" fmla="*/ 1511300 w 2076450"/>
                  <a:gd name="connsiteY3" fmla="*/ 508002 h 567630"/>
                  <a:gd name="connsiteX4" fmla="*/ 2076450 w 2076450"/>
                  <a:gd name="connsiteY4" fmla="*/ 552452 h 567630"/>
                  <a:gd name="connsiteX0" fmla="*/ 0 w 2076450"/>
                  <a:gd name="connsiteY0" fmla="*/ 552557 h 560371"/>
                  <a:gd name="connsiteX1" fmla="*/ 635000 w 2076450"/>
                  <a:gd name="connsiteY1" fmla="*/ 463657 h 560371"/>
                  <a:gd name="connsiteX2" fmla="*/ 1104900 w 2076450"/>
                  <a:gd name="connsiteY2" fmla="*/ 107 h 560371"/>
                  <a:gd name="connsiteX3" fmla="*/ 1511300 w 2076450"/>
                  <a:gd name="connsiteY3" fmla="*/ 508107 h 560371"/>
                  <a:gd name="connsiteX4" fmla="*/ 2076450 w 2076450"/>
                  <a:gd name="connsiteY4" fmla="*/ 552557 h 560371"/>
                  <a:gd name="connsiteX0" fmla="*/ 0 w 2076450"/>
                  <a:gd name="connsiteY0" fmla="*/ 552460 h 552460"/>
                  <a:gd name="connsiteX1" fmla="*/ 635000 w 2076450"/>
                  <a:gd name="connsiteY1" fmla="*/ 463560 h 552460"/>
                  <a:gd name="connsiteX2" fmla="*/ 1104900 w 2076450"/>
                  <a:gd name="connsiteY2" fmla="*/ 10 h 552460"/>
                  <a:gd name="connsiteX3" fmla="*/ 1466850 w 2076450"/>
                  <a:gd name="connsiteY3" fmla="*/ 450860 h 552460"/>
                  <a:gd name="connsiteX4" fmla="*/ 2076450 w 2076450"/>
                  <a:gd name="connsiteY4" fmla="*/ 552460 h 552460"/>
                  <a:gd name="connsiteX0" fmla="*/ 0 w 2076450"/>
                  <a:gd name="connsiteY0" fmla="*/ 552460 h 553694"/>
                  <a:gd name="connsiteX1" fmla="*/ 635000 w 2076450"/>
                  <a:gd name="connsiteY1" fmla="*/ 463560 h 553694"/>
                  <a:gd name="connsiteX2" fmla="*/ 1104900 w 2076450"/>
                  <a:gd name="connsiteY2" fmla="*/ 10 h 553694"/>
                  <a:gd name="connsiteX3" fmla="*/ 1466850 w 2076450"/>
                  <a:gd name="connsiteY3" fmla="*/ 450860 h 553694"/>
                  <a:gd name="connsiteX4" fmla="*/ 2076450 w 2076450"/>
                  <a:gd name="connsiteY4" fmla="*/ 552460 h 553694"/>
                  <a:gd name="connsiteX0" fmla="*/ 0 w 2076450"/>
                  <a:gd name="connsiteY0" fmla="*/ 552453 h 555210"/>
                  <a:gd name="connsiteX1" fmla="*/ 635000 w 2076450"/>
                  <a:gd name="connsiteY1" fmla="*/ 463553 h 555210"/>
                  <a:gd name="connsiteX2" fmla="*/ 1104900 w 2076450"/>
                  <a:gd name="connsiteY2" fmla="*/ 3 h 555210"/>
                  <a:gd name="connsiteX3" fmla="*/ 1498600 w 2076450"/>
                  <a:gd name="connsiteY3" fmla="*/ 469903 h 555210"/>
                  <a:gd name="connsiteX4" fmla="*/ 2076450 w 2076450"/>
                  <a:gd name="connsiteY4" fmla="*/ 552453 h 555210"/>
                  <a:gd name="connsiteX0" fmla="*/ 0 w 2076450"/>
                  <a:gd name="connsiteY0" fmla="*/ 552510 h 553235"/>
                  <a:gd name="connsiteX1" fmla="*/ 635000 w 2076450"/>
                  <a:gd name="connsiteY1" fmla="*/ 463610 h 553235"/>
                  <a:gd name="connsiteX2" fmla="*/ 1104900 w 2076450"/>
                  <a:gd name="connsiteY2" fmla="*/ 60 h 553235"/>
                  <a:gd name="connsiteX3" fmla="*/ 1479550 w 2076450"/>
                  <a:gd name="connsiteY3" fmla="*/ 431860 h 553235"/>
                  <a:gd name="connsiteX4" fmla="*/ 2076450 w 2076450"/>
                  <a:gd name="connsiteY4" fmla="*/ 552510 h 553235"/>
                  <a:gd name="connsiteX0" fmla="*/ 0 w 2076450"/>
                  <a:gd name="connsiteY0" fmla="*/ 552510 h 553991"/>
                  <a:gd name="connsiteX1" fmla="*/ 635000 w 2076450"/>
                  <a:gd name="connsiteY1" fmla="*/ 463610 h 553991"/>
                  <a:gd name="connsiteX2" fmla="*/ 1104900 w 2076450"/>
                  <a:gd name="connsiteY2" fmla="*/ 60 h 553991"/>
                  <a:gd name="connsiteX3" fmla="*/ 1479550 w 2076450"/>
                  <a:gd name="connsiteY3" fmla="*/ 431860 h 553991"/>
                  <a:gd name="connsiteX4" fmla="*/ 2076450 w 2076450"/>
                  <a:gd name="connsiteY4" fmla="*/ 552510 h 553991"/>
                  <a:gd name="connsiteX0" fmla="*/ 0 w 2076450"/>
                  <a:gd name="connsiteY0" fmla="*/ 552514 h 553995"/>
                  <a:gd name="connsiteX1" fmla="*/ 635000 w 2076450"/>
                  <a:gd name="connsiteY1" fmla="*/ 463614 h 553995"/>
                  <a:gd name="connsiteX2" fmla="*/ 1104900 w 2076450"/>
                  <a:gd name="connsiteY2" fmla="*/ 64 h 553995"/>
                  <a:gd name="connsiteX3" fmla="*/ 1479550 w 2076450"/>
                  <a:gd name="connsiteY3" fmla="*/ 431864 h 553995"/>
                  <a:gd name="connsiteX4" fmla="*/ 2076450 w 2076450"/>
                  <a:gd name="connsiteY4" fmla="*/ 552514 h 553995"/>
                  <a:gd name="connsiteX0" fmla="*/ 0 w 2076450"/>
                  <a:gd name="connsiteY0" fmla="*/ 552453 h 553934"/>
                  <a:gd name="connsiteX1" fmla="*/ 635000 w 2076450"/>
                  <a:gd name="connsiteY1" fmla="*/ 463553 h 553934"/>
                  <a:gd name="connsiteX2" fmla="*/ 1104900 w 2076450"/>
                  <a:gd name="connsiteY2" fmla="*/ 3 h 553934"/>
                  <a:gd name="connsiteX3" fmla="*/ 1479550 w 2076450"/>
                  <a:gd name="connsiteY3" fmla="*/ 431803 h 553934"/>
                  <a:gd name="connsiteX4" fmla="*/ 2076450 w 2076450"/>
                  <a:gd name="connsiteY4" fmla="*/ 552453 h 553934"/>
                  <a:gd name="connsiteX0" fmla="*/ 0 w 2076450"/>
                  <a:gd name="connsiteY0" fmla="*/ 552453 h 556896"/>
                  <a:gd name="connsiteX1" fmla="*/ 635000 w 2076450"/>
                  <a:gd name="connsiteY1" fmla="*/ 463553 h 556896"/>
                  <a:gd name="connsiteX2" fmla="*/ 1104900 w 2076450"/>
                  <a:gd name="connsiteY2" fmla="*/ 3 h 556896"/>
                  <a:gd name="connsiteX3" fmla="*/ 1498600 w 2076450"/>
                  <a:gd name="connsiteY3" fmla="*/ 457203 h 556896"/>
                  <a:gd name="connsiteX4" fmla="*/ 2076450 w 2076450"/>
                  <a:gd name="connsiteY4" fmla="*/ 552453 h 556896"/>
                  <a:gd name="connsiteX0" fmla="*/ 0 w 2076450"/>
                  <a:gd name="connsiteY0" fmla="*/ 552453 h 554014"/>
                  <a:gd name="connsiteX1" fmla="*/ 635000 w 2076450"/>
                  <a:gd name="connsiteY1" fmla="*/ 463553 h 554014"/>
                  <a:gd name="connsiteX2" fmla="*/ 1098550 w 2076450"/>
                  <a:gd name="connsiteY2" fmla="*/ 3 h 554014"/>
                  <a:gd name="connsiteX3" fmla="*/ 1498600 w 2076450"/>
                  <a:gd name="connsiteY3" fmla="*/ 457203 h 554014"/>
                  <a:gd name="connsiteX4" fmla="*/ 2076450 w 2076450"/>
                  <a:gd name="connsiteY4" fmla="*/ 552453 h 554014"/>
                  <a:gd name="connsiteX0" fmla="*/ 0 w 2076450"/>
                  <a:gd name="connsiteY0" fmla="*/ 552459 h 553693"/>
                  <a:gd name="connsiteX1" fmla="*/ 635000 w 2076450"/>
                  <a:gd name="connsiteY1" fmla="*/ 463559 h 553693"/>
                  <a:gd name="connsiteX2" fmla="*/ 1098550 w 2076450"/>
                  <a:gd name="connsiteY2" fmla="*/ 9 h 553693"/>
                  <a:gd name="connsiteX3" fmla="*/ 1485900 w 2076450"/>
                  <a:gd name="connsiteY3" fmla="*/ 450859 h 553693"/>
                  <a:gd name="connsiteX4" fmla="*/ 2076450 w 2076450"/>
                  <a:gd name="connsiteY4" fmla="*/ 552459 h 553693"/>
                  <a:gd name="connsiteX0" fmla="*/ 0 w 2076450"/>
                  <a:gd name="connsiteY0" fmla="*/ 552459 h 556763"/>
                  <a:gd name="connsiteX1" fmla="*/ 635000 w 2076450"/>
                  <a:gd name="connsiteY1" fmla="*/ 463559 h 556763"/>
                  <a:gd name="connsiteX2" fmla="*/ 1098550 w 2076450"/>
                  <a:gd name="connsiteY2" fmla="*/ 9 h 556763"/>
                  <a:gd name="connsiteX3" fmla="*/ 1485900 w 2076450"/>
                  <a:gd name="connsiteY3" fmla="*/ 450859 h 556763"/>
                  <a:gd name="connsiteX4" fmla="*/ 2076450 w 2076450"/>
                  <a:gd name="connsiteY4" fmla="*/ 555634 h 556763"/>
                  <a:gd name="connsiteX0" fmla="*/ 0 w 2076450"/>
                  <a:gd name="connsiteY0" fmla="*/ 552459 h 556011"/>
                  <a:gd name="connsiteX1" fmla="*/ 635000 w 2076450"/>
                  <a:gd name="connsiteY1" fmla="*/ 463559 h 556011"/>
                  <a:gd name="connsiteX2" fmla="*/ 1098550 w 2076450"/>
                  <a:gd name="connsiteY2" fmla="*/ 9 h 556011"/>
                  <a:gd name="connsiteX3" fmla="*/ 1485900 w 2076450"/>
                  <a:gd name="connsiteY3" fmla="*/ 450859 h 556011"/>
                  <a:gd name="connsiteX4" fmla="*/ 2076450 w 2076450"/>
                  <a:gd name="connsiteY4" fmla="*/ 555634 h 556011"/>
                  <a:gd name="connsiteX0" fmla="*/ 0 w 1952625"/>
                  <a:gd name="connsiteY0" fmla="*/ 555634 h 556011"/>
                  <a:gd name="connsiteX1" fmla="*/ 511175 w 1952625"/>
                  <a:gd name="connsiteY1" fmla="*/ 463559 h 556011"/>
                  <a:gd name="connsiteX2" fmla="*/ 974725 w 1952625"/>
                  <a:gd name="connsiteY2" fmla="*/ 9 h 556011"/>
                  <a:gd name="connsiteX3" fmla="*/ 1362075 w 1952625"/>
                  <a:gd name="connsiteY3" fmla="*/ 450859 h 556011"/>
                  <a:gd name="connsiteX4" fmla="*/ 1952625 w 1952625"/>
                  <a:gd name="connsiteY4" fmla="*/ 555634 h 556011"/>
                  <a:gd name="connsiteX0" fmla="*/ 0 w 1952625"/>
                  <a:gd name="connsiteY0" fmla="*/ 555634 h 556011"/>
                  <a:gd name="connsiteX1" fmla="*/ 511175 w 1952625"/>
                  <a:gd name="connsiteY1" fmla="*/ 463559 h 556011"/>
                  <a:gd name="connsiteX2" fmla="*/ 974725 w 1952625"/>
                  <a:gd name="connsiteY2" fmla="*/ 9 h 556011"/>
                  <a:gd name="connsiteX3" fmla="*/ 1362075 w 1952625"/>
                  <a:gd name="connsiteY3" fmla="*/ 450859 h 556011"/>
                  <a:gd name="connsiteX4" fmla="*/ 1952625 w 1952625"/>
                  <a:gd name="connsiteY4" fmla="*/ 555634 h 556011"/>
                  <a:gd name="connsiteX0" fmla="*/ 0 w 1952625"/>
                  <a:gd name="connsiteY0" fmla="*/ 555626 h 556003"/>
                  <a:gd name="connsiteX1" fmla="*/ 492125 w 1952625"/>
                  <a:gd name="connsiteY1" fmla="*/ 454026 h 556003"/>
                  <a:gd name="connsiteX2" fmla="*/ 974725 w 1952625"/>
                  <a:gd name="connsiteY2" fmla="*/ 1 h 556003"/>
                  <a:gd name="connsiteX3" fmla="*/ 1362075 w 1952625"/>
                  <a:gd name="connsiteY3" fmla="*/ 450851 h 556003"/>
                  <a:gd name="connsiteX4" fmla="*/ 1952625 w 1952625"/>
                  <a:gd name="connsiteY4" fmla="*/ 555626 h 556003"/>
                  <a:gd name="connsiteX0" fmla="*/ 0 w 1952625"/>
                  <a:gd name="connsiteY0" fmla="*/ 555627 h 555957"/>
                  <a:gd name="connsiteX1" fmla="*/ 492125 w 1952625"/>
                  <a:gd name="connsiteY1" fmla="*/ 454027 h 555957"/>
                  <a:gd name="connsiteX2" fmla="*/ 974725 w 1952625"/>
                  <a:gd name="connsiteY2" fmla="*/ 2 h 555957"/>
                  <a:gd name="connsiteX3" fmla="*/ 1454150 w 1952625"/>
                  <a:gd name="connsiteY3" fmla="*/ 447677 h 555957"/>
                  <a:gd name="connsiteX4" fmla="*/ 1952625 w 1952625"/>
                  <a:gd name="connsiteY4" fmla="*/ 555627 h 555957"/>
                  <a:gd name="connsiteX0" fmla="*/ 0 w 1952625"/>
                  <a:gd name="connsiteY0" fmla="*/ 555627 h 556133"/>
                  <a:gd name="connsiteX1" fmla="*/ 492125 w 1952625"/>
                  <a:gd name="connsiteY1" fmla="*/ 454027 h 556133"/>
                  <a:gd name="connsiteX2" fmla="*/ 974725 w 1952625"/>
                  <a:gd name="connsiteY2" fmla="*/ 2 h 556133"/>
                  <a:gd name="connsiteX3" fmla="*/ 1454150 w 1952625"/>
                  <a:gd name="connsiteY3" fmla="*/ 447677 h 556133"/>
                  <a:gd name="connsiteX4" fmla="*/ 1952625 w 1952625"/>
                  <a:gd name="connsiteY4" fmla="*/ 555627 h 556133"/>
                  <a:gd name="connsiteX0" fmla="*/ 0 w 1952625"/>
                  <a:gd name="connsiteY0" fmla="*/ 555627 h 556194"/>
                  <a:gd name="connsiteX1" fmla="*/ 492125 w 1952625"/>
                  <a:gd name="connsiteY1" fmla="*/ 454027 h 556194"/>
                  <a:gd name="connsiteX2" fmla="*/ 974725 w 1952625"/>
                  <a:gd name="connsiteY2" fmla="*/ 2 h 556194"/>
                  <a:gd name="connsiteX3" fmla="*/ 1454150 w 1952625"/>
                  <a:gd name="connsiteY3" fmla="*/ 447677 h 556194"/>
                  <a:gd name="connsiteX4" fmla="*/ 1952625 w 1952625"/>
                  <a:gd name="connsiteY4" fmla="*/ 555627 h 5561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52625" h="556194">
                    <a:moveTo>
                      <a:pt x="0" y="555627"/>
                    </a:moveTo>
                    <a:cubicBezTo>
                      <a:pt x="238125" y="557214"/>
                      <a:pt x="259821" y="562506"/>
                      <a:pt x="492125" y="454027"/>
                    </a:cubicBezTo>
                    <a:cubicBezTo>
                      <a:pt x="724429" y="345548"/>
                      <a:pt x="814388" y="1060"/>
                      <a:pt x="974725" y="2"/>
                    </a:cubicBezTo>
                    <a:cubicBezTo>
                      <a:pt x="1135062" y="-1056"/>
                      <a:pt x="1218142" y="345548"/>
                      <a:pt x="1454150" y="447677"/>
                    </a:cubicBezTo>
                    <a:cubicBezTo>
                      <a:pt x="1690158" y="549806"/>
                      <a:pt x="1711325" y="558802"/>
                      <a:pt x="1952625" y="555627"/>
                    </a:cubicBezTo>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2" name="任意形状 61">
                <a:extLst>
                  <a:ext uri="{FF2B5EF4-FFF2-40B4-BE49-F238E27FC236}">
                    <a16:creationId xmlns:a16="http://schemas.microsoft.com/office/drawing/2014/main" id="{1A97C7AF-9BCC-4FD4-911A-53600E12737A}"/>
                  </a:ext>
                </a:extLst>
              </p:cNvPr>
              <p:cNvSpPr/>
              <p:nvPr/>
            </p:nvSpPr>
            <p:spPr>
              <a:xfrm>
                <a:off x="3392497" y="4254499"/>
                <a:ext cx="1278643" cy="364214"/>
              </a:xfrm>
              <a:custGeom>
                <a:avLst/>
                <a:gdLst>
                  <a:gd name="connsiteX0" fmla="*/ 0 w 2076450"/>
                  <a:gd name="connsiteY0" fmla="*/ 514352 h 563845"/>
                  <a:gd name="connsiteX1" fmla="*/ 584200 w 2076450"/>
                  <a:gd name="connsiteY1" fmla="*/ 514352 h 563845"/>
                  <a:gd name="connsiteX2" fmla="*/ 1104900 w 2076450"/>
                  <a:gd name="connsiteY2" fmla="*/ 2 h 563845"/>
                  <a:gd name="connsiteX3" fmla="*/ 1511300 w 2076450"/>
                  <a:gd name="connsiteY3" fmla="*/ 508002 h 563845"/>
                  <a:gd name="connsiteX4" fmla="*/ 2076450 w 2076450"/>
                  <a:gd name="connsiteY4" fmla="*/ 552452 h 563845"/>
                  <a:gd name="connsiteX0" fmla="*/ 0 w 2076450"/>
                  <a:gd name="connsiteY0" fmla="*/ 552452 h 584518"/>
                  <a:gd name="connsiteX1" fmla="*/ 584200 w 2076450"/>
                  <a:gd name="connsiteY1" fmla="*/ 514352 h 584518"/>
                  <a:gd name="connsiteX2" fmla="*/ 1104900 w 2076450"/>
                  <a:gd name="connsiteY2" fmla="*/ 2 h 584518"/>
                  <a:gd name="connsiteX3" fmla="*/ 1511300 w 2076450"/>
                  <a:gd name="connsiteY3" fmla="*/ 508002 h 584518"/>
                  <a:gd name="connsiteX4" fmla="*/ 2076450 w 2076450"/>
                  <a:gd name="connsiteY4" fmla="*/ 552452 h 584518"/>
                  <a:gd name="connsiteX0" fmla="*/ 0 w 2076450"/>
                  <a:gd name="connsiteY0" fmla="*/ 552452 h 567630"/>
                  <a:gd name="connsiteX1" fmla="*/ 584200 w 2076450"/>
                  <a:gd name="connsiteY1" fmla="*/ 514352 h 567630"/>
                  <a:gd name="connsiteX2" fmla="*/ 1104900 w 2076450"/>
                  <a:gd name="connsiteY2" fmla="*/ 2 h 567630"/>
                  <a:gd name="connsiteX3" fmla="*/ 1511300 w 2076450"/>
                  <a:gd name="connsiteY3" fmla="*/ 508002 h 567630"/>
                  <a:gd name="connsiteX4" fmla="*/ 2076450 w 2076450"/>
                  <a:gd name="connsiteY4" fmla="*/ 552452 h 567630"/>
                  <a:gd name="connsiteX0" fmla="*/ 0 w 2076450"/>
                  <a:gd name="connsiteY0" fmla="*/ 552557 h 560371"/>
                  <a:gd name="connsiteX1" fmla="*/ 635000 w 2076450"/>
                  <a:gd name="connsiteY1" fmla="*/ 463657 h 560371"/>
                  <a:gd name="connsiteX2" fmla="*/ 1104900 w 2076450"/>
                  <a:gd name="connsiteY2" fmla="*/ 107 h 560371"/>
                  <a:gd name="connsiteX3" fmla="*/ 1511300 w 2076450"/>
                  <a:gd name="connsiteY3" fmla="*/ 508107 h 560371"/>
                  <a:gd name="connsiteX4" fmla="*/ 2076450 w 2076450"/>
                  <a:gd name="connsiteY4" fmla="*/ 552557 h 560371"/>
                  <a:gd name="connsiteX0" fmla="*/ 0 w 2076450"/>
                  <a:gd name="connsiteY0" fmla="*/ 552460 h 552460"/>
                  <a:gd name="connsiteX1" fmla="*/ 635000 w 2076450"/>
                  <a:gd name="connsiteY1" fmla="*/ 463560 h 552460"/>
                  <a:gd name="connsiteX2" fmla="*/ 1104900 w 2076450"/>
                  <a:gd name="connsiteY2" fmla="*/ 10 h 552460"/>
                  <a:gd name="connsiteX3" fmla="*/ 1466850 w 2076450"/>
                  <a:gd name="connsiteY3" fmla="*/ 450860 h 552460"/>
                  <a:gd name="connsiteX4" fmla="*/ 2076450 w 2076450"/>
                  <a:gd name="connsiteY4" fmla="*/ 552460 h 552460"/>
                  <a:gd name="connsiteX0" fmla="*/ 0 w 2076450"/>
                  <a:gd name="connsiteY0" fmla="*/ 552460 h 553694"/>
                  <a:gd name="connsiteX1" fmla="*/ 635000 w 2076450"/>
                  <a:gd name="connsiteY1" fmla="*/ 463560 h 553694"/>
                  <a:gd name="connsiteX2" fmla="*/ 1104900 w 2076450"/>
                  <a:gd name="connsiteY2" fmla="*/ 10 h 553694"/>
                  <a:gd name="connsiteX3" fmla="*/ 1466850 w 2076450"/>
                  <a:gd name="connsiteY3" fmla="*/ 450860 h 553694"/>
                  <a:gd name="connsiteX4" fmla="*/ 2076450 w 2076450"/>
                  <a:gd name="connsiteY4" fmla="*/ 552460 h 553694"/>
                  <a:gd name="connsiteX0" fmla="*/ 0 w 2076450"/>
                  <a:gd name="connsiteY0" fmla="*/ 552453 h 555210"/>
                  <a:gd name="connsiteX1" fmla="*/ 635000 w 2076450"/>
                  <a:gd name="connsiteY1" fmla="*/ 463553 h 555210"/>
                  <a:gd name="connsiteX2" fmla="*/ 1104900 w 2076450"/>
                  <a:gd name="connsiteY2" fmla="*/ 3 h 555210"/>
                  <a:gd name="connsiteX3" fmla="*/ 1498600 w 2076450"/>
                  <a:gd name="connsiteY3" fmla="*/ 469903 h 555210"/>
                  <a:gd name="connsiteX4" fmla="*/ 2076450 w 2076450"/>
                  <a:gd name="connsiteY4" fmla="*/ 552453 h 555210"/>
                  <a:gd name="connsiteX0" fmla="*/ 0 w 2076450"/>
                  <a:gd name="connsiteY0" fmla="*/ 552510 h 553235"/>
                  <a:gd name="connsiteX1" fmla="*/ 635000 w 2076450"/>
                  <a:gd name="connsiteY1" fmla="*/ 463610 h 553235"/>
                  <a:gd name="connsiteX2" fmla="*/ 1104900 w 2076450"/>
                  <a:gd name="connsiteY2" fmla="*/ 60 h 553235"/>
                  <a:gd name="connsiteX3" fmla="*/ 1479550 w 2076450"/>
                  <a:gd name="connsiteY3" fmla="*/ 431860 h 553235"/>
                  <a:gd name="connsiteX4" fmla="*/ 2076450 w 2076450"/>
                  <a:gd name="connsiteY4" fmla="*/ 552510 h 553235"/>
                  <a:gd name="connsiteX0" fmla="*/ 0 w 2076450"/>
                  <a:gd name="connsiteY0" fmla="*/ 552510 h 553991"/>
                  <a:gd name="connsiteX1" fmla="*/ 635000 w 2076450"/>
                  <a:gd name="connsiteY1" fmla="*/ 463610 h 553991"/>
                  <a:gd name="connsiteX2" fmla="*/ 1104900 w 2076450"/>
                  <a:gd name="connsiteY2" fmla="*/ 60 h 553991"/>
                  <a:gd name="connsiteX3" fmla="*/ 1479550 w 2076450"/>
                  <a:gd name="connsiteY3" fmla="*/ 431860 h 553991"/>
                  <a:gd name="connsiteX4" fmla="*/ 2076450 w 2076450"/>
                  <a:gd name="connsiteY4" fmla="*/ 552510 h 553991"/>
                  <a:gd name="connsiteX0" fmla="*/ 0 w 2076450"/>
                  <a:gd name="connsiteY0" fmla="*/ 552514 h 553995"/>
                  <a:gd name="connsiteX1" fmla="*/ 635000 w 2076450"/>
                  <a:gd name="connsiteY1" fmla="*/ 463614 h 553995"/>
                  <a:gd name="connsiteX2" fmla="*/ 1104900 w 2076450"/>
                  <a:gd name="connsiteY2" fmla="*/ 64 h 553995"/>
                  <a:gd name="connsiteX3" fmla="*/ 1479550 w 2076450"/>
                  <a:gd name="connsiteY3" fmla="*/ 431864 h 553995"/>
                  <a:gd name="connsiteX4" fmla="*/ 2076450 w 2076450"/>
                  <a:gd name="connsiteY4" fmla="*/ 552514 h 553995"/>
                  <a:gd name="connsiteX0" fmla="*/ 0 w 2076450"/>
                  <a:gd name="connsiteY0" fmla="*/ 552453 h 553934"/>
                  <a:gd name="connsiteX1" fmla="*/ 635000 w 2076450"/>
                  <a:gd name="connsiteY1" fmla="*/ 463553 h 553934"/>
                  <a:gd name="connsiteX2" fmla="*/ 1104900 w 2076450"/>
                  <a:gd name="connsiteY2" fmla="*/ 3 h 553934"/>
                  <a:gd name="connsiteX3" fmla="*/ 1479550 w 2076450"/>
                  <a:gd name="connsiteY3" fmla="*/ 431803 h 553934"/>
                  <a:gd name="connsiteX4" fmla="*/ 2076450 w 2076450"/>
                  <a:gd name="connsiteY4" fmla="*/ 552453 h 553934"/>
                  <a:gd name="connsiteX0" fmla="*/ 0 w 2076450"/>
                  <a:gd name="connsiteY0" fmla="*/ 552453 h 556896"/>
                  <a:gd name="connsiteX1" fmla="*/ 635000 w 2076450"/>
                  <a:gd name="connsiteY1" fmla="*/ 463553 h 556896"/>
                  <a:gd name="connsiteX2" fmla="*/ 1104900 w 2076450"/>
                  <a:gd name="connsiteY2" fmla="*/ 3 h 556896"/>
                  <a:gd name="connsiteX3" fmla="*/ 1498600 w 2076450"/>
                  <a:gd name="connsiteY3" fmla="*/ 457203 h 556896"/>
                  <a:gd name="connsiteX4" fmla="*/ 2076450 w 2076450"/>
                  <a:gd name="connsiteY4" fmla="*/ 552453 h 556896"/>
                  <a:gd name="connsiteX0" fmla="*/ 0 w 2076450"/>
                  <a:gd name="connsiteY0" fmla="*/ 552453 h 554014"/>
                  <a:gd name="connsiteX1" fmla="*/ 635000 w 2076450"/>
                  <a:gd name="connsiteY1" fmla="*/ 463553 h 554014"/>
                  <a:gd name="connsiteX2" fmla="*/ 1098550 w 2076450"/>
                  <a:gd name="connsiteY2" fmla="*/ 3 h 554014"/>
                  <a:gd name="connsiteX3" fmla="*/ 1498600 w 2076450"/>
                  <a:gd name="connsiteY3" fmla="*/ 457203 h 554014"/>
                  <a:gd name="connsiteX4" fmla="*/ 2076450 w 2076450"/>
                  <a:gd name="connsiteY4" fmla="*/ 552453 h 554014"/>
                  <a:gd name="connsiteX0" fmla="*/ 0 w 2076450"/>
                  <a:gd name="connsiteY0" fmla="*/ 552459 h 553693"/>
                  <a:gd name="connsiteX1" fmla="*/ 635000 w 2076450"/>
                  <a:gd name="connsiteY1" fmla="*/ 463559 h 553693"/>
                  <a:gd name="connsiteX2" fmla="*/ 1098550 w 2076450"/>
                  <a:gd name="connsiteY2" fmla="*/ 9 h 553693"/>
                  <a:gd name="connsiteX3" fmla="*/ 1485900 w 2076450"/>
                  <a:gd name="connsiteY3" fmla="*/ 450859 h 553693"/>
                  <a:gd name="connsiteX4" fmla="*/ 2076450 w 2076450"/>
                  <a:gd name="connsiteY4" fmla="*/ 552459 h 553693"/>
                  <a:gd name="connsiteX0" fmla="*/ 0 w 2076450"/>
                  <a:gd name="connsiteY0" fmla="*/ 552459 h 556763"/>
                  <a:gd name="connsiteX1" fmla="*/ 635000 w 2076450"/>
                  <a:gd name="connsiteY1" fmla="*/ 463559 h 556763"/>
                  <a:gd name="connsiteX2" fmla="*/ 1098550 w 2076450"/>
                  <a:gd name="connsiteY2" fmla="*/ 9 h 556763"/>
                  <a:gd name="connsiteX3" fmla="*/ 1485900 w 2076450"/>
                  <a:gd name="connsiteY3" fmla="*/ 450859 h 556763"/>
                  <a:gd name="connsiteX4" fmla="*/ 2076450 w 2076450"/>
                  <a:gd name="connsiteY4" fmla="*/ 555634 h 556763"/>
                  <a:gd name="connsiteX0" fmla="*/ 0 w 2076450"/>
                  <a:gd name="connsiteY0" fmla="*/ 552459 h 556011"/>
                  <a:gd name="connsiteX1" fmla="*/ 635000 w 2076450"/>
                  <a:gd name="connsiteY1" fmla="*/ 463559 h 556011"/>
                  <a:gd name="connsiteX2" fmla="*/ 1098550 w 2076450"/>
                  <a:gd name="connsiteY2" fmla="*/ 9 h 556011"/>
                  <a:gd name="connsiteX3" fmla="*/ 1485900 w 2076450"/>
                  <a:gd name="connsiteY3" fmla="*/ 450859 h 556011"/>
                  <a:gd name="connsiteX4" fmla="*/ 2076450 w 2076450"/>
                  <a:gd name="connsiteY4" fmla="*/ 555634 h 556011"/>
                  <a:gd name="connsiteX0" fmla="*/ 0 w 1952625"/>
                  <a:gd name="connsiteY0" fmla="*/ 555634 h 556011"/>
                  <a:gd name="connsiteX1" fmla="*/ 511175 w 1952625"/>
                  <a:gd name="connsiteY1" fmla="*/ 463559 h 556011"/>
                  <a:gd name="connsiteX2" fmla="*/ 974725 w 1952625"/>
                  <a:gd name="connsiteY2" fmla="*/ 9 h 556011"/>
                  <a:gd name="connsiteX3" fmla="*/ 1362075 w 1952625"/>
                  <a:gd name="connsiteY3" fmla="*/ 450859 h 556011"/>
                  <a:gd name="connsiteX4" fmla="*/ 1952625 w 1952625"/>
                  <a:gd name="connsiteY4" fmla="*/ 555634 h 556011"/>
                  <a:gd name="connsiteX0" fmla="*/ 0 w 1952625"/>
                  <a:gd name="connsiteY0" fmla="*/ 555634 h 556011"/>
                  <a:gd name="connsiteX1" fmla="*/ 511175 w 1952625"/>
                  <a:gd name="connsiteY1" fmla="*/ 463559 h 556011"/>
                  <a:gd name="connsiteX2" fmla="*/ 974725 w 1952625"/>
                  <a:gd name="connsiteY2" fmla="*/ 9 h 556011"/>
                  <a:gd name="connsiteX3" fmla="*/ 1362075 w 1952625"/>
                  <a:gd name="connsiteY3" fmla="*/ 450859 h 556011"/>
                  <a:gd name="connsiteX4" fmla="*/ 1952625 w 1952625"/>
                  <a:gd name="connsiteY4" fmla="*/ 555634 h 556011"/>
                  <a:gd name="connsiteX0" fmla="*/ 0 w 1952625"/>
                  <a:gd name="connsiteY0" fmla="*/ 555626 h 556003"/>
                  <a:gd name="connsiteX1" fmla="*/ 492125 w 1952625"/>
                  <a:gd name="connsiteY1" fmla="*/ 454026 h 556003"/>
                  <a:gd name="connsiteX2" fmla="*/ 974725 w 1952625"/>
                  <a:gd name="connsiteY2" fmla="*/ 1 h 556003"/>
                  <a:gd name="connsiteX3" fmla="*/ 1362075 w 1952625"/>
                  <a:gd name="connsiteY3" fmla="*/ 450851 h 556003"/>
                  <a:gd name="connsiteX4" fmla="*/ 1952625 w 1952625"/>
                  <a:gd name="connsiteY4" fmla="*/ 555626 h 556003"/>
                  <a:gd name="connsiteX0" fmla="*/ 0 w 1952625"/>
                  <a:gd name="connsiteY0" fmla="*/ 555627 h 555957"/>
                  <a:gd name="connsiteX1" fmla="*/ 492125 w 1952625"/>
                  <a:gd name="connsiteY1" fmla="*/ 454027 h 555957"/>
                  <a:gd name="connsiteX2" fmla="*/ 974725 w 1952625"/>
                  <a:gd name="connsiteY2" fmla="*/ 2 h 555957"/>
                  <a:gd name="connsiteX3" fmla="*/ 1454150 w 1952625"/>
                  <a:gd name="connsiteY3" fmla="*/ 447677 h 555957"/>
                  <a:gd name="connsiteX4" fmla="*/ 1952625 w 1952625"/>
                  <a:gd name="connsiteY4" fmla="*/ 555627 h 555957"/>
                  <a:gd name="connsiteX0" fmla="*/ 0 w 1952625"/>
                  <a:gd name="connsiteY0" fmla="*/ 555627 h 556133"/>
                  <a:gd name="connsiteX1" fmla="*/ 492125 w 1952625"/>
                  <a:gd name="connsiteY1" fmla="*/ 454027 h 556133"/>
                  <a:gd name="connsiteX2" fmla="*/ 974725 w 1952625"/>
                  <a:gd name="connsiteY2" fmla="*/ 2 h 556133"/>
                  <a:gd name="connsiteX3" fmla="*/ 1454150 w 1952625"/>
                  <a:gd name="connsiteY3" fmla="*/ 447677 h 556133"/>
                  <a:gd name="connsiteX4" fmla="*/ 1952625 w 1952625"/>
                  <a:gd name="connsiteY4" fmla="*/ 555627 h 556133"/>
                  <a:gd name="connsiteX0" fmla="*/ 0 w 1952625"/>
                  <a:gd name="connsiteY0" fmla="*/ 555627 h 556194"/>
                  <a:gd name="connsiteX1" fmla="*/ 492125 w 1952625"/>
                  <a:gd name="connsiteY1" fmla="*/ 454027 h 556194"/>
                  <a:gd name="connsiteX2" fmla="*/ 974725 w 1952625"/>
                  <a:gd name="connsiteY2" fmla="*/ 2 h 556194"/>
                  <a:gd name="connsiteX3" fmla="*/ 1454150 w 1952625"/>
                  <a:gd name="connsiteY3" fmla="*/ 447677 h 556194"/>
                  <a:gd name="connsiteX4" fmla="*/ 1952625 w 1952625"/>
                  <a:gd name="connsiteY4" fmla="*/ 555627 h 5561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52625" h="556194">
                    <a:moveTo>
                      <a:pt x="0" y="555627"/>
                    </a:moveTo>
                    <a:cubicBezTo>
                      <a:pt x="238125" y="557214"/>
                      <a:pt x="259821" y="562506"/>
                      <a:pt x="492125" y="454027"/>
                    </a:cubicBezTo>
                    <a:cubicBezTo>
                      <a:pt x="724429" y="345548"/>
                      <a:pt x="814388" y="1060"/>
                      <a:pt x="974725" y="2"/>
                    </a:cubicBezTo>
                    <a:cubicBezTo>
                      <a:pt x="1135062" y="-1056"/>
                      <a:pt x="1218142" y="345548"/>
                      <a:pt x="1454150" y="447677"/>
                    </a:cubicBezTo>
                    <a:cubicBezTo>
                      <a:pt x="1690158" y="549806"/>
                      <a:pt x="1711325" y="558802"/>
                      <a:pt x="1952625" y="555627"/>
                    </a:cubicBezTo>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58" name="组合 57">
              <a:extLst>
                <a:ext uri="{FF2B5EF4-FFF2-40B4-BE49-F238E27FC236}">
                  <a16:creationId xmlns:a16="http://schemas.microsoft.com/office/drawing/2014/main" id="{459A9B71-FAC3-9EF9-CE69-A96D534B5406}"/>
                </a:ext>
              </a:extLst>
            </p:cNvPr>
            <p:cNvGrpSpPr/>
            <p:nvPr/>
          </p:nvGrpSpPr>
          <p:grpSpPr>
            <a:xfrm>
              <a:off x="5938035" y="-757708"/>
              <a:ext cx="1624816" cy="312609"/>
              <a:chOff x="3392496" y="4254499"/>
              <a:chExt cx="1278645" cy="364214"/>
            </a:xfrm>
          </p:grpSpPr>
          <p:sp>
            <p:nvSpPr>
              <p:cNvPr id="59" name="任意形状 58">
                <a:extLst>
                  <a:ext uri="{FF2B5EF4-FFF2-40B4-BE49-F238E27FC236}">
                    <a16:creationId xmlns:a16="http://schemas.microsoft.com/office/drawing/2014/main" id="{B5FAE307-DF6F-6B86-E5F7-1C9BCA010D36}"/>
                  </a:ext>
                </a:extLst>
              </p:cNvPr>
              <p:cNvSpPr/>
              <p:nvPr/>
            </p:nvSpPr>
            <p:spPr>
              <a:xfrm>
                <a:off x="3392498" y="4254499"/>
                <a:ext cx="1278643" cy="364214"/>
              </a:xfrm>
              <a:custGeom>
                <a:avLst/>
                <a:gdLst>
                  <a:gd name="connsiteX0" fmla="*/ 0 w 2076450"/>
                  <a:gd name="connsiteY0" fmla="*/ 514352 h 563845"/>
                  <a:gd name="connsiteX1" fmla="*/ 584200 w 2076450"/>
                  <a:gd name="connsiteY1" fmla="*/ 514352 h 563845"/>
                  <a:gd name="connsiteX2" fmla="*/ 1104900 w 2076450"/>
                  <a:gd name="connsiteY2" fmla="*/ 2 h 563845"/>
                  <a:gd name="connsiteX3" fmla="*/ 1511300 w 2076450"/>
                  <a:gd name="connsiteY3" fmla="*/ 508002 h 563845"/>
                  <a:gd name="connsiteX4" fmla="*/ 2076450 w 2076450"/>
                  <a:gd name="connsiteY4" fmla="*/ 552452 h 563845"/>
                  <a:gd name="connsiteX0" fmla="*/ 0 w 2076450"/>
                  <a:gd name="connsiteY0" fmla="*/ 552452 h 584518"/>
                  <a:gd name="connsiteX1" fmla="*/ 584200 w 2076450"/>
                  <a:gd name="connsiteY1" fmla="*/ 514352 h 584518"/>
                  <a:gd name="connsiteX2" fmla="*/ 1104900 w 2076450"/>
                  <a:gd name="connsiteY2" fmla="*/ 2 h 584518"/>
                  <a:gd name="connsiteX3" fmla="*/ 1511300 w 2076450"/>
                  <a:gd name="connsiteY3" fmla="*/ 508002 h 584518"/>
                  <a:gd name="connsiteX4" fmla="*/ 2076450 w 2076450"/>
                  <a:gd name="connsiteY4" fmla="*/ 552452 h 584518"/>
                  <a:gd name="connsiteX0" fmla="*/ 0 w 2076450"/>
                  <a:gd name="connsiteY0" fmla="*/ 552452 h 567630"/>
                  <a:gd name="connsiteX1" fmla="*/ 584200 w 2076450"/>
                  <a:gd name="connsiteY1" fmla="*/ 514352 h 567630"/>
                  <a:gd name="connsiteX2" fmla="*/ 1104900 w 2076450"/>
                  <a:gd name="connsiteY2" fmla="*/ 2 h 567630"/>
                  <a:gd name="connsiteX3" fmla="*/ 1511300 w 2076450"/>
                  <a:gd name="connsiteY3" fmla="*/ 508002 h 567630"/>
                  <a:gd name="connsiteX4" fmla="*/ 2076450 w 2076450"/>
                  <a:gd name="connsiteY4" fmla="*/ 552452 h 567630"/>
                  <a:gd name="connsiteX0" fmla="*/ 0 w 2076450"/>
                  <a:gd name="connsiteY0" fmla="*/ 552557 h 560371"/>
                  <a:gd name="connsiteX1" fmla="*/ 635000 w 2076450"/>
                  <a:gd name="connsiteY1" fmla="*/ 463657 h 560371"/>
                  <a:gd name="connsiteX2" fmla="*/ 1104900 w 2076450"/>
                  <a:gd name="connsiteY2" fmla="*/ 107 h 560371"/>
                  <a:gd name="connsiteX3" fmla="*/ 1511300 w 2076450"/>
                  <a:gd name="connsiteY3" fmla="*/ 508107 h 560371"/>
                  <a:gd name="connsiteX4" fmla="*/ 2076450 w 2076450"/>
                  <a:gd name="connsiteY4" fmla="*/ 552557 h 560371"/>
                  <a:gd name="connsiteX0" fmla="*/ 0 w 2076450"/>
                  <a:gd name="connsiteY0" fmla="*/ 552460 h 552460"/>
                  <a:gd name="connsiteX1" fmla="*/ 635000 w 2076450"/>
                  <a:gd name="connsiteY1" fmla="*/ 463560 h 552460"/>
                  <a:gd name="connsiteX2" fmla="*/ 1104900 w 2076450"/>
                  <a:gd name="connsiteY2" fmla="*/ 10 h 552460"/>
                  <a:gd name="connsiteX3" fmla="*/ 1466850 w 2076450"/>
                  <a:gd name="connsiteY3" fmla="*/ 450860 h 552460"/>
                  <a:gd name="connsiteX4" fmla="*/ 2076450 w 2076450"/>
                  <a:gd name="connsiteY4" fmla="*/ 552460 h 552460"/>
                  <a:gd name="connsiteX0" fmla="*/ 0 w 2076450"/>
                  <a:gd name="connsiteY0" fmla="*/ 552460 h 553694"/>
                  <a:gd name="connsiteX1" fmla="*/ 635000 w 2076450"/>
                  <a:gd name="connsiteY1" fmla="*/ 463560 h 553694"/>
                  <a:gd name="connsiteX2" fmla="*/ 1104900 w 2076450"/>
                  <a:gd name="connsiteY2" fmla="*/ 10 h 553694"/>
                  <a:gd name="connsiteX3" fmla="*/ 1466850 w 2076450"/>
                  <a:gd name="connsiteY3" fmla="*/ 450860 h 553694"/>
                  <a:gd name="connsiteX4" fmla="*/ 2076450 w 2076450"/>
                  <a:gd name="connsiteY4" fmla="*/ 552460 h 553694"/>
                  <a:gd name="connsiteX0" fmla="*/ 0 w 2076450"/>
                  <a:gd name="connsiteY0" fmla="*/ 552453 h 555210"/>
                  <a:gd name="connsiteX1" fmla="*/ 635000 w 2076450"/>
                  <a:gd name="connsiteY1" fmla="*/ 463553 h 555210"/>
                  <a:gd name="connsiteX2" fmla="*/ 1104900 w 2076450"/>
                  <a:gd name="connsiteY2" fmla="*/ 3 h 555210"/>
                  <a:gd name="connsiteX3" fmla="*/ 1498600 w 2076450"/>
                  <a:gd name="connsiteY3" fmla="*/ 469903 h 555210"/>
                  <a:gd name="connsiteX4" fmla="*/ 2076450 w 2076450"/>
                  <a:gd name="connsiteY4" fmla="*/ 552453 h 555210"/>
                  <a:gd name="connsiteX0" fmla="*/ 0 w 2076450"/>
                  <a:gd name="connsiteY0" fmla="*/ 552510 h 553235"/>
                  <a:gd name="connsiteX1" fmla="*/ 635000 w 2076450"/>
                  <a:gd name="connsiteY1" fmla="*/ 463610 h 553235"/>
                  <a:gd name="connsiteX2" fmla="*/ 1104900 w 2076450"/>
                  <a:gd name="connsiteY2" fmla="*/ 60 h 553235"/>
                  <a:gd name="connsiteX3" fmla="*/ 1479550 w 2076450"/>
                  <a:gd name="connsiteY3" fmla="*/ 431860 h 553235"/>
                  <a:gd name="connsiteX4" fmla="*/ 2076450 w 2076450"/>
                  <a:gd name="connsiteY4" fmla="*/ 552510 h 553235"/>
                  <a:gd name="connsiteX0" fmla="*/ 0 w 2076450"/>
                  <a:gd name="connsiteY0" fmla="*/ 552510 h 553991"/>
                  <a:gd name="connsiteX1" fmla="*/ 635000 w 2076450"/>
                  <a:gd name="connsiteY1" fmla="*/ 463610 h 553991"/>
                  <a:gd name="connsiteX2" fmla="*/ 1104900 w 2076450"/>
                  <a:gd name="connsiteY2" fmla="*/ 60 h 553991"/>
                  <a:gd name="connsiteX3" fmla="*/ 1479550 w 2076450"/>
                  <a:gd name="connsiteY3" fmla="*/ 431860 h 553991"/>
                  <a:gd name="connsiteX4" fmla="*/ 2076450 w 2076450"/>
                  <a:gd name="connsiteY4" fmla="*/ 552510 h 553991"/>
                  <a:gd name="connsiteX0" fmla="*/ 0 w 2076450"/>
                  <a:gd name="connsiteY0" fmla="*/ 552514 h 553995"/>
                  <a:gd name="connsiteX1" fmla="*/ 635000 w 2076450"/>
                  <a:gd name="connsiteY1" fmla="*/ 463614 h 553995"/>
                  <a:gd name="connsiteX2" fmla="*/ 1104900 w 2076450"/>
                  <a:gd name="connsiteY2" fmla="*/ 64 h 553995"/>
                  <a:gd name="connsiteX3" fmla="*/ 1479550 w 2076450"/>
                  <a:gd name="connsiteY3" fmla="*/ 431864 h 553995"/>
                  <a:gd name="connsiteX4" fmla="*/ 2076450 w 2076450"/>
                  <a:gd name="connsiteY4" fmla="*/ 552514 h 553995"/>
                  <a:gd name="connsiteX0" fmla="*/ 0 w 2076450"/>
                  <a:gd name="connsiteY0" fmla="*/ 552453 h 553934"/>
                  <a:gd name="connsiteX1" fmla="*/ 635000 w 2076450"/>
                  <a:gd name="connsiteY1" fmla="*/ 463553 h 553934"/>
                  <a:gd name="connsiteX2" fmla="*/ 1104900 w 2076450"/>
                  <a:gd name="connsiteY2" fmla="*/ 3 h 553934"/>
                  <a:gd name="connsiteX3" fmla="*/ 1479550 w 2076450"/>
                  <a:gd name="connsiteY3" fmla="*/ 431803 h 553934"/>
                  <a:gd name="connsiteX4" fmla="*/ 2076450 w 2076450"/>
                  <a:gd name="connsiteY4" fmla="*/ 552453 h 553934"/>
                  <a:gd name="connsiteX0" fmla="*/ 0 w 2076450"/>
                  <a:gd name="connsiteY0" fmla="*/ 552453 h 556896"/>
                  <a:gd name="connsiteX1" fmla="*/ 635000 w 2076450"/>
                  <a:gd name="connsiteY1" fmla="*/ 463553 h 556896"/>
                  <a:gd name="connsiteX2" fmla="*/ 1104900 w 2076450"/>
                  <a:gd name="connsiteY2" fmla="*/ 3 h 556896"/>
                  <a:gd name="connsiteX3" fmla="*/ 1498600 w 2076450"/>
                  <a:gd name="connsiteY3" fmla="*/ 457203 h 556896"/>
                  <a:gd name="connsiteX4" fmla="*/ 2076450 w 2076450"/>
                  <a:gd name="connsiteY4" fmla="*/ 552453 h 556896"/>
                  <a:gd name="connsiteX0" fmla="*/ 0 w 2076450"/>
                  <a:gd name="connsiteY0" fmla="*/ 552453 h 554014"/>
                  <a:gd name="connsiteX1" fmla="*/ 635000 w 2076450"/>
                  <a:gd name="connsiteY1" fmla="*/ 463553 h 554014"/>
                  <a:gd name="connsiteX2" fmla="*/ 1098550 w 2076450"/>
                  <a:gd name="connsiteY2" fmla="*/ 3 h 554014"/>
                  <a:gd name="connsiteX3" fmla="*/ 1498600 w 2076450"/>
                  <a:gd name="connsiteY3" fmla="*/ 457203 h 554014"/>
                  <a:gd name="connsiteX4" fmla="*/ 2076450 w 2076450"/>
                  <a:gd name="connsiteY4" fmla="*/ 552453 h 554014"/>
                  <a:gd name="connsiteX0" fmla="*/ 0 w 2076450"/>
                  <a:gd name="connsiteY0" fmla="*/ 552459 h 553693"/>
                  <a:gd name="connsiteX1" fmla="*/ 635000 w 2076450"/>
                  <a:gd name="connsiteY1" fmla="*/ 463559 h 553693"/>
                  <a:gd name="connsiteX2" fmla="*/ 1098550 w 2076450"/>
                  <a:gd name="connsiteY2" fmla="*/ 9 h 553693"/>
                  <a:gd name="connsiteX3" fmla="*/ 1485900 w 2076450"/>
                  <a:gd name="connsiteY3" fmla="*/ 450859 h 553693"/>
                  <a:gd name="connsiteX4" fmla="*/ 2076450 w 2076450"/>
                  <a:gd name="connsiteY4" fmla="*/ 552459 h 553693"/>
                  <a:gd name="connsiteX0" fmla="*/ 0 w 2076450"/>
                  <a:gd name="connsiteY0" fmla="*/ 552459 h 556763"/>
                  <a:gd name="connsiteX1" fmla="*/ 635000 w 2076450"/>
                  <a:gd name="connsiteY1" fmla="*/ 463559 h 556763"/>
                  <a:gd name="connsiteX2" fmla="*/ 1098550 w 2076450"/>
                  <a:gd name="connsiteY2" fmla="*/ 9 h 556763"/>
                  <a:gd name="connsiteX3" fmla="*/ 1485900 w 2076450"/>
                  <a:gd name="connsiteY3" fmla="*/ 450859 h 556763"/>
                  <a:gd name="connsiteX4" fmla="*/ 2076450 w 2076450"/>
                  <a:gd name="connsiteY4" fmla="*/ 555634 h 556763"/>
                  <a:gd name="connsiteX0" fmla="*/ 0 w 2076450"/>
                  <a:gd name="connsiteY0" fmla="*/ 552459 h 556011"/>
                  <a:gd name="connsiteX1" fmla="*/ 635000 w 2076450"/>
                  <a:gd name="connsiteY1" fmla="*/ 463559 h 556011"/>
                  <a:gd name="connsiteX2" fmla="*/ 1098550 w 2076450"/>
                  <a:gd name="connsiteY2" fmla="*/ 9 h 556011"/>
                  <a:gd name="connsiteX3" fmla="*/ 1485900 w 2076450"/>
                  <a:gd name="connsiteY3" fmla="*/ 450859 h 556011"/>
                  <a:gd name="connsiteX4" fmla="*/ 2076450 w 2076450"/>
                  <a:gd name="connsiteY4" fmla="*/ 555634 h 556011"/>
                  <a:gd name="connsiteX0" fmla="*/ 0 w 1952625"/>
                  <a:gd name="connsiteY0" fmla="*/ 555634 h 556011"/>
                  <a:gd name="connsiteX1" fmla="*/ 511175 w 1952625"/>
                  <a:gd name="connsiteY1" fmla="*/ 463559 h 556011"/>
                  <a:gd name="connsiteX2" fmla="*/ 974725 w 1952625"/>
                  <a:gd name="connsiteY2" fmla="*/ 9 h 556011"/>
                  <a:gd name="connsiteX3" fmla="*/ 1362075 w 1952625"/>
                  <a:gd name="connsiteY3" fmla="*/ 450859 h 556011"/>
                  <a:gd name="connsiteX4" fmla="*/ 1952625 w 1952625"/>
                  <a:gd name="connsiteY4" fmla="*/ 555634 h 556011"/>
                  <a:gd name="connsiteX0" fmla="*/ 0 w 1952625"/>
                  <a:gd name="connsiteY0" fmla="*/ 555634 h 556011"/>
                  <a:gd name="connsiteX1" fmla="*/ 511175 w 1952625"/>
                  <a:gd name="connsiteY1" fmla="*/ 463559 h 556011"/>
                  <a:gd name="connsiteX2" fmla="*/ 974725 w 1952625"/>
                  <a:gd name="connsiteY2" fmla="*/ 9 h 556011"/>
                  <a:gd name="connsiteX3" fmla="*/ 1362075 w 1952625"/>
                  <a:gd name="connsiteY3" fmla="*/ 450859 h 556011"/>
                  <a:gd name="connsiteX4" fmla="*/ 1952625 w 1952625"/>
                  <a:gd name="connsiteY4" fmla="*/ 555634 h 556011"/>
                  <a:gd name="connsiteX0" fmla="*/ 0 w 1952625"/>
                  <a:gd name="connsiteY0" fmla="*/ 555626 h 556003"/>
                  <a:gd name="connsiteX1" fmla="*/ 492125 w 1952625"/>
                  <a:gd name="connsiteY1" fmla="*/ 454026 h 556003"/>
                  <a:gd name="connsiteX2" fmla="*/ 974725 w 1952625"/>
                  <a:gd name="connsiteY2" fmla="*/ 1 h 556003"/>
                  <a:gd name="connsiteX3" fmla="*/ 1362075 w 1952625"/>
                  <a:gd name="connsiteY3" fmla="*/ 450851 h 556003"/>
                  <a:gd name="connsiteX4" fmla="*/ 1952625 w 1952625"/>
                  <a:gd name="connsiteY4" fmla="*/ 555626 h 556003"/>
                  <a:gd name="connsiteX0" fmla="*/ 0 w 1952625"/>
                  <a:gd name="connsiteY0" fmla="*/ 555627 h 555957"/>
                  <a:gd name="connsiteX1" fmla="*/ 492125 w 1952625"/>
                  <a:gd name="connsiteY1" fmla="*/ 454027 h 555957"/>
                  <a:gd name="connsiteX2" fmla="*/ 974725 w 1952625"/>
                  <a:gd name="connsiteY2" fmla="*/ 2 h 555957"/>
                  <a:gd name="connsiteX3" fmla="*/ 1454150 w 1952625"/>
                  <a:gd name="connsiteY3" fmla="*/ 447677 h 555957"/>
                  <a:gd name="connsiteX4" fmla="*/ 1952625 w 1952625"/>
                  <a:gd name="connsiteY4" fmla="*/ 555627 h 555957"/>
                  <a:gd name="connsiteX0" fmla="*/ 0 w 1952625"/>
                  <a:gd name="connsiteY0" fmla="*/ 555627 h 556133"/>
                  <a:gd name="connsiteX1" fmla="*/ 492125 w 1952625"/>
                  <a:gd name="connsiteY1" fmla="*/ 454027 h 556133"/>
                  <a:gd name="connsiteX2" fmla="*/ 974725 w 1952625"/>
                  <a:gd name="connsiteY2" fmla="*/ 2 h 556133"/>
                  <a:gd name="connsiteX3" fmla="*/ 1454150 w 1952625"/>
                  <a:gd name="connsiteY3" fmla="*/ 447677 h 556133"/>
                  <a:gd name="connsiteX4" fmla="*/ 1952625 w 1952625"/>
                  <a:gd name="connsiteY4" fmla="*/ 555627 h 556133"/>
                  <a:gd name="connsiteX0" fmla="*/ 0 w 1952625"/>
                  <a:gd name="connsiteY0" fmla="*/ 555627 h 556194"/>
                  <a:gd name="connsiteX1" fmla="*/ 492125 w 1952625"/>
                  <a:gd name="connsiteY1" fmla="*/ 454027 h 556194"/>
                  <a:gd name="connsiteX2" fmla="*/ 974725 w 1952625"/>
                  <a:gd name="connsiteY2" fmla="*/ 2 h 556194"/>
                  <a:gd name="connsiteX3" fmla="*/ 1454150 w 1952625"/>
                  <a:gd name="connsiteY3" fmla="*/ 447677 h 556194"/>
                  <a:gd name="connsiteX4" fmla="*/ 1952625 w 1952625"/>
                  <a:gd name="connsiteY4" fmla="*/ 555627 h 5561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52625" h="556194">
                    <a:moveTo>
                      <a:pt x="0" y="555627"/>
                    </a:moveTo>
                    <a:cubicBezTo>
                      <a:pt x="238125" y="557214"/>
                      <a:pt x="259821" y="562506"/>
                      <a:pt x="492125" y="454027"/>
                    </a:cubicBezTo>
                    <a:cubicBezTo>
                      <a:pt x="724429" y="345548"/>
                      <a:pt x="814388" y="1060"/>
                      <a:pt x="974725" y="2"/>
                    </a:cubicBezTo>
                    <a:cubicBezTo>
                      <a:pt x="1135062" y="-1056"/>
                      <a:pt x="1218142" y="345548"/>
                      <a:pt x="1454150" y="447677"/>
                    </a:cubicBezTo>
                    <a:cubicBezTo>
                      <a:pt x="1690158" y="549806"/>
                      <a:pt x="1711325" y="558802"/>
                      <a:pt x="1952625" y="555627"/>
                    </a:cubicBezTo>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0" name="任意形状 59">
                <a:extLst>
                  <a:ext uri="{FF2B5EF4-FFF2-40B4-BE49-F238E27FC236}">
                    <a16:creationId xmlns:a16="http://schemas.microsoft.com/office/drawing/2014/main" id="{7CA32B53-7AE9-2607-E96A-35CAF600CA8D}"/>
                  </a:ext>
                </a:extLst>
              </p:cNvPr>
              <p:cNvSpPr/>
              <p:nvPr/>
            </p:nvSpPr>
            <p:spPr>
              <a:xfrm>
                <a:off x="3392497" y="4254499"/>
                <a:ext cx="1278643" cy="364214"/>
              </a:xfrm>
              <a:custGeom>
                <a:avLst/>
                <a:gdLst>
                  <a:gd name="connsiteX0" fmla="*/ 0 w 2076450"/>
                  <a:gd name="connsiteY0" fmla="*/ 514352 h 563845"/>
                  <a:gd name="connsiteX1" fmla="*/ 584200 w 2076450"/>
                  <a:gd name="connsiteY1" fmla="*/ 514352 h 563845"/>
                  <a:gd name="connsiteX2" fmla="*/ 1104900 w 2076450"/>
                  <a:gd name="connsiteY2" fmla="*/ 2 h 563845"/>
                  <a:gd name="connsiteX3" fmla="*/ 1511300 w 2076450"/>
                  <a:gd name="connsiteY3" fmla="*/ 508002 h 563845"/>
                  <a:gd name="connsiteX4" fmla="*/ 2076450 w 2076450"/>
                  <a:gd name="connsiteY4" fmla="*/ 552452 h 563845"/>
                  <a:gd name="connsiteX0" fmla="*/ 0 w 2076450"/>
                  <a:gd name="connsiteY0" fmla="*/ 552452 h 584518"/>
                  <a:gd name="connsiteX1" fmla="*/ 584200 w 2076450"/>
                  <a:gd name="connsiteY1" fmla="*/ 514352 h 584518"/>
                  <a:gd name="connsiteX2" fmla="*/ 1104900 w 2076450"/>
                  <a:gd name="connsiteY2" fmla="*/ 2 h 584518"/>
                  <a:gd name="connsiteX3" fmla="*/ 1511300 w 2076450"/>
                  <a:gd name="connsiteY3" fmla="*/ 508002 h 584518"/>
                  <a:gd name="connsiteX4" fmla="*/ 2076450 w 2076450"/>
                  <a:gd name="connsiteY4" fmla="*/ 552452 h 584518"/>
                  <a:gd name="connsiteX0" fmla="*/ 0 w 2076450"/>
                  <a:gd name="connsiteY0" fmla="*/ 552452 h 567630"/>
                  <a:gd name="connsiteX1" fmla="*/ 584200 w 2076450"/>
                  <a:gd name="connsiteY1" fmla="*/ 514352 h 567630"/>
                  <a:gd name="connsiteX2" fmla="*/ 1104900 w 2076450"/>
                  <a:gd name="connsiteY2" fmla="*/ 2 h 567630"/>
                  <a:gd name="connsiteX3" fmla="*/ 1511300 w 2076450"/>
                  <a:gd name="connsiteY3" fmla="*/ 508002 h 567630"/>
                  <a:gd name="connsiteX4" fmla="*/ 2076450 w 2076450"/>
                  <a:gd name="connsiteY4" fmla="*/ 552452 h 567630"/>
                  <a:gd name="connsiteX0" fmla="*/ 0 w 2076450"/>
                  <a:gd name="connsiteY0" fmla="*/ 552557 h 560371"/>
                  <a:gd name="connsiteX1" fmla="*/ 635000 w 2076450"/>
                  <a:gd name="connsiteY1" fmla="*/ 463657 h 560371"/>
                  <a:gd name="connsiteX2" fmla="*/ 1104900 w 2076450"/>
                  <a:gd name="connsiteY2" fmla="*/ 107 h 560371"/>
                  <a:gd name="connsiteX3" fmla="*/ 1511300 w 2076450"/>
                  <a:gd name="connsiteY3" fmla="*/ 508107 h 560371"/>
                  <a:gd name="connsiteX4" fmla="*/ 2076450 w 2076450"/>
                  <a:gd name="connsiteY4" fmla="*/ 552557 h 560371"/>
                  <a:gd name="connsiteX0" fmla="*/ 0 w 2076450"/>
                  <a:gd name="connsiteY0" fmla="*/ 552460 h 552460"/>
                  <a:gd name="connsiteX1" fmla="*/ 635000 w 2076450"/>
                  <a:gd name="connsiteY1" fmla="*/ 463560 h 552460"/>
                  <a:gd name="connsiteX2" fmla="*/ 1104900 w 2076450"/>
                  <a:gd name="connsiteY2" fmla="*/ 10 h 552460"/>
                  <a:gd name="connsiteX3" fmla="*/ 1466850 w 2076450"/>
                  <a:gd name="connsiteY3" fmla="*/ 450860 h 552460"/>
                  <a:gd name="connsiteX4" fmla="*/ 2076450 w 2076450"/>
                  <a:gd name="connsiteY4" fmla="*/ 552460 h 552460"/>
                  <a:gd name="connsiteX0" fmla="*/ 0 w 2076450"/>
                  <a:gd name="connsiteY0" fmla="*/ 552460 h 553694"/>
                  <a:gd name="connsiteX1" fmla="*/ 635000 w 2076450"/>
                  <a:gd name="connsiteY1" fmla="*/ 463560 h 553694"/>
                  <a:gd name="connsiteX2" fmla="*/ 1104900 w 2076450"/>
                  <a:gd name="connsiteY2" fmla="*/ 10 h 553694"/>
                  <a:gd name="connsiteX3" fmla="*/ 1466850 w 2076450"/>
                  <a:gd name="connsiteY3" fmla="*/ 450860 h 553694"/>
                  <a:gd name="connsiteX4" fmla="*/ 2076450 w 2076450"/>
                  <a:gd name="connsiteY4" fmla="*/ 552460 h 553694"/>
                  <a:gd name="connsiteX0" fmla="*/ 0 w 2076450"/>
                  <a:gd name="connsiteY0" fmla="*/ 552453 h 555210"/>
                  <a:gd name="connsiteX1" fmla="*/ 635000 w 2076450"/>
                  <a:gd name="connsiteY1" fmla="*/ 463553 h 555210"/>
                  <a:gd name="connsiteX2" fmla="*/ 1104900 w 2076450"/>
                  <a:gd name="connsiteY2" fmla="*/ 3 h 555210"/>
                  <a:gd name="connsiteX3" fmla="*/ 1498600 w 2076450"/>
                  <a:gd name="connsiteY3" fmla="*/ 469903 h 555210"/>
                  <a:gd name="connsiteX4" fmla="*/ 2076450 w 2076450"/>
                  <a:gd name="connsiteY4" fmla="*/ 552453 h 555210"/>
                  <a:gd name="connsiteX0" fmla="*/ 0 w 2076450"/>
                  <a:gd name="connsiteY0" fmla="*/ 552510 h 553235"/>
                  <a:gd name="connsiteX1" fmla="*/ 635000 w 2076450"/>
                  <a:gd name="connsiteY1" fmla="*/ 463610 h 553235"/>
                  <a:gd name="connsiteX2" fmla="*/ 1104900 w 2076450"/>
                  <a:gd name="connsiteY2" fmla="*/ 60 h 553235"/>
                  <a:gd name="connsiteX3" fmla="*/ 1479550 w 2076450"/>
                  <a:gd name="connsiteY3" fmla="*/ 431860 h 553235"/>
                  <a:gd name="connsiteX4" fmla="*/ 2076450 w 2076450"/>
                  <a:gd name="connsiteY4" fmla="*/ 552510 h 553235"/>
                  <a:gd name="connsiteX0" fmla="*/ 0 w 2076450"/>
                  <a:gd name="connsiteY0" fmla="*/ 552510 h 553991"/>
                  <a:gd name="connsiteX1" fmla="*/ 635000 w 2076450"/>
                  <a:gd name="connsiteY1" fmla="*/ 463610 h 553991"/>
                  <a:gd name="connsiteX2" fmla="*/ 1104900 w 2076450"/>
                  <a:gd name="connsiteY2" fmla="*/ 60 h 553991"/>
                  <a:gd name="connsiteX3" fmla="*/ 1479550 w 2076450"/>
                  <a:gd name="connsiteY3" fmla="*/ 431860 h 553991"/>
                  <a:gd name="connsiteX4" fmla="*/ 2076450 w 2076450"/>
                  <a:gd name="connsiteY4" fmla="*/ 552510 h 553991"/>
                  <a:gd name="connsiteX0" fmla="*/ 0 w 2076450"/>
                  <a:gd name="connsiteY0" fmla="*/ 552514 h 553995"/>
                  <a:gd name="connsiteX1" fmla="*/ 635000 w 2076450"/>
                  <a:gd name="connsiteY1" fmla="*/ 463614 h 553995"/>
                  <a:gd name="connsiteX2" fmla="*/ 1104900 w 2076450"/>
                  <a:gd name="connsiteY2" fmla="*/ 64 h 553995"/>
                  <a:gd name="connsiteX3" fmla="*/ 1479550 w 2076450"/>
                  <a:gd name="connsiteY3" fmla="*/ 431864 h 553995"/>
                  <a:gd name="connsiteX4" fmla="*/ 2076450 w 2076450"/>
                  <a:gd name="connsiteY4" fmla="*/ 552514 h 553995"/>
                  <a:gd name="connsiteX0" fmla="*/ 0 w 2076450"/>
                  <a:gd name="connsiteY0" fmla="*/ 552453 h 553934"/>
                  <a:gd name="connsiteX1" fmla="*/ 635000 w 2076450"/>
                  <a:gd name="connsiteY1" fmla="*/ 463553 h 553934"/>
                  <a:gd name="connsiteX2" fmla="*/ 1104900 w 2076450"/>
                  <a:gd name="connsiteY2" fmla="*/ 3 h 553934"/>
                  <a:gd name="connsiteX3" fmla="*/ 1479550 w 2076450"/>
                  <a:gd name="connsiteY3" fmla="*/ 431803 h 553934"/>
                  <a:gd name="connsiteX4" fmla="*/ 2076450 w 2076450"/>
                  <a:gd name="connsiteY4" fmla="*/ 552453 h 553934"/>
                  <a:gd name="connsiteX0" fmla="*/ 0 w 2076450"/>
                  <a:gd name="connsiteY0" fmla="*/ 552453 h 556896"/>
                  <a:gd name="connsiteX1" fmla="*/ 635000 w 2076450"/>
                  <a:gd name="connsiteY1" fmla="*/ 463553 h 556896"/>
                  <a:gd name="connsiteX2" fmla="*/ 1104900 w 2076450"/>
                  <a:gd name="connsiteY2" fmla="*/ 3 h 556896"/>
                  <a:gd name="connsiteX3" fmla="*/ 1498600 w 2076450"/>
                  <a:gd name="connsiteY3" fmla="*/ 457203 h 556896"/>
                  <a:gd name="connsiteX4" fmla="*/ 2076450 w 2076450"/>
                  <a:gd name="connsiteY4" fmla="*/ 552453 h 556896"/>
                  <a:gd name="connsiteX0" fmla="*/ 0 w 2076450"/>
                  <a:gd name="connsiteY0" fmla="*/ 552453 h 554014"/>
                  <a:gd name="connsiteX1" fmla="*/ 635000 w 2076450"/>
                  <a:gd name="connsiteY1" fmla="*/ 463553 h 554014"/>
                  <a:gd name="connsiteX2" fmla="*/ 1098550 w 2076450"/>
                  <a:gd name="connsiteY2" fmla="*/ 3 h 554014"/>
                  <a:gd name="connsiteX3" fmla="*/ 1498600 w 2076450"/>
                  <a:gd name="connsiteY3" fmla="*/ 457203 h 554014"/>
                  <a:gd name="connsiteX4" fmla="*/ 2076450 w 2076450"/>
                  <a:gd name="connsiteY4" fmla="*/ 552453 h 554014"/>
                  <a:gd name="connsiteX0" fmla="*/ 0 w 2076450"/>
                  <a:gd name="connsiteY0" fmla="*/ 552459 h 553693"/>
                  <a:gd name="connsiteX1" fmla="*/ 635000 w 2076450"/>
                  <a:gd name="connsiteY1" fmla="*/ 463559 h 553693"/>
                  <a:gd name="connsiteX2" fmla="*/ 1098550 w 2076450"/>
                  <a:gd name="connsiteY2" fmla="*/ 9 h 553693"/>
                  <a:gd name="connsiteX3" fmla="*/ 1485900 w 2076450"/>
                  <a:gd name="connsiteY3" fmla="*/ 450859 h 553693"/>
                  <a:gd name="connsiteX4" fmla="*/ 2076450 w 2076450"/>
                  <a:gd name="connsiteY4" fmla="*/ 552459 h 553693"/>
                  <a:gd name="connsiteX0" fmla="*/ 0 w 2076450"/>
                  <a:gd name="connsiteY0" fmla="*/ 552459 h 556763"/>
                  <a:gd name="connsiteX1" fmla="*/ 635000 w 2076450"/>
                  <a:gd name="connsiteY1" fmla="*/ 463559 h 556763"/>
                  <a:gd name="connsiteX2" fmla="*/ 1098550 w 2076450"/>
                  <a:gd name="connsiteY2" fmla="*/ 9 h 556763"/>
                  <a:gd name="connsiteX3" fmla="*/ 1485900 w 2076450"/>
                  <a:gd name="connsiteY3" fmla="*/ 450859 h 556763"/>
                  <a:gd name="connsiteX4" fmla="*/ 2076450 w 2076450"/>
                  <a:gd name="connsiteY4" fmla="*/ 555634 h 556763"/>
                  <a:gd name="connsiteX0" fmla="*/ 0 w 2076450"/>
                  <a:gd name="connsiteY0" fmla="*/ 552459 h 556011"/>
                  <a:gd name="connsiteX1" fmla="*/ 635000 w 2076450"/>
                  <a:gd name="connsiteY1" fmla="*/ 463559 h 556011"/>
                  <a:gd name="connsiteX2" fmla="*/ 1098550 w 2076450"/>
                  <a:gd name="connsiteY2" fmla="*/ 9 h 556011"/>
                  <a:gd name="connsiteX3" fmla="*/ 1485900 w 2076450"/>
                  <a:gd name="connsiteY3" fmla="*/ 450859 h 556011"/>
                  <a:gd name="connsiteX4" fmla="*/ 2076450 w 2076450"/>
                  <a:gd name="connsiteY4" fmla="*/ 555634 h 556011"/>
                  <a:gd name="connsiteX0" fmla="*/ 0 w 1952625"/>
                  <a:gd name="connsiteY0" fmla="*/ 555634 h 556011"/>
                  <a:gd name="connsiteX1" fmla="*/ 511175 w 1952625"/>
                  <a:gd name="connsiteY1" fmla="*/ 463559 h 556011"/>
                  <a:gd name="connsiteX2" fmla="*/ 974725 w 1952625"/>
                  <a:gd name="connsiteY2" fmla="*/ 9 h 556011"/>
                  <a:gd name="connsiteX3" fmla="*/ 1362075 w 1952625"/>
                  <a:gd name="connsiteY3" fmla="*/ 450859 h 556011"/>
                  <a:gd name="connsiteX4" fmla="*/ 1952625 w 1952625"/>
                  <a:gd name="connsiteY4" fmla="*/ 555634 h 556011"/>
                  <a:gd name="connsiteX0" fmla="*/ 0 w 1952625"/>
                  <a:gd name="connsiteY0" fmla="*/ 555634 h 556011"/>
                  <a:gd name="connsiteX1" fmla="*/ 511175 w 1952625"/>
                  <a:gd name="connsiteY1" fmla="*/ 463559 h 556011"/>
                  <a:gd name="connsiteX2" fmla="*/ 974725 w 1952625"/>
                  <a:gd name="connsiteY2" fmla="*/ 9 h 556011"/>
                  <a:gd name="connsiteX3" fmla="*/ 1362075 w 1952625"/>
                  <a:gd name="connsiteY3" fmla="*/ 450859 h 556011"/>
                  <a:gd name="connsiteX4" fmla="*/ 1952625 w 1952625"/>
                  <a:gd name="connsiteY4" fmla="*/ 555634 h 556011"/>
                  <a:gd name="connsiteX0" fmla="*/ 0 w 1952625"/>
                  <a:gd name="connsiteY0" fmla="*/ 555626 h 556003"/>
                  <a:gd name="connsiteX1" fmla="*/ 492125 w 1952625"/>
                  <a:gd name="connsiteY1" fmla="*/ 454026 h 556003"/>
                  <a:gd name="connsiteX2" fmla="*/ 974725 w 1952625"/>
                  <a:gd name="connsiteY2" fmla="*/ 1 h 556003"/>
                  <a:gd name="connsiteX3" fmla="*/ 1362075 w 1952625"/>
                  <a:gd name="connsiteY3" fmla="*/ 450851 h 556003"/>
                  <a:gd name="connsiteX4" fmla="*/ 1952625 w 1952625"/>
                  <a:gd name="connsiteY4" fmla="*/ 555626 h 556003"/>
                  <a:gd name="connsiteX0" fmla="*/ 0 w 1952625"/>
                  <a:gd name="connsiteY0" fmla="*/ 555627 h 555957"/>
                  <a:gd name="connsiteX1" fmla="*/ 492125 w 1952625"/>
                  <a:gd name="connsiteY1" fmla="*/ 454027 h 555957"/>
                  <a:gd name="connsiteX2" fmla="*/ 974725 w 1952625"/>
                  <a:gd name="connsiteY2" fmla="*/ 2 h 555957"/>
                  <a:gd name="connsiteX3" fmla="*/ 1454150 w 1952625"/>
                  <a:gd name="connsiteY3" fmla="*/ 447677 h 555957"/>
                  <a:gd name="connsiteX4" fmla="*/ 1952625 w 1952625"/>
                  <a:gd name="connsiteY4" fmla="*/ 555627 h 555957"/>
                  <a:gd name="connsiteX0" fmla="*/ 0 w 1952625"/>
                  <a:gd name="connsiteY0" fmla="*/ 555627 h 556133"/>
                  <a:gd name="connsiteX1" fmla="*/ 492125 w 1952625"/>
                  <a:gd name="connsiteY1" fmla="*/ 454027 h 556133"/>
                  <a:gd name="connsiteX2" fmla="*/ 974725 w 1952625"/>
                  <a:gd name="connsiteY2" fmla="*/ 2 h 556133"/>
                  <a:gd name="connsiteX3" fmla="*/ 1454150 w 1952625"/>
                  <a:gd name="connsiteY3" fmla="*/ 447677 h 556133"/>
                  <a:gd name="connsiteX4" fmla="*/ 1952625 w 1952625"/>
                  <a:gd name="connsiteY4" fmla="*/ 555627 h 556133"/>
                  <a:gd name="connsiteX0" fmla="*/ 0 w 1952625"/>
                  <a:gd name="connsiteY0" fmla="*/ 555627 h 556194"/>
                  <a:gd name="connsiteX1" fmla="*/ 492125 w 1952625"/>
                  <a:gd name="connsiteY1" fmla="*/ 454027 h 556194"/>
                  <a:gd name="connsiteX2" fmla="*/ 974725 w 1952625"/>
                  <a:gd name="connsiteY2" fmla="*/ 2 h 556194"/>
                  <a:gd name="connsiteX3" fmla="*/ 1454150 w 1952625"/>
                  <a:gd name="connsiteY3" fmla="*/ 447677 h 556194"/>
                  <a:gd name="connsiteX4" fmla="*/ 1952625 w 1952625"/>
                  <a:gd name="connsiteY4" fmla="*/ 555627 h 5561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52625" h="556194">
                    <a:moveTo>
                      <a:pt x="0" y="555627"/>
                    </a:moveTo>
                    <a:cubicBezTo>
                      <a:pt x="238125" y="557214"/>
                      <a:pt x="259821" y="562506"/>
                      <a:pt x="492125" y="454027"/>
                    </a:cubicBezTo>
                    <a:cubicBezTo>
                      <a:pt x="724429" y="345548"/>
                      <a:pt x="814388" y="1060"/>
                      <a:pt x="974725" y="2"/>
                    </a:cubicBezTo>
                    <a:cubicBezTo>
                      <a:pt x="1135062" y="-1056"/>
                      <a:pt x="1218142" y="345548"/>
                      <a:pt x="1454150" y="447677"/>
                    </a:cubicBezTo>
                    <a:cubicBezTo>
                      <a:pt x="1690158" y="549806"/>
                      <a:pt x="1711325" y="558802"/>
                      <a:pt x="1952625" y="555627"/>
                    </a:cubicBezTo>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grpSp>
    </p:spTree>
    <p:extLst>
      <p:ext uri="{BB962C8B-B14F-4D97-AF65-F5344CB8AC3E}">
        <p14:creationId xmlns:p14="http://schemas.microsoft.com/office/powerpoint/2010/main" val="390238931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descr="形状&#10;&#10;描述已自动生成">
            <a:extLst>
              <a:ext uri="{FF2B5EF4-FFF2-40B4-BE49-F238E27FC236}">
                <a16:creationId xmlns:a16="http://schemas.microsoft.com/office/drawing/2014/main" id="{4F7FCC44-5F87-9DD5-0D95-3447EE192D1C}"/>
              </a:ext>
            </a:extLst>
          </p:cNvPr>
          <p:cNvPicPr>
            <a:picLocks noChangeAspect="1"/>
          </p:cNvPicPr>
          <p:nvPr/>
        </p:nvPicPr>
        <p:blipFill rotWithShape="1">
          <a:blip r:embed="rId3">
            <a:clrChange>
              <a:clrFrom>
                <a:srgbClr val="FDFFFF"/>
              </a:clrFrom>
              <a:clrTo>
                <a:srgbClr val="FDFFFF">
                  <a:alpha val="0"/>
                </a:srgbClr>
              </a:clrTo>
            </a:clrChange>
          </a:blip>
          <a:srcRect l="23869" t="9103" r="21834" b="13039"/>
          <a:stretch/>
        </p:blipFill>
        <p:spPr>
          <a:xfrm>
            <a:off x="2239935" y="2729217"/>
            <a:ext cx="926581" cy="1328648"/>
          </a:xfrm>
          <a:prstGeom prst="rect">
            <a:avLst/>
          </a:prstGeom>
        </p:spPr>
      </p:pic>
      <p:sp>
        <p:nvSpPr>
          <p:cNvPr id="4" name="标题 3">
            <a:extLst>
              <a:ext uri="{FF2B5EF4-FFF2-40B4-BE49-F238E27FC236}">
                <a16:creationId xmlns:a16="http://schemas.microsoft.com/office/drawing/2014/main" id="{CC21DC02-A7AD-4815-5CB4-3B2B47D4AE50}"/>
              </a:ext>
            </a:extLst>
          </p:cNvPr>
          <p:cNvSpPr>
            <a:spLocks noGrp="1"/>
          </p:cNvSpPr>
          <p:nvPr>
            <p:ph type="title"/>
          </p:nvPr>
        </p:nvSpPr>
        <p:spPr>
          <a:xfrm>
            <a:off x="628649" y="559420"/>
            <a:ext cx="7732925" cy="630335"/>
          </a:xfrm>
        </p:spPr>
        <p:txBody>
          <a:bodyPr/>
          <a:lstStyle/>
          <a:p>
            <a:r>
              <a:rPr lang="en-GB" altLang="zh-CN" dirty="0"/>
              <a:t>Markov Localisation</a:t>
            </a:r>
            <a:endParaRPr lang="en-GB" dirty="0"/>
          </a:p>
        </p:txBody>
      </p:sp>
      <mc:AlternateContent xmlns:mc="http://schemas.openxmlformats.org/markup-compatibility/2006" xmlns:a14="http://schemas.microsoft.com/office/drawing/2010/main">
        <mc:Choice Requires="a14">
          <p:sp>
            <p:nvSpPr>
              <p:cNvPr id="5" name="文本占位符 4">
                <a:extLst>
                  <a:ext uri="{FF2B5EF4-FFF2-40B4-BE49-F238E27FC236}">
                    <a16:creationId xmlns:a16="http://schemas.microsoft.com/office/drawing/2014/main" id="{CD03626E-108C-52C9-C4CF-3C07954F5CF8}"/>
                  </a:ext>
                </a:extLst>
              </p:cNvPr>
              <p:cNvSpPr>
                <a:spLocks noGrp="1"/>
              </p:cNvSpPr>
              <p:nvPr>
                <p:ph type="body" sz="quarter" idx="10"/>
              </p:nvPr>
            </p:nvSpPr>
            <p:spPr>
              <a:xfrm>
                <a:off x="628650" y="1465263"/>
                <a:ext cx="7732713" cy="1048890"/>
              </a:xfrm>
            </p:spPr>
            <p:txBody>
              <a:bodyPr/>
              <a:lstStyle/>
              <a:p>
                <a:r>
                  <a:rPr lang="en-GB" altLang="zh-CN" dirty="0"/>
                  <a:t>Then, the sensor detects a door. So </a:t>
                </a:r>
                <a14:m>
                  <m:oMath xmlns:m="http://schemas.openxmlformats.org/officeDocument/2006/math">
                    <m:r>
                      <a:rPr lang="en-GB" altLang="zh-CN" b="0" i="1" smtClean="0">
                        <a:solidFill>
                          <a:srgbClr val="003399"/>
                        </a:solidFill>
                        <a:latin typeface="Cambria Math" panose="02040503050406030204" pitchFamily="18" charset="0"/>
                      </a:rPr>
                      <m:t>𝑃</m:t>
                    </m:r>
                    <m:d>
                      <m:dPr>
                        <m:ctrlPr>
                          <a:rPr lang="en-GB" altLang="zh-CN" b="0" i="1" smtClean="0">
                            <a:solidFill>
                              <a:srgbClr val="003399"/>
                            </a:solidFill>
                            <a:latin typeface="Cambria Math" panose="02040503050406030204" pitchFamily="18" charset="0"/>
                          </a:rPr>
                        </m:ctrlPr>
                      </m:dPr>
                      <m:e>
                        <m:sSub>
                          <m:sSubPr>
                            <m:ctrlPr>
                              <a:rPr lang="en-GB" altLang="zh-CN" b="0" i="1" smtClean="0">
                                <a:solidFill>
                                  <a:srgbClr val="003399"/>
                                </a:solidFill>
                                <a:latin typeface="Cambria Math" panose="02040503050406030204" pitchFamily="18" charset="0"/>
                              </a:rPr>
                            </m:ctrlPr>
                          </m:sSubPr>
                          <m:e>
                            <m:r>
                              <a:rPr lang="en-GB" altLang="zh-CN" b="0" i="1" smtClean="0">
                                <a:solidFill>
                                  <a:srgbClr val="003399"/>
                                </a:solidFill>
                                <a:latin typeface="Cambria Math" panose="02040503050406030204" pitchFamily="18" charset="0"/>
                              </a:rPr>
                              <m:t>𝑙𝑜𝑐</m:t>
                            </m:r>
                          </m:e>
                          <m:sub>
                            <m:r>
                              <a:rPr lang="en-GB" altLang="zh-CN" b="0" i="1" smtClean="0">
                                <a:solidFill>
                                  <a:srgbClr val="003399"/>
                                </a:solidFill>
                                <a:latin typeface="Cambria Math" panose="02040503050406030204" pitchFamily="18" charset="0"/>
                              </a:rPr>
                              <m:t>0</m:t>
                            </m:r>
                          </m:sub>
                        </m:sSub>
                      </m:e>
                    </m:d>
                  </m:oMath>
                </a14:m>
                <a:r>
                  <a:rPr lang="en-GB" altLang="zh-CN" dirty="0"/>
                  <a:t> is updated with </a:t>
                </a:r>
                <a14:m>
                  <m:oMath xmlns:m="http://schemas.openxmlformats.org/officeDocument/2006/math">
                    <m:r>
                      <a:rPr lang="en-GB" altLang="zh-CN" i="1">
                        <a:solidFill>
                          <a:srgbClr val="003399"/>
                        </a:solidFill>
                        <a:latin typeface="Cambria Math" panose="02040503050406030204" pitchFamily="18" charset="0"/>
                      </a:rPr>
                      <m:t>𝑃</m:t>
                    </m:r>
                    <m:d>
                      <m:dPr>
                        <m:ctrlPr>
                          <a:rPr lang="en-GB" altLang="zh-CN" i="1">
                            <a:solidFill>
                              <a:srgbClr val="003399"/>
                            </a:solidFill>
                            <a:latin typeface="Cambria Math" panose="02040503050406030204" pitchFamily="18" charset="0"/>
                          </a:rPr>
                        </m:ctrlPr>
                      </m:dPr>
                      <m:e>
                        <m:sSub>
                          <m:sSubPr>
                            <m:ctrlPr>
                              <a:rPr lang="en-GB" altLang="zh-CN" i="1">
                                <a:solidFill>
                                  <a:srgbClr val="003399"/>
                                </a:solidFill>
                                <a:latin typeface="Cambria Math" panose="02040503050406030204" pitchFamily="18" charset="0"/>
                              </a:rPr>
                            </m:ctrlPr>
                          </m:sSubPr>
                          <m:e>
                            <m:r>
                              <a:rPr lang="en-GB" altLang="zh-CN" i="1">
                                <a:solidFill>
                                  <a:srgbClr val="003399"/>
                                </a:solidFill>
                                <a:latin typeface="Cambria Math" panose="02040503050406030204" pitchFamily="18" charset="0"/>
                              </a:rPr>
                              <m:t>𝑙𝑜𝑐</m:t>
                            </m:r>
                          </m:e>
                          <m:sub>
                            <m:r>
                              <a:rPr lang="en-GB" altLang="zh-CN" i="1">
                                <a:solidFill>
                                  <a:srgbClr val="003399"/>
                                </a:solidFill>
                                <a:latin typeface="Cambria Math" panose="02040503050406030204" pitchFamily="18" charset="0"/>
                              </a:rPr>
                              <m:t>0</m:t>
                            </m:r>
                          </m:sub>
                        </m:sSub>
                        <m:r>
                          <a:rPr lang="en-GB" altLang="zh-CN" b="0" i="1" smtClean="0">
                            <a:solidFill>
                              <a:srgbClr val="003399"/>
                            </a:solidFill>
                            <a:latin typeface="Cambria Math" panose="02040503050406030204" pitchFamily="18" charset="0"/>
                          </a:rPr>
                          <m:t>|</m:t>
                        </m:r>
                        <m:r>
                          <a:rPr lang="en-GB" altLang="zh-CN" b="0" i="1" smtClean="0">
                            <a:solidFill>
                              <a:srgbClr val="003399"/>
                            </a:solidFill>
                            <a:latin typeface="Cambria Math" panose="02040503050406030204" pitchFamily="18" charset="0"/>
                          </a:rPr>
                          <m:t>𝑑𝑜𝑜𝑟</m:t>
                        </m:r>
                      </m:e>
                    </m:d>
                  </m:oMath>
                </a14:m>
                <a:r>
                  <a:rPr lang="en-GB" altLang="zh-CN" dirty="0"/>
                  <a:t>.</a:t>
                </a:r>
                <a:r>
                  <a:rPr lang="zh-CN" altLang="en-US" dirty="0"/>
                  <a:t> </a:t>
                </a:r>
                <a:r>
                  <a:rPr lang="en-US" altLang="zh-CN" dirty="0"/>
                  <a:t>According to Bayes' Rule, </a:t>
                </a:r>
                <a:endParaRPr lang="en-GB" altLang="zh-CN" i="1" dirty="0">
                  <a:solidFill>
                    <a:srgbClr val="003399"/>
                  </a:solidFill>
                  <a:latin typeface="Cambria Math" panose="02040503050406030204" pitchFamily="18" charset="0"/>
                </a:endParaRPr>
              </a:p>
              <a:p>
                <a:pPr/>
                <a14:m>
                  <m:oMathPara xmlns:m="http://schemas.openxmlformats.org/officeDocument/2006/math">
                    <m:oMathParaPr>
                      <m:jc m:val="centerGroup"/>
                    </m:oMathParaPr>
                    <m:oMath xmlns:m="http://schemas.openxmlformats.org/officeDocument/2006/math">
                      <m:r>
                        <a:rPr lang="en-GB" altLang="zh-CN" i="1" smtClean="0">
                          <a:solidFill>
                            <a:schemeClr val="accent4"/>
                          </a:solidFill>
                          <a:latin typeface="Cambria Math" panose="02040503050406030204" pitchFamily="18" charset="0"/>
                        </a:rPr>
                        <m:t>𝑃</m:t>
                      </m:r>
                      <m:d>
                        <m:dPr>
                          <m:ctrlPr>
                            <a:rPr lang="en-GB" altLang="zh-CN" i="1">
                              <a:solidFill>
                                <a:schemeClr val="accent4"/>
                              </a:solidFill>
                              <a:latin typeface="Cambria Math" panose="02040503050406030204" pitchFamily="18" charset="0"/>
                            </a:rPr>
                          </m:ctrlPr>
                        </m:dPr>
                        <m:e>
                          <m:sSub>
                            <m:sSubPr>
                              <m:ctrlPr>
                                <a:rPr lang="en-GB" altLang="zh-CN" i="1">
                                  <a:solidFill>
                                    <a:schemeClr val="accent4"/>
                                  </a:solidFill>
                                  <a:latin typeface="Cambria Math" panose="02040503050406030204" pitchFamily="18" charset="0"/>
                                </a:rPr>
                              </m:ctrlPr>
                            </m:sSubPr>
                            <m:e>
                              <m:r>
                                <a:rPr lang="en-GB" altLang="zh-CN" i="1">
                                  <a:solidFill>
                                    <a:schemeClr val="accent4"/>
                                  </a:solidFill>
                                  <a:latin typeface="Cambria Math" panose="02040503050406030204" pitchFamily="18" charset="0"/>
                                </a:rPr>
                                <m:t>𝑙𝑜𝑐</m:t>
                              </m:r>
                            </m:e>
                            <m:sub>
                              <m:r>
                                <a:rPr lang="en-GB" altLang="zh-CN" i="1">
                                  <a:solidFill>
                                    <a:schemeClr val="accent4"/>
                                  </a:solidFill>
                                  <a:latin typeface="Cambria Math" panose="02040503050406030204" pitchFamily="18" charset="0"/>
                                </a:rPr>
                                <m:t>0</m:t>
                              </m:r>
                            </m:sub>
                          </m:sSub>
                          <m:r>
                            <a:rPr lang="en-GB" altLang="zh-CN" i="1">
                              <a:solidFill>
                                <a:schemeClr val="accent4"/>
                              </a:solidFill>
                              <a:latin typeface="Cambria Math" panose="02040503050406030204" pitchFamily="18" charset="0"/>
                            </a:rPr>
                            <m:t>|</m:t>
                          </m:r>
                          <m:r>
                            <a:rPr lang="en-GB" altLang="zh-CN" i="1">
                              <a:solidFill>
                                <a:schemeClr val="accent4"/>
                              </a:solidFill>
                              <a:latin typeface="Cambria Math" panose="02040503050406030204" pitchFamily="18" charset="0"/>
                            </a:rPr>
                            <m:t>𝑑𝑜𝑜𝑟</m:t>
                          </m:r>
                        </m:e>
                      </m:d>
                      <m:r>
                        <a:rPr lang="en-GB" altLang="zh-CN" b="0" i="1" smtClean="0">
                          <a:solidFill>
                            <a:schemeClr val="tx1"/>
                          </a:solidFill>
                          <a:latin typeface="Cambria Math" panose="02040503050406030204" pitchFamily="18" charset="0"/>
                        </a:rPr>
                        <m:t>=</m:t>
                      </m:r>
                      <m:f>
                        <m:fPr>
                          <m:ctrlPr>
                            <a:rPr lang="en-GB" altLang="zh-CN" b="0" i="1" smtClean="0">
                              <a:solidFill>
                                <a:schemeClr val="tx1"/>
                              </a:solidFill>
                              <a:latin typeface="Cambria Math" panose="02040503050406030204" pitchFamily="18" charset="0"/>
                            </a:rPr>
                          </m:ctrlPr>
                        </m:fPr>
                        <m:num>
                          <m:r>
                            <a:rPr lang="en-GB" altLang="zh-CN" i="1" smtClean="0">
                              <a:solidFill>
                                <a:srgbClr val="003399"/>
                              </a:solidFill>
                              <a:latin typeface="Cambria Math" panose="02040503050406030204" pitchFamily="18" charset="0"/>
                            </a:rPr>
                            <m:t>𝑃</m:t>
                          </m:r>
                          <m:d>
                            <m:dPr>
                              <m:ctrlPr>
                                <a:rPr lang="en-GB" altLang="zh-CN" i="1">
                                  <a:solidFill>
                                    <a:srgbClr val="003399"/>
                                  </a:solidFill>
                                  <a:latin typeface="Cambria Math" panose="02040503050406030204" pitchFamily="18" charset="0"/>
                                </a:rPr>
                              </m:ctrlPr>
                            </m:dPr>
                            <m:e>
                              <m:sSub>
                                <m:sSubPr>
                                  <m:ctrlPr>
                                    <a:rPr lang="en-GB" altLang="zh-CN" i="1">
                                      <a:solidFill>
                                        <a:srgbClr val="003399"/>
                                      </a:solidFill>
                                      <a:latin typeface="Cambria Math" panose="02040503050406030204" pitchFamily="18" charset="0"/>
                                    </a:rPr>
                                  </m:ctrlPr>
                                </m:sSubPr>
                                <m:e>
                                  <m:r>
                                    <a:rPr lang="en-GB" altLang="zh-CN" i="1">
                                      <a:solidFill>
                                        <a:srgbClr val="003399"/>
                                      </a:solidFill>
                                      <a:latin typeface="Cambria Math" panose="02040503050406030204" pitchFamily="18" charset="0"/>
                                    </a:rPr>
                                    <m:t>𝑙𝑜𝑐</m:t>
                                  </m:r>
                                </m:e>
                                <m:sub>
                                  <m:r>
                                    <a:rPr lang="en-GB" altLang="zh-CN" i="1">
                                      <a:solidFill>
                                        <a:srgbClr val="003399"/>
                                      </a:solidFill>
                                      <a:latin typeface="Cambria Math" panose="02040503050406030204" pitchFamily="18" charset="0"/>
                                    </a:rPr>
                                    <m:t>0</m:t>
                                  </m:r>
                                </m:sub>
                              </m:sSub>
                            </m:e>
                          </m:d>
                          <m:r>
                            <a:rPr lang="en-GB" altLang="zh-CN" i="1">
                              <a:solidFill>
                                <a:schemeClr val="tx1"/>
                              </a:solidFill>
                              <a:latin typeface="Cambria Math" panose="02040503050406030204" pitchFamily="18" charset="0"/>
                            </a:rPr>
                            <m:t>𝑃</m:t>
                          </m:r>
                          <m:d>
                            <m:dPr>
                              <m:ctrlPr>
                                <a:rPr lang="en-GB" altLang="zh-CN" i="1">
                                  <a:solidFill>
                                    <a:schemeClr val="tx1"/>
                                  </a:solidFill>
                                  <a:latin typeface="Cambria Math" panose="02040503050406030204" pitchFamily="18" charset="0"/>
                                </a:rPr>
                              </m:ctrlPr>
                            </m:dPr>
                            <m:e>
                              <m:r>
                                <a:rPr lang="en-GB" altLang="zh-CN" b="0" i="1" smtClean="0">
                                  <a:solidFill>
                                    <a:schemeClr val="tx1"/>
                                  </a:solidFill>
                                  <a:latin typeface="Cambria Math" panose="02040503050406030204" pitchFamily="18" charset="0"/>
                                </a:rPr>
                                <m:t>𝑑𝑜𝑜𝑟</m:t>
                              </m:r>
                              <m:r>
                                <a:rPr lang="en-GB" altLang="zh-CN" b="0" i="1" smtClean="0">
                                  <a:solidFill>
                                    <a:schemeClr val="tx1"/>
                                  </a:solidFill>
                                  <a:latin typeface="Cambria Math" panose="02040503050406030204" pitchFamily="18" charset="0"/>
                                </a:rPr>
                                <m:t>|</m:t>
                              </m:r>
                              <m:sSub>
                                <m:sSubPr>
                                  <m:ctrlPr>
                                    <a:rPr lang="en-GB" altLang="zh-CN" i="1">
                                      <a:solidFill>
                                        <a:schemeClr val="tx1"/>
                                      </a:solidFill>
                                      <a:latin typeface="Cambria Math" panose="02040503050406030204" pitchFamily="18" charset="0"/>
                                    </a:rPr>
                                  </m:ctrlPr>
                                </m:sSubPr>
                                <m:e>
                                  <m:r>
                                    <a:rPr lang="en-GB" altLang="zh-CN" i="1">
                                      <a:solidFill>
                                        <a:schemeClr val="tx1"/>
                                      </a:solidFill>
                                      <a:latin typeface="Cambria Math" panose="02040503050406030204" pitchFamily="18" charset="0"/>
                                    </a:rPr>
                                    <m:t>𝑙𝑜𝑐</m:t>
                                  </m:r>
                                </m:e>
                                <m:sub>
                                  <m:r>
                                    <a:rPr lang="en-GB" altLang="zh-CN" i="1">
                                      <a:solidFill>
                                        <a:schemeClr val="tx1"/>
                                      </a:solidFill>
                                      <a:latin typeface="Cambria Math" panose="02040503050406030204" pitchFamily="18" charset="0"/>
                                    </a:rPr>
                                    <m:t>0</m:t>
                                  </m:r>
                                </m:sub>
                              </m:sSub>
                            </m:e>
                          </m:d>
                        </m:num>
                        <m:den>
                          <m:r>
                            <a:rPr lang="en-GB" altLang="zh-CN" i="1">
                              <a:solidFill>
                                <a:schemeClr val="tx1"/>
                              </a:solidFill>
                              <a:latin typeface="Cambria Math" panose="02040503050406030204" pitchFamily="18" charset="0"/>
                            </a:rPr>
                            <m:t>𝑃</m:t>
                          </m:r>
                          <m:d>
                            <m:dPr>
                              <m:ctrlPr>
                                <a:rPr lang="en-GB" altLang="zh-CN" i="1">
                                  <a:solidFill>
                                    <a:schemeClr val="tx1"/>
                                  </a:solidFill>
                                  <a:latin typeface="Cambria Math" panose="02040503050406030204" pitchFamily="18" charset="0"/>
                                </a:rPr>
                              </m:ctrlPr>
                            </m:dPr>
                            <m:e>
                              <m:r>
                                <a:rPr lang="en-GB" altLang="zh-CN" b="0" i="1" smtClean="0">
                                  <a:solidFill>
                                    <a:schemeClr val="tx1"/>
                                  </a:solidFill>
                                  <a:latin typeface="Cambria Math" panose="02040503050406030204" pitchFamily="18" charset="0"/>
                                </a:rPr>
                                <m:t>𝑑𝑜𝑜𝑟</m:t>
                              </m:r>
                            </m:e>
                          </m:d>
                        </m:den>
                      </m:f>
                    </m:oMath>
                  </m:oMathPara>
                </a14:m>
                <a:endParaRPr lang="en-GB" altLang="zh-CN" dirty="0"/>
              </a:p>
            </p:txBody>
          </p:sp>
        </mc:Choice>
        <mc:Fallback xmlns="">
          <p:sp>
            <p:nvSpPr>
              <p:cNvPr id="5" name="文本占位符 4">
                <a:extLst>
                  <a:ext uri="{FF2B5EF4-FFF2-40B4-BE49-F238E27FC236}">
                    <a16:creationId xmlns:a16="http://schemas.microsoft.com/office/drawing/2014/main" id="{CD03626E-108C-52C9-C4CF-3C07954F5CF8}"/>
                  </a:ext>
                </a:extLst>
              </p:cNvPr>
              <p:cNvSpPr>
                <a:spLocks noGrp="1" noRot="1" noChangeAspect="1" noMove="1" noResize="1" noEditPoints="1" noAdjustHandles="1" noChangeArrowheads="1" noChangeShapeType="1" noTextEdit="1"/>
              </p:cNvSpPr>
              <p:nvPr>
                <p:ph type="body" sz="quarter" idx="10"/>
              </p:nvPr>
            </p:nvSpPr>
            <p:spPr>
              <a:xfrm>
                <a:off x="628650" y="1465263"/>
                <a:ext cx="7732713" cy="1048890"/>
              </a:xfrm>
              <a:blipFill>
                <a:blip r:embed="rId4"/>
                <a:stretch>
                  <a:fillRect l="-328" t="-4819"/>
                </a:stretch>
              </a:blipFill>
            </p:spPr>
            <p:txBody>
              <a:bodyPr/>
              <a:lstStyle/>
              <a:p>
                <a:r>
                  <a:rPr lang="zh-CN" altLang="en-US">
                    <a:noFill/>
                  </a:rPr>
                  <a:t> </a:t>
                </a:r>
              </a:p>
            </p:txBody>
          </p:sp>
        </mc:Fallback>
      </mc:AlternateContent>
      <p:sp>
        <p:nvSpPr>
          <p:cNvPr id="8" name="矩形 7">
            <a:extLst>
              <a:ext uri="{FF2B5EF4-FFF2-40B4-BE49-F238E27FC236}">
                <a16:creationId xmlns:a16="http://schemas.microsoft.com/office/drawing/2014/main" id="{8C89B269-693C-64AF-88F4-CED481D6DE0B}"/>
              </a:ext>
            </a:extLst>
          </p:cNvPr>
          <p:cNvSpPr/>
          <p:nvPr/>
        </p:nvSpPr>
        <p:spPr>
          <a:xfrm>
            <a:off x="768350" y="4057866"/>
            <a:ext cx="7593223" cy="97104"/>
          </a:xfrm>
          <a:prstGeom prst="rect">
            <a:avLst/>
          </a:prstGeom>
          <a:gradFill flip="none" rotWithShape="1">
            <a:gsLst>
              <a:gs pos="100000">
                <a:schemeClr val="bg1"/>
              </a:gs>
              <a:gs pos="0">
                <a:schemeClr val="accent3">
                  <a:lumMod val="30000"/>
                  <a:lumOff val="70000"/>
                  <a:alpha val="49171"/>
                </a:schemeClr>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11" name="直线连接符 10">
            <a:extLst>
              <a:ext uri="{FF2B5EF4-FFF2-40B4-BE49-F238E27FC236}">
                <a16:creationId xmlns:a16="http://schemas.microsoft.com/office/drawing/2014/main" id="{B5FA535B-0727-816E-FB2B-8B8EA3147B47}"/>
              </a:ext>
            </a:extLst>
          </p:cNvPr>
          <p:cNvCxnSpPr>
            <a:cxnSpLocks/>
          </p:cNvCxnSpPr>
          <p:nvPr/>
        </p:nvCxnSpPr>
        <p:spPr>
          <a:xfrm>
            <a:off x="768350" y="4051515"/>
            <a:ext cx="7593223" cy="0"/>
          </a:xfrm>
          <a:prstGeom prst="line">
            <a:avLst/>
          </a:prstGeom>
          <a:ln w="9525">
            <a:solidFill>
              <a:srgbClr val="40618A"/>
            </a:solidFill>
          </a:ln>
        </p:spPr>
        <p:style>
          <a:lnRef idx="1">
            <a:schemeClr val="accent1"/>
          </a:lnRef>
          <a:fillRef idx="0">
            <a:schemeClr val="accent1"/>
          </a:fillRef>
          <a:effectRef idx="0">
            <a:schemeClr val="accent1"/>
          </a:effectRef>
          <a:fontRef idx="minor">
            <a:schemeClr val="tx1"/>
          </a:fontRef>
        </p:style>
      </p:cxnSp>
      <p:cxnSp>
        <p:nvCxnSpPr>
          <p:cNvPr id="16" name="直线连接符 15">
            <a:extLst>
              <a:ext uri="{FF2B5EF4-FFF2-40B4-BE49-F238E27FC236}">
                <a16:creationId xmlns:a16="http://schemas.microsoft.com/office/drawing/2014/main" id="{FAEA816C-0DB2-AD1D-830C-96A76DB82234}"/>
              </a:ext>
            </a:extLst>
          </p:cNvPr>
          <p:cNvCxnSpPr>
            <a:cxnSpLocks/>
          </p:cNvCxnSpPr>
          <p:nvPr/>
        </p:nvCxnSpPr>
        <p:spPr>
          <a:xfrm>
            <a:off x="1668256" y="4614313"/>
            <a:ext cx="6700355" cy="0"/>
          </a:xfrm>
          <a:prstGeom prst="line">
            <a:avLst/>
          </a:prstGeom>
          <a:ln w="9525">
            <a:solidFill>
              <a:schemeClr val="accent4"/>
            </a:solidFill>
          </a:ln>
        </p:spPr>
        <p:style>
          <a:lnRef idx="1">
            <a:schemeClr val="accent1"/>
          </a:lnRef>
          <a:fillRef idx="0">
            <a:schemeClr val="accent1"/>
          </a:fillRef>
          <a:effectRef idx="0">
            <a:schemeClr val="accent1"/>
          </a:effectRef>
          <a:fontRef idx="minor">
            <a:schemeClr val="tx1"/>
          </a:fontRef>
        </p:style>
      </p:cxnSp>
      <p:sp>
        <p:nvSpPr>
          <p:cNvPr id="17" name="文本框 16">
            <a:extLst>
              <a:ext uri="{FF2B5EF4-FFF2-40B4-BE49-F238E27FC236}">
                <a16:creationId xmlns:a16="http://schemas.microsoft.com/office/drawing/2014/main" id="{83933E77-96F3-5075-C63D-3F9908E1872E}"/>
              </a:ext>
            </a:extLst>
          </p:cNvPr>
          <p:cNvSpPr txBox="1"/>
          <p:nvPr/>
        </p:nvSpPr>
        <p:spPr>
          <a:xfrm>
            <a:off x="1580248" y="4564353"/>
            <a:ext cx="2749151" cy="307777"/>
          </a:xfrm>
          <a:prstGeom prst="rect">
            <a:avLst/>
          </a:prstGeom>
          <a:noFill/>
        </p:spPr>
        <p:txBody>
          <a:bodyPr wrap="none" rtlCol="0">
            <a:spAutoFit/>
          </a:bodyPr>
          <a:lstStyle/>
          <a:p>
            <a:r>
              <a:rPr lang="en-GB" sz="1400" dirty="0">
                <a:solidFill>
                  <a:schemeClr val="accent4"/>
                </a:solidFill>
              </a:rPr>
              <a:t>The location possibility distribution</a:t>
            </a:r>
          </a:p>
        </p:txBody>
      </p:sp>
      <p:sp>
        <p:nvSpPr>
          <p:cNvPr id="2" name="矩形 1">
            <a:extLst>
              <a:ext uri="{FF2B5EF4-FFF2-40B4-BE49-F238E27FC236}">
                <a16:creationId xmlns:a16="http://schemas.microsoft.com/office/drawing/2014/main" id="{35357EFE-C41F-9855-807A-A3A22960973C}"/>
              </a:ext>
            </a:extLst>
          </p:cNvPr>
          <p:cNvSpPr/>
          <p:nvPr/>
        </p:nvSpPr>
        <p:spPr>
          <a:xfrm>
            <a:off x="1668256" y="4619448"/>
            <a:ext cx="6693317" cy="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22" name="组合 21">
            <a:extLst>
              <a:ext uri="{FF2B5EF4-FFF2-40B4-BE49-F238E27FC236}">
                <a16:creationId xmlns:a16="http://schemas.microsoft.com/office/drawing/2014/main" id="{2D1494BB-0349-1539-BF5A-A49BF0F0CD66}"/>
              </a:ext>
            </a:extLst>
          </p:cNvPr>
          <p:cNvGrpSpPr/>
          <p:nvPr/>
        </p:nvGrpSpPr>
        <p:grpSpPr>
          <a:xfrm>
            <a:off x="3202404" y="4306103"/>
            <a:ext cx="1624814" cy="312609"/>
            <a:chOff x="3392497" y="4254499"/>
            <a:chExt cx="1278644" cy="364214"/>
          </a:xfrm>
        </p:grpSpPr>
        <p:sp>
          <p:nvSpPr>
            <p:cNvPr id="23" name="任意形状 22">
              <a:extLst>
                <a:ext uri="{FF2B5EF4-FFF2-40B4-BE49-F238E27FC236}">
                  <a16:creationId xmlns:a16="http://schemas.microsoft.com/office/drawing/2014/main" id="{B81A1F8B-2A26-896D-37AC-F532FD59B67C}"/>
                </a:ext>
              </a:extLst>
            </p:cNvPr>
            <p:cNvSpPr/>
            <p:nvPr/>
          </p:nvSpPr>
          <p:spPr>
            <a:xfrm>
              <a:off x="3392498" y="4254499"/>
              <a:ext cx="1278643" cy="364214"/>
            </a:xfrm>
            <a:custGeom>
              <a:avLst/>
              <a:gdLst>
                <a:gd name="connsiteX0" fmla="*/ 0 w 2076450"/>
                <a:gd name="connsiteY0" fmla="*/ 514352 h 563845"/>
                <a:gd name="connsiteX1" fmla="*/ 584200 w 2076450"/>
                <a:gd name="connsiteY1" fmla="*/ 514352 h 563845"/>
                <a:gd name="connsiteX2" fmla="*/ 1104900 w 2076450"/>
                <a:gd name="connsiteY2" fmla="*/ 2 h 563845"/>
                <a:gd name="connsiteX3" fmla="*/ 1511300 w 2076450"/>
                <a:gd name="connsiteY3" fmla="*/ 508002 h 563845"/>
                <a:gd name="connsiteX4" fmla="*/ 2076450 w 2076450"/>
                <a:gd name="connsiteY4" fmla="*/ 552452 h 563845"/>
                <a:gd name="connsiteX0" fmla="*/ 0 w 2076450"/>
                <a:gd name="connsiteY0" fmla="*/ 552452 h 584518"/>
                <a:gd name="connsiteX1" fmla="*/ 584200 w 2076450"/>
                <a:gd name="connsiteY1" fmla="*/ 514352 h 584518"/>
                <a:gd name="connsiteX2" fmla="*/ 1104900 w 2076450"/>
                <a:gd name="connsiteY2" fmla="*/ 2 h 584518"/>
                <a:gd name="connsiteX3" fmla="*/ 1511300 w 2076450"/>
                <a:gd name="connsiteY3" fmla="*/ 508002 h 584518"/>
                <a:gd name="connsiteX4" fmla="*/ 2076450 w 2076450"/>
                <a:gd name="connsiteY4" fmla="*/ 552452 h 584518"/>
                <a:gd name="connsiteX0" fmla="*/ 0 w 2076450"/>
                <a:gd name="connsiteY0" fmla="*/ 552452 h 567630"/>
                <a:gd name="connsiteX1" fmla="*/ 584200 w 2076450"/>
                <a:gd name="connsiteY1" fmla="*/ 514352 h 567630"/>
                <a:gd name="connsiteX2" fmla="*/ 1104900 w 2076450"/>
                <a:gd name="connsiteY2" fmla="*/ 2 h 567630"/>
                <a:gd name="connsiteX3" fmla="*/ 1511300 w 2076450"/>
                <a:gd name="connsiteY3" fmla="*/ 508002 h 567630"/>
                <a:gd name="connsiteX4" fmla="*/ 2076450 w 2076450"/>
                <a:gd name="connsiteY4" fmla="*/ 552452 h 567630"/>
                <a:gd name="connsiteX0" fmla="*/ 0 w 2076450"/>
                <a:gd name="connsiteY0" fmla="*/ 552557 h 560371"/>
                <a:gd name="connsiteX1" fmla="*/ 635000 w 2076450"/>
                <a:gd name="connsiteY1" fmla="*/ 463657 h 560371"/>
                <a:gd name="connsiteX2" fmla="*/ 1104900 w 2076450"/>
                <a:gd name="connsiteY2" fmla="*/ 107 h 560371"/>
                <a:gd name="connsiteX3" fmla="*/ 1511300 w 2076450"/>
                <a:gd name="connsiteY3" fmla="*/ 508107 h 560371"/>
                <a:gd name="connsiteX4" fmla="*/ 2076450 w 2076450"/>
                <a:gd name="connsiteY4" fmla="*/ 552557 h 560371"/>
                <a:gd name="connsiteX0" fmla="*/ 0 w 2076450"/>
                <a:gd name="connsiteY0" fmla="*/ 552460 h 552460"/>
                <a:gd name="connsiteX1" fmla="*/ 635000 w 2076450"/>
                <a:gd name="connsiteY1" fmla="*/ 463560 h 552460"/>
                <a:gd name="connsiteX2" fmla="*/ 1104900 w 2076450"/>
                <a:gd name="connsiteY2" fmla="*/ 10 h 552460"/>
                <a:gd name="connsiteX3" fmla="*/ 1466850 w 2076450"/>
                <a:gd name="connsiteY3" fmla="*/ 450860 h 552460"/>
                <a:gd name="connsiteX4" fmla="*/ 2076450 w 2076450"/>
                <a:gd name="connsiteY4" fmla="*/ 552460 h 552460"/>
                <a:gd name="connsiteX0" fmla="*/ 0 w 2076450"/>
                <a:gd name="connsiteY0" fmla="*/ 552460 h 553694"/>
                <a:gd name="connsiteX1" fmla="*/ 635000 w 2076450"/>
                <a:gd name="connsiteY1" fmla="*/ 463560 h 553694"/>
                <a:gd name="connsiteX2" fmla="*/ 1104900 w 2076450"/>
                <a:gd name="connsiteY2" fmla="*/ 10 h 553694"/>
                <a:gd name="connsiteX3" fmla="*/ 1466850 w 2076450"/>
                <a:gd name="connsiteY3" fmla="*/ 450860 h 553694"/>
                <a:gd name="connsiteX4" fmla="*/ 2076450 w 2076450"/>
                <a:gd name="connsiteY4" fmla="*/ 552460 h 553694"/>
                <a:gd name="connsiteX0" fmla="*/ 0 w 2076450"/>
                <a:gd name="connsiteY0" fmla="*/ 552453 h 555210"/>
                <a:gd name="connsiteX1" fmla="*/ 635000 w 2076450"/>
                <a:gd name="connsiteY1" fmla="*/ 463553 h 555210"/>
                <a:gd name="connsiteX2" fmla="*/ 1104900 w 2076450"/>
                <a:gd name="connsiteY2" fmla="*/ 3 h 555210"/>
                <a:gd name="connsiteX3" fmla="*/ 1498600 w 2076450"/>
                <a:gd name="connsiteY3" fmla="*/ 469903 h 555210"/>
                <a:gd name="connsiteX4" fmla="*/ 2076450 w 2076450"/>
                <a:gd name="connsiteY4" fmla="*/ 552453 h 555210"/>
                <a:gd name="connsiteX0" fmla="*/ 0 w 2076450"/>
                <a:gd name="connsiteY0" fmla="*/ 552510 h 553235"/>
                <a:gd name="connsiteX1" fmla="*/ 635000 w 2076450"/>
                <a:gd name="connsiteY1" fmla="*/ 463610 h 553235"/>
                <a:gd name="connsiteX2" fmla="*/ 1104900 w 2076450"/>
                <a:gd name="connsiteY2" fmla="*/ 60 h 553235"/>
                <a:gd name="connsiteX3" fmla="*/ 1479550 w 2076450"/>
                <a:gd name="connsiteY3" fmla="*/ 431860 h 553235"/>
                <a:gd name="connsiteX4" fmla="*/ 2076450 w 2076450"/>
                <a:gd name="connsiteY4" fmla="*/ 552510 h 553235"/>
                <a:gd name="connsiteX0" fmla="*/ 0 w 2076450"/>
                <a:gd name="connsiteY0" fmla="*/ 552510 h 553991"/>
                <a:gd name="connsiteX1" fmla="*/ 635000 w 2076450"/>
                <a:gd name="connsiteY1" fmla="*/ 463610 h 553991"/>
                <a:gd name="connsiteX2" fmla="*/ 1104900 w 2076450"/>
                <a:gd name="connsiteY2" fmla="*/ 60 h 553991"/>
                <a:gd name="connsiteX3" fmla="*/ 1479550 w 2076450"/>
                <a:gd name="connsiteY3" fmla="*/ 431860 h 553991"/>
                <a:gd name="connsiteX4" fmla="*/ 2076450 w 2076450"/>
                <a:gd name="connsiteY4" fmla="*/ 552510 h 553991"/>
                <a:gd name="connsiteX0" fmla="*/ 0 w 2076450"/>
                <a:gd name="connsiteY0" fmla="*/ 552514 h 553995"/>
                <a:gd name="connsiteX1" fmla="*/ 635000 w 2076450"/>
                <a:gd name="connsiteY1" fmla="*/ 463614 h 553995"/>
                <a:gd name="connsiteX2" fmla="*/ 1104900 w 2076450"/>
                <a:gd name="connsiteY2" fmla="*/ 64 h 553995"/>
                <a:gd name="connsiteX3" fmla="*/ 1479550 w 2076450"/>
                <a:gd name="connsiteY3" fmla="*/ 431864 h 553995"/>
                <a:gd name="connsiteX4" fmla="*/ 2076450 w 2076450"/>
                <a:gd name="connsiteY4" fmla="*/ 552514 h 553995"/>
                <a:gd name="connsiteX0" fmla="*/ 0 w 2076450"/>
                <a:gd name="connsiteY0" fmla="*/ 552453 h 553934"/>
                <a:gd name="connsiteX1" fmla="*/ 635000 w 2076450"/>
                <a:gd name="connsiteY1" fmla="*/ 463553 h 553934"/>
                <a:gd name="connsiteX2" fmla="*/ 1104900 w 2076450"/>
                <a:gd name="connsiteY2" fmla="*/ 3 h 553934"/>
                <a:gd name="connsiteX3" fmla="*/ 1479550 w 2076450"/>
                <a:gd name="connsiteY3" fmla="*/ 431803 h 553934"/>
                <a:gd name="connsiteX4" fmla="*/ 2076450 w 2076450"/>
                <a:gd name="connsiteY4" fmla="*/ 552453 h 553934"/>
                <a:gd name="connsiteX0" fmla="*/ 0 w 2076450"/>
                <a:gd name="connsiteY0" fmla="*/ 552453 h 556896"/>
                <a:gd name="connsiteX1" fmla="*/ 635000 w 2076450"/>
                <a:gd name="connsiteY1" fmla="*/ 463553 h 556896"/>
                <a:gd name="connsiteX2" fmla="*/ 1104900 w 2076450"/>
                <a:gd name="connsiteY2" fmla="*/ 3 h 556896"/>
                <a:gd name="connsiteX3" fmla="*/ 1498600 w 2076450"/>
                <a:gd name="connsiteY3" fmla="*/ 457203 h 556896"/>
                <a:gd name="connsiteX4" fmla="*/ 2076450 w 2076450"/>
                <a:gd name="connsiteY4" fmla="*/ 552453 h 556896"/>
                <a:gd name="connsiteX0" fmla="*/ 0 w 2076450"/>
                <a:gd name="connsiteY0" fmla="*/ 552453 h 554014"/>
                <a:gd name="connsiteX1" fmla="*/ 635000 w 2076450"/>
                <a:gd name="connsiteY1" fmla="*/ 463553 h 554014"/>
                <a:gd name="connsiteX2" fmla="*/ 1098550 w 2076450"/>
                <a:gd name="connsiteY2" fmla="*/ 3 h 554014"/>
                <a:gd name="connsiteX3" fmla="*/ 1498600 w 2076450"/>
                <a:gd name="connsiteY3" fmla="*/ 457203 h 554014"/>
                <a:gd name="connsiteX4" fmla="*/ 2076450 w 2076450"/>
                <a:gd name="connsiteY4" fmla="*/ 552453 h 554014"/>
                <a:gd name="connsiteX0" fmla="*/ 0 w 2076450"/>
                <a:gd name="connsiteY0" fmla="*/ 552459 h 553693"/>
                <a:gd name="connsiteX1" fmla="*/ 635000 w 2076450"/>
                <a:gd name="connsiteY1" fmla="*/ 463559 h 553693"/>
                <a:gd name="connsiteX2" fmla="*/ 1098550 w 2076450"/>
                <a:gd name="connsiteY2" fmla="*/ 9 h 553693"/>
                <a:gd name="connsiteX3" fmla="*/ 1485900 w 2076450"/>
                <a:gd name="connsiteY3" fmla="*/ 450859 h 553693"/>
                <a:gd name="connsiteX4" fmla="*/ 2076450 w 2076450"/>
                <a:gd name="connsiteY4" fmla="*/ 552459 h 553693"/>
                <a:gd name="connsiteX0" fmla="*/ 0 w 2076450"/>
                <a:gd name="connsiteY0" fmla="*/ 552459 h 556763"/>
                <a:gd name="connsiteX1" fmla="*/ 635000 w 2076450"/>
                <a:gd name="connsiteY1" fmla="*/ 463559 h 556763"/>
                <a:gd name="connsiteX2" fmla="*/ 1098550 w 2076450"/>
                <a:gd name="connsiteY2" fmla="*/ 9 h 556763"/>
                <a:gd name="connsiteX3" fmla="*/ 1485900 w 2076450"/>
                <a:gd name="connsiteY3" fmla="*/ 450859 h 556763"/>
                <a:gd name="connsiteX4" fmla="*/ 2076450 w 2076450"/>
                <a:gd name="connsiteY4" fmla="*/ 555634 h 556763"/>
                <a:gd name="connsiteX0" fmla="*/ 0 w 2076450"/>
                <a:gd name="connsiteY0" fmla="*/ 552459 h 556011"/>
                <a:gd name="connsiteX1" fmla="*/ 635000 w 2076450"/>
                <a:gd name="connsiteY1" fmla="*/ 463559 h 556011"/>
                <a:gd name="connsiteX2" fmla="*/ 1098550 w 2076450"/>
                <a:gd name="connsiteY2" fmla="*/ 9 h 556011"/>
                <a:gd name="connsiteX3" fmla="*/ 1485900 w 2076450"/>
                <a:gd name="connsiteY3" fmla="*/ 450859 h 556011"/>
                <a:gd name="connsiteX4" fmla="*/ 2076450 w 2076450"/>
                <a:gd name="connsiteY4" fmla="*/ 555634 h 556011"/>
                <a:gd name="connsiteX0" fmla="*/ 0 w 1952625"/>
                <a:gd name="connsiteY0" fmla="*/ 555634 h 556011"/>
                <a:gd name="connsiteX1" fmla="*/ 511175 w 1952625"/>
                <a:gd name="connsiteY1" fmla="*/ 463559 h 556011"/>
                <a:gd name="connsiteX2" fmla="*/ 974725 w 1952625"/>
                <a:gd name="connsiteY2" fmla="*/ 9 h 556011"/>
                <a:gd name="connsiteX3" fmla="*/ 1362075 w 1952625"/>
                <a:gd name="connsiteY3" fmla="*/ 450859 h 556011"/>
                <a:gd name="connsiteX4" fmla="*/ 1952625 w 1952625"/>
                <a:gd name="connsiteY4" fmla="*/ 555634 h 556011"/>
                <a:gd name="connsiteX0" fmla="*/ 0 w 1952625"/>
                <a:gd name="connsiteY0" fmla="*/ 555634 h 556011"/>
                <a:gd name="connsiteX1" fmla="*/ 511175 w 1952625"/>
                <a:gd name="connsiteY1" fmla="*/ 463559 h 556011"/>
                <a:gd name="connsiteX2" fmla="*/ 974725 w 1952625"/>
                <a:gd name="connsiteY2" fmla="*/ 9 h 556011"/>
                <a:gd name="connsiteX3" fmla="*/ 1362075 w 1952625"/>
                <a:gd name="connsiteY3" fmla="*/ 450859 h 556011"/>
                <a:gd name="connsiteX4" fmla="*/ 1952625 w 1952625"/>
                <a:gd name="connsiteY4" fmla="*/ 555634 h 556011"/>
                <a:gd name="connsiteX0" fmla="*/ 0 w 1952625"/>
                <a:gd name="connsiteY0" fmla="*/ 555626 h 556003"/>
                <a:gd name="connsiteX1" fmla="*/ 492125 w 1952625"/>
                <a:gd name="connsiteY1" fmla="*/ 454026 h 556003"/>
                <a:gd name="connsiteX2" fmla="*/ 974725 w 1952625"/>
                <a:gd name="connsiteY2" fmla="*/ 1 h 556003"/>
                <a:gd name="connsiteX3" fmla="*/ 1362075 w 1952625"/>
                <a:gd name="connsiteY3" fmla="*/ 450851 h 556003"/>
                <a:gd name="connsiteX4" fmla="*/ 1952625 w 1952625"/>
                <a:gd name="connsiteY4" fmla="*/ 555626 h 556003"/>
                <a:gd name="connsiteX0" fmla="*/ 0 w 1952625"/>
                <a:gd name="connsiteY0" fmla="*/ 555627 h 555957"/>
                <a:gd name="connsiteX1" fmla="*/ 492125 w 1952625"/>
                <a:gd name="connsiteY1" fmla="*/ 454027 h 555957"/>
                <a:gd name="connsiteX2" fmla="*/ 974725 w 1952625"/>
                <a:gd name="connsiteY2" fmla="*/ 2 h 555957"/>
                <a:gd name="connsiteX3" fmla="*/ 1454150 w 1952625"/>
                <a:gd name="connsiteY3" fmla="*/ 447677 h 555957"/>
                <a:gd name="connsiteX4" fmla="*/ 1952625 w 1952625"/>
                <a:gd name="connsiteY4" fmla="*/ 555627 h 555957"/>
                <a:gd name="connsiteX0" fmla="*/ 0 w 1952625"/>
                <a:gd name="connsiteY0" fmla="*/ 555627 h 556133"/>
                <a:gd name="connsiteX1" fmla="*/ 492125 w 1952625"/>
                <a:gd name="connsiteY1" fmla="*/ 454027 h 556133"/>
                <a:gd name="connsiteX2" fmla="*/ 974725 w 1952625"/>
                <a:gd name="connsiteY2" fmla="*/ 2 h 556133"/>
                <a:gd name="connsiteX3" fmla="*/ 1454150 w 1952625"/>
                <a:gd name="connsiteY3" fmla="*/ 447677 h 556133"/>
                <a:gd name="connsiteX4" fmla="*/ 1952625 w 1952625"/>
                <a:gd name="connsiteY4" fmla="*/ 555627 h 556133"/>
                <a:gd name="connsiteX0" fmla="*/ 0 w 1952625"/>
                <a:gd name="connsiteY0" fmla="*/ 555627 h 556194"/>
                <a:gd name="connsiteX1" fmla="*/ 492125 w 1952625"/>
                <a:gd name="connsiteY1" fmla="*/ 454027 h 556194"/>
                <a:gd name="connsiteX2" fmla="*/ 974725 w 1952625"/>
                <a:gd name="connsiteY2" fmla="*/ 2 h 556194"/>
                <a:gd name="connsiteX3" fmla="*/ 1454150 w 1952625"/>
                <a:gd name="connsiteY3" fmla="*/ 447677 h 556194"/>
                <a:gd name="connsiteX4" fmla="*/ 1952625 w 1952625"/>
                <a:gd name="connsiteY4" fmla="*/ 555627 h 5561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52625" h="556194">
                  <a:moveTo>
                    <a:pt x="0" y="555627"/>
                  </a:moveTo>
                  <a:cubicBezTo>
                    <a:pt x="238125" y="557214"/>
                    <a:pt x="259821" y="562506"/>
                    <a:pt x="492125" y="454027"/>
                  </a:cubicBezTo>
                  <a:cubicBezTo>
                    <a:pt x="724429" y="345548"/>
                    <a:pt x="814388" y="1060"/>
                    <a:pt x="974725" y="2"/>
                  </a:cubicBezTo>
                  <a:cubicBezTo>
                    <a:pt x="1135062" y="-1056"/>
                    <a:pt x="1218142" y="345548"/>
                    <a:pt x="1454150" y="447677"/>
                  </a:cubicBezTo>
                  <a:cubicBezTo>
                    <a:pt x="1690158" y="549806"/>
                    <a:pt x="1711325" y="558802"/>
                    <a:pt x="1952625" y="555627"/>
                  </a:cubicBezTo>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4" name="任意形状 23">
              <a:extLst>
                <a:ext uri="{FF2B5EF4-FFF2-40B4-BE49-F238E27FC236}">
                  <a16:creationId xmlns:a16="http://schemas.microsoft.com/office/drawing/2014/main" id="{A65066DD-8601-492B-037F-293A53EA454C}"/>
                </a:ext>
              </a:extLst>
            </p:cNvPr>
            <p:cNvSpPr/>
            <p:nvPr/>
          </p:nvSpPr>
          <p:spPr>
            <a:xfrm>
              <a:off x="3392497" y="4254499"/>
              <a:ext cx="1278643" cy="364214"/>
            </a:xfrm>
            <a:custGeom>
              <a:avLst/>
              <a:gdLst>
                <a:gd name="connsiteX0" fmla="*/ 0 w 2076450"/>
                <a:gd name="connsiteY0" fmla="*/ 514352 h 563845"/>
                <a:gd name="connsiteX1" fmla="*/ 584200 w 2076450"/>
                <a:gd name="connsiteY1" fmla="*/ 514352 h 563845"/>
                <a:gd name="connsiteX2" fmla="*/ 1104900 w 2076450"/>
                <a:gd name="connsiteY2" fmla="*/ 2 h 563845"/>
                <a:gd name="connsiteX3" fmla="*/ 1511300 w 2076450"/>
                <a:gd name="connsiteY3" fmla="*/ 508002 h 563845"/>
                <a:gd name="connsiteX4" fmla="*/ 2076450 w 2076450"/>
                <a:gd name="connsiteY4" fmla="*/ 552452 h 563845"/>
                <a:gd name="connsiteX0" fmla="*/ 0 w 2076450"/>
                <a:gd name="connsiteY0" fmla="*/ 552452 h 584518"/>
                <a:gd name="connsiteX1" fmla="*/ 584200 w 2076450"/>
                <a:gd name="connsiteY1" fmla="*/ 514352 h 584518"/>
                <a:gd name="connsiteX2" fmla="*/ 1104900 w 2076450"/>
                <a:gd name="connsiteY2" fmla="*/ 2 h 584518"/>
                <a:gd name="connsiteX3" fmla="*/ 1511300 w 2076450"/>
                <a:gd name="connsiteY3" fmla="*/ 508002 h 584518"/>
                <a:gd name="connsiteX4" fmla="*/ 2076450 w 2076450"/>
                <a:gd name="connsiteY4" fmla="*/ 552452 h 584518"/>
                <a:gd name="connsiteX0" fmla="*/ 0 w 2076450"/>
                <a:gd name="connsiteY0" fmla="*/ 552452 h 567630"/>
                <a:gd name="connsiteX1" fmla="*/ 584200 w 2076450"/>
                <a:gd name="connsiteY1" fmla="*/ 514352 h 567630"/>
                <a:gd name="connsiteX2" fmla="*/ 1104900 w 2076450"/>
                <a:gd name="connsiteY2" fmla="*/ 2 h 567630"/>
                <a:gd name="connsiteX3" fmla="*/ 1511300 w 2076450"/>
                <a:gd name="connsiteY3" fmla="*/ 508002 h 567630"/>
                <a:gd name="connsiteX4" fmla="*/ 2076450 w 2076450"/>
                <a:gd name="connsiteY4" fmla="*/ 552452 h 567630"/>
                <a:gd name="connsiteX0" fmla="*/ 0 w 2076450"/>
                <a:gd name="connsiteY0" fmla="*/ 552557 h 560371"/>
                <a:gd name="connsiteX1" fmla="*/ 635000 w 2076450"/>
                <a:gd name="connsiteY1" fmla="*/ 463657 h 560371"/>
                <a:gd name="connsiteX2" fmla="*/ 1104900 w 2076450"/>
                <a:gd name="connsiteY2" fmla="*/ 107 h 560371"/>
                <a:gd name="connsiteX3" fmla="*/ 1511300 w 2076450"/>
                <a:gd name="connsiteY3" fmla="*/ 508107 h 560371"/>
                <a:gd name="connsiteX4" fmla="*/ 2076450 w 2076450"/>
                <a:gd name="connsiteY4" fmla="*/ 552557 h 560371"/>
                <a:gd name="connsiteX0" fmla="*/ 0 w 2076450"/>
                <a:gd name="connsiteY0" fmla="*/ 552460 h 552460"/>
                <a:gd name="connsiteX1" fmla="*/ 635000 w 2076450"/>
                <a:gd name="connsiteY1" fmla="*/ 463560 h 552460"/>
                <a:gd name="connsiteX2" fmla="*/ 1104900 w 2076450"/>
                <a:gd name="connsiteY2" fmla="*/ 10 h 552460"/>
                <a:gd name="connsiteX3" fmla="*/ 1466850 w 2076450"/>
                <a:gd name="connsiteY3" fmla="*/ 450860 h 552460"/>
                <a:gd name="connsiteX4" fmla="*/ 2076450 w 2076450"/>
                <a:gd name="connsiteY4" fmla="*/ 552460 h 552460"/>
                <a:gd name="connsiteX0" fmla="*/ 0 w 2076450"/>
                <a:gd name="connsiteY0" fmla="*/ 552460 h 553694"/>
                <a:gd name="connsiteX1" fmla="*/ 635000 w 2076450"/>
                <a:gd name="connsiteY1" fmla="*/ 463560 h 553694"/>
                <a:gd name="connsiteX2" fmla="*/ 1104900 w 2076450"/>
                <a:gd name="connsiteY2" fmla="*/ 10 h 553694"/>
                <a:gd name="connsiteX3" fmla="*/ 1466850 w 2076450"/>
                <a:gd name="connsiteY3" fmla="*/ 450860 h 553694"/>
                <a:gd name="connsiteX4" fmla="*/ 2076450 w 2076450"/>
                <a:gd name="connsiteY4" fmla="*/ 552460 h 553694"/>
                <a:gd name="connsiteX0" fmla="*/ 0 w 2076450"/>
                <a:gd name="connsiteY0" fmla="*/ 552453 h 555210"/>
                <a:gd name="connsiteX1" fmla="*/ 635000 w 2076450"/>
                <a:gd name="connsiteY1" fmla="*/ 463553 h 555210"/>
                <a:gd name="connsiteX2" fmla="*/ 1104900 w 2076450"/>
                <a:gd name="connsiteY2" fmla="*/ 3 h 555210"/>
                <a:gd name="connsiteX3" fmla="*/ 1498600 w 2076450"/>
                <a:gd name="connsiteY3" fmla="*/ 469903 h 555210"/>
                <a:gd name="connsiteX4" fmla="*/ 2076450 w 2076450"/>
                <a:gd name="connsiteY4" fmla="*/ 552453 h 555210"/>
                <a:gd name="connsiteX0" fmla="*/ 0 w 2076450"/>
                <a:gd name="connsiteY0" fmla="*/ 552510 h 553235"/>
                <a:gd name="connsiteX1" fmla="*/ 635000 w 2076450"/>
                <a:gd name="connsiteY1" fmla="*/ 463610 h 553235"/>
                <a:gd name="connsiteX2" fmla="*/ 1104900 w 2076450"/>
                <a:gd name="connsiteY2" fmla="*/ 60 h 553235"/>
                <a:gd name="connsiteX3" fmla="*/ 1479550 w 2076450"/>
                <a:gd name="connsiteY3" fmla="*/ 431860 h 553235"/>
                <a:gd name="connsiteX4" fmla="*/ 2076450 w 2076450"/>
                <a:gd name="connsiteY4" fmla="*/ 552510 h 553235"/>
                <a:gd name="connsiteX0" fmla="*/ 0 w 2076450"/>
                <a:gd name="connsiteY0" fmla="*/ 552510 h 553991"/>
                <a:gd name="connsiteX1" fmla="*/ 635000 w 2076450"/>
                <a:gd name="connsiteY1" fmla="*/ 463610 h 553991"/>
                <a:gd name="connsiteX2" fmla="*/ 1104900 w 2076450"/>
                <a:gd name="connsiteY2" fmla="*/ 60 h 553991"/>
                <a:gd name="connsiteX3" fmla="*/ 1479550 w 2076450"/>
                <a:gd name="connsiteY3" fmla="*/ 431860 h 553991"/>
                <a:gd name="connsiteX4" fmla="*/ 2076450 w 2076450"/>
                <a:gd name="connsiteY4" fmla="*/ 552510 h 553991"/>
                <a:gd name="connsiteX0" fmla="*/ 0 w 2076450"/>
                <a:gd name="connsiteY0" fmla="*/ 552514 h 553995"/>
                <a:gd name="connsiteX1" fmla="*/ 635000 w 2076450"/>
                <a:gd name="connsiteY1" fmla="*/ 463614 h 553995"/>
                <a:gd name="connsiteX2" fmla="*/ 1104900 w 2076450"/>
                <a:gd name="connsiteY2" fmla="*/ 64 h 553995"/>
                <a:gd name="connsiteX3" fmla="*/ 1479550 w 2076450"/>
                <a:gd name="connsiteY3" fmla="*/ 431864 h 553995"/>
                <a:gd name="connsiteX4" fmla="*/ 2076450 w 2076450"/>
                <a:gd name="connsiteY4" fmla="*/ 552514 h 553995"/>
                <a:gd name="connsiteX0" fmla="*/ 0 w 2076450"/>
                <a:gd name="connsiteY0" fmla="*/ 552453 h 553934"/>
                <a:gd name="connsiteX1" fmla="*/ 635000 w 2076450"/>
                <a:gd name="connsiteY1" fmla="*/ 463553 h 553934"/>
                <a:gd name="connsiteX2" fmla="*/ 1104900 w 2076450"/>
                <a:gd name="connsiteY2" fmla="*/ 3 h 553934"/>
                <a:gd name="connsiteX3" fmla="*/ 1479550 w 2076450"/>
                <a:gd name="connsiteY3" fmla="*/ 431803 h 553934"/>
                <a:gd name="connsiteX4" fmla="*/ 2076450 w 2076450"/>
                <a:gd name="connsiteY4" fmla="*/ 552453 h 553934"/>
                <a:gd name="connsiteX0" fmla="*/ 0 w 2076450"/>
                <a:gd name="connsiteY0" fmla="*/ 552453 h 556896"/>
                <a:gd name="connsiteX1" fmla="*/ 635000 w 2076450"/>
                <a:gd name="connsiteY1" fmla="*/ 463553 h 556896"/>
                <a:gd name="connsiteX2" fmla="*/ 1104900 w 2076450"/>
                <a:gd name="connsiteY2" fmla="*/ 3 h 556896"/>
                <a:gd name="connsiteX3" fmla="*/ 1498600 w 2076450"/>
                <a:gd name="connsiteY3" fmla="*/ 457203 h 556896"/>
                <a:gd name="connsiteX4" fmla="*/ 2076450 w 2076450"/>
                <a:gd name="connsiteY4" fmla="*/ 552453 h 556896"/>
                <a:gd name="connsiteX0" fmla="*/ 0 w 2076450"/>
                <a:gd name="connsiteY0" fmla="*/ 552453 h 554014"/>
                <a:gd name="connsiteX1" fmla="*/ 635000 w 2076450"/>
                <a:gd name="connsiteY1" fmla="*/ 463553 h 554014"/>
                <a:gd name="connsiteX2" fmla="*/ 1098550 w 2076450"/>
                <a:gd name="connsiteY2" fmla="*/ 3 h 554014"/>
                <a:gd name="connsiteX3" fmla="*/ 1498600 w 2076450"/>
                <a:gd name="connsiteY3" fmla="*/ 457203 h 554014"/>
                <a:gd name="connsiteX4" fmla="*/ 2076450 w 2076450"/>
                <a:gd name="connsiteY4" fmla="*/ 552453 h 554014"/>
                <a:gd name="connsiteX0" fmla="*/ 0 w 2076450"/>
                <a:gd name="connsiteY0" fmla="*/ 552459 h 553693"/>
                <a:gd name="connsiteX1" fmla="*/ 635000 w 2076450"/>
                <a:gd name="connsiteY1" fmla="*/ 463559 h 553693"/>
                <a:gd name="connsiteX2" fmla="*/ 1098550 w 2076450"/>
                <a:gd name="connsiteY2" fmla="*/ 9 h 553693"/>
                <a:gd name="connsiteX3" fmla="*/ 1485900 w 2076450"/>
                <a:gd name="connsiteY3" fmla="*/ 450859 h 553693"/>
                <a:gd name="connsiteX4" fmla="*/ 2076450 w 2076450"/>
                <a:gd name="connsiteY4" fmla="*/ 552459 h 553693"/>
                <a:gd name="connsiteX0" fmla="*/ 0 w 2076450"/>
                <a:gd name="connsiteY0" fmla="*/ 552459 h 556763"/>
                <a:gd name="connsiteX1" fmla="*/ 635000 w 2076450"/>
                <a:gd name="connsiteY1" fmla="*/ 463559 h 556763"/>
                <a:gd name="connsiteX2" fmla="*/ 1098550 w 2076450"/>
                <a:gd name="connsiteY2" fmla="*/ 9 h 556763"/>
                <a:gd name="connsiteX3" fmla="*/ 1485900 w 2076450"/>
                <a:gd name="connsiteY3" fmla="*/ 450859 h 556763"/>
                <a:gd name="connsiteX4" fmla="*/ 2076450 w 2076450"/>
                <a:gd name="connsiteY4" fmla="*/ 555634 h 556763"/>
                <a:gd name="connsiteX0" fmla="*/ 0 w 2076450"/>
                <a:gd name="connsiteY0" fmla="*/ 552459 h 556011"/>
                <a:gd name="connsiteX1" fmla="*/ 635000 w 2076450"/>
                <a:gd name="connsiteY1" fmla="*/ 463559 h 556011"/>
                <a:gd name="connsiteX2" fmla="*/ 1098550 w 2076450"/>
                <a:gd name="connsiteY2" fmla="*/ 9 h 556011"/>
                <a:gd name="connsiteX3" fmla="*/ 1485900 w 2076450"/>
                <a:gd name="connsiteY3" fmla="*/ 450859 h 556011"/>
                <a:gd name="connsiteX4" fmla="*/ 2076450 w 2076450"/>
                <a:gd name="connsiteY4" fmla="*/ 555634 h 556011"/>
                <a:gd name="connsiteX0" fmla="*/ 0 w 1952625"/>
                <a:gd name="connsiteY0" fmla="*/ 555634 h 556011"/>
                <a:gd name="connsiteX1" fmla="*/ 511175 w 1952625"/>
                <a:gd name="connsiteY1" fmla="*/ 463559 h 556011"/>
                <a:gd name="connsiteX2" fmla="*/ 974725 w 1952625"/>
                <a:gd name="connsiteY2" fmla="*/ 9 h 556011"/>
                <a:gd name="connsiteX3" fmla="*/ 1362075 w 1952625"/>
                <a:gd name="connsiteY3" fmla="*/ 450859 h 556011"/>
                <a:gd name="connsiteX4" fmla="*/ 1952625 w 1952625"/>
                <a:gd name="connsiteY4" fmla="*/ 555634 h 556011"/>
                <a:gd name="connsiteX0" fmla="*/ 0 w 1952625"/>
                <a:gd name="connsiteY0" fmla="*/ 555634 h 556011"/>
                <a:gd name="connsiteX1" fmla="*/ 511175 w 1952625"/>
                <a:gd name="connsiteY1" fmla="*/ 463559 h 556011"/>
                <a:gd name="connsiteX2" fmla="*/ 974725 w 1952625"/>
                <a:gd name="connsiteY2" fmla="*/ 9 h 556011"/>
                <a:gd name="connsiteX3" fmla="*/ 1362075 w 1952625"/>
                <a:gd name="connsiteY3" fmla="*/ 450859 h 556011"/>
                <a:gd name="connsiteX4" fmla="*/ 1952625 w 1952625"/>
                <a:gd name="connsiteY4" fmla="*/ 555634 h 556011"/>
                <a:gd name="connsiteX0" fmla="*/ 0 w 1952625"/>
                <a:gd name="connsiteY0" fmla="*/ 555626 h 556003"/>
                <a:gd name="connsiteX1" fmla="*/ 492125 w 1952625"/>
                <a:gd name="connsiteY1" fmla="*/ 454026 h 556003"/>
                <a:gd name="connsiteX2" fmla="*/ 974725 w 1952625"/>
                <a:gd name="connsiteY2" fmla="*/ 1 h 556003"/>
                <a:gd name="connsiteX3" fmla="*/ 1362075 w 1952625"/>
                <a:gd name="connsiteY3" fmla="*/ 450851 h 556003"/>
                <a:gd name="connsiteX4" fmla="*/ 1952625 w 1952625"/>
                <a:gd name="connsiteY4" fmla="*/ 555626 h 556003"/>
                <a:gd name="connsiteX0" fmla="*/ 0 w 1952625"/>
                <a:gd name="connsiteY0" fmla="*/ 555627 h 555957"/>
                <a:gd name="connsiteX1" fmla="*/ 492125 w 1952625"/>
                <a:gd name="connsiteY1" fmla="*/ 454027 h 555957"/>
                <a:gd name="connsiteX2" fmla="*/ 974725 w 1952625"/>
                <a:gd name="connsiteY2" fmla="*/ 2 h 555957"/>
                <a:gd name="connsiteX3" fmla="*/ 1454150 w 1952625"/>
                <a:gd name="connsiteY3" fmla="*/ 447677 h 555957"/>
                <a:gd name="connsiteX4" fmla="*/ 1952625 w 1952625"/>
                <a:gd name="connsiteY4" fmla="*/ 555627 h 555957"/>
                <a:gd name="connsiteX0" fmla="*/ 0 w 1952625"/>
                <a:gd name="connsiteY0" fmla="*/ 555627 h 556133"/>
                <a:gd name="connsiteX1" fmla="*/ 492125 w 1952625"/>
                <a:gd name="connsiteY1" fmla="*/ 454027 h 556133"/>
                <a:gd name="connsiteX2" fmla="*/ 974725 w 1952625"/>
                <a:gd name="connsiteY2" fmla="*/ 2 h 556133"/>
                <a:gd name="connsiteX3" fmla="*/ 1454150 w 1952625"/>
                <a:gd name="connsiteY3" fmla="*/ 447677 h 556133"/>
                <a:gd name="connsiteX4" fmla="*/ 1952625 w 1952625"/>
                <a:gd name="connsiteY4" fmla="*/ 555627 h 556133"/>
                <a:gd name="connsiteX0" fmla="*/ 0 w 1952625"/>
                <a:gd name="connsiteY0" fmla="*/ 555627 h 556194"/>
                <a:gd name="connsiteX1" fmla="*/ 492125 w 1952625"/>
                <a:gd name="connsiteY1" fmla="*/ 454027 h 556194"/>
                <a:gd name="connsiteX2" fmla="*/ 974725 w 1952625"/>
                <a:gd name="connsiteY2" fmla="*/ 2 h 556194"/>
                <a:gd name="connsiteX3" fmla="*/ 1454150 w 1952625"/>
                <a:gd name="connsiteY3" fmla="*/ 447677 h 556194"/>
                <a:gd name="connsiteX4" fmla="*/ 1952625 w 1952625"/>
                <a:gd name="connsiteY4" fmla="*/ 555627 h 5561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52625" h="556194">
                  <a:moveTo>
                    <a:pt x="0" y="555627"/>
                  </a:moveTo>
                  <a:cubicBezTo>
                    <a:pt x="238125" y="557214"/>
                    <a:pt x="259821" y="562506"/>
                    <a:pt x="492125" y="454027"/>
                  </a:cubicBezTo>
                  <a:cubicBezTo>
                    <a:pt x="724429" y="345548"/>
                    <a:pt x="814388" y="1060"/>
                    <a:pt x="974725" y="2"/>
                  </a:cubicBezTo>
                  <a:cubicBezTo>
                    <a:pt x="1135062" y="-1056"/>
                    <a:pt x="1218142" y="345548"/>
                    <a:pt x="1454150" y="447677"/>
                  </a:cubicBezTo>
                  <a:cubicBezTo>
                    <a:pt x="1690158" y="549806"/>
                    <a:pt x="1711325" y="558802"/>
                    <a:pt x="1952625" y="555627"/>
                  </a:cubicBezTo>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25" name="组合 24">
            <a:extLst>
              <a:ext uri="{FF2B5EF4-FFF2-40B4-BE49-F238E27FC236}">
                <a16:creationId xmlns:a16="http://schemas.microsoft.com/office/drawing/2014/main" id="{2B360B48-0577-A498-CE2D-ACEE57FA0604}"/>
              </a:ext>
            </a:extLst>
          </p:cNvPr>
          <p:cNvGrpSpPr/>
          <p:nvPr/>
        </p:nvGrpSpPr>
        <p:grpSpPr>
          <a:xfrm>
            <a:off x="1838323" y="4306103"/>
            <a:ext cx="1624814" cy="312609"/>
            <a:chOff x="3392497" y="4254499"/>
            <a:chExt cx="1278644" cy="364214"/>
          </a:xfrm>
        </p:grpSpPr>
        <p:sp>
          <p:nvSpPr>
            <p:cNvPr id="26" name="任意形状 25">
              <a:extLst>
                <a:ext uri="{FF2B5EF4-FFF2-40B4-BE49-F238E27FC236}">
                  <a16:creationId xmlns:a16="http://schemas.microsoft.com/office/drawing/2014/main" id="{4730A0C1-01D9-3E89-194F-79E51AA73491}"/>
                </a:ext>
              </a:extLst>
            </p:cNvPr>
            <p:cNvSpPr/>
            <p:nvPr/>
          </p:nvSpPr>
          <p:spPr>
            <a:xfrm>
              <a:off x="3392498" y="4254499"/>
              <a:ext cx="1278643" cy="364214"/>
            </a:xfrm>
            <a:custGeom>
              <a:avLst/>
              <a:gdLst>
                <a:gd name="connsiteX0" fmla="*/ 0 w 2076450"/>
                <a:gd name="connsiteY0" fmla="*/ 514352 h 563845"/>
                <a:gd name="connsiteX1" fmla="*/ 584200 w 2076450"/>
                <a:gd name="connsiteY1" fmla="*/ 514352 h 563845"/>
                <a:gd name="connsiteX2" fmla="*/ 1104900 w 2076450"/>
                <a:gd name="connsiteY2" fmla="*/ 2 h 563845"/>
                <a:gd name="connsiteX3" fmla="*/ 1511300 w 2076450"/>
                <a:gd name="connsiteY3" fmla="*/ 508002 h 563845"/>
                <a:gd name="connsiteX4" fmla="*/ 2076450 w 2076450"/>
                <a:gd name="connsiteY4" fmla="*/ 552452 h 563845"/>
                <a:gd name="connsiteX0" fmla="*/ 0 w 2076450"/>
                <a:gd name="connsiteY0" fmla="*/ 552452 h 584518"/>
                <a:gd name="connsiteX1" fmla="*/ 584200 w 2076450"/>
                <a:gd name="connsiteY1" fmla="*/ 514352 h 584518"/>
                <a:gd name="connsiteX2" fmla="*/ 1104900 w 2076450"/>
                <a:gd name="connsiteY2" fmla="*/ 2 h 584518"/>
                <a:gd name="connsiteX3" fmla="*/ 1511300 w 2076450"/>
                <a:gd name="connsiteY3" fmla="*/ 508002 h 584518"/>
                <a:gd name="connsiteX4" fmla="*/ 2076450 w 2076450"/>
                <a:gd name="connsiteY4" fmla="*/ 552452 h 584518"/>
                <a:gd name="connsiteX0" fmla="*/ 0 w 2076450"/>
                <a:gd name="connsiteY0" fmla="*/ 552452 h 567630"/>
                <a:gd name="connsiteX1" fmla="*/ 584200 w 2076450"/>
                <a:gd name="connsiteY1" fmla="*/ 514352 h 567630"/>
                <a:gd name="connsiteX2" fmla="*/ 1104900 w 2076450"/>
                <a:gd name="connsiteY2" fmla="*/ 2 h 567630"/>
                <a:gd name="connsiteX3" fmla="*/ 1511300 w 2076450"/>
                <a:gd name="connsiteY3" fmla="*/ 508002 h 567630"/>
                <a:gd name="connsiteX4" fmla="*/ 2076450 w 2076450"/>
                <a:gd name="connsiteY4" fmla="*/ 552452 h 567630"/>
                <a:gd name="connsiteX0" fmla="*/ 0 w 2076450"/>
                <a:gd name="connsiteY0" fmla="*/ 552557 h 560371"/>
                <a:gd name="connsiteX1" fmla="*/ 635000 w 2076450"/>
                <a:gd name="connsiteY1" fmla="*/ 463657 h 560371"/>
                <a:gd name="connsiteX2" fmla="*/ 1104900 w 2076450"/>
                <a:gd name="connsiteY2" fmla="*/ 107 h 560371"/>
                <a:gd name="connsiteX3" fmla="*/ 1511300 w 2076450"/>
                <a:gd name="connsiteY3" fmla="*/ 508107 h 560371"/>
                <a:gd name="connsiteX4" fmla="*/ 2076450 w 2076450"/>
                <a:gd name="connsiteY4" fmla="*/ 552557 h 560371"/>
                <a:gd name="connsiteX0" fmla="*/ 0 w 2076450"/>
                <a:gd name="connsiteY0" fmla="*/ 552460 h 552460"/>
                <a:gd name="connsiteX1" fmla="*/ 635000 w 2076450"/>
                <a:gd name="connsiteY1" fmla="*/ 463560 h 552460"/>
                <a:gd name="connsiteX2" fmla="*/ 1104900 w 2076450"/>
                <a:gd name="connsiteY2" fmla="*/ 10 h 552460"/>
                <a:gd name="connsiteX3" fmla="*/ 1466850 w 2076450"/>
                <a:gd name="connsiteY3" fmla="*/ 450860 h 552460"/>
                <a:gd name="connsiteX4" fmla="*/ 2076450 w 2076450"/>
                <a:gd name="connsiteY4" fmla="*/ 552460 h 552460"/>
                <a:gd name="connsiteX0" fmla="*/ 0 w 2076450"/>
                <a:gd name="connsiteY0" fmla="*/ 552460 h 553694"/>
                <a:gd name="connsiteX1" fmla="*/ 635000 w 2076450"/>
                <a:gd name="connsiteY1" fmla="*/ 463560 h 553694"/>
                <a:gd name="connsiteX2" fmla="*/ 1104900 w 2076450"/>
                <a:gd name="connsiteY2" fmla="*/ 10 h 553694"/>
                <a:gd name="connsiteX3" fmla="*/ 1466850 w 2076450"/>
                <a:gd name="connsiteY3" fmla="*/ 450860 h 553694"/>
                <a:gd name="connsiteX4" fmla="*/ 2076450 w 2076450"/>
                <a:gd name="connsiteY4" fmla="*/ 552460 h 553694"/>
                <a:gd name="connsiteX0" fmla="*/ 0 w 2076450"/>
                <a:gd name="connsiteY0" fmla="*/ 552453 h 555210"/>
                <a:gd name="connsiteX1" fmla="*/ 635000 w 2076450"/>
                <a:gd name="connsiteY1" fmla="*/ 463553 h 555210"/>
                <a:gd name="connsiteX2" fmla="*/ 1104900 w 2076450"/>
                <a:gd name="connsiteY2" fmla="*/ 3 h 555210"/>
                <a:gd name="connsiteX3" fmla="*/ 1498600 w 2076450"/>
                <a:gd name="connsiteY3" fmla="*/ 469903 h 555210"/>
                <a:gd name="connsiteX4" fmla="*/ 2076450 w 2076450"/>
                <a:gd name="connsiteY4" fmla="*/ 552453 h 555210"/>
                <a:gd name="connsiteX0" fmla="*/ 0 w 2076450"/>
                <a:gd name="connsiteY0" fmla="*/ 552510 h 553235"/>
                <a:gd name="connsiteX1" fmla="*/ 635000 w 2076450"/>
                <a:gd name="connsiteY1" fmla="*/ 463610 h 553235"/>
                <a:gd name="connsiteX2" fmla="*/ 1104900 w 2076450"/>
                <a:gd name="connsiteY2" fmla="*/ 60 h 553235"/>
                <a:gd name="connsiteX3" fmla="*/ 1479550 w 2076450"/>
                <a:gd name="connsiteY3" fmla="*/ 431860 h 553235"/>
                <a:gd name="connsiteX4" fmla="*/ 2076450 w 2076450"/>
                <a:gd name="connsiteY4" fmla="*/ 552510 h 553235"/>
                <a:gd name="connsiteX0" fmla="*/ 0 w 2076450"/>
                <a:gd name="connsiteY0" fmla="*/ 552510 h 553991"/>
                <a:gd name="connsiteX1" fmla="*/ 635000 w 2076450"/>
                <a:gd name="connsiteY1" fmla="*/ 463610 h 553991"/>
                <a:gd name="connsiteX2" fmla="*/ 1104900 w 2076450"/>
                <a:gd name="connsiteY2" fmla="*/ 60 h 553991"/>
                <a:gd name="connsiteX3" fmla="*/ 1479550 w 2076450"/>
                <a:gd name="connsiteY3" fmla="*/ 431860 h 553991"/>
                <a:gd name="connsiteX4" fmla="*/ 2076450 w 2076450"/>
                <a:gd name="connsiteY4" fmla="*/ 552510 h 553991"/>
                <a:gd name="connsiteX0" fmla="*/ 0 w 2076450"/>
                <a:gd name="connsiteY0" fmla="*/ 552514 h 553995"/>
                <a:gd name="connsiteX1" fmla="*/ 635000 w 2076450"/>
                <a:gd name="connsiteY1" fmla="*/ 463614 h 553995"/>
                <a:gd name="connsiteX2" fmla="*/ 1104900 w 2076450"/>
                <a:gd name="connsiteY2" fmla="*/ 64 h 553995"/>
                <a:gd name="connsiteX3" fmla="*/ 1479550 w 2076450"/>
                <a:gd name="connsiteY3" fmla="*/ 431864 h 553995"/>
                <a:gd name="connsiteX4" fmla="*/ 2076450 w 2076450"/>
                <a:gd name="connsiteY4" fmla="*/ 552514 h 553995"/>
                <a:gd name="connsiteX0" fmla="*/ 0 w 2076450"/>
                <a:gd name="connsiteY0" fmla="*/ 552453 h 553934"/>
                <a:gd name="connsiteX1" fmla="*/ 635000 w 2076450"/>
                <a:gd name="connsiteY1" fmla="*/ 463553 h 553934"/>
                <a:gd name="connsiteX2" fmla="*/ 1104900 w 2076450"/>
                <a:gd name="connsiteY2" fmla="*/ 3 h 553934"/>
                <a:gd name="connsiteX3" fmla="*/ 1479550 w 2076450"/>
                <a:gd name="connsiteY3" fmla="*/ 431803 h 553934"/>
                <a:gd name="connsiteX4" fmla="*/ 2076450 w 2076450"/>
                <a:gd name="connsiteY4" fmla="*/ 552453 h 553934"/>
                <a:gd name="connsiteX0" fmla="*/ 0 w 2076450"/>
                <a:gd name="connsiteY0" fmla="*/ 552453 h 556896"/>
                <a:gd name="connsiteX1" fmla="*/ 635000 w 2076450"/>
                <a:gd name="connsiteY1" fmla="*/ 463553 h 556896"/>
                <a:gd name="connsiteX2" fmla="*/ 1104900 w 2076450"/>
                <a:gd name="connsiteY2" fmla="*/ 3 h 556896"/>
                <a:gd name="connsiteX3" fmla="*/ 1498600 w 2076450"/>
                <a:gd name="connsiteY3" fmla="*/ 457203 h 556896"/>
                <a:gd name="connsiteX4" fmla="*/ 2076450 w 2076450"/>
                <a:gd name="connsiteY4" fmla="*/ 552453 h 556896"/>
                <a:gd name="connsiteX0" fmla="*/ 0 w 2076450"/>
                <a:gd name="connsiteY0" fmla="*/ 552453 h 554014"/>
                <a:gd name="connsiteX1" fmla="*/ 635000 w 2076450"/>
                <a:gd name="connsiteY1" fmla="*/ 463553 h 554014"/>
                <a:gd name="connsiteX2" fmla="*/ 1098550 w 2076450"/>
                <a:gd name="connsiteY2" fmla="*/ 3 h 554014"/>
                <a:gd name="connsiteX3" fmla="*/ 1498600 w 2076450"/>
                <a:gd name="connsiteY3" fmla="*/ 457203 h 554014"/>
                <a:gd name="connsiteX4" fmla="*/ 2076450 w 2076450"/>
                <a:gd name="connsiteY4" fmla="*/ 552453 h 554014"/>
                <a:gd name="connsiteX0" fmla="*/ 0 w 2076450"/>
                <a:gd name="connsiteY0" fmla="*/ 552459 h 553693"/>
                <a:gd name="connsiteX1" fmla="*/ 635000 w 2076450"/>
                <a:gd name="connsiteY1" fmla="*/ 463559 h 553693"/>
                <a:gd name="connsiteX2" fmla="*/ 1098550 w 2076450"/>
                <a:gd name="connsiteY2" fmla="*/ 9 h 553693"/>
                <a:gd name="connsiteX3" fmla="*/ 1485900 w 2076450"/>
                <a:gd name="connsiteY3" fmla="*/ 450859 h 553693"/>
                <a:gd name="connsiteX4" fmla="*/ 2076450 w 2076450"/>
                <a:gd name="connsiteY4" fmla="*/ 552459 h 553693"/>
                <a:gd name="connsiteX0" fmla="*/ 0 w 2076450"/>
                <a:gd name="connsiteY0" fmla="*/ 552459 h 556763"/>
                <a:gd name="connsiteX1" fmla="*/ 635000 w 2076450"/>
                <a:gd name="connsiteY1" fmla="*/ 463559 h 556763"/>
                <a:gd name="connsiteX2" fmla="*/ 1098550 w 2076450"/>
                <a:gd name="connsiteY2" fmla="*/ 9 h 556763"/>
                <a:gd name="connsiteX3" fmla="*/ 1485900 w 2076450"/>
                <a:gd name="connsiteY3" fmla="*/ 450859 h 556763"/>
                <a:gd name="connsiteX4" fmla="*/ 2076450 w 2076450"/>
                <a:gd name="connsiteY4" fmla="*/ 555634 h 556763"/>
                <a:gd name="connsiteX0" fmla="*/ 0 w 2076450"/>
                <a:gd name="connsiteY0" fmla="*/ 552459 h 556011"/>
                <a:gd name="connsiteX1" fmla="*/ 635000 w 2076450"/>
                <a:gd name="connsiteY1" fmla="*/ 463559 h 556011"/>
                <a:gd name="connsiteX2" fmla="*/ 1098550 w 2076450"/>
                <a:gd name="connsiteY2" fmla="*/ 9 h 556011"/>
                <a:gd name="connsiteX3" fmla="*/ 1485900 w 2076450"/>
                <a:gd name="connsiteY3" fmla="*/ 450859 h 556011"/>
                <a:gd name="connsiteX4" fmla="*/ 2076450 w 2076450"/>
                <a:gd name="connsiteY4" fmla="*/ 555634 h 556011"/>
                <a:gd name="connsiteX0" fmla="*/ 0 w 1952625"/>
                <a:gd name="connsiteY0" fmla="*/ 555634 h 556011"/>
                <a:gd name="connsiteX1" fmla="*/ 511175 w 1952625"/>
                <a:gd name="connsiteY1" fmla="*/ 463559 h 556011"/>
                <a:gd name="connsiteX2" fmla="*/ 974725 w 1952625"/>
                <a:gd name="connsiteY2" fmla="*/ 9 h 556011"/>
                <a:gd name="connsiteX3" fmla="*/ 1362075 w 1952625"/>
                <a:gd name="connsiteY3" fmla="*/ 450859 h 556011"/>
                <a:gd name="connsiteX4" fmla="*/ 1952625 w 1952625"/>
                <a:gd name="connsiteY4" fmla="*/ 555634 h 556011"/>
                <a:gd name="connsiteX0" fmla="*/ 0 w 1952625"/>
                <a:gd name="connsiteY0" fmla="*/ 555634 h 556011"/>
                <a:gd name="connsiteX1" fmla="*/ 511175 w 1952625"/>
                <a:gd name="connsiteY1" fmla="*/ 463559 h 556011"/>
                <a:gd name="connsiteX2" fmla="*/ 974725 w 1952625"/>
                <a:gd name="connsiteY2" fmla="*/ 9 h 556011"/>
                <a:gd name="connsiteX3" fmla="*/ 1362075 w 1952625"/>
                <a:gd name="connsiteY3" fmla="*/ 450859 h 556011"/>
                <a:gd name="connsiteX4" fmla="*/ 1952625 w 1952625"/>
                <a:gd name="connsiteY4" fmla="*/ 555634 h 556011"/>
                <a:gd name="connsiteX0" fmla="*/ 0 w 1952625"/>
                <a:gd name="connsiteY0" fmla="*/ 555626 h 556003"/>
                <a:gd name="connsiteX1" fmla="*/ 492125 w 1952625"/>
                <a:gd name="connsiteY1" fmla="*/ 454026 h 556003"/>
                <a:gd name="connsiteX2" fmla="*/ 974725 w 1952625"/>
                <a:gd name="connsiteY2" fmla="*/ 1 h 556003"/>
                <a:gd name="connsiteX3" fmla="*/ 1362075 w 1952625"/>
                <a:gd name="connsiteY3" fmla="*/ 450851 h 556003"/>
                <a:gd name="connsiteX4" fmla="*/ 1952625 w 1952625"/>
                <a:gd name="connsiteY4" fmla="*/ 555626 h 556003"/>
                <a:gd name="connsiteX0" fmla="*/ 0 w 1952625"/>
                <a:gd name="connsiteY0" fmla="*/ 555627 h 555957"/>
                <a:gd name="connsiteX1" fmla="*/ 492125 w 1952625"/>
                <a:gd name="connsiteY1" fmla="*/ 454027 h 555957"/>
                <a:gd name="connsiteX2" fmla="*/ 974725 w 1952625"/>
                <a:gd name="connsiteY2" fmla="*/ 2 h 555957"/>
                <a:gd name="connsiteX3" fmla="*/ 1454150 w 1952625"/>
                <a:gd name="connsiteY3" fmla="*/ 447677 h 555957"/>
                <a:gd name="connsiteX4" fmla="*/ 1952625 w 1952625"/>
                <a:gd name="connsiteY4" fmla="*/ 555627 h 555957"/>
                <a:gd name="connsiteX0" fmla="*/ 0 w 1952625"/>
                <a:gd name="connsiteY0" fmla="*/ 555627 h 556133"/>
                <a:gd name="connsiteX1" fmla="*/ 492125 w 1952625"/>
                <a:gd name="connsiteY1" fmla="*/ 454027 h 556133"/>
                <a:gd name="connsiteX2" fmla="*/ 974725 w 1952625"/>
                <a:gd name="connsiteY2" fmla="*/ 2 h 556133"/>
                <a:gd name="connsiteX3" fmla="*/ 1454150 w 1952625"/>
                <a:gd name="connsiteY3" fmla="*/ 447677 h 556133"/>
                <a:gd name="connsiteX4" fmla="*/ 1952625 w 1952625"/>
                <a:gd name="connsiteY4" fmla="*/ 555627 h 556133"/>
                <a:gd name="connsiteX0" fmla="*/ 0 w 1952625"/>
                <a:gd name="connsiteY0" fmla="*/ 555627 h 556194"/>
                <a:gd name="connsiteX1" fmla="*/ 492125 w 1952625"/>
                <a:gd name="connsiteY1" fmla="*/ 454027 h 556194"/>
                <a:gd name="connsiteX2" fmla="*/ 974725 w 1952625"/>
                <a:gd name="connsiteY2" fmla="*/ 2 h 556194"/>
                <a:gd name="connsiteX3" fmla="*/ 1454150 w 1952625"/>
                <a:gd name="connsiteY3" fmla="*/ 447677 h 556194"/>
                <a:gd name="connsiteX4" fmla="*/ 1952625 w 1952625"/>
                <a:gd name="connsiteY4" fmla="*/ 555627 h 5561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52625" h="556194">
                  <a:moveTo>
                    <a:pt x="0" y="555627"/>
                  </a:moveTo>
                  <a:cubicBezTo>
                    <a:pt x="238125" y="557214"/>
                    <a:pt x="259821" y="562506"/>
                    <a:pt x="492125" y="454027"/>
                  </a:cubicBezTo>
                  <a:cubicBezTo>
                    <a:pt x="724429" y="345548"/>
                    <a:pt x="814388" y="1060"/>
                    <a:pt x="974725" y="2"/>
                  </a:cubicBezTo>
                  <a:cubicBezTo>
                    <a:pt x="1135062" y="-1056"/>
                    <a:pt x="1218142" y="345548"/>
                    <a:pt x="1454150" y="447677"/>
                  </a:cubicBezTo>
                  <a:cubicBezTo>
                    <a:pt x="1690158" y="549806"/>
                    <a:pt x="1711325" y="558802"/>
                    <a:pt x="1952625" y="555627"/>
                  </a:cubicBezTo>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7" name="任意形状 26">
              <a:extLst>
                <a:ext uri="{FF2B5EF4-FFF2-40B4-BE49-F238E27FC236}">
                  <a16:creationId xmlns:a16="http://schemas.microsoft.com/office/drawing/2014/main" id="{5560AA67-2260-2B5E-C102-AF5F9083B802}"/>
                </a:ext>
              </a:extLst>
            </p:cNvPr>
            <p:cNvSpPr/>
            <p:nvPr/>
          </p:nvSpPr>
          <p:spPr>
            <a:xfrm>
              <a:off x="3392497" y="4254499"/>
              <a:ext cx="1278643" cy="364214"/>
            </a:xfrm>
            <a:custGeom>
              <a:avLst/>
              <a:gdLst>
                <a:gd name="connsiteX0" fmla="*/ 0 w 2076450"/>
                <a:gd name="connsiteY0" fmla="*/ 514352 h 563845"/>
                <a:gd name="connsiteX1" fmla="*/ 584200 w 2076450"/>
                <a:gd name="connsiteY1" fmla="*/ 514352 h 563845"/>
                <a:gd name="connsiteX2" fmla="*/ 1104900 w 2076450"/>
                <a:gd name="connsiteY2" fmla="*/ 2 h 563845"/>
                <a:gd name="connsiteX3" fmla="*/ 1511300 w 2076450"/>
                <a:gd name="connsiteY3" fmla="*/ 508002 h 563845"/>
                <a:gd name="connsiteX4" fmla="*/ 2076450 w 2076450"/>
                <a:gd name="connsiteY4" fmla="*/ 552452 h 563845"/>
                <a:gd name="connsiteX0" fmla="*/ 0 w 2076450"/>
                <a:gd name="connsiteY0" fmla="*/ 552452 h 584518"/>
                <a:gd name="connsiteX1" fmla="*/ 584200 w 2076450"/>
                <a:gd name="connsiteY1" fmla="*/ 514352 h 584518"/>
                <a:gd name="connsiteX2" fmla="*/ 1104900 w 2076450"/>
                <a:gd name="connsiteY2" fmla="*/ 2 h 584518"/>
                <a:gd name="connsiteX3" fmla="*/ 1511300 w 2076450"/>
                <a:gd name="connsiteY3" fmla="*/ 508002 h 584518"/>
                <a:gd name="connsiteX4" fmla="*/ 2076450 w 2076450"/>
                <a:gd name="connsiteY4" fmla="*/ 552452 h 584518"/>
                <a:gd name="connsiteX0" fmla="*/ 0 w 2076450"/>
                <a:gd name="connsiteY0" fmla="*/ 552452 h 567630"/>
                <a:gd name="connsiteX1" fmla="*/ 584200 w 2076450"/>
                <a:gd name="connsiteY1" fmla="*/ 514352 h 567630"/>
                <a:gd name="connsiteX2" fmla="*/ 1104900 w 2076450"/>
                <a:gd name="connsiteY2" fmla="*/ 2 h 567630"/>
                <a:gd name="connsiteX3" fmla="*/ 1511300 w 2076450"/>
                <a:gd name="connsiteY3" fmla="*/ 508002 h 567630"/>
                <a:gd name="connsiteX4" fmla="*/ 2076450 w 2076450"/>
                <a:gd name="connsiteY4" fmla="*/ 552452 h 567630"/>
                <a:gd name="connsiteX0" fmla="*/ 0 w 2076450"/>
                <a:gd name="connsiteY0" fmla="*/ 552557 h 560371"/>
                <a:gd name="connsiteX1" fmla="*/ 635000 w 2076450"/>
                <a:gd name="connsiteY1" fmla="*/ 463657 h 560371"/>
                <a:gd name="connsiteX2" fmla="*/ 1104900 w 2076450"/>
                <a:gd name="connsiteY2" fmla="*/ 107 h 560371"/>
                <a:gd name="connsiteX3" fmla="*/ 1511300 w 2076450"/>
                <a:gd name="connsiteY3" fmla="*/ 508107 h 560371"/>
                <a:gd name="connsiteX4" fmla="*/ 2076450 w 2076450"/>
                <a:gd name="connsiteY4" fmla="*/ 552557 h 560371"/>
                <a:gd name="connsiteX0" fmla="*/ 0 w 2076450"/>
                <a:gd name="connsiteY0" fmla="*/ 552460 h 552460"/>
                <a:gd name="connsiteX1" fmla="*/ 635000 w 2076450"/>
                <a:gd name="connsiteY1" fmla="*/ 463560 h 552460"/>
                <a:gd name="connsiteX2" fmla="*/ 1104900 w 2076450"/>
                <a:gd name="connsiteY2" fmla="*/ 10 h 552460"/>
                <a:gd name="connsiteX3" fmla="*/ 1466850 w 2076450"/>
                <a:gd name="connsiteY3" fmla="*/ 450860 h 552460"/>
                <a:gd name="connsiteX4" fmla="*/ 2076450 w 2076450"/>
                <a:gd name="connsiteY4" fmla="*/ 552460 h 552460"/>
                <a:gd name="connsiteX0" fmla="*/ 0 w 2076450"/>
                <a:gd name="connsiteY0" fmla="*/ 552460 h 553694"/>
                <a:gd name="connsiteX1" fmla="*/ 635000 w 2076450"/>
                <a:gd name="connsiteY1" fmla="*/ 463560 h 553694"/>
                <a:gd name="connsiteX2" fmla="*/ 1104900 w 2076450"/>
                <a:gd name="connsiteY2" fmla="*/ 10 h 553694"/>
                <a:gd name="connsiteX3" fmla="*/ 1466850 w 2076450"/>
                <a:gd name="connsiteY3" fmla="*/ 450860 h 553694"/>
                <a:gd name="connsiteX4" fmla="*/ 2076450 w 2076450"/>
                <a:gd name="connsiteY4" fmla="*/ 552460 h 553694"/>
                <a:gd name="connsiteX0" fmla="*/ 0 w 2076450"/>
                <a:gd name="connsiteY0" fmla="*/ 552453 h 555210"/>
                <a:gd name="connsiteX1" fmla="*/ 635000 w 2076450"/>
                <a:gd name="connsiteY1" fmla="*/ 463553 h 555210"/>
                <a:gd name="connsiteX2" fmla="*/ 1104900 w 2076450"/>
                <a:gd name="connsiteY2" fmla="*/ 3 h 555210"/>
                <a:gd name="connsiteX3" fmla="*/ 1498600 w 2076450"/>
                <a:gd name="connsiteY3" fmla="*/ 469903 h 555210"/>
                <a:gd name="connsiteX4" fmla="*/ 2076450 w 2076450"/>
                <a:gd name="connsiteY4" fmla="*/ 552453 h 555210"/>
                <a:gd name="connsiteX0" fmla="*/ 0 w 2076450"/>
                <a:gd name="connsiteY0" fmla="*/ 552510 h 553235"/>
                <a:gd name="connsiteX1" fmla="*/ 635000 w 2076450"/>
                <a:gd name="connsiteY1" fmla="*/ 463610 h 553235"/>
                <a:gd name="connsiteX2" fmla="*/ 1104900 w 2076450"/>
                <a:gd name="connsiteY2" fmla="*/ 60 h 553235"/>
                <a:gd name="connsiteX3" fmla="*/ 1479550 w 2076450"/>
                <a:gd name="connsiteY3" fmla="*/ 431860 h 553235"/>
                <a:gd name="connsiteX4" fmla="*/ 2076450 w 2076450"/>
                <a:gd name="connsiteY4" fmla="*/ 552510 h 553235"/>
                <a:gd name="connsiteX0" fmla="*/ 0 w 2076450"/>
                <a:gd name="connsiteY0" fmla="*/ 552510 h 553991"/>
                <a:gd name="connsiteX1" fmla="*/ 635000 w 2076450"/>
                <a:gd name="connsiteY1" fmla="*/ 463610 h 553991"/>
                <a:gd name="connsiteX2" fmla="*/ 1104900 w 2076450"/>
                <a:gd name="connsiteY2" fmla="*/ 60 h 553991"/>
                <a:gd name="connsiteX3" fmla="*/ 1479550 w 2076450"/>
                <a:gd name="connsiteY3" fmla="*/ 431860 h 553991"/>
                <a:gd name="connsiteX4" fmla="*/ 2076450 w 2076450"/>
                <a:gd name="connsiteY4" fmla="*/ 552510 h 553991"/>
                <a:gd name="connsiteX0" fmla="*/ 0 w 2076450"/>
                <a:gd name="connsiteY0" fmla="*/ 552514 h 553995"/>
                <a:gd name="connsiteX1" fmla="*/ 635000 w 2076450"/>
                <a:gd name="connsiteY1" fmla="*/ 463614 h 553995"/>
                <a:gd name="connsiteX2" fmla="*/ 1104900 w 2076450"/>
                <a:gd name="connsiteY2" fmla="*/ 64 h 553995"/>
                <a:gd name="connsiteX3" fmla="*/ 1479550 w 2076450"/>
                <a:gd name="connsiteY3" fmla="*/ 431864 h 553995"/>
                <a:gd name="connsiteX4" fmla="*/ 2076450 w 2076450"/>
                <a:gd name="connsiteY4" fmla="*/ 552514 h 553995"/>
                <a:gd name="connsiteX0" fmla="*/ 0 w 2076450"/>
                <a:gd name="connsiteY0" fmla="*/ 552453 h 553934"/>
                <a:gd name="connsiteX1" fmla="*/ 635000 w 2076450"/>
                <a:gd name="connsiteY1" fmla="*/ 463553 h 553934"/>
                <a:gd name="connsiteX2" fmla="*/ 1104900 w 2076450"/>
                <a:gd name="connsiteY2" fmla="*/ 3 h 553934"/>
                <a:gd name="connsiteX3" fmla="*/ 1479550 w 2076450"/>
                <a:gd name="connsiteY3" fmla="*/ 431803 h 553934"/>
                <a:gd name="connsiteX4" fmla="*/ 2076450 w 2076450"/>
                <a:gd name="connsiteY4" fmla="*/ 552453 h 553934"/>
                <a:gd name="connsiteX0" fmla="*/ 0 w 2076450"/>
                <a:gd name="connsiteY0" fmla="*/ 552453 h 556896"/>
                <a:gd name="connsiteX1" fmla="*/ 635000 w 2076450"/>
                <a:gd name="connsiteY1" fmla="*/ 463553 h 556896"/>
                <a:gd name="connsiteX2" fmla="*/ 1104900 w 2076450"/>
                <a:gd name="connsiteY2" fmla="*/ 3 h 556896"/>
                <a:gd name="connsiteX3" fmla="*/ 1498600 w 2076450"/>
                <a:gd name="connsiteY3" fmla="*/ 457203 h 556896"/>
                <a:gd name="connsiteX4" fmla="*/ 2076450 w 2076450"/>
                <a:gd name="connsiteY4" fmla="*/ 552453 h 556896"/>
                <a:gd name="connsiteX0" fmla="*/ 0 w 2076450"/>
                <a:gd name="connsiteY0" fmla="*/ 552453 h 554014"/>
                <a:gd name="connsiteX1" fmla="*/ 635000 w 2076450"/>
                <a:gd name="connsiteY1" fmla="*/ 463553 h 554014"/>
                <a:gd name="connsiteX2" fmla="*/ 1098550 w 2076450"/>
                <a:gd name="connsiteY2" fmla="*/ 3 h 554014"/>
                <a:gd name="connsiteX3" fmla="*/ 1498600 w 2076450"/>
                <a:gd name="connsiteY3" fmla="*/ 457203 h 554014"/>
                <a:gd name="connsiteX4" fmla="*/ 2076450 w 2076450"/>
                <a:gd name="connsiteY4" fmla="*/ 552453 h 554014"/>
                <a:gd name="connsiteX0" fmla="*/ 0 w 2076450"/>
                <a:gd name="connsiteY0" fmla="*/ 552459 h 553693"/>
                <a:gd name="connsiteX1" fmla="*/ 635000 w 2076450"/>
                <a:gd name="connsiteY1" fmla="*/ 463559 h 553693"/>
                <a:gd name="connsiteX2" fmla="*/ 1098550 w 2076450"/>
                <a:gd name="connsiteY2" fmla="*/ 9 h 553693"/>
                <a:gd name="connsiteX3" fmla="*/ 1485900 w 2076450"/>
                <a:gd name="connsiteY3" fmla="*/ 450859 h 553693"/>
                <a:gd name="connsiteX4" fmla="*/ 2076450 w 2076450"/>
                <a:gd name="connsiteY4" fmla="*/ 552459 h 553693"/>
                <a:gd name="connsiteX0" fmla="*/ 0 w 2076450"/>
                <a:gd name="connsiteY0" fmla="*/ 552459 h 556763"/>
                <a:gd name="connsiteX1" fmla="*/ 635000 w 2076450"/>
                <a:gd name="connsiteY1" fmla="*/ 463559 h 556763"/>
                <a:gd name="connsiteX2" fmla="*/ 1098550 w 2076450"/>
                <a:gd name="connsiteY2" fmla="*/ 9 h 556763"/>
                <a:gd name="connsiteX3" fmla="*/ 1485900 w 2076450"/>
                <a:gd name="connsiteY3" fmla="*/ 450859 h 556763"/>
                <a:gd name="connsiteX4" fmla="*/ 2076450 w 2076450"/>
                <a:gd name="connsiteY4" fmla="*/ 555634 h 556763"/>
                <a:gd name="connsiteX0" fmla="*/ 0 w 2076450"/>
                <a:gd name="connsiteY0" fmla="*/ 552459 h 556011"/>
                <a:gd name="connsiteX1" fmla="*/ 635000 w 2076450"/>
                <a:gd name="connsiteY1" fmla="*/ 463559 h 556011"/>
                <a:gd name="connsiteX2" fmla="*/ 1098550 w 2076450"/>
                <a:gd name="connsiteY2" fmla="*/ 9 h 556011"/>
                <a:gd name="connsiteX3" fmla="*/ 1485900 w 2076450"/>
                <a:gd name="connsiteY3" fmla="*/ 450859 h 556011"/>
                <a:gd name="connsiteX4" fmla="*/ 2076450 w 2076450"/>
                <a:gd name="connsiteY4" fmla="*/ 555634 h 556011"/>
                <a:gd name="connsiteX0" fmla="*/ 0 w 1952625"/>
                <a:gd name="connsiteY0" fmla="*/ 555634 h 556011"/>
                <a:gd name="connsiteX1" fmla="*/ 511175 w 1952625"/>
                <a:gd name="connsiteY1" fmla="*/ 463559 h 556011"/>
                <a:gd name="connsiteX2" fmla="*/ 974725 w 1952625"/>
                <a:gd name="connsiteY2" fmla="*/ 9 h 556011"/>
                <a:gd name="connsiteX3" fmla="*/ 1362075 w 1952625"/>
                <a:gd name="connsiteY3" fmla="*/ 450859 h 556011"/>
                <a:gd name="connsiteX4" fmla="*/ 1952625 w 1952625"/>
                <a:gd name="connsiteY4" fmla="*/ 555634 h 556011"/>
                <a:gd name="connsiteX0" fmla="*/ 0 w 1952625"/>
                <a:gd name="connsiteY0" fmla="*/ 555634 h 556011"/>
                <a:gd name="connsiteX1" fmla="*/ 511175 w 1952625"/>
                <a:gd name="connsiteY1" fmla="*/ 463559 h 556011"/>
                <a:gd name="connsiteX2" fmla="*/ 974725 w 1952625"/>
                <a:gd name="connsiteY2" fmla="*/ 9 h 556011"/>
                <a:gd name="connsiteX3" fmla="*/ 1362075 w 1952625"/>
                <a:gd name="connsiteY3" fmla="*/ 450859 h 556011"/>
                <a:gd name="connsiteX4" fmla="*/ 1952625 w 1952625"/>
                <a:gd name="connsiteY4" fmla="*/ 555634 h 556011"/>
                <a:gd name="connsiteX0" fmla="*/ 0 w 1952625"/>
                <a:gd name="connsiteY0" fmla="*/ 555626 h 556003"/>
                <a:gd name="connsiteX1" fmla="*/ 492125 w 1952625"/>
                <a:gd name="connsiteY1" fmla="*/ 454026 h 556003"/>
                <a:gd name="connsiteX2" fmla="*/ 974725 w 1952625"/>
                <a:gd name="connsiteY2" fmla="*/ 1 h 556003"/>
                <a:gd name="connsiteX3" fmla="*/ 1362075 w 1952625"/>
                <a:gd name="connsiteY3" fmla="*/ 450851 h 556003"/>
                <a:gd name="connsiteX4" fmla="*/ 1952625 w 1952625"/>
                <a:gd name="connsiteY4" fmla="*/ 555626 h 556003"/>
                <a:gd name="connsiteX0" fmla="*/ 0 w 1952625"/>
                <a:gd name="connsiteY0" fmla="*/ 555627 h 555957"/>
                <a:gd name="connsiteX1" fmla="*/ 492125 w 1952625"/>
                <a:gd name="connsiteY1" fmla="*/ 454027 h 555957"/>
                <a:gd name="connsiteX2" fmla="*/ 974725 w 1952625"/>
                <a:gd name="connsiteY2" fmla="*/ 2 h 555957"/>
                <a:gd name="connsiteX3" fmla="*/ 1454150 w 1952625"/>
                <a:gd name="connsiteY3" fmla="*/ 447677 h 555957"/>
                <a:gd name="connsiteX4" fmla="*/ 1952625 w 1952625"/>
                <a:gd name="connsiteY4" fmla="*/ 555627 h 555957"/>
                <a:gd name="connsiteX0" fmla="*/ 0 w 1952625"/>
                <a:gd name="connsiteY0" fmla="*/ 555627 h 556133"/>
                <a:gd name="connsiteX1" fmla="*/ 492125 w 1952625"/>
                <a:gd name="connsiteY1" fmla="*/ 454027 h 556133"/>
                <a:gd name="connsiteX2" fmla="*/ 974725 w 1952625"/>
                <a:gd name="connsiteY2" fmla="*/ 2 h 556133"/>
                <a:gd name="connsiteX3" fmla="*/ 1454150 w 1952625"/>
                <a:gd name="connsiteY3" fmla="*/ 447677 h 556133"/>
                <a:gd name="connsiteX4" fmla="*/ 1952625 w 1952625"/>
                <a:gd name="connsiteY4" fmla="*/ 555627 h 556133"/>
                <a:gd name="connsiteX0" fmla="*/ 0 w 1952625"/>
                <a:gd name="connsiteY0" fmla="*/ 555627 h 556194"/>
                <a:gd name="connsiteX1" fmla="*/ 492125 w 1952625"/>
                <a:gd name="connsiteY1" fmla="*/ 454027 h 556194"/>
                <a:gd name="connsiteX2" fmla="*/ 974725 w 1952625"/>
                <a:gd name="connsiteY2" fmla="*/ 2 h 556194"/>
                <a:gd name="connsiteX3" fmla="*/ 1454150 w 1952625"/>
                <a:gd name="connsiteY3" fmla="*/ 447677 h 556194"/>
                <a:gd name="connsiteX4" fmla="*/ 1952625 w 1952625"/>
                <a:gd name="connsiteY4" fmla="*/ 555627 h 5561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52625" h="556194">
                  <a:moveTo>
                    <a:pt x="0" y="555627"/>
                  </a:moveTo>
                  <a:cubicBezTo>
                    <a:pt x="238125" y="557214"/>
                    <a:pt x="259821" y="562506"/>
                    <a:pt x="492125" y="454027"/>
                  </a:cubicBezTo>
                  <a:cubicBezTo>
                    <a:pt x="724429" y="345548"/>
                    <a:pt x="814388" y="1060"/>
                    <a:pt x="974725" y="2"/>
                  </a:cubicBezTo>
                  <a:cubicBezTo>
                    <a:pt x="1135062" y="-1056"/>
                    <a:pt x="1218142" y="345548"/>
                    <a:pt x="1454150" y="447677"/>
                  </a:cubicBezTo>
                  <a:cubicBezTo>
                    <a:pt x="1690158" y="549806"/>
                    <a:pt x="1711325" y="558802"/>
                    <a:pt x="1952625" y="555627"/>
                  </a:cubicBezTo>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28" name="组合 27">
            <a:extLst>
              <a:ext uri="{FF2B5EF4-FFF2-40B4-BE49-F238E27FC236}">
                <a16:creationId xmlns:a16="http://schemas.microsoft.com/office/drawing/2014/main" id="{AEBC4302-B1D4-731D-9A56-C9E3A9AF2900}"/>
              </a:ext>
            </a:extLst>
          </p:cNvPr>
          <p:cNvGrpSpPr/>
          <p:nvPr/>
        </p:nvGrpSpPr>
        <p:grpSpPr>
          <a:xfrm>
            <a:off x="6833310" y="4306103"/>
            <a:ext cx="1624814" cy="312609"/>
            <a:chOff x="3392497" y="4254499"/>
            <a:chExt cx="1278644" cy="364214"/>
          </a:xfrm>
        </p:grpSpPr>
        <p:sp>
          <p:nvSpPr>
            <p:cNvPr id="29" name="任意形状 28">
              <a:extLst>
                <a:ext uri="{FF2B5EF4-FFF2-40B4-BE49-F238E27FC236}">
                  <a16:creationId xmlns:a16="http://schemas.microsoft.com/office/drawing/2014/main" id="{47671478-D1B1-1158-9E23-58605281FE6B}"/>
                </a:ext>
              </a:extLst>
            </p:cNvPr>
            <p:cNvSpPr/>
            <p:nvPr/>
          </p:nvSpPr>
          <p:spPr>
            <a:xfrm>
              <a:off x="3392498" y="4254499"/>
              <a:ext cx="1278643" cy="364214"/>
            </a:xfrm>
            <a:custGeom>
              <a:avLst/>
              <a:gdLst>
                <a:gd name="connsiteX0" fmla="*/ 0 w 2076450"/>
                <a:gd name="connsiteY0" fmla="*/ 514352 h 563845"/>
                <a:gd name="connsiteX1" fmla="*/ 584200 w 2076450"/>
                <a:gd name="connsiteY1" fmla="*/ 514352 h 563845"/>
                <a:gd name="connsiteX2" fmla="*/ 1104900 w 2076450"/>
                <a:gd name="connsiteY2" fmla="*/ 2 h 563845"/>
                <a:gd name="connsiteX3" fmla="*/ 1511300 w 2076450"/>
                <a:gd name="connsiteY3" fmla="*/ 508002 h 563845"/>
                <a:gd name="connsiteX4" fmla="*/ 2076450 w 2076450"/>
                <a:gd name="connsiteY4" fmla="*/ 552452 h 563845"/>
                <a:gd name="connsiteX0" fmla="*/ 0 w 2076450"/>
                <a:gd name="connsiteY0" fmla="*/ 552452 h 584518"/>
                <a:gd name="connsiteX1" fmla="*/ 584200 w 2076450"/>
                <a:gd name="connsiteY1" fmla="*/ 514352 h 584518"/>
                <a:gd name="connsiteX2" fmla="*/ 1104900 w 2076450"/>
                <a:gd name="connsiteY2" fmla="*/ 2 h 584518"/>
                <a:gd name="connsiteX3" fmla="*/ 1511300 w 2076450"/>
                <a:gd name="connsiteY3" fmla="*/ 508002 h 584518"/>
                <a:gd name="connsiteX4" fmla="*/ 2076450 w 2076450"/>
                <a:gd name="connsiteY4" fmla="*/ 552452 h 584518"/>
                <a:gd name="connsiteX0" fmla="*/ 0 w 2076450"/>
                <a:gd name="connsiteY0" fmla="*/ 552452 h 567630"/>
                <a:gd name="connsiteX1" fmla="*/ 584200 w 2076450"/>
                <a:gd name="connsiteY1" fmla="*/ 514352 h 567630"/>
                <a:gd name="connsiteX2" fmla="*/ 1104900 w 2076450"/>
                <a:gd name="connsiteY2" fmla="*/ 2 h 567630"/>
                <a:gd name="connsiteX3" fmla="*/ 1511300 w 2076450"/>
                <a:gd name="connsiteY3" fmla="*/ 508002 h 567630"/>
                <a:gd name="connsiteX4" fmla="*/ 2076450 w 2076450"/>
                <a:gd name="connsiteY4" fmla="*/ 552452 h 567630"/>
                <a:gd name="connsiteX0" fmla="*/ 0 w 2076450"/>
                <a:gd name="connsiteY0" fmla="*/ 552557 h 560371"/>
                <a:gd name="connsiteX1" fmla="*/ 635000 w 2076450"/>
                <a:gd name="connsiteY1" fmla="*/ 463657 h 560371"/>
                <a:gd name="connsiteX2" fmla="*/ 1104900 w 2076450"/>
                <a:gd name="connsiteY2" fmla="*/ 107 h 560371"/>
                <a:gd name="connsiteX3" fmla="*/ 1511300 w 2076450"/>
                <a:gd name="connsiteY3" fmla="*/ 508107 h 560371"/>
                <a:gd name="connsiteX4" fmla="*/ 2076450 w 2076450"/>
                <a:gd name="connsiteY4" fmla="*/ 552557 h 560371"/>
                <a:gd name="connsiteX0" fmla="*/ 0 w 2076450"/>
                <a:gd name="connsiteY0" fmla="*/ 552460 h 552460"/>
                <a:gd name="connsiteX1" fmla="*/ 635000 w 2076450"/>
                <a:gd name="connsiteY1" fmla="*/ 463560 h 552460"/>
                <a:gd name="connsiteX2" fmla="*/ 1104900 w 2076450"/>
                <a:gd name="connsiteY2" fmla="*/ 10 h 552460"/>
                <a:gd name="connsiteX3" fmla="*/ 1466850 w 2076450"/>
                <a:gd name="connsiteY3" fmla="*/ 450860 h 552460"/>
                <a:gd name="connsiteX4" fmla="*/ 2076450 w 2076450"/>
                <a:gd name="connsiteY4" fmla="*/ 552460 h 552460"/>
                <a:gd name="connsiteX0" fmla="*/ 0 w 2076450"/>
                <a:gd name="connsiteY0" fmla="*/ 552460 h 553694"/>
                <a:gd name="connsiteX1" fmla="*/ 635000 w 2076450"/>
                <a:gd name="connsiteY1" fmla="*/ 463560 h 553694"/>
                <a:gd name="connsiteX2" fmla="*/ 1104900 w 2076450"/>
                <a:gd name="connsiteY2" fmla="*/ 10 h 553694"/>
                <a:gd name="connsiteX3" fmla="*/ 1466850 w 2076450"/>
                <a:gd name="connsiteY3" fmla="*/ 450860 h 553694"/>
                <a:gd name="connsiteX4" fmla="*/ 2076450 w 2076450"/>
                <a:gd name="connsiteY4" fmla="*/ 552460 h 553694"/>
                <a:gd name="connsiteX0" fmla="*/ 0 w 2076450"/>
                <a:gd name="connsiteY0" fmla="*/ 552453 h 555210"/>
                <a:gd name="connsiteX1" fmla="*/ 635000 w 2076450"/>
                <a:gd name="connsiteY1" fmla="*/ 463553 h 555210"/>
                <a:gd name="connsiteX2" fmla="*/ 1104900 w 2076450"/>
                <a:gd name="connsiteY2" fmla="*/ 3 h 555210"/>
                <a:gd name="connsiteX3" fmla="*/ 1498600 w 2076450"/>
                <a:gd name="connsiteY3" fmla="*/ 469903 h 555210"/>
                <a:gd name="connsiteX4" fmla="*/ 2076450 w 2076450"/>
                <a:gd name="connsiteY4" fmla="*/ 552453 h 555210"/>
                <a:gd name="connsiteX0" fmla="*/ 0 w 2076450"/>
                <a:gd name="connsiteY0" fmla="*/ 552510 h 553235"/>
                <a:gd name="connsiteX1" fmla="*/ 635000 w 2076450"/>
                <a:gd name="connsiteY1" fmla="*/ 463610 h 553235"/>
                <a:gd name="connsiteX2" fmla="*/ 1104900 w 2076450"/>
                <a:gd name="connsiteY2" fmla="*/ 60 h 553235"/>
                <a:gd name="connsiteX3" fmla="*/ 1479550 w 2076450"/>
                <a:gd name="connsiteY3" fmla="*/ 431860 h 553235"/>
                <a:gd name="connsiteX4" fmla="*/ 2076450 w 2076450"/>
                <a:gd name="connsiteY4" fmla="*/ 552510 h 553235"/>
                <a:gd name="connsiteX0" fmla="*/ 0 w 2076450"/>
                <a:gd name="connsiteY0" fmla="*/ 552510 h 553991"/>
                <a:gd name="connsiteX1" fmla="*/ 635000 w 2076450"/>
                <a:gd name="connsiteY1" fmla="*/ 463610 h 553991"/>
                <a:gd name="connsiteX2" fmla="*/ 1104900 w 2076450"/>
                <a:gd name="connsiteY2" fmla="*/ 60 h 553991"/>
                <a:gd name="connsiteX3" fmla="*/ 1479550 w 2076450"/>
                <a:gd name="connsiteY3" fmla="*/ 431860 h 553991"/>
                <a:gd name="connsiteX4" fmla="*/ 2076450 w 2076450"/>
                <a:gd name="connsiteY4" fmla="*/ 552510 h 553991"/>
                <a:gd name="connsiteX0" fmla="*/ 0 w 2076450"/>
                <a:gd name="connsiteY0" fmla="*/ 552514 h 553995"/>
                <a:gd name="connsiteX1" fmla="*/ 635000 w 2076450"/>
                <a:gd name="connsiteY1" fmla="*/ 463614 h 553995"/>
                <a:gd name="connsiteX2" fmla="*/ 1104900 w 2076450"/>
                <a:gd name="connsiteY2" fmla="*/ 64 h 553995"/>
                <a:gd name="connsiteX3" fmla="*/ 1479550 w 2076450"/>
                <a:gd name="connsiteY3" fmla="*/ 431864 h 553995"/>
                <a:gd name="connsiteX4" fmla="*/ 2076450 w 2076450"/>
                <a:gd name="connsiteY4" fmla="*/ 552514 h 553995"/>
                <a:gd name="connsiteX0" fmla="*/ 0 w 2076450"/>
                <a:gd name="connsiteY0" fmla="*/ 552453 h 553934"/>
                <a:gd name="connsiteX1" fmla="*/ 635000 w 2076450"/>
                <a:gd name="connsiteY1" fmla="*/ 463553 h 553934"/>
                <a:gd name="connsiteX2" fmla="*/ 1104900 w 2076450"/>
                <a:gd name="connsiteY2" fmla="*/ 3 h 553934"/>
                <a:gd name="connsiteX3" fmla="*/ 1479550 w 2076450"/>
                <a:gd name="connsiteY3" fmla="*/ 431803 h 553934"/>
                <a:gd name="connsiteX4" fmla="*/ 2076450 w 2076450"/>
                <a:gd name="connsiteY4" fmla="*/ 552453 h 553934"/>
                <a:gd name="connsiteX0" fmla="*/ 0 w 2076450"/>
                <a:gd name="connsiteY0" fmla="*/ 552453 h 556896"/>
                <a:gd name="connsiteX1" fmla="*/ 635000 w 2076450"/>
                <a:gd name="connsiteY1" fmla="*/ 463553 h 556896"/>
                <a:gd name="connsiteX2" fmla="*/ 1104900 w 2076450"/>
                <a:gd name="connsiteY2" fmla="*/ 3 h 556896"/>
                <a:gd name="connsiteX3" fmla="*/ 1498600 w 2076450"/>
                <a:gd name="connsiteY3" fmla="*/ 457203 h 556896"/>
                <a:gd name="connsiteX4" fmla="*/ 2076450 w 2076450"/>
                <a:gd name="connsiteY4" fmla="*/ 552453 h 556896"/>
                <a:gd name="connsiteX0" fmla="*/ 0 w 2076450"/>
                <a:gd name="connsiteY0" fmla="*/ 552453 h 554014"/>
                <a:gd name="connsiteX1" fmla="*/ 635000 w 2076450"/>
                <a:gd name="connsiteY1" fmla="*/ 463553 h 554014"/>
                <a:gd name="connsiteX2" fmla="*/ 1098550 w 2076450"/>
                <a:gd name="connsiteY2" fmla="*/ 3 h 554014"/>
                <a:gd name="connsiteX3" fmla="*/ 1498600 w 2076450"/>
                <a:gd name="connsiteY3" fmla="*/ 457203 h 554014"/>
                <a:gd name="connsiteX4" fmla="*/ 2076450 w 2076450"/>
                <a:gd name="connsiteY4" fmla="*/ 552453 h 554014"/>
                <a:gd name="connsiteX0" fmla="*/ 0 w 2076450"/>
                <a:gd name="connsiteY0" fmla="*/ 552459 h 553693"/>
                <a:gd name="connsiteX1" fmla="*/ 635000 w 2076450"/>
                <a:gd name="connsiteY1" fmla="*/ 463559 h 553693"/>
                <a:gd name="connsiteX2" fmla="*/ 1098550 w 2076450"/>
                <a:gd name="connsiteY2" fmla="*/ 9 h 553693"/>
                <a:gd name="connsiteX3" fmla="*/ 1485900 w 2076450"/>
                <a:gd name="connsiteY3" fmla="*/ 450859 h 553693"/>
                <a:gd name="connsiteX4" fmla="*/ 2076450 w 2076450"/>
                <a:gd name="connsiteY4" fmla="*/ 552459 h 553693"/>
                <a:gd name="connsiteX0" fmla="*/ 0 w 2076450"/>
                <a:gd name="connsiteY0" fmla="*/ 552459 h 556763"/>
                <a:gd name="connsiteX1" fmla="*/ 635000 w 2076450"/>
                <a:gd name="connsiteY1" fmla="*/ 463559 h 556763"/>
                <a:gd name="connsiteX2" fmla="*/ 1098550 w 2076450"/>
                <a:gd name="connsiteY2" fmla="*/ 9 h 556763"/>
                <a:gd name="connsiteX3" fmla="*/ 1485900 w 2076450"/>
                <a:gd name="connsiteY3" fmla="*/ 450859 h 556763"/>
                <a:gd name="connsiteX4" fmla="*/ 2076450 w 2076450"/>
                <a:gd name="connsiteY4" fmla="*/ 555634 h 556763"/>
                <a:gd name="connsiteX0" fmla="*/ 0 w 2076450"/>
                <a:gd name="connsiteY0" fmla="*/ 552459 h 556011"/>
                <a:gd name="connsiteX1" fmla="*/ 635000 w 2076450"/>
                <a:gd name="connsiteY1" fmla="*/ 463559 h 556011"/>
                <a:gd name="connsiteX2" fmla="*/ 1098550 w 2076450"/>
                <a:gd name="connsiteY2" fmla="*/ 9 h 556011"/>
                <a:gd name="connsiteX3" fmla="*/ 1485900 w 2076450"/>
                <a:gd name="connsiteY3" fmla="*/ 450859 h 556011"/>
                <a:gd name="connsiteX4" fmla="*/ 2076450 w 2076450"/>
                <a:gd name="connsiteY4" fmla="*/ 555634 h 556011"/>
                <a:gd name="connsiteX0" fmla="*/ 0 w 1952625"/>
                <a:gd name="connsiteY0" fmla="*/ 555634 h 556011"/>
                <a:gd name="connsiteX1" fmla="*/ 511175 w 1952625"/>
                <a:gd name="connsiteY1" fmla="*/ 463559 h 556011"/>
                <a:gd name="connsiteX2" fmla="*/ 974725 w 1952625"/>
                <a:gd name="connsiteY2" fmla="*/ 9 h 556011"/>
                <a:gd name="connsiteX3" fmla="*/ 1362075 w 1952625"/>
                <a:gd name="connsiteY3" fmla="*/ 450859 h 556011"/>
                <a:gd name="connsiteX4" fmla="*/ 1952625 w 1952625"/>
                <a:gd name="connsiteY4" fmla="*/ 555634 h 556011"/>
                <a:gd name="connsiteX0" fmla="*/ 0 w 1952625"/>
                <a:gd name="connsiteY0" fmla="*/ 555634 h 556011"/>
                <a:gd name="connsiteX1" fmla="*/ 511175 w 1952625"/>
                <a:gd name="connsiteY1" fmla="*/ 463559 h 556011"/>
                <a:gd name="connsiteX2" fmla="*/ 974725 w 1952625"/>
                <a:gd name="connsiteY2" fmla="*/ 9 h 556011"/>
                <a:gd name="connsiteX3" fmla="*/ 1362075 w 1952625"/>
                <a:gd name="connsiteY3" fmla="*/ 450859 h 556011"/>
                <a:gd name="connsiteX4" fmla="*/ 1952625 w 1952625"/>
                <a:gd name="connsiteY4" fmla="*/ 555634 h 556011"/>
                <a:gd name="connsiteX0" fmla="*/ 0 w 1952625"/>
                <a:gd name="connsiteY0" fmla="*/ 555626 h 556003"/>
                <a:gd name="connsiteX1" fmla="*/ 492125 w 1952625"/>
                <a:gd name="connsiteY1" fmla="*/ 454026 h 556003"/>
                <a:gd name="connsiteX2" fmla="*/ 974725 w 1952625"/>
                <a:gd name="connsiteY2" fmla="*/ 1 h 556003"/>
                <a:gd name="connsiteX3" fmla="*/ 1362075 w 1952625"/>
                <a:gd name="connsiteY3" fmla="*/ 450851 h 556003"/>
                <a:gd name="connsiteX4" fmla="*/ 1952625 w 1952625"/>
                <a:gd name="connsiteY4" fmla="*/ 555626 h 556003"/>
                <a:gd name="connsiteX0" fmla="*/ 0 w 1952625"/>
                <a:gd name="connsiteY0" fmla="*/ 555627 h 555957"/>
                <a:gd name="connsiteX1" fmla="*/ 492125 w 1952625"/>
                <a:gd name="connsiteY1" fmla="*/ 454027 h 555957"/>
                <a:gd name="connsiteX2" fmla="*/ 974725 w 1952625"/>
                <a:gd name="connsiteY2" fmla="*/ 2 h 555957"/>
                <a:gd name="connsiteX3" fmla="*/ 1454150 w 1952625"/>
                <a:gd name="connsiteY3" fmla="*/ 447677 h 555957"/>
                <a:gd name="connsiteX4" fmla="*/ 1952625 w 1952625"/>
                <a:gd name="connsiteY4" fmla="*/ 555627 h 555957"/>
                <a:gd name="connsiteX0" fmla="*/ 0 w 1952625"/>
                <a:gd name="connsiteY0" fmla="*/ 555627 h 556133"/>
                <a:gd name="connsiteX1" fmla="*/ 492125 w 1952625"/>
                <a:gd name="connsiteY1" fmla="*/ 454027 h 556133"/>
                <a:gd name="connsiteX2" fmla="*/ 974725 w 1952625"/>
                <a:gd name="connsiteY2" fmla="*/ 2 h 556133"/>
                <a:gd name="connsiteX3" fmla="*/ 1454150 w 1952625"/>
                <a:gd name="connsiteY3" fmla="*/ 447677 h 556133"/>
                <a:gd name="connsiteX4" fmla="*/ 1952625 w 1952625"/>
                <a:gd name="connsiteY4" fmla="*/ 555627 h 556133"/>
                <a:gd name="connsiteX0" fmla="*/ 0 w 1952625"/>
                <a:gd name="connsiteY0" fmla="*/ 555627 h 556194"/>
                <a:gd name="connsiteX1" fmla="*/ 492125 w 1952625"/>
                <a:gd name="connsiteY1" fmla="*/ 454027 h 556194"/>
                <a:gd name="connsiteX2" fmla="*/ 974725 w 1952625"/>
                <a:gd name="connsiteY2" fmla="*/ 2 h 556194"/>
                <a:gd name="connsiteX3" fmla="*/ 1454150 w 1952625"/>
                <a:gd name="connsiteY3" fmla="*/ 447677 h 556194"/>
                <a:gd name="connsiteX4" fmla="*/ 1952625 w 1952625"/>
                <a:gd name="connsiteY4" fmla="*/ 555627 h 5561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52625" h="556194">
                  <a:moveTo>
                    <a:pt x="0" y="555627"/>
                  </a:moveTo>
                  <a:cubicBezTo>
                    <a:pt x="238125" y="557214"/>
                    <a:pt x="259821" y="562506"/>
                    <a:pt x="492125" y="454027"/>
                  </a:cubicBezTo>
                  <a:cubicBezTo>
                    <a:pt x="724429" y="345548"/>
                    <a:pt x="814388" y="1060"/>
                    <a:pt x="974725" y="2"/>
                  </a:cubicBezTo>
                  <a:cubicBezTo>
                    <a:pt x="1135062" y="-1056"/>
                    <a:pt x="1218142" y="345548"/>
                    <a:pt x="1454150" y="447677"/>
                  </a:cubicBezTo>
                  <a:cubicBezTo>
                    <a:pt x="1690158" y="549806"/>
                    <a:pt x="1711325" y="558802"/>
                    <a:pt x="1952625" y="555627"/>
                  </a:cubicBezTo>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 name="任意形状 29">
              <a:extLst>
                <a:ext uri="{FF2B5EF4-FFF2-40B4-BE49-F238E27FC236}">
                  <a16:creationId xmlns:a16="http://schemas.microsoft.com/office/drawing/2014/main" id="{E2B7FED3-3899-856B-57AC-18519F064759}"/>
                </a:ext>
              </a:extLst>
            </p:cNvPr>
            <p:cNvSpPr/>
            <p:nvPr/>
          </p:nvSpPr>
          <p:spPr>
            <a:xfrm>
              <a:off x="3392497" y="4254499"/>
              <a:ext cx="1278643" cy="364214"/>
            </a:xfrm>
            <a:custGeom>
              <a:avLst/>
              <a:gdLst>
                <a:gd name="connsiteX0" fmla="*/ 0 w 2076450"/>
                <a:gd name="connsiteY0" fmla="*/ 514352 h 563845"/>
                <a:gd name="connsiteX1" fmla="*/ 584200 w 2076450"/>
                <a:gd name="connsiteY1" fmla="*/ 514352 h 563845"/>
                <a:gd name="connsiteX2" fmla="*/ 1104900 w 2076450"/>
                <a:gd name="connsiteY2" fmla="*/ 2 h 563845"/>
                <a:gd name="connsiteX3" fmla="*/ 1511300 w 2076450"/>
                <a:gd name="connsiteY3" fmla="*/ 508002 h 563845"/>
                <a:gd name="connsiteX4" fmla="*/ 2076450 w 2076450"/>
                <a:gd name="connsiteY4" fmla="*/ 552452 h 563845"/>
                <a:gd name="connsiteX0" fmla="*/ 0 w 2076450"/>
                <a:gd name="connsiteY0" fmla="*/ 552452 h 584518"/>
                <a:gd name="connsiteX1" fmla="*/ 584200 w 2076450"/>
                <a:gd name="connsiteY1" fmla="*/ 514352 h 584518"/>
                <a:gd name="connsiteX2" fmla="*/ 1104900 w 2076450"/>
                <a:gd name="connsiteY2" fmla="*/ 2 h 584518"/>
                <a:gd name="connsiteX3" fmla="*/ 1511300 w 2076450"/>
                <a:gd name="connsiteY3" fmla="*/ 508002 h 584518"/>
                <a:gd name="connsiteX4" fmla="*/ 2076450 w 2076450"/>
                <a:gd name="connsiteY4" fmla="*/ 552452 h 584518"/>
                <a:gd name="connsiteX0" fmla="*/ 0 w 2076450"/>
                <a:gd name="connsiteY0" fmla="*/ 552452 h 567630"/>
                <a:gd name="connsiteX1" fmla="*/ 584200 w 2076450"/>
                <a:gd name="connsiteY1" fmla="*/ 514352 h 567630"/>
                <a:gd name="connsiteX2" fmla="*/ 1104900 w 2076450"/>
                <a:gd name="connsiteY2" fmla="*/ 2 h 567630"/>
                <a:gd name="connsiteX3" fmla="*/ 1511300 w 2076450"/>
                <a:gd name="connsiteY3" fmla="*/ 508002 h 567630"/>
                <a:gd name="connsiteX4" fmla="*/ 2076450 w 2076450"/>
                <a:gd name="connsiteY4" fmla="*/ 552452 h 567630"/>
                <a:gd name="connsiteX0" fmla="*/ 0 w 2076450"/>
                <a:gd name="connsiteY0" fmla="*/ 552557 h 560371"/>
                <a:gd name="connsiteX1" fmla="*/ 635000 w 2076450"/>
                <a:gd name="connsiteY1" fmla="*/ 463657 h 560371"/>
                <a:gd name="connsiteX2" fmla="*/ 1104900 w 2076450"/>
                <a:gd name="connsiteY2" fmla="*/ 107 h 560371"/>
                <a:gd name="connsiteX3" fmla="*/ 1511300 w 2076450"/>
                <a:gd name="connsiteY3" fmla="*/ 508107 h 560371"/>
                <a:gd name="connsiteX4" fmla="*/ 2076450 w 2076450"/>
                <a:gd name="connsiteY4" fmla="*/ 552557 h 560371"/>
                <a:gd name="connsiteX0" fmla="*/ 0 w 2076450"/>
                <a:gd name="connsiteY0" fmla="*/ 552460 h 552460"/>
                <a:gd name="connsiteX1" fmla="*/ 635000 w 2076450"/>
                <a:gd name="connsiteY1" fmla="*/ 463560 h 552460"/>
                <a:gd name="connsiteX2" fmla="*/ 1104900 w 2076450"/>
                <a:gd name="connsiteY2" fmla="*/ 10 h 552460"/>
                <a:gd name="connsiteX3" fmla="*/ 1466850 w 2076450"/>
                <a:gd name="connsiteY3" fmla="*/ 450860 h 552460"/>
                <a:gd name="connsiteX4" fmla="*/ 2076450 w 2076450"/>
                <a:gd name="connsiteY4" fmla="*/ 552460 h 552460"/>
                <a:gd name="connsiteX0" fmla="*/ 0 w 2076450"/>
                <a:gd name="connsiteY0" fmla="*/ 552460 h 553694"/>
                <a:gd name="connsiteX1" fmla="*/ 635000 w 2076450"/>
                <a:gd name="connsiteY1" fmla="*/ 463560 h 553694"/>
                <a:gd name="connsiteX2" fmla="*/ 1104900 w 2076450"/>
                <a:gd name="connsiteY2" fmla="*/ 10 h 553694"/>
                <a:gd name="connsiteX3" fmla="*/ 1466850 w 2076450"/>
                <a:gd name="connsiteY3" fmla="*/ 450860 h 553694"/>
                <a:gd name="connsiteX4" fmla="*/ 2076450 w 2076450"/>
                <a:gd name="connsiteY4" fmla="*/ 552460 h 553694"/>
                <a:gd name="connsiteX0" fmla="*/ 0 w 2076450"/>
                <a:gd name="connsiteY0" fmla="*/ 552453 h 555210"/>
                <a:gd name="connsiteX1" fmla="*/ 635000 w 2076450"/>
                <a:gd name="connsiteY1" fmla="*/ 463553 h 555210"/>
                <a:gd name="connsiteX2" fmla="*/ 1104900 w 2076450"/>
                <a:gd name="connsiteY2" fmla="*/ 3 h 555210"/>
                <a:gd name="connsiteX3" fmla="*/ 1498600 w 2076450"/>
                <a:gd name="connsiteY3" fmla="*/ 469903 h 555210"/>
                <a:gd name="connsiteX4" fmla="*/ 2076450 w 2076450"/>
                <a:gd name="connsiteY4" fmla="*/ 552453 h 555210"/>
                <a:gd name="connsiteX0" fmla="*/ 0 w 2076450"/>
                <a:gd name="connsiteY0" fmla="*/ 552510 h 553235"/>
                <a:gd name="connsiteX1" fmla="*/ 635000 w 2076450"/>
                <a:gd name="connsiteY1" fmla="*/ 463610 h 553235"/>
                <a:gd name="connsiteX2" fmla="*/ 1104900 w 2076450"/>
                <a:gd name="connsiteY2" fmla="*/ 60 h 553235"/>
                <a:gd name="connsiteX3" fmla="*/ 1479550 w 2076450"/>
                <a:gd name="connsiteY3" fmla="*/ 431860 h 553235"/>
                <a:gd name="connsiteX4" fmla="*/ 2076450 w 2076450"/>
                <a:gd name="connsiteY4" fmla="*/ 552510 h 553235"/>
                <a:gd name="connsiteX0" fmla="*/ 0 w 2076450"/>
                <a:gd name="connsiteY0" fmla="*/ 552510 h 553991"/>
                <a:gd name="connsiteX1" fmla="*/ 635000 w 2076450"/>
                <a:gd name="connsiteY1" fmla="*/ 463610 h 553991"/>
                <a:gd name="connsiteX2" fmla="*/ 1104900 w 2076450"/>
                <a:gd name="connsiteY2" fmla="*/ 60 h 553991"/>
                <a:gd name="connsiteX3" fmla="*/ 1479550 w 2076450"/>
                <a:gd name="connsiteY3" fmla="*/ 431860 h 553991"/>
                <a:gd name="connsiteX4" fmla="*/ 2076450 w 2076450"/>
                <a:gd name="connsiteY4" fmla="*/ 552510 h 553991"/>
                <a:gd name="connsiteX0" fmla="*/ 0 w 2076450"/>
                <a:gd name="connsiteY0" fmla="*/ 552514 h 553995"/>
                <a:gd name="connsiteX1" fmla="*/ 635000 w 2076450"/>
                <a:gd name="connsiteY1" fmla="*/ 463614 h 553995"/>
                <a:gd name="connsiteX2" fmla="*/ 1104900 w 2076450"/>
                <a:gd name="connsiteY2" fmla="*/ 64 h 553995"/>
                <a:gd name="connsiteX3" fmla="*/ 1479550 w 2076450"/>
                <a:gd name="connsiteY3" fmla="*/ 431864 h 553995"/>
                <a:gd name="connsiteX4" fmla="*/ 2076450 w 2076450"/>
                <a:gd name="connsiteY4" fmla="*/ 552514 h 553995"/>
                <a:gd name="connsiteX0" fmla="*/ 0 w 2076450"/>
                <a:gd name="connsiteY0" fmla="*/ 552453 h 553934"/>
                <a:gd name="connsiteX1" fmla="*/ 635000 w 2076450"/>
                <a:gd name="connsiteY1" fmla="*/ 463553 h 553934"/>
                <a:gd name="connsiteX2" fmla="*/ 1104900 w 2076450"/>
                <a:gd name="connsiteY2" fmla="*/ 3 h 553934"/>
                <a:gd name="connsiteX3" fmla="*/ 1479550 w 2076450"/>
                <a:gd name="connsiteY3" fmla="*/ 431803 h 553934"/>
                <a:gd name="connsiteX4" fmla="*/ 2076450 w 2076450"/>
                <a:gd name="connsiteY4" fmla="*/ 552453 h 553934"/>
                <a:gd name="connsiteX0" fmla="*/ 0 w 2076450"/>
                <a:gd name="connsiteY0" fmla="*/ 552453 h 556896"/>
                <a:gd name="connsiteX1" fmla="*/ 635000 w 2076450"/>
                <a:gd name="connsiteY1" fmla="*/ 463553 h 556896"/>
                <a:gd name="connsiteX2" fmla="*/ 1104900 w 2076450"/>
                <a:gd name="connsiteY2" fmla="*/ 3 h 556896"/>
                <a:gd name="connsiteX3" fmla="*/ 1498600 w 2076450"/>
                <a:gd name="connsiteY3" fmla="*/ 457203 h 556896"/>
                <a:gd name="connsiteX4" fmla="*/ 2076450 w 2076450"/>
                <a:gd name="connsiteY4" fmla="*/ 552453 h 556896"/>
                <a:gd name="connsiteX0" fmla="*/ 0 w 2076450"/>
                <a:gd name="connsiteY0" fmla="*/ 552453 h 554014"/>
                <a:gd name="connsiteX1" fmla="*/ 635000 w 2076450"/>
                <a:gd name="connsiteY1" fmla="*/ 463553 h 554014"/>
                <a:gd name="connsiteX2" fmla="*/ 1098550 w 2076450"/>
                <a:gd name="connsiteY2" fmla="*/ 3 h 554014"/>
                <a:gd name="connsiteX3" fmla="*/ 1498600 w 2076450"/>
                <a:gd name="connsiteY3" fmla="*/ 457203 h 554014"/>
                <a:gd name="connsiteX4" fmla="*/ 2076450 w 2076450"/>
                <a:gd name="connsiteY4" fmla="*/ 552453 h 554014"/>
                <a:gd name="connsiteX0" fmla="*/ 0 w 2076450"/>
                <a:gd name="connsiteY0" fmla="*/ 552459 h 553693"/>
                <a:gd name="connsiteX1" fmla="*/ 635000 w 2076450"/>
                <a:gd name="connsiteY1" fmla="*/ 463559 h 553693"/>
                <a:gd name="connsiteX2" fmla="*/ 1098550 w 2076450"/>
                <a:gd name="connsiteY2" fmla="*/ 9 h 553693"/>
                <a:gd name="connsiteX3" fmla="*/ 1485900 w 2076450"/>
                <a:gd name="connsiteY3" fmla="*/ 450859 h 553693"/>
                <a:gd name="connsiteX4" fmla="*/ 2076450 w 2076450"/>
                <a:gd name="connsiteY4" fmla="*/ 552459 h 553693"/>
                <a:gd name="connsiteX0" fmla="*/ 0 w 2076450"/>
                <a:gd name="connsiteY0" fmla="*/ 552459 h 556763"/>
                <a:gd name="connsiteX1" fmla="*/ 635000 w 2076450"/>
                <a:gd name="connsiteY1" fmla="*/ 463559 h 556763"/>
                <a:gd name="connsiteX2" fmla="*/ 1098550 w 2076450"/>
                <a:gd name="connsiteY2" fmla="*/ 9 h 556763"/>
                <a:gd name="connsiteX3" fmla="*/ 1485900 w 2076450"/>
                <a:gd name="connsiteY3" fmla="*/ 450859 h 556763"/>
                <a:gd name="connsiteX4" fmla="*/ 2076450 w 2076450"/>
                <a:gd name="connsiteY4" fmla="*/ 555634 h 556763"/>
                <a:gd name="connsiteX0" fmla="*/ 0 w 2076450"/>
                <a:gd name="connsiteY0" fmla="*/ 552459 h 556011"/>
                <a:gd name="connsiteX1" fmla="*/ 635000 w 2076450"/>
                <a:gd name="connsiteY1" fmla="*/ 463559 h 556011"/>
                <a:gd name="connsiteX2" fmla="*/ 1098550 w 2076450"/>
                <a:gd name="connsiteY2" fmla="*/ 9 h 556011"/>
                <a:gd name="connsiteX3" fmla="*/ 1485900 w 2076450"/>
                <a:gd name="connsiteY3" fmla="*/ 450859 h 556011"/>
                <a:gd name="connsiteX4" fmla="*/ 2076450 w 2076450"/>
                <a:gd name="connsiteY4" fmla="*/ 555634 h 556011"/>
                <a:gd name="connsiteX0" fmla="*/ 0 w 1952625"/>
                <a:gd name="connsiteY0" fmla="*/ 555634 h 556011"/>
                <a:gd name="connsiteX1" fmla="*/ 511175 w 1952625"/>
                <a:gd name="connsiteY1" fmla="*/ 463559 h 556011"/>
                <a:gd name="connsiteX2" fmla="*/ 974725 w 1952625"/>
                <a:gd name="connsiteY2" fmla="*/ 9 h 556011"/>
                <a:gd name="connsiteX3" fmla="*/ 1362075 w 1952625"/>
                <a:gd name="connsiteY3" fmla="*/ 450859 h 556011"/>
                <a:gd name="connsiteX4" fmla="*/ 1952625 w 1952625"/>
                <a:gd name="connsiteY4" fmla="*/ 555634 h 556011"/>
                <a:gd name="connsiteX0" fmla="*/ 0 w 1952625"/>
                <a:gd name="connsiteY0" fmla="*/ 555634 h 556011"/>
                <a:gd name="connsiteX1" fmla="*/ 511175 w 1952625"/>
                <a:gd name="connsiteY1" fmla="*/ 463559 h 556011"/>
                <a:gd name="connsiteX2" fmla="*/ 974725 w 1952625"/>
                <a:gd name="connsiteY2" fmla="*/ 9 h 556011"/>
                <a:gd name="connsiteX3" fmla="*/ 1362075 w 1952625"/>
                <a:gd name="connsiteY3" fmla="*/ 450859 h 556011"/>
                <a:gd name="connsiteX4" fmla="*/ 1952625 w 1952625"/>
                <a:gd name="connsiteY4" fmla="*/ 555634 h 556011"/>
                <a:gd name="connsiteX0" fmla="*/ 0 w 1952625"/>
                <a:gd name="connsiteY0" fmla="*/ 555626 h 556003"/>
                <a:gd name="connsiteX1" fmla="*/ 492125 w 1952625"/>
                <a:gd name="connsiteY1" fmla="*/ 454026 h 556003"/>
                <a:gd name="connsiteX2" fmla="*/ 974725 w 1952625"/>
                <a:gd name="connsiteY2" fmla="*/ 1 h 556003"/>
                <a:gd name="connsiteX3" fmla="*/ 1362075 w 1952625"/>
                <a:gd name="connsiteY3" fmla="*/ 450851 h 556003"/>
                <a:gd name="connsiteX4" fmla="*/ 1952625 w 1952625"/>
                <a:gd name="connsiteY4" fmla="*/ 555626 h 556003"/>
                <a:gd name="connsiteX0" fmla="*/ 0 w 1952625"/>
                <a:gd name="connsiteY0" fmla="*/ 555627 h 555957"/>
                <a:gd name="connsiteX1" fmla="*/ 492125 w 1952625"/>
                <a:gd name="connsiteY1" fmla="*/ 454027 h 555957"/>
                <a:gd name="connsiteX2" fmla="*/ 974725 w 1952625"/>
                <a:gd name="connsiteY2" fmla="*/ 2 h 555957"/>
                <a:gd name="connsiteX3" fmla="*/ 1454150 w 1952625"/>
                <a:gd name="connsiteY3" fmla="*/ 447677 h 555957"/>
                <a:gd name="connsiteX4" fmla="*/ 1952625 w 1952625"/>
                <a:gd name="connsiteY4" fmla="*/ 555627 h 555957"/>
                <a:gd name="connsiteX0" fmla="*/ 0 w 1952625"/>
                <a:gd name="connsiteY0" fmla="*/ 555627 h 556133"/>
                <a:gd name="connsiteX1" fmla="*/ 492125 w 1952625"/>
                <a:gd name="connsiteY1" fmla="*/ 454027 h 556133"/>
                <a:gd name="connsiteX2" fmla="*/ 974725 w 1952625"/>
                <a:gd name="connsiteY2" fmla="*/ 2 h 556133"/>
                <a:gd name="connsiteX3" fmla="*/ 1454150 w 1952625"/>
                <a:gd name="connsiteY3" fmla="*/ 447677 h 556133"/>
                <a:gd name="connsiteX4" fmla="*/ 1952625 w 1952625"/>
                <a:gd name="connsiteY4" fmla="*/ 555627 h 556133"/>
                <a:gd name="connsiteX0" fmla="*/ 0 w 1952625"/>
                <a:gd name="connsiteY0" fmla="*/ 555627 h 556194"/>
                <a:gd name="connsiteX1" fmla="*/ 492125 w 1952625"/>
                <a:gd name="connsiteY1" fmla="*/ 454027 h 556194"/>
                <a:gd name="connsiteX2" fmla="*/ 974725 w 1952625"/>
                <a:gd name="connsiteY2" fmla="*/ 2 h 556194"/>
                <a:gd name="connsiteX3" fmla="*/ 1454150 w 1952625"/>
                <a:gd name="connsiteY3" fmla="*/ 447677 h 556194"/>
                <a:gd name="connsiteX4" fmla="*/ 1952625 w 1952625"/>
                <a:gd name="connsiteY4" fmla="*/ 555627 h 5561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52625" h="556194">
                  <a:moveTo>
                    <a:pt x="0" y="555627"/>
                  </a:moveTo>
                  <a:cubicBezTo>
                    <a:pt x="238125" y="557214"/>
                    <a:pt x="259821" y="562506"/>
                    <a:pt x="492125" y="454027"/>
                  </a:cubicBezTo>
                  <a:cubicBezTo>
                    <a:pt x="724429" y="345548"/>
                    <a:pt x="814388" y="1060"/>
                    <a:pt x="974725" y="2"/>
                  </a:cubicBezTo>
                  <a:cubicBezTo>
                    <a:pt x="1135062" y="-1056"/>
                    <a:pt x="1218142" y="345548"/>
                    <a:pt x="1454150" y="447677"/>
                  </a:cubicBezTo>
                  <a:cubicBezTo>
                    <a:pt x="1690158" y="549806"/>
                    <a:pt x="1711325" y="558802"/>
                    <a:pt x="1952625" y="555627"/>
                  </a:cubicBezTo>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31" name="组合 30">
            <a:extLst>
              <a:ext uri="{FF2B5EF4-FFF2-40B4-BE49-F238E27FC236}">
                <a16:creationId xmlns:a16="http://schemas.microsoft.com/office/drawing/2014/main" id="{E1054451-3780-17E9-6BD0-C6BCF0182B88}"/>
              </a:ext>
            </a:extLst>
          </p:cNvPr>
          <p:cNvGrpSpPr/>
          <p:nvPr/>
        </p:nvGrpSpPr>
        <p:grpSpPr>
          <a:xfrm>
            <a:off x="2109500" y="3080240"/>
            <a:ext cx="1187450" cy="1187450"/>
            <a:chOff x="3377511" y="1181590"/>
            <a:chExt cx="1187450" cy="1187450"/>
          </a:xfrm>
        </p:grpSpPr>
        <p:sp>
          <p:nvSpPr>
            <p:cNvPr id="32" name="椭圆 31">
              <a:extLst>
                <a:ext uri="{FF2B5EF4-FFF2-40B4-BE49-F238E27FC236}">
                  <a16:creationId xmlns:a16="http://schemas.microsoft.com/office/drawing/2014/main" id="{75745908-12B1-AD0D-F30E-2CB9B4D8A858}"/>
                </a:ext>
              </a:extLst>
            </p:cNvPr>
            <p:cNvSpPr/>
            <p:nvPr/>
          </p:nvSpPr>
          <p:spPr>
            <a:xfrm>
              <a:off x="3377511" y="1181590"/>
              <a:ext cx="1187450" cy="1187450"/>
            </a:xfrm>
            <a:prstGeom prst="ellipse">
              <a:avLst/>
            </a:prstGeom>
            <a:gradFill>
              <a:gsLst>
                <a:gs pos="69000">
                  <a:schemeClr val="bg1">
                    <a:alpha val="0"/>
                  </a:schemeClr>
                </a:gs>
                <a:gs pos="0">
                  <a:schemeClr val="bg1"/>
                </a:gs>
              </a:gsLst>
              <a:path path="circle">
                <a:fillToRect l="50000" t="50000" r="50000" b="5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3" name="椭圆 32">
              <a:extLst>
                <a:ext uri="{FF2B5EF4-FFF2-40B4-BE49-F238E27FC236}">
                  <a16:creationId xmlns:a16="http://schemas.microsoft.com/office/drawing/2014/main" id="{55A28C78-3206-AB75-B1F8-2C59E94CB11D}"/>
                </a:ext>
              </a:extLst>
            </p:cNvPr>
            <p:cNvSpPr/>
            <p:nvPr/>
          </p:nvSpPr>
          <p:spPr>
            <a:xfrm>
              <a:off x="3730808" y="2180335"/>
              <a:ext cx="391954" cy="182906"/>
            </a:xfrm>
            <a:prstGeom prst="ellipse">
              <a:avLst/>
            </a:prstGeom>
            <a:gradFill>
              <a:gsLst>
                <a:gs pos="70000">
                  <a:schemeClr val="tx1">
                    <a:alpha val="0"/>
                  </a:schemeClr>
                </a:gs>
                <a:gs pos="0">
                  <a:schemeClr val="tx1">
                    <a:alpha val="8438"/>
                  </a:schemeClr>
                </a:gs>
              </a:gsLst>
              <a:path path="circle">
                <a:fillToRect l="50000" t="50000" r="50000" b="5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34" name="Picture 8" descr="EVE | Disney Wiki | Fandom">
              <a:extLst>
                <a:ext uri="{FF2B5EF4-FFF2-40B4-BE49-F238E27FC236}">
                  <a16:creationId xmlns:a16="http://schemas.microsoft.com/office/drawing/2014/main" id="{6CCB1C1B-1B0D-7754-2DEC-61F13DD50D9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463495" y="1284500"/>
              <a:ext cx="926581" cy="926581"/>
            </a:xfrm>
            <a:prstGeom prst="rect">
              <a:avLst/>
            </a:prstGeom>
            <a:noFill/>
            <a:extLst>
              <a:ext uri="{909E8E84-426E-40DD-AFC4-6F175D3DCCD1}">
                <a14:hiddenFill xmlns:a14="http://schemas.microsoft.com/office/drawing/2010/main">
                  <a:solidFill>
                    <a:srgbClr val="FFFFFF"/>
                  </a:solidFill>
                </a14:hiddenFill>
              </a:ext>
            </a:extLst>
          </p:spPr>
        </p:pic>
      </p:grpSp>
      <p:sp>
        <p:nvSpPr>
          <p:cNvPr id="53" name="弧 52">
            <a:extLst>
              <a:ext uri="{FF2B5EF4-FFF2-40B4-BE49-F238E27FC236}">
                <a16:creationId xmlns:a16="http://schemas.microsoft.com/office/drawing/2014/main" id="{1FA752A8-AA2A-F3DF-876A-431E9521AF92}"/>
              </a:ext>
            </a:extLst>
          </p:cNvPr>
          <p:cNvSpPr/>
          <p:nvPr/>
        </p:nvSpPr>
        <p:spPr>
          <a:xfrm rot="10800000">
            <a:off x="3455832" y="1619073"/>
            <a:ext cx="1638239" cy="1638239"/>
          </a:xfrm>
          <a:prstGeom prst="arc">
            <a:avLst/>
          </a:prstGeom>
          <a:ln w="12700">
            <a:solidFill>
              <a:schemeClr val="accent4"/>
            </a:solidFill>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sp>
        <p:nvSpPr>
          <p:cNvPr id="6" name="文本框 5">
            <a:extLst>
              <a:ext uri="{FF2B5EF4-FFF2-40B4-BE49-F238E27FC236}">
                <a16:creationId xmlns:a16="http://schemas.microsoft.com/office/drawing/2014/main" id="{7A357D96-0A8C-B3D4-597F-E06A281CD258}"/>
              </a:ext>
            </a:extLst>
          </p:cNvPr>
          <p:cNvSpPr txBox="1"/>
          <p:nvPr/>
        </p:nvSpPr>
        <p:spPr>
          <a:xfrm>
            <a:off x="4246905" y="3058047"/>
            <a:ext cx="1893660" cy="338554"/>
          </a:xfrm>
          <a:prstGeom prst="rect">
            <a:avLst/>
          </a:prstGeom>
          <a:noFill/>
        </p:spPr>
        <p:txBody>
          <a:bodyPr wrap="none" rtlCol="0">
            <a:spAutoFit/>
          </a:bodyPr>
          <a:lstStyle/>
          <a:p>
            <a:r>
              <a:rPr lang="en-GB" sz="1600" dirty="0">
                <a:solidFill>
                  <a:schemeClr val="accent4"/>
                </a:solidFill>
              </a:rPr>
              <a:t>posterior probability</a:t>
            </a:r>
          </a:p>
        </p:txBody>
      </p:sp>
      <p:sp>
        <p:nvSpPr>
          <p:cNvPr id="12" name="文本框 11">
            <a:extLst>
              <a:ext uri="{FF2B5EF4-FFF2-40B4-BE49-F238E27FC236}">
                <a16:creationId xmlns:a16="http://schemas.microsoft.com/office/drawing/2014/main" id="{1959D6AA-6DE1-0862-3145-6E849F99CCC8}"/>
              </a:ext>
            </a:extLst>
          </p:cNvPr>
          <p:cNvSpPr txBox="1"/>
          <p:nvPr/>
        </p:nvSpPr>
        <p:spPr>
          <a:xfrm>
            <a:off x="4246905" y="2741078"/>
            <a:ext cx="1582356" cy="338554"/>
          </a:xfrm>
          <a:prstGeom prst="rect">
            <a:avLst/>
          </a:prstGeom>
          <a:noFill/>
        </p:spPr>
        <p:txBody>
          <a:bodyPr wrap="none" rtlCol="0">
            <a:spAutoFit/>
          </a:bodyPr>
          <a:lstStyle/>
          <a:p>
            <a:r>
              <a:rPr lang="en-GB" sz="1600" dirty="0">
                <a:solidFill>
                  <a:srgbClr val="003399"/>
                </a:solidFill>
              </a:rPr>
              <a:t>prior probability</a:t>
            </a:r>
          </a:p>
        </p:txBody>
      </p:sp>
      <p:sp>
        <p:nvSpPr>
          <p:cNvPr id="13" name="弧 12">
            <a:extLst>
              <a:ext uri="{FF2B5EF4-FFF2-40B4-BE49-F238E27FC236}">
                <a16:creationId xmlns:a16="http://schemas.microsoft.com/office/drawing/2014/main" id="{B000C0B8-A0F7-96C6-EAF8-D73847809C0F}"/>
              </a:ext>
            </a:extLst>
          </p:cNvPr>
          <p:cNvSpPr/>
          <p:nvPr/>
        </p:nvSpPr>
        <p:spPr>
          <a:xfrm rot="14663811">
            <a:off x="3984091" y="1972847"/>
            <a:ext cx="1021829" cy="1021829"/>
          </a:xfrm>
          <a:prstGeom prst="arc">
            <a:avLst>
              <a:gd name="adj1" fmla="val 13985150"/>
              <a:gd name="adj2" fmla="val 0"/>
            </a:avLst>
          </a:prstGeom>
          <a:ln w="12700">
            <a:solidFill>
              <a:srgbClr val="003399"/>
            </a:solidFill>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spTree>
    <p:extLst>
      <p:ext uri="{BB962C8B-B14F-4D97-AF65-F5344CB8AC3E}">
        <p14:creationId xmlns:p14="http://schemas.microsoft.com/office/powerpoint/2010/main" val="76134638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descr="形状&#10;&#10;描述已自动生成">
            <a:extLst>
              <a:ext uri="{FF2B5EF4-FFF2-40B4-BE49-F238E27FC236}">
                <a16:creationId xmlns:a16="http://schemas.microsoft.com/office/drawing/2014/main" id="{4F7FCC44-5F87-9DD5-0D95-3447EE192D1C}"/>
              </a:ext>
            </a:extLst>
          </p:cNvPr>
          <p:cNvPicPr>
            <a:picLocks noChangeAspect="1"/>
          </p:cNvPicPr>
          <p:nvPr/>
        </p:nvPicPr>
        <p:blipFill rotWithShape="1">
          <a:blip r:embed="rId3">
            <a:clrChange>
              <a:clrFrom>
                <a:srgbClr val="FDFFFF"/>
              </a:clrFrom>
              <a:clrTo>
                <a:srgbClr val="FDFFFF">
                  <a:alpha val="0"/>
                </a:srgbClr>
              </a:clrTo>
            </a:clrChange>
          </a:blip>
          <a:srcRect l="23869" t="9103" r="21834" b="13039"/>
          <a:stretch/>
        </p:blipFill>
        <p:spPr>
          <a:xfrm>
            <a:off x="2239935" y="2729217"/>
            <a:ext cx="926581" cy="1328648"/>
          </a:xfrm>
          <a:prstGeom prst="rect">
            <a:avLst/>
          </a:prstGeom>
        </p:spPr>
      </p:pic>
      <p:sp>
        <p:nvSpPr>
          <p:cNvPr id="4" name="标题 3">
            <a:extLst>
              <a:ext uri="{FF2B5EF4-FFF2-40B4-BE49-F238E27FC236}">
                <a16:creationId xmlns:a16="http://schemas.microsoft.com/office/drawing/2014/main" id="{CC21DC02-A7AD-4815-5CB4-3B2B47D4AE50}"/>
              </a:ext>
            </a:extLst>
          </p:cNvPr>
          <p:cNvSpPr>
            <a:spLocks noGrp="1"/>
          </p:cNvSpPr>
          <p:nvPr>
            <p:ph type="title"/>
          </p:nvPr>
        </p:nvSpPr>
        <p:spPr>
          <a:xfrm>
            <a:off x="628649" y="559420"/>
            <a:ext cx="7732925" cy="630335"/>
          </a:xfrm>
        </p:spPr>
        <p:txBody>
          <a:bodyPr/>
          <a:lstStyle/>
          <a:p>
            <a:r>
              <a:rPr lang="en-GB" altLang="zh-CN" dirty="0"/>
              <a:t>Markov Localisation</a:t>
            </a:r>
            <a:endParaRPr lang="en-GB" dirty="0"/>
          </a:p>
        </p:txBody>
      </p:sp>
      <mc:AlternateContent xmlns:mc="http://schemas.openxmlformats.org/markup-compatibility/2006" xmlns:a14="http://schemas.microsoft.com/office/drawing/2010/main">
        <mc:Choice Requires="a14">
          <p:sp>
            <p:nvSpPr>
              <p:cNvPr id="5" name="文本占位符 4">
                <a:extLst>
                  <a:ext uri="{FF2B5EF4-FFF2-40B4-BE49-F238E27FC236}">
                    <a16:creationId xmlns:a16="http://schemas.microsoft.com/office/drawing/2014/main" id="{CD03626E-108C-52C9-C4CF-3C07954F5CF8}"/>
                  </a:ext>
                </a:extLst>
              </p:cNvPr>
              <p:cNvSpPr>
                <a:spLocks noGrp="1"/>
              </p:cNvSpPr>
              <p:nvPr>
                <p:ph type="body" sz="quarter" idx="10"/>
              </p:nvPr>
            </p:nvSpPr>
            <p:spPr>
              <a:xfrm>
                <a:off x="628650" y="1465262"/>
                <a:ext cx="7936706" cy="1357151"/>
              </a:xfrm>
            </p:spPr>
            <p:txBody>
              <a:bodyPr/>
              <a:lstStyle/>
              <a:p>
                <a:r>
                  <a:rPr lang="en-GB" altLang="zh-CN" dirty="0"/>
                  <a:t>When the robot moves, </a:t>
                </a:r>
                <a14:m>
                  <m:oMath xmlns:m="http://schemas.openxmlformats.org/officeDocument/2006/math">
                    <m:sSub>
                      <m:sSubPr>
                        <m:ctrlPr>
                          <a:rPr lang="en-GB" altLang="zh-CN" i="1" smtClean="0">
                            <a:solidFill>
                              <a:srgbClr val="003399"/>
                            </a:solidFill>
                            <a:latin typeface="Cambria Math" panose="02040503050406030204" pitchFamily="18" charset="0"/>
                          </a:rPr>
                        </m:ctrlPr>
                      </m:sSubPr>
                      <m:e>
                        <m:r>
                          <a:rPr lang="en-GB" altLang="zh-CN" i="1">
                            <a:solidFill>
                              <a:srgbClr val="003399"/>
                            </a:solidFill>
                            <a:latin typeface="Cambria Math" panose="02040503050406030204" pitchFamily="18" charset="0"/>
                          </a:rPr>
                          <m:t>𝑙𝑜𝑐</m:t>
                        </m:r>
                      </m:e>
                      <m:sub>
                        <m:r>
                          <a:rPr lang="en-GB" altLang="zh-CN" i="1">
                            <a:solidFill>
                              <a:srgbClr val="003399"/>
                            </a:solidFill>
                            <a:latin typeface="Cambria Math" panose="02040503050406030204" pitchFamily="18" charset="0"/>
                          </a:rPr>
                          <m:t>0</m:t>
                        </m:r>
                      </m:sub>
                    </m:sSub>
                    <m:r>
                      <a:rPr lang="en-GB" altLang="zh-CN" i="1" smtClean="0">
                        <a:solidFill>
                          <a:srgbClr val="003399"/>
                        </a:solidFill>
                        <a:latin typeface="Cambria Math" panose="02040503050406030204" pitchFamily="18" charset="0"/>
                        <a:ea typeface="Cambria Math" panose="02040503050406030204" pitchFamily="18" charset="0"/>
                      </a:rPr>
                      <m:t>→</m:t>
                    </m:r>
                    <m:sSub>
                      <m:sSubPr>
                        <m:ctrlPr>
                          <a:rPr lang="en-GB" altLang="zh-CN" i="1">
                            <a:solidFill>
                              <a:srgbClr val="003399"/>
                            </a:solidFill>
                            <a:latin typeface="Cambria Math" panose="02040503050406030204" pitchFamily="18" charset="0"/>
                          </a:rPr>
                        </m:ctrlPr>
                      </m:sSubPr>
                      <m:e>
                        <m:r>
                          <a:rPr lang="en-GB" altLang="zh-CN" i="1">
                            <a:solidFill>
                              <a:srgbClr val="003399"/>
                            </a:solidFill>
                            <a:latin typeface="Cambria Math" panose="02040503050406030204" pitchFamily="18" charset="0"/>
                          </a:rPr>
                          <m:t>𝑙𝑜𝑐</m:t>
                        </m:r>
                      </m:e>
                      <m:sub>
                        <m:r>
                          <a:rPr lang="en-GB" altLang="zh-CN" b="0" i="1" smtClean="0">
                            <a:solidFill>
                              <a:srgbClr val="003399"/>
                            </a:solidFill>
                            <a:latin typeface="Cambria Math" panose="02040503050406030204" pitchFamily="18" charset="0"/>
                          </a:rPr>
                          <m:t>1</m:t>
                        </m:r>
                      </m:sub>
                    </m:sSub>
                  </m:oMath>
                </a14:m>
                <a:r>
                  <a:rPr lang="en-GB" altLang="zh-CN" dirty="0">
                    <a:latin typeface="Cambria Math" panose="02040503050406030204" pitchFamily="18" charset="0"/>
                  </a:rPr>
                  <a:t>, the distance (</a:t>
                </a:r>
                <a14:m>
                  <m:oMath xmlns:m="http://schemas.openxmlformats.org/officeDocument/2006/math">
                    <m:r>
                      <a:rPr lang="en-GB" altLang="zh-CN" b="0" i="1" smtClean="0">
                        <a:solidFill>
                          <a:srgbClr val="003399"/>
                        </a:solidFill>
                        <a:latin typeface="Cambria Math" panose="02040503050406030204" pitchFamily="18" charset="0"/>
                        <a:ea typeface="Cambria Math" panose="02040503050406030204" pitchFamily="18" charset="0"/>
                      </a:rPr>
                      <m:t>𝑜𝑑𝑜</m:t>
                    </m:r>
                  </m:oMath>
                </a14:m>
                <a:r>
                  <a:rPr lang="en-GB" altLang="zh-CN" dirty="0">
                    <a:latin typeface="Cambria Math" panose="02040503050406030204" pitchFamily="18" charset="0"/>
                  </a:rPr>
                  <a:t>) can be obtained from the </a:t>
                </a:r>
                <a:r>
                  <a:rPr lang="en-GB" altLang="zh-CN" dirty="0"/>
                  <a:t>odometer.</a:t>
                </a:r>
              </a:p>
              <a:p>
                <a:r>
                  <a:rPr lang="en-GB" altLang="zh-CN" dirty="0">
                    <a:latin typeface="Cambria Math" panose="02040503050406030204" pitchFamily="18" charset="0"/>
                  </a:rPr>
                  <a:t>Assume </a:t>
                </a:r>
                <a:r>
                  <a:rPr lang="en-GB" altLang="zh-CN" dirty="0"/>
                  <a:t>we want to move to </a:t>
                </a:r>
                <a14:m>
                  <m:oMath xmlns:m="http://schemas.openxmlformats.org/officeDocument/2006/math">
                    <m:sSub>
                      <m:sSubPr>
                        <m:ctrlPr>
                          <a:rPr lang="en-GB" altLang="zh-CN" i="1" smtClean="0">
                            <a:solidFill>
                              <a:srgbClr val="003399"/>
                            </a:solidFill>
                            <a:latin typeface="Cambria Math" panose="02040503050406030204" pitchFamily="18" charset="0"/>
                          </a:rPr>
                        </m:ctrlPr>
                      </m:sSubPr>
                      <m:e>
                        <m:r>
                          <a:rPr lang="en-GB" altLang="zh-CN" i="1">
                            <a:solidFill>
                              <a:srgbClr val="003399"/>
                            </a:solidFill>
                            <a:latin typeface="Cambria Math" panose="02040503050406030204" pitchFamily="18" charset="0"/>
                          </a:rPr>
                          <m:t>𝑙𝑜𝑐</m:t>
                        </m:r>
                      </m:e>
                      <m:sub>
                        <m:r>
                          <a:rPr lang="en-GB" altLang="zh-CN" b="0" i="1" smtClean="0">
                            <a:solidFill>
                              <a:srgbClr val="003399"/>
                            </a:solidFill>
                            <a:latin typeface="Cambria Math" panose="02040503050406030204" pitchFamily="18" charset="0"/>
                          </a:rPr>
                          <m:t>1</m:t>
                        </m:r>
                      </m:sub>
                    </m:sSub>
                  </m:oMath>
                </a14:m>
                <a:r>
                  <a:rPr lang="en-GB" altLang="zh-CN" dirty="0">
                    <a:latin typeface="Cambria Math" panose="02040503050406030204" pitchFamily="18" charset="0"/>
                  </a:rPr>
                  <a:t>, </a:t>
                </a:r>
                <a:r>
                  <a:rPr lang="en-GB" altLang="zh-CN" dirty="0"/>
                  <a:t>but there is an error in the odometer.</a:t>
                </a:r>
                <a:r>
                  <a:rPr lang="zh-CN" altLang="en-US" dirty="0"/>
                  <a:t> </a:t>
                </a:r>
                <a:r>
                  <a:rPr lang="en-US" altLang="zh-CN" dirty="0"/>
                  <a:t>So,</a:t>
                </a:r>
                <a:endParaRPr lang="en-GB" altLang="zh-CN" dirty="0">
                  <a:latin typeface="Cambria Math" panose="02040503050406030204" pitchFamily="18" charset="0"/>
                </a:endParaRPr>
              </a:p>
              <a:p>
                <a:pPr algn="ctr"/>
                <a14:m>
                  <m:oMathPara xmlns:m="http://schemas.openxmlformats.org/officeDocument/2006/math">
                    <m:oMathParaPr>
                      <m:jc m:val="centerGroup"/>
                    </m:oMathParaPr>
                    <m:oMath xmlns:m="http://schemas.openxmlformats.org/officeDocument/2006/math">
                      <m:r>
                        <a:rPr lang="en-GB" altLang="zh-CN" i="1">
                          <a:solidFill>
                            <a:srgbClr val="003399"/>
                          </a:solidFill>
                          <a:latin typeface="Cambria Math" panose="02040503050406030204" pitchFamily="18" charset="0"/>
                        </a:rPr>
                        <m:t>𝑃</m:t>
                      </m:r>
                      <m:d>
                        <m:dPr>
                          <m:ctrlPr>
                            <a:rPr lang="en-GB" altLang="zh-CN" i="1">
                              <a:solidFill>
                                <a:srgbClr val="003399"/>
                              </a:solidFill>
                              <a:latin typeface="Cambria Math" panose="02040503050406030204" pitchFamily="18" charset="0"/>
                            </a:rPr>
                          </m:ctrlPr>
                        </m:dPr>
                        <m:e>
                          <m:sSub>
                            <m:sSubPr>
                              <m:ctrlPr>
                                <a:rPr lang="en-GB" altLang="zh-CN" i="1">
                                  <a:solidFill>
                                    <a:srgbClr val="003399"/>
                                  </a:solidFill>
                                  <a:latin typeface="Cambria Math" panose="02040503050406030204" pitchFamily="18" charset="0"/>
                                </a:rPr>
                              </m:ctrlPr>
                            </m:sSubPr>
                            <m:e>
                              <m:r>
                                <a:rPr lang="en-GB" altLang="zh-CN" i="1">
                                  <a:solidFill>
                                    <a:srgbClr val="003399"/>
                                  </a:solidFill>
                                  <a:latin typeface="Cambria Math" panose="02040503050406030204" pitchFamily="18" charset="0"/>
                                </a:rPr>
                                <m:t>𝑙𝑜𝑐</m:t>
                              </m:r>
                            </m:e>
                            <m:sub>
                              <m:r>
                                <a:rPr lang="en-GB" altLang="zh-CN" b="0" i="1" smtClean="0">
                                  <a:solidFill>
                                    <a:srgbClr val="003399"/>
                                  </a:solidFill>
                                  <a:latin typeface="Cambria Math" panose="02040503050406030204" pitchFamily="18" charset="0"/>
                                </a:rPr>
                                <m:t>1</m:t>
                              </m:r>
                            </m:sub>
                          </m:sSub>
                          <m:r>
                            <a:rPr lang="en-GB" altLang="zh-CN" i="1">
                              <a:solidFill>
                                <a:srgbClr val="003399"/>
                              </a:solidFill>
                              <a:latin typeface="Cambria Math" panose="02040503050406030204" pitchFamily="18" charset="0"/>
                            </a:rPr>
                            <m:t>|</m:t>
                          </m:r>
                          <m:r>
                            <a:rPr lang="en-GB" altLang="zh-CN" i="1">
                              <a:solidFill>
                                <a:srgbClr val="003399"/>
                              </a:solidFill>
                              <a:latin typeface="Cambria Math" panose="02040503050406030204" pitchFamily="18" charset="0"/>
                              <a:ea typeface="Cambria Math" panose="02040503050406030204" pitchFamily="18" charset="0"/>
                            </a:rPr>
                            <m:t>𝑜𝑑𝑜</m:t>
                          </m:r>
                          <m:r>
                            <a:rPr lang="en-GB" altLang="zh-CN" b="0" i="1" smtClean="0">
                              <a:solidFill>
                                <a:srgbClr val="003399"/>
                              </a:solidFill>
                              <a:latin typeface="Cambria Math" panose="02040503050406030204" pitchFamily="18" charset="0"/>
                              <a:ea typeface="Cambria Math" panose="02040503050406030204" pitchFamily="18" charset="0"/>
                            </a:rPr>
                            <m:t>,</m:t>
                          </m:r>
                          <m:sSub>
                            <m:sSubPr>
                              <m:ctrlPr>
                                <a:rPr lang="en-GB" altLang="zh-CN" i="1">
                                  <a:solidFill>
                                    <a:srgbClr val="003399"/>
                                  </a:solidFill>
                                  <a:latin typeface="Cambria Math" panose="02040503050406030204" pitchFamily="18" charset="0"/>
                                </a:rPr>
                              </m:ctrlPr>
                            </m:sSubPr>
                            <m:e>
                              <m:r>
                                <a:rPr lang="en-GB" altLang="zh-CN" i="1">
                                  <a:solidFill>
                                    <a:srgbClr val="003399"/>
                                  </a:solidFill>
                                  <a:latin typeface="Cambria Math" panose="02040503050406030204" pitchFamily="18" charset="0"/>
                                </a:rPr>
                                <m:t>𝑙𝑜𝑐</m:t>
                              </m:r>
                            </m:e>
                            <m:sub>
                              <m:r>
                                <a:rPr lang="en-GB" altLang="zh-CN" b="0" i="1" smtClean="0">
                                  <a:solidFill>
                                    <a:srgbClr val="003399"/>
                                  </a:solidFill>
                                  <a:latin typeface="Cambria Math" panose="02040503050406030204" pitchFamily="18" charset="0"/>
                                </a:rPr>
                                <m:t>0</m:t>
                              </m:r>
                            </m:sub>
                          </m:sSub>
                        </m:e>
                      </m:d>
                      <m:r>
                        <a:rPr lang="en-GB" altLang="zh-CN" b="0" i="1" smtClean="0">
                          <a:solidFill>
                            <a:srgbClr val="003399"/>
                          </a:solidFill>
                          <a:latin typeface="Cambria Math" panose="02040503050406030204" pitchFamily="18" charset="0"/>
                        </a:rPr>
                        <m:t>=</m:t>
                      </m:r>
                      <m:f>
                        <m:fPr>
                          <m:ctrlPr>
                            <a:rPr lang="en-GB" altLang="zh-CN" b="0" i="1" smtClean="0">
                              <a:solidFill>
                                <a:srgbClr val="003399"/>
                              </a:solidFill>
                              <a:latin typeface="Cambria Math" panose="02040503050406030204" pitchFamily="18" charset="0"/>
                            </a:rPr>
                          </m:ctrlPr>
                        </m:fPr>
                        <m:num>
                          <m:r>
                            <a:rPr lang="en-GB" altLang="zh-CN" i="1">
                              <a:solidFill>
                                <a:srgbClr val="003399"/>
                              </a:solidFill>
                              <a:latin typeface="Cambria Math" panose="02040503050406030204" pitchFamily="18" charset="0"/>
                            </a:rPr>
                            <m:t>𝑃</m:t>
                          </m:r>
                          <m:d>
                            <m:dPr>
                              <m:ctrlPr>
                                <a:rPr lang="en-GB" altLang="zh-CN" i="1">
                                  <a:solidFill>
                                    <a:srgbClr val="003399"/>
                                  </a:solidFill>
                                  <a:latin typeface="Cambria Math" panose="02040503050406030204" pitchFamily="18" charset="0"/>
                                </a:rPr>
                              </m:ctrlPr>
                            </m:dPr>
                            <m:e>
                              <m:sSub>
                                <m:sSubPr>
                                  <m:ctrlPr>
                                    <a:rPr lang="en-GB" altLang="zh-CN" i="1">
                                      <a:solidFill>
                                        <a:srgbClr val="003399"/>
                                      </a:solidFill>
                                      <a:latin typeface="Cambria Math" panose="02040503050406030204" pitchFamily="18" charset="0"/>
                                    </a:rPr>
                                  </m:ctrlPr>
                                </m:sSubPr>
                                <m:e>
                                  <m:r>
                                    <a:rPr lang="en-GB" altLang="zh-CN" i="1">
                                      <a:solidFill>
                                        <a:srgbClr val="003399"/>
                                      </a:solidFill>
                                      <a:latin typeface="Cambria Math" panose="02040503050406030204" pitchFamily="18" charset="0"/>
                                    </a:rPr>
                                    <m:t>𝑙𝑜𝑐</m:t>
                                  </m:r>
                                </m:e>
                                <m:sub>
                                  <m:r>
                                    <a:rPr lang="en-GB" altLang="zh-CN" i="1">
                                      <a:solidFill>
                                        <a:srgbClr val="003399"/>
                                      </a:solidFill>
                                      <a:latin typeface="Cambria Math" panose="02040503050406030204" pitchFamily="18" charset="0"/>
                                    </a:rPr>
                                    <m:t>1</m:t>
                                  </m:r>
                                </m:sub>
                              </m:sSub>
                            </m:e>
                          </m:d>
                          <m:r>
                            <a:rPr lang="en-GB" altLang="zh-CN" i="1">
                              <a:solidFill>
                                <a:srgbClr val="003399"/>
                              </a:solidFill>
                              <a:latin typeface="Cambria Math" panose="02040503050406030204" pitchFamily="18" charset="0"/>
                            </a:rPr>
                            <m:t>𝑃</m:t>
                          </m:r>
                          <m:d>
                            <m:dPr>
                              <m:ctrlPr>
                                <a:rPr lang="en-GB" altLang="zh-CN" i="1">
                                  <a:solidFill>
                                    <a:srgbClr val="003399"/>
                                  </a:solidFill>
                                  <a:latin typeface="Cambria Math" panose="02040503050406030204" pitchFamily="18" charset="0"/>
                                </a:rPr>
                              </m:ctrlPr>
                            </m:dPr>
                            <m:e>
                              <m:r>
                                <a:rPr lang="en-GB" altLang="zh-CN" i="1">
                                  <a:solidFill>
                                    <a:srgbClr val="003399"/>
                                  </a:solidFill>
                                  <a:latin typeface="Cambria Math" panose="02040503050406030204" pitchFamily="18" charset="0"/>
                                  <a:ea typeface="Cambria Math" panose="02040503050406030204" pitchFamily="18" charset="0"/>
                                </a:rPr>
                                <m:t>𝑜𝑑𝑜</m:t>
                              </m:r>
                              <m:r>
                                <a:rPr lang="en-GB" altLang="zh-CN" i="1">
                                  <a:solidFill>
                                    <a:srgbClr val="003399"/>
                                  </a:solidFill>
                                  <a:latin typeface="Cambria Math" panose="02040503050406030204" pitchFamily="18" charset="0"/>
                                  <a:ea typeface="Cambria Math" panose="02040503050406030204" pitchFamily="18" charset="0"/>
                                </a:rPr>
                                <m:t>,</m:t>
                              </m:r>
                              <m:sSub>
                                <m:sSubPr>
                                  <m:ctrlPr>
                                    <a:rPr lang="en-GB" altLang="zh-CN" i="1">
                                      <a:solidFill>
                                        <a:srgbClr val="003399"/>
                                      </a:solidFill>
                                      <a:latin typeface="Cambria Math" panose="02040503050406030204" pitchFamily="18" charset="0"/>
                                    </a:rPr>
                                  </m:ctrlPr>
                                </m:sSubPr>
                                <m:e>
                                  <m:r>
                                    <a:rPr lang="en-GB" altLang="zh-CN" i="1">
                                      <a:solidFill>
                                        <a:srgbClr val="003399"/>
                                      </a:solidFill>
                                      <a:latin typeface="Cambria Math" panose="02040503050406030204" pitchFamily="18" charset="0"/>
                                    </a:rPr>
                                    <m:t>𝑙𝑜𝑐</m:t>
                                  </m:r>
                                </m:e>
                                <m:sub>
                                  <m:r>
                                    <a:rPr lang="en-GB" altLang="zh-CN" i="1">
                                      <a:solidFill>
                                        <a:srgbClr val="003399"/>
                                      </a:solidFill>
                                      <a:latin typeface="Cambria Math" panose="02040503050406030204" pitchFamily="18" charset="0"/>
                                    </a:rPr>
                                    <m:t>0</m:t>
                                  </m:r>
                                </m:sub>
                              </m:sSub>
                              <m:r>
                                <a:rPr lang="en-GB" altLang="zh-CN" b="0" i="1" smtClean="0">
                                  <a:solidFill>
                                    <a:srgbClr val="003399"/>
                                  </a:solidFill>
                                  <a:latin typeface="Cambria Math" panose="02040503050406030204" pitchFamily="18" charset="0"/>
                                </a:rPr>
                                <m:t>|</m:t>
                              </m:r>
                              <m:sSub>
                                <m:sSubPr>
                                  <m:ctrlPr>
                                    <a:rPr lang="en-GB" altLang="zh-CN" i="1">
                                      <a:solidFill>
                                        <a:srgbClr val="003399"/>
                                      </a:solidFill>
                                      <a:latin typeface="Cambria Math" panose="02040503050406030204" pitchFamily="18" charset="0"/>
                                    </a:rPr>
                                  </m:ctrlPr>
                                </m:sSubPr>
                                <m:e>
                                  <m:r>
                                    <a:rPr lang="en-GB" altLang="zh-CN" i="1">
                                      <a:solidFill>
                                        <a:srgbClr val="003399"/>
                                      </a:solidFill>
                                      <a:latin typeface="Cambria Math" panose="02040503050406030204" pitchFamily="18" charset="0"/>
                                    </a:rPr>
                                    <m:t>𝑙𝑜𝑐</m:t>
                                  </m:r>
                                </m:e>
                                <m:sub>
                                  <m:r>
                                    <a:rPr lang="en-GB" altLang="zh-CN" i="1">
                                      <a:solidFill>
                                        <a:srgbClr val="003399"/>
                                      </a:solidFill>
                                      <a:latin typeface="Cambria Math" panose="02040503050406030204" pitchFamily="18" charset="0"/>
                                    </a:rPr>
                                    <m:t>1</m:t>
                                  </m:r>
                                </m:sub>
                              </m:sSub>
                            </m:e>
                          </m:d>
                        </m:num>
                        <m:den>
                          <m:r>
                            <a:rPr lang="en-GB" altLang="zh-CN" i="1">
                              <a:solidFill>
                                <a:srgbClr val="003399"/>
                              </a:solidFill>
                              <a:latin typeface="Cambria Math" panose="02040503050406030204" pitchFamily="18" charset="0"/>
                            </a:rPr>
                            <m:t>𝑃</m:t>
                          </m:r>
                          <m:d>
                            <m:dPr>
                              <m:ctrlPr>
                                <a:rPr lang="en-GB" altLang="zh-CN" i="1">
                                  <a:solidFill>
                                    <a:srgbClr val="003399"/>
                                  </a:solidFill>
                                  <a:latin typeface="Cambria Math" panose="02040503050406030204" pitchFamily="18" charset="0"/>
                                </a:rPr>
                              </m:ctrlPr>
                            </m:dPr>
                            <m:e>
                              <m:r>
                                <a:rPr lang="en-GB" altLang="zh-CN" i="1">
                                  <a:solidFill>
                                    <a:srgbClr val="003399"/>
                                  </a:solidFill>
                                  <a:latin typeface="Cambria Math" panose="02040503050406030204" pitchFamily="18" charset="0"/>
                                  <a:ea typeface="Cambria Math" panose="02040503050406030204" pitchFamily="18" charset="0"/>
                                </a:rPr>
                                <m:t>𝑜𝑑𝑜</m:t>
                              </m:r>
                              <m:r>
                                <a:rPr lang="en-GB" altLang="zh-CN" i="1">
                                  <a:solidFill>
                                    <a:srgbClr val="003399"/>
                                  </a:solidFill>
                                  <a:latin typeface="Cambria Math" panose="02040503050406030204" pitchFamily="18" charset="0"/>
                                  <a:ea typeface="Cambria Math" panose="02040503050406030204" pitchFamily="18" charset="0"/>
                                </a:rPr>
                                <m:t>,</m:t>
                              </m:r>
                              <m:sSub>
                                <m:sSubPr>
                                  <m:ctrlPr>
                                    <a:rPr lang="en-GB" altLang="zh-CN" i="1">
                                      <a:solidFill>
                                        <a:srgbClr val="003399"/>
                                      </a:solidFill>
                                      <a:latin typeface="Cambria Math" panose="02040503050406030204" pitchFamily="18" charset="0"/>
                                    </a:rPr>
                                  </m:ctrlPr>
                                </m:sSubPr>
                                <m:e>
                                  <m:r>
                                    <a:rPr lang="en-GB" altLang="zh-CN" i="1">
                                      <a:solidFill>
                                        <a:srgbClr val="003399"/>
                                      </a:solidFill>
                                      <a:latin typeface="Cambria Math" panose="02040503050406030204" pitchFamily="18" charset="0"/>
                                    </a:rPr>
                                    <m:t>𝑙𝑜𝑐</m:t>
                                  </m:r>
                                </m:e>
                                <m:sub>
                                  <m:r>
                                    <a:rPr lang="en-GB" altLang="zh-CN" i="1">
                                      <a:solidFill>
                                        <a:srgbClr val="003399"/>
                                      </a:solidFill>
                                      <a:latin typeface="Cambria Math" panose="02040503050406030204" pitchFamily="18" charset="0"/>
                                    </a:rPr>
                                    <m:t>0</m:t>
                                  </m:r>
                                </m:sub>
                              </m:sSub>
                            </m:e>
                          </m:d>
                        </m:den>
                      </m:f>
                    </m:oMath>
                  </m:oMathPara>
                </a14:m>
                <a:endParaRPr lang="en-GB" altLang="zh-CN" dirty="0"/>
              </a:p>
              <a:p>
                <a:endParaRPr lang="en-GB" dirty="0"/>
              </a:p>
            </p:txBody>
          </p:sp>
        </mc:Choice>
        <mc:Fallback xmlns="">
          <p:sp>
            <p:nvSpPr>
              <p:cNvPr id="5" name="文本占位符 4">
                <a:extLst>
                  <a:ext uri="{FF2B5EF4-FFF2-40B4-BE49-F238E27FC236}">
                    <a16:creationId xmlns:a16="http://schemas.microsoft.com/office/drawing/2014/main" id="{CD03626E-108C-52C9-C4CF-3C07954F5CF8}"/>
                  </a:ext>
                </a:extLst>
              </p:cNvPr>
              <p:cNvSpPr>
                <a:spLocks noGrp="1" noRot="1" noChangeAspect="1" noMove="1" noResize="1" noEditPoints="1" noAdjustHandles="1" noChangeArrowheads="1" noChangeShapeType="1" noTextEdit="1"/>
              </p:cNvSpPr>
              <p:nvPr>
                <p:ph type="body" sz="quarter" idx="10"/>
              </p:nvPr>
            </p:nvSpPr>
            <p:spPr>
              <a:xfrm>
                <a:off x="628650" y="1465262"/>
                <a:ext cx="7936706" cy="1357151"/>
              </a:xfrm>
              <a:blipFill>
                <a:blip r:embed="rId4"/>
                <a:stretch>
                  <a:fillRect l="-319" t="-3704" r="-1118"/>
                </a:stretch>
              </a:blipFill>
            </p:spPr>
            <p:txBody>
              <a:bodyPr/>
              <a:lstStyle/>
              <a:p>
                <a:r>
                  <a:rPr lang="zh-CN" altLang="en-US">
                    <a:noFill/>
                  </a:rPr>
                  <a:t> </a:t>
                </a:r>
              </a:p>
            </p:txBody>
          </p:sp>
        </mc:Fallback>
      </mc:AlternateContent>
      <p:sp>
        <p:nvSpPr>
          <p:cNvPr id="8" name="矩形 7">
            <a:extLst>
              <a:ext uri="{FF2B5EF4-FFF2-40B4-BE49-F238E27FC236}">
                <a16:creationId xmlns:a16="http://schemas.microsoft.com/office/drawing/2014/main" id="{8C89B269-693C-64AF-88F4-CED481D6DE0B}"/>
              </a:ext>
            </a:extLst>
          </p:cNvPr>
          <p:cNvSpPr/>
          <p:nvPr/>
        </p:nvSpPr>
        <p:spPr>
          <a:xfrm>
            <a:off x="768350" y="4057866"/>
            <a:ext cx="7593223" cy="97104"/>
          </a:xfrm>
          <a:prstGeom prst="rect">
            <a:avLst/>
          </a:prstGeom>
          <a:gradFill flip="none" rotWithShape="1">
            <a:gsLst>
              <a:gs pos="100000">
                <a:schemeClr val="bg1"/>
              </a:gs>
              <a:gs pos="0">
                <a:schemeClr val="accent3">
                  <a:lumMod val="30000"/>
                  <a:lumOff val="70000"/>
                  <a:alpha val="49171"/>
                </a:schemeClr>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11" name="直线连接符 10">
            <a:extLst>
              <a:ext uri="{FF2B5EF4-FFF2-40B4-BE49-F238E27FC236}">
                <a16:creationId xmlns:a16="http://schemas.microsoft.com/office/drawing/2014/main" id="{B5FA535B-0727-816E-FB2B-8B8EA3147B47}"/>
              </a:ext>
            </a:extLst>
          </p:cNvPr>
          <p:cNvCxnSpPr>
            <a:cxnSpLocks/>
          </p:cNvCxnSpPr>
          <p:nvPr/>
        </p:nvCxnSpPr>
        <p:spPr>
          <a:xfrm>
            <a:off x="768350" y="4051515"/>
            <a:ext cx="7593223" cy="0"/>
          </a:xfrm>
          <a:prstGeom prst="line">
            <a:avLst/>
          </a:prstGeom>
          <a:ln w="9525">
            <a:solidFill>
              <a:srgbClr val="40618A"/>
            </a:solidFill>
          </a:ln>
        </p:spPr>
        <p:style>
          <a:lnRef idx="1">
            <a:schemeClr val="accent1"/>
          </a:lnRef>
          <a:fillRef idx="0">
            <a:schemeClr val="accent1"/>
          </a:fillRef>
          <a:effectRef idx="0">
            <a:schemeClr val="accent1"/>
          </a:effectRef>
          <a:fontRef idx="minor">
            <a:schemeClr val="tx1"/>
          </a:fontRef>
        </p:style>
      </p:cxnSp>
      <p:cxnSp>
        <p:nvCxnSpPr>
          <p:cNvPr id="16" name="直线连接符 15">
            <a:extLst>
              <a:ext uri="{FF2B5EF4-FFF2-40B4-BE49-F238E27FC236}">
                <a16:creationId xmlns:a16="http://schemas.microsoft.com/office/drawing/2014/main" id="{FAEA816C-0DB2-AD1D-830C-96A76DB82234}"/>
              </a:ext>
            </a:extLst>
          </p:cNvPr>
          <p:cNvCxnSpPr>
            <a:cxnSpLocks/>
          </p:cNvCxnSpPr>
          <p:nvPr/>
        </p:nvCxnSpPr>
        <p:spPr>
          <a:xfrm>
            <a:off x="1668256" y="4614313"/>
            <a:ext cx="6700355" cy="0"/>
          </a:xfrm>
          <a:prstGeom prst="line">
            <a:avLst/>
          </a:prstGeom>
          <a:ln w="9525">
            <a:solidFill>
              <a:schemeClr val="accent4"/>
            </a:solidFill>
          </a:ln>
        </p:spPr>
        <p:style>
          <a:lnRef idx="1">
            <a:schemeClr val="accent1"/>
          </a:lnRef>
          <a:fillRef idx="0">
            <a:schemeClr val="accent1"/>
          </a:fillRef>
          <a:effectRef idx="0">
            <a:schemeClr val="accent1"/>
          </a:effectRef>
          <a:fontRef idx="minor">
            <a:schemeClr val="tx1"/>
          </a:fontRef>
        </p:style>
      </p:cxnSp>
      <p:sp>
        <p:nvSpPr>
          <p:cNvPr id="17" name="文本框 16">
            <a:extLst>
              <a:ext uri="{FF2B5EF4-FFF2-40B4-BE49-F238E27FC236}">
                <a16:creationId xmlns:a16="http://schemas.microsoft.com/office/drawing/2014/main" id="{83933E77-96F3-5075-C63D-3F9908E1872E}"/>
              </a:ext>
            </a:extLst>
          </p:cNvPr>
          <p:cNvSpPr txBox="1"/>
          <p:nvPr/>
        </p:nvSpPr>
        <p:spPr>
          <a:xfrm>
            <a:off x="1580248" y="4564353"/>
            <a:ext cx="2749151" cy="307777"/>
          </a:xfrm>
          <a:prstGeom prst="rect">
            <a:avLst/>
          </a:prstGeom>
          <a:noFill/>
        </p:spPr>
        <p:txBody>
          <a:bodyPr wrap="none" rtlCol="0">
            <a:spAutoFit/>
          </a:bodyPr>
          <a:lstStyle/>
          <a:p>
            <a:r>
              <a:rPr lang="en-GB" sz="1400" dirty="0">
                <a:solidFill>
                  <a:schemeClr val="accent4"/>
                </a:solidFill>
              </a:rPr>
              <a:t>The location possibility distribution</a:t>
            </a:r>
          </a:p>
        </p:txBody>
      </p:sp>
      <p:sp>
        <p:nvSpPr>
          <p:cNvPr id="2" name="矩形 1">
            <a:extLst>
              <a:ext uri="{FF2B5EF4-FFF2-40B4-BE49-F238E27FC236}">
                <a16:creationId xmlns:a16="http://schemas.microsoft.com/office/drawing/2014/main" id="{35357EFE-C41F-9855-807A-A3A22960973C}"/>
              </a:ext>
            </a:extLst>
          </p:cNvPr>
          <p:cNvSpPr/>
          <p:nvPr/>
        </p:nvSpPr>
        <p:spPr>
          <a:xfrm>
            <a:off x="1668256" y="4619448"/>
            <a:ext cx="6693317" cy="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22" name="组合 21">
            <a:extLst>
              <a:ext uri="{FF2B5EF4-FFF2-40B4-BE49-F238E27FC236}">
                <a16:creationId xmlns:a16="http://schemas.microsoft.com/office/drawing/2014/main" id="{2D1494BB-0349-1539-BF5A-A49BF0F0CD66}"/>
              </a:ext>
            </a:extLst>
          </p:cNvPr>
          <p:cNvGrpSpPr/>
          <p:nvPr/>
        </p:nvGrpSpPr>
        <p:grpSpPr>
          <a:xfrm>
            <a:off x="3757043" y="4348179"/>
            <a:ext cx="2115120" cy="270533"/>
            <a:chOff x="3392497" y="4254499"/>
            <a:chExt cx="1278644" cy="364214"/>
          </a:xfrm>
        </p:grpSpPr>
        <p:sp>
          <p:nvSpPr>
            <p:cNvPr id="23" name="任意形状 22">
              <a:extLst>
                <a:ext uri="{FF2B5EF4-FFF2-40B4-BE49-F238E27FC236}">
                  <a16:creationId xmlns:a16="http://schemas.microsoft.com/office/drawing/2014/main" id="{B81A1F8B-2A26-896D-37AC-F532FD59B67C}"/>
                </a:ext>
              </a:extLst>
            </p:cNvPr>
            <p:cNvSpPr/>
            <p:nvPr/>
          </p:nvSpPr>
          <p:spPr>
            <a:xfrm>
              <a:off x="3392498" y="4254499"/>
              <a:ext cx="1278643" cy="364214"/>
            </a:xfrm>
            <a:custGeom>
              <a:avLst/>
              <a:gdLst>
                <a:gd name="connsiteX0" fmla="*/ 0 w 2076450"/>
                <a:gd name="connsiteY0" fmla="*/ 514352 h 563845"/>
                <a:gd name="connsiteX1" fmla="*/ 584200 w 2076450"/>
                <a:gd name="connsiteY1" fmla="*/ 514352 h 563845"/>
                <a:gd name="connsiteX2" fmla="*/ 1104900 w 2076450"/>
                <a:gd name="connsiteY2" fmla="*/ 2 h 563845"/>
                <a:gd name="connsiteX3" fmla="*/ 1511300 w 2076450"/>
                <a:gd name="connsiteY3" fmla="*/ 508002 h 563845"/>
                <a:gd name="connsiteX4" fmla="*/ 2076450 w 2076450"/>
                <a:gd name="connsiteY4" fmla="*/ 552452 h 563845"/>
                <a:gd name="connsiteX0" fmla="*/ 0 w 2076450"/>
                <a:gd name="connsiteY0" fmla="*/ 552452 h 584518"/>
                <a:gd name="connsiteX1" fmla="*/ 584200 w 2076450"/>
                <a:gd name="connsiteY1" fmla="*/ 514352 h 584518"/>
                <a:gd name="connsiteX2" fmla="*/ 1104900 w 2076450"/>
                <a:gd name="connsiteY2" fmla="*/ 2 h 584518"/>
                <a:gd name="connsiteX3" fmla="*/ 1511300 w 2076450"/>
                <a:gd name="connsiteY3" fmla="*/ 508002 h 584518"/>
                <a:gd name="connsiteX4" fmla="*/ 2076450 w 2076450"/>
                <a:gd name="connsiteY4" fmla="*/ 552452 h 584518"/>
                <a:gd name="connsiteX0" fmla="*/ 0 w 2076450"/>
                <a:gd name="connsiteY0" fmla="*/ 552452 h 567630"/>
                <a:gd name="connsiteX1" fmla="*/ 584200 w 2076450"/>
                <a:gd name="connsiteY1" fmla="*/ 514352 h 567630"/>
                <a:gd name="connsiteX2" fmla="*/ 1104900 w 2076450"/>
                <a:gd name="connsiteY2" fmla="*/ 2 h 567630"/>
                <a:gd name="connsiteX3" fmla="*/ 1511300 w 2076450"/>
                <a:gd name="connsiteY3" fmla="*/ 508002 h 567630"/>
                <a:gd name="connsiteX4" fmla="*/ 2076450 w 2076450"/>
                <a:gd name="connsiteY4" fmla="*/ 552452 h 567630"/>
                <a:gd name="connsiteX0" fmla="*/ 0 w 2076450"/>
                <a:gd name="connsiteY0" fmla="*/ 552557 h 560371"/>
                <a:gd name="connsiteX1" fmla="*/ 635000 w 2076450"/>
                <a:gd name="connsiteY1" fmla="*/ 463657 h 560371"/>
                <a:gd name="connsiteX2" fmla="*/ 1104900 w 2076450"/>
                <a:gd name="connsiteY2" fmla="*/ 107 h 560371"/>
                <a:gd name="connsiteX3" fmla="*/ 1511300 w 2076450"/>
                <a:gd name="connsiteY3" fmla="*/ 508107 h 560371"/>
                <a:gd name="connsiteX4" fmla="*/ 2076450 w 2076450"/>
                <a:gd name="connsiteY4" fmla="*/ 552557 h 560371"/>
                <a:gd name="connsiteX0" fmla="*/ 0 w 2076450"/>
                <a:gd name="connsiteY0" fmla="*/ 552460 h 552460"/>
                <a:gd name="connsiteX1" fmla="*/ 635000 w 2076450"/>
                <a:gd name="connsiteY1" fmla="*/ 463560 h 552460"/>
                <a:gd name="connsiteX2" fmla="*/ 1104900 w 2076450"/>
                <a:gd name="connsiteY2" fmla="*/ 10 h 552460"/>
                <a:gd name="connsiteX3" fmla="*/ 1466850 w 2076450"/>
                <a:gd name="connsiteY3" fmla="*/ 450860 h 552460"/>
                <a:gd name="connsiteX4" fmla="*/ 2076450 w 2076450"/>
                <a:gd name="connsiteY4" fmla="*/ 552460 h 552460"/>
                <a:gd name="connsiteX0" fmla="*/ 0 w 2076450"/>
                <a:gd name="connsiteY0" fmla="*/ 552460 h 553694"/>
                <a:gd name="connsiteX1" fmla="*/ 635000 w 2076450"/>
                <a:gd name="connsiteY1" fmla="*/ 463560 h 553694"/>
                <a:gd name="connsiteX2" fmla="*/ 1104900 w 2076450"/>
                <a:gd name="connsiteY2" fmla="*/ 10 h 553694"/>
                <a:gd name="connsiteX3" fmla="*/ 1466850 w 2076450"/>
                <a:gd name="connsiteY3" fmla="*/ 450860 h 553694"/>
                <a:gd name="connsiteX4" fmla="*/ 2076450 w 2076450"/>
                <a:gd name="connsiteY4" fmla="*/ 552460 h 553694"/>
                <a:gd name="connsiteX0" fmla="*/ 0 w 2076450"/>
                <a:gd name="connsiteY0" fmla="*/ 552453 h 555210"/>
                <a:gd name="connsiteX1" fmla="*/ 635000 w 2076450"/>
                <a:gd name="connsiteY1" fmla="*/ 463553 h 555210"/>
                <a:gd name="connsiteX2" fmla="*/ 1104900 w 2076450"/>
                <a:gd name="connsiteY2" fmla="*/ 3 h 555210"/>
                <a:gd name="connsiteX3" fmla="*/ 1498600 w 2076450"/>
                <a:gd name="connsiteY3" fmla="*/ 469903 h 555210"/>
                <a:gd name="connsiteX4" fmla="*/ 2076450 w 2076450"/>
                <a:gd name="connsiteY4" fmla="*/ 552453 h 555210"/>
                <a:gd name="connsiteX0" fmla="*/ 0 w 2076450"/>
                <a:gd name="connsiteY0" fmla="*/ 552510 h 553235"/>
                <a:gd name="connsiteX1" fmla="*/ 635000 w 2076450"/>
                <a:gd name="connsiteY1" fmla="*/ 463610 h 553235"/>
                <a:gd name="connsiteX2" fmla="*/ 1104900 w 2076450"/>
                <a:gd name="connsiteY2" fmla="*/ 60 h 553235"/>
                <a:gd name="connsiteX3" fmla="*/ 1479550 w 2076450"/>
                <a:gd name="connsiteY3" fmla="*/ 431860 h 553235"/>
                <a:gd name="connsiteX4" fmla="*/ 2076450 w 2076450"/>
                <a:gd name="connsiteY4" fmla="*/ 552510 h 553235"/>
                <a:gd name="connsiteX0" fmla="*/ 0 w 2076450"/>
                <a:gd name="connsiteY0" fmla="*/ 552510 h 553991"/>
                <a:gd name="connsiteX1" fmla="*/ 635000 w 2076450"/>
                <a:gd name="connsiteY1" fmla="*/ 463610 h 553991"/>
                <a:gd name="connsiteX2" fmla="*/ 1104900 w 2076450"/>
                <a:gd name="connsiteY2" fmla="*/ 60 h 553991"/>
                <a:gd name="connsiteX3" fmla="*/ 1479550 w 2076450"/>
                <a:gd name="connsiteY3" fmla="*/ 431860 h 553991"/>
                <a:gd name="connsiteX4" fmla="*/ 2076450 w 2076450"/>
                <a:gd name="connsiteY4" fmla="*/ 552510 h 553991"/>
                <a:gd name="connsiteX0" fmla="*/ 0 w 2076450"/>
                <a:gd name="connsiteY0" fmla="*/ 552514 h 553995"/>
                <a:gd name="connsiteX1" fmla="*/ 635000 w 2076450"/>
                <a:gd name="connsiteY1" fmla="*/ 463614 h 553995"/>
                <a:gd name="connsiteX2" fmla="*/ 1104900 w 2076450"/>
                <a:gd name="connsiteY2" fmla="*/ 64 h 553995"/>
                <a:gd name="connsiteX3" fmla="*/ 1479550 w 2076450"/>
                <a:gd name="connsiteY3" fmla="*/ 431864 h 553995"/>
                <a:gd name="connsiteX4" fmla="*/ 2076450 w 2076450"/>
                <a:gd name="connsiteY4" fmla="*/ 552514 h 553995"/>
                <a:gd name="connsiteX0" fmla="*/ 0 w 2076450"/>
                <a:gd name="connsiteY0" fmla="*/ 552453 h 553934"/>
                <a:gd name="connsiteX1" fmla="*/ 635000 w 2076450"/>
                <a:gd name="connsiteY1" fmla="*/ 463553 h 553934"/>
                <a:gd name="connsiteX2" fmla="*/ 1104900 w 2076450"/>
                <a:gd name="connsiteY2" fmla="*/ 3 h 553934"/>
                <a:gd name="connsiteX3" fmla="*/ 1479550 w 2076450"/>
                <a:gd name="connsiteY3" fmla="*/ 431803 h 553934"/>
                <a:gd name="connsiteX4" fmla="*/ 2076450 w 2076450"/>
                <a:gd name="connsiteY4" fmla="*/ 552453 h 553934"/>
                <a:gd name="connsiteX0" fmla="*/ 0 w 2076450"/>
                <a:gd name="connsiteY0" fmla="*/ 552453 h 556896"/>
                <a:gd name="connsiteX1" fmla="*/ 635000 w 2076450"/>
                <a:gd name="connsiteY1" fmla="*/ 463553 h 556896"/>
                <a:gd name="connsiteX2" fmla="*/ 1104900 w 2076450"/>
                <a:gd name="connsiteY2" fmla="*/ 3 h 556896"/>
                <a:gd name="connsiteX3" fmla="*/ 1498600 w 2076450"/>
                <a:gd name="connsiteY3" fmla="*/ 457203 h 556896"/>
                <a:gd name="connsiteX4" fmla="*/ 2076450 w 2076450"/>
                <a:gd name="connsiteY4" fmla="*/ 552453 h 556896"/>
                <a:gd name="connsiteX0" fmla="*/ 0 w 2076450"/>
                <a:gd name="connsiteY0" fmla="*/ 552453 h 554014"/>
                <a:gd name="connsiteX1" fmla="*/ 635000 w 2076450"/>
                <a:gd name="connsiteY1" fmla="*/ 463553 h 554014"/>
                <a:gd name="connsiteX2" fmla="*/ 1098550 w 2076450"/>
                <a:gd name="connsiteY2" fmla="*/ 3 h 554014"/>
                <a:gd name="connsiteX3" fmla="*/ 1498600 w 2076450"/>
                <a:gd name="connsiteY3" fmla="*/ 457203 h 554014"/>
                <a:gd name="connsiteX4" fmla="*/ 2076450 w 2076450"/>
                <a:gd name="connsiteY4" fmla="*/ 552453 h 554014"/>
                <a:gd name="connsiteX0" fmla="*/ 0 w 2076450"/>
                <a:gd name="connsiteY0" fmla="*/ 552459 h 553693"/>
                <a:gd name="connsiteX1" fmla="*/ 635000 w 2076450"/>
                <a:gd name="connsiteY1" fmla="*/ 463559 h 553693"/>
                <a:gd name="connsiteX2" fmla="*/ 1098550 w 2076450"/>
                <a:gd name="connsiteY2" fmla="*/ 9 h 553693"/>
                <a:gd name="connsiteX3" fmla="*/ 1485900 w 2076450"/>
                <a:gd name="connsiteY3" fmla="*/ 450859 h 553693"/>
                <a:gd name="connsiteX4" fmla="*/ 2076450 w 2076450"/>
                <a:gd name="connsiteY4" fmla="*/ 552459 h 553693"/>
                <a:gd name="connsiteX0" fmla="*/ 0 w 2076450"/>
                <a:gd name="connsiteY0" fmla="*/ 552459 h 556763"/>
                <a:gd name="connsiteX1" fmla="*/ 635000 w 2076450"/>
                <a:gd name="connsiteY1" fmla="*/ 463559 h 556763"/>
                <a:gd name="connsiteX2" fmla="*/ 1098550 w 2076450"/>
                <a:gd name="connsiteY2" fmla="*/ 9 h 556763"/>
                <a:gd name="connsiteX3" fmla="*/ 1485900 w 2076450"/>
                <a:gd name="connsiteY3" fmla="*/ 450859 h 556763"/>
                <a:gd name="connsiteX4" fmla="*/ 2076450 w 2076450"/>
                <a:gd name="connsiteY4" fmla="*/ 555634 h 556763"/>
                <a:gd name="connsiteX0" fmla="*/ 0 w 2076450"/>
                <a:gd name="connsiteY0" fmla="*/ 552459 h 556011"/>
                <a:gd name="connsiteX1" fmla="*/ 635000 w 2076450"/>
                <a:gd name="connsiteY1" fmla="*/ 463559 h 556011"/>
                <a:gd name="connsiteX2" fmla="*/ 1098550 w 2076450"/>
                <a:gd name="connsiteY2" fmla="*/ 9 h 556011"/>
                <a:gd name="connsiteX3" fmla="*/ 1485900 w 2076450"/>
                <a:gd name="connsiteY3" fmla="*/ 450859 h 556011"/>
                <a:gd name="connsiteX4" fmla="*/ 2076450 w 2076450"/>
                <a:gd name="connsiteY4" fmla="*/ 555634 h 556011"/>
                <a:gd name="connsiteX0" fmla="*/ 0 w 1952625"/>
                <a:gd name="connsiteY0" fmla="*/ 555634 h 556011"/>
                <a:gd name="connsiteX1" fmla="*/ 511175 w 1952625"/>
                <a:gd name="connsiteY1" fmla="*/ 463559 h 556011"/>
                <a:gd name="connsiteX2" fmla="*/ 974725 w 1952625"/>
                <a:gd name="connsiteY2" fmla="*/ 9 h 556011"/>
                <a:gd name="connsiteX3" fmla="*/ 1362075 w 1952625"/>
                <a:gd name="connsiteY3" fmla="*/ 450859 h 556011"/>
                <a:gd name="connsiteX4" fmla="*/ 1952625 w 1952625"/>
                <a:gd name="connsiteY4" fmla="*/ 555634 h 556011"/>
                <a:gd name="connsiteX0" fmla="*/ 0 w 1952625"/>
                <a:gd name="connsiteY0" fmla="*/ 555634 h 556011"/>
                <a:gd name="connsiteX1" fmla="*/ 511175 w 1952625"/>
                <a:gd name="connsiteY1" fmla="*/ 463559 h 556011"/>
                <a:gd name="connsiteX2" fmla="*/ 974725 w 1952625"/>
                <a:gd name="connsiteY2" fmla="*/ 9 h 556011"/>
                <a:gd name="connsiteX3" fmla="*/ 1362075 w 1952625"/>
                <a:gd name="connsiteY3" fmla="*/ 450859 h 556011"/>
                <a:gd name="connsiteX4" fmla="*/ 1952625 w 1952625"/>
                <a:gd name="connsiteY4" fmla="*/ 555634 h 556011"/>
                <a:gd name="connsiteX0" fmla="*/ 0 w 1952625"/>
                <a:gd name="connsiteY0" fmla="*/ 555626 h 556003"/>
                <a:gd name="connsiteX1" fmla="*/ 492125 w 1952625"/>
                <a:gd name="connsiteY1" fmla="*/ 454026 h 556003"/>
                <a:gd name="connsiteX2" fmla="*/ 974725 w 1952625"/>
                <a:gd name="connsiteY2" fmla="*/ 1 h 556003"/>
                <a:gd name="connsiteX3" fmla="*/ 1362075 w 1952625"/>
                <a:gd name="connsiteY3" fmla="*/ 450851 h 556003"/>
                <a:gd name="connsiteX4" fmla="*/ 1952625 w 1952625"/>
                <a:gd name="connsiteY4" fmla="*/ 555626 h 556003"/>
                <a:gd name="connsiteX0" fmla="*/ 0 w 1952625"/>
                <a:gd name="connsiteY0" fmla="*/ 555627 h 555957"/>
                <a:gd name="connsiteX1" fmla="*/ 492125 w 1952625"/>
                <a:gd name="connsiteY1" fmla="*/ 454027 h 555957"/>
                <a:gd name="connsiteX2" fmla="*/ 974725 w 1952625"/>
                <a:gd name="connsiteY2" fmla="*/ 2 h 555957"/>
                <a:gd name="connsiteX3" fmla="*/ 1454150 w 1952625"/>
                <a:gd name="connsiteY3" fmla="*/ 447677 h 555957"/>
                <a:gd name="connsiteX4" fmla="*/ 1952625 w 1952625"/>
                <a:gd name="connsiteY4" fmla="*/ 555627 h 555957"/>
                <a:gd name="connsiteX0" fmla="*/ 0 w 1952625"/>
                <a:gd name="connsiteY0" fmla="*/ 555627 h 556133"/>
                <a:gd name="connsiteX1" fmla="*/ 492125 w 1952625"/>
                <a:gd name="connsiteY1" fmla="*/ 454027 h 556133"/>
                <a:gd name="connsiteX2" fmla="*/ 974725 w 1952625"/>
                <a:gd name="connsiteY2" fmla="*/ 2 h 556133"/>
                <a:gd name="connsiteX3" fmla="*/ 1454150 w 1952625"/>
                <a:gd name="connsiteY3" fmla="*/ 447677 h 556133"/>
                <a:gd name="connsiteX4" fmla="*/ 1952625 w 1952625"/>
                <a:gd name="connsiteY4" fmla="*/ 555627 h 556133"/>
                <a:gd name="connsiteX0" fmla="*/ 0 w 1952625"/>
                <a:gd name="connsiteY0" fmla="*/ 555627 h 556194"/>
                <a:gd name="connsiteX1" fmla="*/ 492125 w 1952625"/>
                <a:gd name="connsiteY1" fmla="*/ 454027 h 556194"/>
                <a:gd name="connsiteX2" fmla="*/ 974725 w 1952625"/>
                <a:gd name="connsiteY2" fmla="*/ 2 h 556194"/>
                <a:gd name="connsiteX3" fmla="*/ 1454150 w 1952625"/>
                <a:gd name="connsiteY3" fmla="*/ 447677 h 556194"/>
                <a:gd name="connsiteX4" fmla="*/ 1952625 w 1952625"/>
                <a:gd name="connsiteY4" fmla="*/ 555627 h 5561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52625" h="556194">
                  <a:moveTo>
                    <a:pt x="0" y="555627"/>
                  </a:moveTo>
                  <a:cubicBezTo>
                    <a:pt x="238125" y="557214"/>
                    <a:pt x="259821" y="562506"/>
                    <a:pt x="492125" y="454027"/>
                  </a:cubicBezTo>
                  <a:cubicBezTo>
                    <a:pt x="724429" y="345548"/>
                    <a:pt x="814388" y="1060"/>
                    <a:pt x="974725" y="2"/>
                  </a:cubicBezTo>
                  <a:cubicBezTo>
                    <a:pt x="1135062" y="-1056"/>
                    <a:pt x="1218142" y="345548"/>
                    <a:pt x="1454150" y="447677"/>
                  </a:cubicBezTo>
                  <a:cubicBezTo>
                    <a:pt x="1690158" y="549806"/>
                    <a:pt x="1711325" y="558802"/>
                    <a:pt x="1952625" y="555627"/>
                  </a:cubicBezTo>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4" name="任意形状 23">
              <a:extLst>
                <a:ext uri="{FF2B5EF4-FFF2-40B4-BE49-F238E27FC236}">
                  <a16:creationId xmlns:a16="http://schemas.microsoft.com/office/drawing/2014/main" id="{A65066DD-8601-492B-037F-293A53EA454C}"/>
                </a:ext>
              </a:extLst>
            </p:cNvPr>
            <p:cNvSpPr/>
            <p:nvPr/>
          </p:nvSpPr>
          <p:spPr>
            <a:xfrm>
              <a:off x="3392497" y="4254499"/>
              <a:ext cx="1278643" cy="364214"/>
            </a:xfrm>
            <a:custGeom>
              <a:avLst/>
              <a:gdLst>
                <a:gd name="connsiteX0" fmla="*/ 0 w 2076450"/>
                <a:gd name="connsiteY0" fmla="*/ 514352 h 563845"/>
                <a:gd name="connsiteX1" fmla="*/ 584200 w 2076450"/>
                <a:gd name="connsiteY1" fmla="*/ 514352 h 563845"/>
                <a:gd name="connsiteX2" fmla="*/ 1104900 w 2076450"/>
                <a:gd name="connsiteY2" fmla="*/ 2 h 563845"/>
                <a:gd name="connsiteX3" fmla="*/ 1511300 w 2076450"/>
                <a:gd name="connsiteY3" fmla="*/ 508002 h 563845"/>
                <a:gd name="connsiteX4" fmla="*/ 2076450 w 2076450"/>
                <a:gd name="connsiteY4" fmla="*/ 552452 h 563845"/>
                <a:gd name="connsiteX0" fmla="*/ 0 w 2076450"/>
                <a:gd name="connsiteY0" fmla="*/ 552452 h 584518"/>
                <a:gd name="connsiteX1" fmla="*/ 584200 w 2076450"/>
                <a:gd name="connsiteY1" fmla="*/ 514352 h 584518"/>
                <a:gd name="connsiteX2" fmla="*/ 1104900 w 2076450"/>
                <a:gd name="connsiteY2" fmla="*/ 2 h 584518"/>
                <a:gd name="connsiteX3" fmla="*/ 1511300 w 2076450"/>
                <a:gd name="connsiteY3" fmla="*/ 508002 h 584518"/>
                <a:gd name="connsiteX4" fmla="*/ 2076450 w 2076450"/>
                <a:gd name="connsiteY4" fmla="*/ 552452 h 584518"/>
                <a:gd name="connsiteX0" fmla="*/ 0 w 2076450"/>
                <a:gd name="connsiteY0" fmla="*/ 552452 h 567630"/>
                <a:gd name="connsiteX1" fmla="*/ 584200 w 2076450"/>
                <a:gd name="connsiteY1" fmla="*/ 514352 h 567630"/>
                <a:gd name="connsiteX2" fmla="*/ 1104900 w 2076450"/>
                <a:gd name="connsiteY2" fmla="*/ 2 h 567630"/>
                <a:gd name="connsiteX3" fmla="*/ 1511300 w 2076450"/>
                <a:gd name="connsiteY3" fmla="*/ 508002 h 567630"/>
                <a:gd name="connsiteX4" fmla="*/ 2076450 w 2076450"/>
                <a:gd name="connsiteY4" fmla="*/ 552452 h 567630"/>
                <a:gd name="connsiteX0" fmla="*/ 0 w 2076450"/>
                <a:gd name="connsiteY0" fmla="*/ 552557 h 560371"/>
                <a:gd name="connsiteX1" fmla="*/ 635000 w 2076450"/>
                <a:gd name="connsiteY1" fmla="*/ 463657 h 560371"/>
                <a:gd name="connsiteX2" fmla="*/ 1104900 w 2076450"/>
                <a:gd name="connsiteY2" fmla="*/ 107 h 560371"/>
                <a:gd name="connsiteX3" fmla="*/ 1511300 w 2076450"/>
                <a:gd name="connsiteY3" fmla="*/ 508107 h 560371"/>
                <a:gd name="connsiteX4" fmla="*/ 2076450 w 2076450"/>
                <a:gd name="connsiteY4" fmla="*/ 552557 h 560371"/>
                <a:gd name="connsiteX0" fmla="*/ 0 w 2076450"/>
                <a:gd name="connsiteY0" fmla="*/ 552460 h 552460"/>
                <a:gd name="connsiteX1" fmla="*/ 635000 w 2076450"/>
                <a:gd name="connsiteY1" fmla="*/ 463560 h 552460"/>
                <a:gd name="connsiteX2" fmla="*/ 1104900 w 2076450"/>
                <a:gd name="connsiteY2" fmla="*/ 10 h 552460"/>
                <a:gd name="connsiteX3" fmla="*/ 1466850 w 2076450"/>
                <a:gd name="connsiteY3" fmla="*/ 450860 h 552460"/>
                <a:gd name="connsiteX4" fmla="*/ 2076450 w 2076450"/>
                <a:gd name="connsiteY4" fmla="*/ 552460 h 552460"/>
                <a:gd name="connsiteX0" fmla="*/ 0 w 2076450"/>
                <a:gd name="connsiteY0" fmla="*/ 552460 h 553694"/>
                <a:gd name="connsiteX1" fmla="*/ 635000 w 2076450"/>
                <a:gd name="connsiteY1" fmla="*/ 463560 h 553694"/>
                <a:gd name="connsiteX2" fmla="*/ 1104900 w 2076450"/>
                <a:gd name="connsiteY2" fmla="*/ 10 h 553694"/>
                <a:gd name="connsiteX3" fmla="*/ 1466850 w 2076450"/>
                <a:gd name="connsiteY3" fmla="*/ 450860 h 553694"/>
                <a:gd name="connsiteX4" fmla="*/ 2076450 w 2076450"/>
                <a:gd name="connsiteY4" fmla="*/ 552460 h 553694"/>
                <a:gd name="connsiteX0" fmla="*/ 0 w 2076450"/>
                <a:gd name="connsiteY0" fmla="*/ 552453 h 555210"/>
                <a:gd name="connsiteX1" fmla="*/ 635000 w 2076450"/>
                <a:gd name="connsiteY1" fmla="*/ 463553 h 555210"/>
                <a:gd name="connsiteX2" fmla="*/ 1104900 w 2076450"/>
                <a:gd name="connsiteY2" fmla="*/ 3 h 555210"/>
                <a:gd name="connsiteX3" fmla="*/ 1498600 w 2076450"/>
                <a:gd name="connsiteY3" fmla="*/ 469903 h 555210"/>
                <a:gd name="connsiteX4" fmla="*/ 2076450 w 2076450"/>
                <a:gd name="connsiteY4" fmla="*/ 552453 h 555210"/>
                <a:gd name="connsiteX0" fmla="*/ 0 w 2076450"/>
                <a:gd name="connsiteY0" fmla="*/ 552510 h 553235"/>
                <a:gd name="connsiteX1" fmla="*/ 635000 w 2076450"/>
                <a:gd name="connsiteY1" fmla="*/ 463610 h 553235"/>
                <a:gd name="connsiteX2" fmla="*/ 1104900 w 2076450"/>
                <a:gd name="connsiteY2" fmla="*/ 60 h 553235"/>
                <a:gd name="connsiteX3" fmla="*/ 1479550 w 2076450"/>
                <a:gd name="connsiteY3" fmla="*/ 431860 h 553235"/>
                <a:gd name="connsiteX4" fmla="*/ 2076450 w 2076450"/>
                <a:gd name="connsiteY4" fmla="*/ 552510 h 553235"/>
                <a:gd name="connsiteX0" fmla="*/ 0 w 2076450"/>
                <a:gd name="connsiteY0" fmla="*/ 552510 h 553991"/>
                <a:gd name="connsiteX1" fmla="*/ 635000 w 2076450"/>
                <a:gd name="connsiteY1" fmla="*/ 463610 h 553991"/>
                <a:gd name="connsiteX2" fmla="*/ 1104900 w 2076450"/>
                <a:gd name="connsiteY2" fmla="*/ 60 h 553991"/>
                <a:gd name="connsiteX3" fmla="*/ 1479550 w 2076450"/>
                <a:gd name="connsiteY3" fmla="*/ 431860 h 553991"/>
                <a:gd name="connsiteX4" fmla="*/ 2076450 w 2076450"/>
                <a:gd name="connsiteY4" fmla="*/ 552510 h 553991"/>
                <a:gd name="connsiteX0" fmla="*/ 0 w 2076450"/>
                <a:gd name="connsiteY0" fmla="*/ 552514 h 553995"/>
                <a:gd name="connsiteX1" fmla="*/ 635000 w 2076450"/>
                <a:gd name="connsiteY1" fmla="*/ 463614 h 553995"/>
                <a:gd name="connsiteX2" fmla="*/ 1104900 w 2076450"/>
                <a:gd name="connsiteY2" fmla="*/ 64 h 553995"/>
                <a:gd name="connsiteX3" fmla="*/ 1479550 w 2076450"/>
                <a:gd name="connsiteY3" fmla="*/ 431864 h 553995"/>
                <a:gd name="connsiteX4" fmla="*/ 2076450 w 2076450"/>
                <a:gd name="connsiteY4" fmla="*/ 552514 h 553995"/>
                <a:gd name="connsiteX0" fmla="*/ 0 w 2076450"/>
                <a:gd name="connsiteY0" fmla="*/ 552453 h 553934"/>
                <a:gd name="connsiteX1" fmla="*/ 635000 w 2076450"/>
                <a:gd name="connsiteY1" fmla="*/ 463553 h 553934"/>
                <a:gd name="connsiteX2" fmla="*/ 1104900 w 2076450"/>
                <a:gd name="connsiteY2" fmla="*/ 3 h 553934"/>
                <a:gd name="connsiteX3" fmla="*/ 1479550 w 2076450"/>
                <a:gd name="connsiteY3" fmla="*/ 431803 h 553934"/>
                <a:gd name="connsiteX4" fmla="*/ 2076450 w 2076450"/>
                <a:gd name="connsiteY4" fmla="*/ 552453 h 553934"/>
                <a:gd name="connsiteX0" fmla="*/ 0 w 2076450"/>
                <a:gd name="connsiteY0" fmla="*/ 552453 h 556896"/>
                <a:gd name="connsiteX1" fmla="*/ 635000 w 2076450"/>
                <a:gd name="connsiteY1" fmla="*/ 463553 h 556896"/>
                <a:gd name="connsiteX2" fmla="*/ 1104900 w 2076450"/>
                <a:gd name="connsiteY2" fmla="*/ 3 h 556896"/>
                <a:gd name="connsiteX3" fmla="*/ 1498600 w 2076450"/>
                <a:gd name="connsiteY3" fmla="*/ 457203 h 556896"/>
                <a:gd name="connsiteX4" fmla="*/ 2076450 w 2076450"/>
                <a:gd name="connsiteY4" fmla="*/ 552453 h 556896"/>
                <a:gd name="connsiteX0" fmla="*/ 0 w 2076450"/>
                <a:gd name="connsiteY0" fmla="*/ 552453 h 554014"/>
                <a:gd name="connsiteX1" fmla="*/ 635000 w 2076450"/>
                <a:gd name="connsiteY1" fmla="*/ 463553 h 554014"/>
                <a:gd name="connsiteX2" fmla="*/ 1098550 w 2076450"/>
                <a:gd name="connsiteY2" fmla="*/ 3 h 554014"/>
                <a:gd name="connsiteX3" fmla="*/ 1498600 w 2076450"/>
                <a:gd name="connsiteY3" fmla="*/ 457203 h 554014"/>
                <a:gd name="connsiteX4" fmla="*/ 2076450 w 2076450"/>
                <a:gd name="connsiteY4" fmla="*/ 552453 h 554014"/>
                <a:gd name="connsiteX0" fmla="*/ 0 w 2076450"/>
                <a:gd name="connsiteY0" fmla="*/ 552459 h 553693"/>
                <a:gd name="connsiteX1" fmla="*/ 635000 w 2076450"/>
                <a:gd name="connsiteY1" fmla="*/ 463559 h 553693"/>
                <a:gd name="connsiteX2" fmla="*/ 1098550 w 2076450"/>
                <a:gd name="connsiteY2" fmla="*/ 9 h 553693"/>
                <a:gd name="connsiteX3" fmla="*/ 1485900 w 2076450"/>
                <a:gd name="connsiteY3" fmla="*/ 450859 h 553693"/>
                <a:gd name="connsiteX4" fmla="*/ 2076450 w 2076450"/>
                <a:gd name="connsiteY4" fmla="*/ 552459 h 553693"/>
                <a:gd name="connsiteX0" fmla="*/ 0 w 2076450"/>
                <a:gd name="connsiteY0" fmla="*/ 552459 h 556763"/>
                <a:gd name="connsiteX1" fmla="*/ 635000 w 2076450"/>
                <a:gd name="connsiteY1" fmla="*/ 463559 h 556763"/>
                <a:gd name="connsiteX2" fmla="*/ 1098550 w 2076450"/>
                <a:gd name="connsiteY2" fmla="*/ 9 h 556763"/>
                <a:gd name="connsiteX3" fmla="*/ 1485900 w 2076450"/>
                <a:gd name="connsiteY3" fmla="*/ 450859 h 556763"/>
                <a:gd name="connsiteX4" fmla="*/ 2076450 w 2076450"/>
                <a:gd name="connsiteY4" fmla="*/ 555634 h 556763"/>
                <a:gd name="connsiteX0" fmla="*/ 0 w 2076450"/>
                <a:gd name="connsiteY0" fmla="*/ 552459 h 556011"/>
                <a:gd name="connsiteX1" fmla="*/ 635000 w 2076450"/>
                <a:gd name="connsiteY1" fmla="*/ 463559 h 556011"/>
                <a:gd name="connsiteX2" fmla="*/ 1098550 w 2076450"/>
                <a:gd name="connsiteY2" fmla="*/ 9 h 556011"/>
                <a:gd name="connsiteX3" fmla="*/ 1485900 w 2076450"/>
                <a:gd name="connsiteY3" fmla="*/ 450859 h 556011"/>
                <a:gd name="connsiteX4" fmla="*/ 2076450 w 2076450"/>
                <a:gd name="connsiteY4" fmla="*/ 555634 h 556011"/>
                <a:gd name="connsiteX0" fmla="*/ 0 w 1952625"/>
                <a:gd name="connsiteY0" fmla="*/ 555634 h 556011"/>
                <a:gd name="connsiteX1" fmla="*/ 511175 w 1952625"/>
                <a:gd name="connsiteY1" fmla="*/ 463559 h 556011"/>
                <a:gd name="connsiteX2" fmla="*/ 974725 w 1952625"/>
                <a:gd name="connsiteY2" fmla="*/ 9 h 556011"/>
                <a:gd name="connsiteX3" fmla="*/ 1362075 w 1952625"/>
                <a:gd name="connsiteY3" fmla="*/ 450859 h 556011"/>
                <a:gd name="connsiteX4" fmla="*/ 1952625 w 1952625"/>
                <a:gd name="connsiteY4" fmla="*/ 555634 h 556011"/>
                <a:gd name="connsiteX0" fmla="*/ 0 w 1952625"/>
                <a:gd name="connsiteY0" fmla="*/ 555634 h 556011"/>
                <a:gd name="connsiteX1" fmla="*/ 511175 w 1952625"/>
                <a:gd name="connsiteY1" fmla="*/ 463559 h 556011"/>
                <a:gd name="connsiteX2" fmla="*/ 974725 w 1952625"/>
                <a:gd name="connsiteY2" fmla="*/ 9 h 556011"/>
                <a:gd name="connsiteX3" fmla="*/ 1362075 w 1952625"/>
                <a:gd name="connsiteY3" fmla="*/ 450859 h 556011"/>
                <a:gd name="connsiteX4" fmla="*/ 1952625 w 1952625"/>
                <a:gd name="connsiteY4" fmla="*/ 555634 h 556011"/>
                <a:gd name="connsiteX0" fmla="*/ 0 w 1952625"/>
                <a:gd name="connsiteY0" fmla="*/ 555626 h 556003"/>
                <a:gd name="connsiteX1" fmla="*/ 492125 w 1952625"/>
                <a:gd name="connsiteY1" fmla="*/ 454026 h 556003"/>
                <a:gd name="connsiteX2" fmla="*/ 974725 w 1952625"/>
                <a:gd name="connsiteY2" fmla="*/ 1 h 556003"/>
                <a:gd name="connsiteX3" fmla="*/ 1362075 w 1952625"/>
                <a:gd name="connsiteY3" fmla="*/ 450851 h 556003"/>
                <a:gd name="connsiteX4" fmla="*/ 1952625 w 1952625"/>
                <a:gd name="connsiteY4" fmla="*/ 555626 h 556003"/>
                <a:gd name="connsiteX0" fmla="*/ 0 w 1952625"/>
                <a:gd name="connsiteY0" fmla="*/ 555627 h 555957"/>
                <a:gd name="connsiteX1" fmla="*/ 492125 w 1952625"/>
                <a:gd name="connsiteY1" fmla="*/ 454027 h 555957"/>
                <a:gd name="connsiteX2" fmla="*/ 974725 w 1952625"/>
                <a:gd name="connsiteY2" fmla="*/ 2 h 555957"/>
                <a:gd name="connsiteX3" fmla="*/ 1454150 w 1952625"/>
                <a:gd name="connsiteY3" fmla="*/ 447677 h 555957"/>
                <a:gd name="connsiteX4" fmla="*/ 1952625 w 1952625"/>
                <a:gd name="connsiteY4" fmla="*/ 555627 h 555957"/>
                <a:gd name="connsiteX0" fmla="*/ 0 w 1952625"/>
                <a:gd name="connsiteY0" fmla="*/ 555627 h 556133"/>
                <a:gd name="connsiteX1" fmla="*/ 492125 w 1952625"/>
                <a:gd name="connsiteY1" fmla="*/ 454027 h 556133"/>
                <a:gd name="connsiteX2" fmla="*/ 974725 w 1952625"/>
                <a:gd name="connsiteY2" fmla="*/ 2 h 556133"/>
                <a:gd name="connsiteX3" fmla="*/ 1454150 w 1952625"/>
                <a:gd name="connsiteY3" fmla="*/ 447677 h 556133"/>
                <a:gd name="connsiteX4" fmla="*/ 1952625 w 1952625"/>
                <a:gd name="connsiteY4" fmla="*/ 555627 h 556133"/>
                <a:gd name="connsiteX0" fmla="*/ 0 w 1952625"/>
                <a:gd name="connsiteY0" fmla="*/ 555627 h 556194"/>
                <a:gd name="connsiteX1" fmla="*/ 492125 w 1952625"/>
                <a:gd name="connsiteY1" fmla="*/ 454027 h 556194"/>
                <a:gd name="connsiteX2" fmla="*/ 974725 w 1952625"/>
                <a:gd name="connsiteY2" fmla="*/ 2 h 556194"/>
                <a:gd name="connsiteX3" fmla="*/ 1454150 w 1952625"/>
                <a:gd name="connsiteY3" fmla="*/ 447677 h 556194"/>
                <a:gd name="connsiteX4" fmla="*/ 1952625 w 1952625"/>
                <a:gd name="connsiteY4" fmla="*/ 555627 h 5561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52625" h="556194">
                  <a:moveTo>
                    <a:pt x="0" y="555627"/>
                  </a:moveTo>
                  <a:cubicBezTo>
                    <a:pt x="238125" y="557214"/>
                    <a:pt x="259821" y="562506"/>
                    <a:pt x="492125" y="454027"/>
                  </a:cubicBezTo>
                  <a:cubicBezTo>
                    <a:pt x="724429" y="345548"/>
                    <a:pt x="814388" y="1060"/>
                    <a:pt x="974725" y="2"/>
                  </a:cubicBezTo>
                  <a:cubicBezTo>
                    <a:pt x="1135062" y="-1056"/>
                    <a:pt x="1218142" y="345548"/>
                    <a:pt x="1454150" y="447677"/>
                  </a:cubicBezTo>
                  <a:cubicBezTo>
                    <a:pt x="1690158" y="549806"/>
                    <a:pt x="1711325" y="558802"/>
                    <a:pt x="1952625" y="555627"/>
                  </a:cubicBezTo>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25" name="组合 24">
            <a:extLst>
              <a:ext uri="{FF2B5EF4-FFF2-40B4-BE49-F238E27FC236}">
                <a16:creationId xmlns:a16="http://schemas.microsoft.com/office/drawing/2014/main" id="{2B360B48-0577-A498-CE2D-ACEE57FA0604}"/>
              </a:ext>
            </a:extLst>
          </p:cNvPr>
          <p:cNvGrpSpPr/>
          <p:nvPr/>
        </p:nvGrpSpPr>
        <p:grpSpPr>
          <a:xfrm>
            <a:off x="2392962" y="4348179"/>
            <a:ext cx="2115120" cy="270533"/>
            <a:chOff x="3392497" y="4254499"/>
            <a:chExt cx="1278644" cy="364214"/>
          </a:xfrm>
        </p:grpSpPr>
        <p:sp>
          <p:nvSpPr>
            <p:cNvPr id="26" name="任意形状 25">
              <a:extLst>
                <a:ext uri="{FF2B5EF4-FFF2-40B4-BE49-F238E27FC236}">
                  <a16:creationId xmlns:a16="http://schemas.microsoft.com/office/drawing/2014/main" id="{4730A0C1-01D9-3E89-194F-79E51AA73491}"/>
                </a:ext>
              </a:extLst>
            </p:cNvPr>
            <p:cNvSpPr/>
            <p:nvPr/>
          </p:nvSpPr>
          <p:spPr>
            <a:xfrm>
              <a:off x="3392498" y="4254499"/>
              <a:ext cx="1278643" cy="364214"/>
            </a:xfrm>
            <a:custGeom>
              <a:avLst/>
              <a:gdLst>
                <a:gd name="connsiteX0" fmla="*/ 0 w 2076450"/>
                <a:gd name="connsiteY0" fmla="*/ 514352 h 563845"/>
                <a:gd name="connsiteX1" fmla="*/ 584200 w 2076450"/>
                <a:gd name="connsiteY1" fmla="*/ 514352 h 563845"/>
                <a:gd name="connsiteX2" fmla="*/ 1104900 w 2076450"/>
                <a:gd name="connsiteY2" fmla="*/ 2 h 563845"/>
                <a:gd name="connsiteX3" fmla="*/ 1511300 w 2076450"/>
                <a:gd name="connsiteY3" fmla="*/ 508002 h 563845"/>
                <a:gd name="connsiteX4" fmla="*/ 2076450 w 2076450"/>
                <a:gd name="connsiteY4" fmla="*/ 552452 h 563845"/>
                <a:gd name="connsiteX0" fmla="*/ 0 w 2076450"/>
                <a:gd name="connsiteY0" fmla="*/ 552452 h 584518"/>
                <a:gd name="connsiteX1" fmla="*/ 584200 w 2076450"/>
                <a:gd name="connsiteY1" fmla="*/ 514352 h 584518"/>
                <a:gd name="connsiteX2" fmla="*/ 1104900 w 2076450"/>
                <a:gd name="connsiteY2" fmla="*/ 2 h 584518"/>
                <a:gd name="connsiteX3" fmla="*/ 1511300 w 2076450"/>
                <a:gd name="connsiteY3" fmla="*/ 508002 h 584518"/>
                <a:gd name="connsiteX4" fmla="*/ 2076450 w 2076450"/>
                <a:gd name="connsiteY4" fmla="*/ 552452 h 584518"/>
                <a:gd name="connsiteX0" fmla="*/ 0 w 2076450"/>
                <a:gd name="connsiteY0" fmla="*/ 552452 h 567630"/>
                <a:gd name="connsiteX1" fmla="*/ 584200 w 2076450"/>
                <a:gd name="connsiteY1" fmla="*/ 514352 h 567630"/>
                <a:gd name="connsiteX2" fmla="*/ 1104900 w 2076450"/>
                <a:gd name="connsiteY2" fmla="*/ 2 h 567630"/>
                <a:gd name="connsiteX3" fmla="*/ 1511300 w 2076450"/>
                <a:gd name="connsiteY3" fmla="*/ 508002 h 567630"/>
                <a:gd name="connsiteX4" fmla="*/ 2076450 w 2076450"/>
                <a:gd name="connsiteY4" fmla="*/ 552452 h 567630"/>
                <a:gd name="connsiteX0" fmla="*/ 0 w 2076450"/>
                <a:gd name="connsiteY0" fmla="*/ 552557 h 560371"/>
                <a:gd name="connsiteX1" fmla="*/ 635000 w 2076450"/>
                <a:gd name="connsiteY1" fmla="*/ 463657 h 560371"/>
                <a:gd name="connsiteX2" fmla="*/ 1104900 w 2076450"/>
                <a:gd name="connsiteY2" fmla="*/ 107 h 560371"/>
                <a:gd name="connsiteX3" fmla="*/ 1511300 w 2076450"/>
                <a:gd name="connsiteY3" fmla="*/ 508107 h 560371"/>
                <a:gd name="connsiteX4" fmla="*/ 2076450 w 2076450"/>
                <a:gd name="connsiteY4" fmla="*/ 552557 h 560371"/>
                <a:gd name="connsiteX0" fmla="*/ 0 w 2076450"/>
                <a:gd name="connsiteY0" fmla="*/ 552460 h 552460"/>
                <a:gd name="connsiteX1" fmla="*/ 635000 w 2076450"/>
                <a:gd name="connsiteY1" fmla="*/ 463560 h 552460"/>
                <a:gd name="connsiteX2" fmla="*/ 1104900 w 2076450"/>
                <a:gd name="connsiteY2" fmla="*/ 10 h 552460"/>
                <a:gd name="connsiteX3" fmla="*/ 1466850 w 2076450"/>
                <a:gd name="connsiteY3" fmla="*/ 450860 h 552460"/>
                <a:gd name="connsiteX4" fmla="*/ 2076450 w 2076450"/>
                <a:gd name="connsiteY4" fmla="*/ 552460 h 552460"/>
                <a:gd name="connsiteX0" fmla="*/ 0 w 2076450"/>
                <a:gd name="connsiteY0" fmla="*/ 552460 h 553694"/>
                <a:gd name="connsiteX1" fmla="*/ 635000 w 2076450"/>
                <a:gd name="connsiteY1" fmla="*/ 463560 h 553694"/>
                <a:gd name="connsiteX2" fmla="*/ 1104900 w 2076450"/>
                <a:gd name="connsiteY2" fmla="*/ 10 h 553694"/>
                <a:gd name="connsiteX3" fmla="*/ 1466850 w 2076450"/>
                <a:gd name="connsiteY3" fmla="*/ 450860 h 553694"/>
                <a:gd name="connsiteX4" fmla="*/ 2076450 w 2076450"/>
                <a:gd name="connsiteY4" fmla="*/ 552460 h 553694"/>
                <a:gd name="connsiteX0" fmla="*/ 0 w 2076450"/>
                <a:gd name="connsiteY0" fmla="*/ 552453 h 555210"/>
                <a:gd name="connsiteX1" fmla="*/ 635000 w 2076450"/>
                <a:gd name="connsiteY1" fmla="*/ 463553 h 555210"/>
                <a:gd name="connsiteX2" fmla="*/ 1104900 w 2076450"/>
                <a:gd name="connsiteY2" fmla="*/ 3 h 555210"/>
                <a:gd name="connsiteX3" fmla="*/ 1498600 w 2076450"/>
                <a:gd name="connsiteY3" fmla="*/ 469903 h 555210"/>
                <a:gd name="connsiteX4" fmla="*/ 2076450 w 2076450"/>
                <a:gd name="connsiteY4" fmla="*/ 552453 h 555210"/>
                <a:gd name="connsiteX0" fmla="*/ 0 w 2076450"/>
                <a:gd name="connsiteY0" fmla="*/ 552510 h 553235"/>
                <a:gd name="connsiteX1" fmla="*/ 635000 w 2076450"/>
                <a:gd name="connsiteY1" fmla="*/ 463610 h 553235"/>
                <a:gd name="connsiteX2" fmla="*/ 1104900 w 2076450"/>
                <a:gd name="connsiteY2" fmla="*/ 60 h 553235"/>
                <a:gd name="connsiteX3" fmla="*/ 1479550 w 2076450"/>
                <a:gd name="connsiteY3" fmla="*/ 431860 h 553235"/>
                <a:gd name="connsiteX4" fmla="*/ 2076450 w 2076450"/>
                <a:gd name="connsiteY4" fmla="*/ 552510 h 553235"/>
                <a:gd name="connsiteX0" fmla="*/ 0 w 2076450"/>
                <a:gd name="connsiteY0" fmla="*/ 552510 h 553991"/>
                <a:gd name="connsiteX1" fmla="*/ 635000 w 2076450"/>
                <a:gd name="connsiteY1" fmla="*/ 463610 h 553991"/>
                <a:gd name="connsiteX2" fmla="*/ 1104900 w 2076450"/>
                <a:gd name="connsiteY2" fmla="*/ 60 h 553991"/>
                <a:gd name="connsiteX3" fmla="*/ 1479550 w 2076450"/>
                <a:gd name="connsiteY3" fmla="*/ 431860 h 553991"/>
                <a:gd name="connsiteX4" fmla="*/ 2076450 w 2076450"/>
                <a:gd name="connsiteY4" fmla="*/ 552510 h 553991"/>
                <a:gd name="connsiteX0" fmla="*/ 0 w 2076450"/>
                <a:gd name="connsiteY0" fmla="*/ 552514 h 553995"/>
                <a:gd name="connsiteX1" fmla="*/ 635000 w 2076450"/>
                <a:gd name="connsiteY1" fmla="*/ 463614 h 553995"/>
                <a:gd name="connsiteX2" fmla="*/ 1104900 w 2076450"/>
                <a:gd name="connsiteY2" fmla="*/ 64 h 553995"/>
                <a:gd name="connsiteX3" fmla="*/ 1479550 w 2076450"/>
                <a:gd name="connsiteY3" fmla="*/ 431864 h 553995"/>
                <a:gd name="connsiteX4" fmla="*/ 2076450 w 2076450"/>
                <a:gd name="connsiteY4" fmla="*/ 552514 h 553995"/>
                <a:gd name="connsiteX0" fmla="*/ 0 w 2076450"/>
                <a:gd name="connsiteY0" fmla="*/ 552453 h 553934"/>
                <a:gd name="connsiteX1" fmla="*/ 635000 w 2076450"/>
                <a:gd name="connsiteY1" fmla="*/ 463553 h 553934"/>
                <a:gd name="connsiteX2" fmla="*/ 1104900 w 2076450"/>
                <a:gd name="connsiteY2" fmla="*/ 3 h 553934"/>
                <a:gd name="connsiteX3" fmla="*/ 1479550 w 2076450"/>
                <a:gd name="connsiteY3" fmla="*/ 431803 h 553934"/>
                <a:gd name="connsiteX4" fmla="*/ 2076450 w 2076450"/>
                <a:gd name="connsiteY4" fmla="*/ 552453 h 553934"/>
                <a:gd name="connsiteX0" fmla="*/ 0 w 2076450"/>
                <a:gd name="connsiteY0" fmla="*/ 552453 h 556896"/>
                <a:gd name="connsiteX1" fmla="*/ 635000 w 2076450"/>
                <a:gd name="connsiteY1" fmla="*/ 463553 h 556896"/>
                <a:gd name="connsiteX2" fmla="*/ 1104900 w 2076450"/>
                <a:gd name="connsiteY2" fmla="*/ 3 h 556896"/>
                <a:gd name="connsiteX3" fmla="*/ 1498600 w 2076450"/>
                <a:gd name="connsiteY3" fmla="*/ 457203 h 556896"/>
                <a:gd name="connsiteX4" fmla="*/ 2076450 w 2076450"/>
                <a:gd name="connsiteY4" fmla="*/ 552453 h 556896"/>
                <a:gd name="connsiteX0" fmla="*/ 0 w 2076450"/>
                <a:gd name="connsiteY0" fmla="*/ 552453 h 554014"/>
                <a:gd name="connsiteX1" fmla="*/ 635000 w 2076450"/>
                <a:gd name="connsiteY1" fmla="*/ 463553 h 554014"/>
                <a:gd name="connsiteX2" fmla="*/ 1098550 w 2076450"/>
                <a:gd name="connsiteY2" fmla="*/ 3 h 554014"/>
                <a:gd name="connsiteX3" fmla="*/ 1498600 w 2076450"/>
                <a:gd name="connsiteY3" fmla="*/ 457203 h 554014"/>
                <a:gd name="connsiteX4" fmla="*/ 2076450 w 2076450"/>
                <a:gd name="connsiteY4" fmla="*/ 552453 h 554014"/>
                <a:gd name="connsiteX0" fmla="*/ 0 w 2076450"/>
                <a:gd name="connsiteY0" fmla="*/ 552459 h 553693"/>
                <a:gd name="connsiteX1" fmla="*/ 635000 w 2076450"/>
                <a:gd name="connsiteY1" fmla="*/ 463559 h 553693"/>
                <a:gd name="connsiteX2" fmla="*/ 1098550 w 2076450"/>
                <a:gd name="connsiteY2" fmla="*/ 9 h 553693"/>
                <a:gd name="connsiteX3" fmla="*/ 1485900 w 2076450"/>
                <a:gd name="connsiteY3" fmla="*/ 450859 h 553693"/>
                <a:gd name="connsiteX4" fmla="*/ 2076450 w 2076450"/>
                <a:gd name="connsiteY4" fmla="*/ 552459 h 553693"/>
                <a:gd name="connsiteX0" fmla="*/ 0 w 2076450"/>
                <a:gd name="connsiteY0" fmla="*/ 552459 h 556763"/>
                <a:gd name="connsiteX1" fmla="*/ 635000 w 2076450"/>
                <a:gd name="connsiteY1" fmla="*/ 463559 h 556763"/>
                <a:gd name="connsiteX2" fmla="*/ 1098550 w 2076450"/>
                <a:gd name="connsiteY2" fmla="*/ 9 h 556763"/>
                <a:gd name="connsiteX3" fmla="*/ 1485900 w 2076450"/>
                <a:gd name="connsiteY3" fmla="*/ 450859 h 556763"/>
                <a:gd name="connsiteX4" fmla="*/ 2076450 w 2076450"/>
                <a:gd name="connsiteY4" fmla="*/ 555634 h 556763"/>
                <a:gd name="connsiteX0" fmla="*/ 0 w 2076450"/>
                <a:gd name="connsiteY0" fmla="*/ 552459 h 556011"/>
                <a:gd name="connsiteX1" fmla="*/ 635000 w 2076450"/>
                <a:gd name="connsiteY1" fmla="*/ 463559 h 556011"/>
                <a:gd name="connsiteX2" fmla="*/ 1098550 w 2076450"/>
                <a:gd name="connsiteY2" fmla="*/ 9 h 556011"/>
                <a:gd name="connsiteX3" fmla="*/ 1485900 w 2076450"/>
                <a:gd name="connsiteY3" fmla="*/ 450859 h 556011"/>
                <a:gd name="connsiteX4" fmla="*/ 2076450 w 2076450"/>
                <a:gd name="connsiteY4" fmla="*/ 555634 h 556011"/>
                <a:gd name="connsiteX0" fmla="*/ 0 w 1952625"/>
                <a:gd name="connsiteY0" fmla="*/ 555634 h 556011"/>
                <a:gd name="connsiteX1" fmla="*/ 511175 w 1952625"/>
                <a:gd name="connsiteY1" fmla="*/ 463559 h 556011"/>
                <a:gd name="connsiteX2" fmla="*/ 974725 w 1952625"/>
                <a:gd name="connsiteY2" fmla="*/ 9 h 556011"/>
                <a:gd name="connsiteX3" fmla="*/ 1362075 w 1952625"/>
                <a:gd name="connsiteY3" fmla="*/ 450859 h 556011"/>
                <a:gd name="connsiteX4" fmla="*/ 1952625 w 1952625"/>
                <a:gd name="connsiteY4" fmla="*/ 555634 h 556011"/>
                <a:gd name="connsiteX0" fmla="*/ 0 w 1952625"/>
                <a:gd name="connsiteY0" fmla="*/ 555634 h 556011"/>
                <a:gd name="connsiteX1" fmla="*/ 511175 w 1952625"/>
                <a:gd name="connsiteY1" fmla="*/ 463559 h 556011"/>
                <a:gd name="connsiteX2" fmla="*/ 974725 w 1952625"/>
                <a:gd name="connsiteY2" fmla="*/ 9 h 556011"/>
                <a:gd name="connsiteX3" fmla="*/ 1362075 w 1952625"/>
                <a:gd name="connsiteY3" fmla="*/ 450859 h 556011"/>
                <a:gd name="connsiteX4" fmla="*/ 1952625 w 1952625"/>
                <a:gd name="connsiteY4" fmla="*/ 555634 h 556011"/>
                <a:gd name="connsiteX0" fmla="*/ 0 w 1952625"/>
                <a:gd name="connsiteY0" fmla="*/ 555626 h 556003"/>
                <a:gd name="connsiteX1" fmla="*/ 492125 w 1952625"/>
                <a:gd name="connsiteY1" fmla="*/ 454026 h 556003"/>
                <a:gd name="connsiteX2" fmla="*/ 974725 w 1952625"/>
                <a:gd name="connsiteY2" fmla="*/ 1 h 556003"/>
                <a:gd name="connsiteX3" fmla="*/ 1362075 w 1952625"/>
                <a:gd name="connsiteY3" fmla="*/ 450851 h 556003"/>
                <a:gd name="connsiteX4" fmla="*/ 1952625 w 1952625"/>
                <a:gd name="connsiteY4" fmla="*/ 555626 h 556003"/>
                <a:gd name="connsiteX0" fmla="*/ 0 w 1952625"/>
                <a:gd name="connsiteY0" fmla="*/ 555627 h 555957"/>
                <a:gd name="connsiteX1" fmla="*/ 492125 w 1952625"/>
                <a:gd name="connsiteY1" fmla="*/ 454027 h 555957"/>
                <a:gd name="connsiteX2" fmla="*/ 974725 w 1952625"/>
                <a:gd name="connsiteY2" fmla="*/ 2 h 555957"/>
                <a:gd name="connsiteX3" fmla="*/ 1454150 w 1952625"/>
                <a:gd name="connsiteY3" fmla="*/ 447677 h 555957"/>
                <a:gd name="connsiteX4" fmla="*/ 1952625 w 1952625"/>
                <a:gd name="connsiteY4" fmla="*/ 555627 h 555957"/>
                <a:gd name="connsiteX0" fmla="*/ 0 w 1952625"/>
                <a:gd name="connsiteY0" fmla="*/ 555627 h 556133"/>
                <a:gd name="connsiteX1" fmla="*/ 492125 w 1952625"/>
                <a:gd name="connsiteY1" fmla="*/ 454027 h 556133"/>
                <a:gd name="connsiteX2" fmla="*/ 974725 w 1952625"/>
                <a:gd name="connsiteY2" fmla="*/ 2 h 556133"/>
                <a:gd name="connsiteX3" fmla="*/ 1454150 w 1952625"/>
                <a:gd name="connsiteY3" fmla="*/ 447677 h 556133"/>
                <a:gd name="connsiteX4" fmla="*/ 1952625 w 1952625"/>
                <a:gd name="connsiteY4" fmla="*/ 555627 h 556133"/>
                <a:gd name="connsiteX0" fmla="*/ 0 w 1952625"/>
                <a:gd name="connsiteY0" fmla="*/ 555627 h 556194"/>
                <a:gd name="connsiteX1" fmla="*/ 492125 w 1952625"/>
                <a:gd name="connsiteY1" fmla="*/ 454027 h 556194"/>
                <a:gd name="connsiteX2" fmla="*/ 974725 w 1952625"/>
                <a:gd name="connsiteY2" fmla="*/ 2 h 556194"/>
                <a:gd name="connsiteX3" fmla="*/ 1454150 w 1952625"/>
                <a:gd name="connsiteY3" fmla="*/ 447677 h 556194"/>
                <a:gd name="connsiteX4" fmla="*/ 1952625 w 1952625"/>
                <a:gd name="connsiteY4" fmla="*/ 555627 h 5561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52625" h="556194">
                  <a:moveTo>
                    <a:pt x="0" y="555627"/>
                  </a:moveTo>
                  <a:cubicBezTo>
                    <a:pt x="238125" y="557214"/>
                    <a:pt x="259821" y="562506"/>
                    <a:pt x="492125" y="454027"/>
                  </a:cubicBezTo>
                  <a:cubicBezTo>
                    <a:pt x="724429" y="345548"/>
                    <a:pt x="814388" y="1060"/>
                    <a:pt x="974725" y="2"/>
                  </a:cubicBezTo>
                  <a:cubicBezTo>
                    <a:pt x="1135062" y="-1056"/>
                    <a:pt x="1218142" y="345548"/>
                    <a:pt x="1454150" y="447677"/>
                  </a:cubicBezTo>
                  <a:cubicBezTo>
                    <a:pt x="1690158" y="549806"/>
                    <a:pt x="1711325" y="558802"/>
                    <a:pt x="1952625" y="555627"/>
                  </a:cubicBezTo>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7" name="任意形状 26">
              <a:extLst>
                <a:ext uri="{FF2B5EF4-FFF2-40B4-BE49-F238E27FC236}">
                  <a16:creationId xmlns:a16="http://schemas.microsoft.com/office/drawing/2014/main" id="{5560AA67-2260-2B5E-C102-AF5F9083B802}"/>
                </a:ext>
              </a:extLst>
            </p:cNvPr>
            <p:cNvSpPr/>
            <p:nvPr/>
          </p:nvSpPr>
          <p:spPr>
            <a:xfrm>
              <a:off x="3392497" y="4254499"/>
              <a:ext cx="1278643" cy="364214"/>
            </a:xfrm>
            <a:custGeom>
              <a:avLst/>
              <a:gdLst>
                <a:gd name="connsiteX0" fmla="*/ 0 w 2076450"/>
                <a:gd name="connsiteY0" fmla="*/ 514352 h 563845"/>
                <a:gd name="connsiteX1" fmla="*/ 584200 w 2076450"/>
                <a:gd name="connsiteY1" fmla="*/ 514352 h 563845"/>
                <a:gd name="connsiteX2" fmla="*/ 1104900 w 2076450"/>
                <a:gd name="connsiteY2" fmla="*/ 2 h 563845"/>
                <a:gd name="connsiteX3" fmla="*/ 1511300 w 2076450"/>
                <a:gd name="connsiteY3" fmla="*/ 508002 h 563845"/>
                <a:gd name="connsiteX4" fmla="*/ 2076450 w 2076450"/>
                <a:gd name="connsiteY4" fmla="*/ 552452 h 563845"/>
                <a:gd name="connsiteX0" fmla="*/ 0 w 2076450"/>
                <a:gd name="connsiteY0" fmla="*/ 552452 h 584518"/>
                <a:gd name="connsiteX1" fmla="*/ 584200 w 2076450"/>
                <a:gd name="connsiteY1" fmla="*/ 514352 h 584518"/>
                <a:gd name="connsiteX2" fmla="*/ 1104900 w 2076450"/>
                <a:gd name="connsiteY2" fmla="*/ 2 h 584518"/>
                <a:gd name="connsiteX3" fmla="*/ 1511300 w 2076450"/>
                <a:gd name="connsiteY3" fmla="*/ 508002 h 584518"/>
                <a:gd name="connsiteX4" fmla="*/ 2076450 w 2076450"/>
                <a:gd name="connsiteY4" fmla="*/ 552452 h 584518"/>
                <a:gd name="connsiteX0" fmla="*/ 0 w 2076450"/>
                <a:gd name="connsiteY0" fmla="*/ 552452 h 567630"/>
                <a:gd name="connsiteX1" fmla="*/ 584200 w 2076450"/>
                <a:gd name="connsiteY1" fmla="*/ 514352 h 567630"/>
                <a:gd name="connsiteX2" fmla="*/ 1104900 w 2076450"/>
                <a:gd name="connsiteY2" fmla="*/ 2 h 567630"/>
                <a:gd name="connsiteX3" fmla="*/ 1511300 w 2076450"/>
                <a:gd name="connsiteY3" fmla="*/ 508002 h 567630"/>
                <a:gd name="connsiteX4" fmla="*/ 2076450 w 2076450"/>
                <a:gd name="connsiteY4" fmla="*/ 552452 h 567630"/>
                <a:gd name="connsiteX0" fmla="*/ 0 w 2076450"/>
                <a:gd name="connsiteY0" fmla="*/ 552557 h 560371"/>
                <a:gd name="connsiteX1" fmla="*/ 635000 w 2076450"/>
                <a:gd name="connsiteY1" fmla="*/ 463657 h 560371"/>
                <a:gd name="connsiteX2" fmla="*/ 1104900 w 2076450"/>
                <a:gd name="connsiteY2" fmla="*/ 107 h 560371"/>
                <a:gd name="connsiteX3" fmla="*/ 1511300 w 2076450"/>
                <a:gd name="connsiteY3" fmla="*/ 508107 h 560371"/>
                <a:gd name="connsiteX4" fmla="*/ 2076450 w 2076450"/>
                <a:gd name="connsiteY4" fmla="*/ 552557 h 560371"/>
                <a:gd name="connsiteX0" fmla="*/ 0 w 2076450"/>
                <a:gd name="connsiteY0" fmla="*/ 552460 h 552460"/>
                <a:gd name="connsiteX1" fmla="*/ 635000 w 2076450"/>
                <a:gd name="connsiteY1" fmla="*/ 463560 h 552460"/>
                <a:gd name="connsiteX2" fmla="*/ 1104900 w 2076450"/>
                <a:gd name="connsiteY2" fmla="*/ 10 h 552460"/>
                <a:gd name="connsiteX3" fmla="*/ 1466850 w 2076450"/>
                <a:gd name="connsiteY3" fmla="*/ 450860 h 552460"/>
                <a:gd name="connsiteX4" fmla="*/ 2076450 w 2076450"/>
                <a:gd name="connsiteY4" fmla="*/ 552460 h 552460"/>
                <a:gd name="connsiteX0" fmla="*/ 0 w 2076450"/>
                <a:gd name="connsiteY0" fmla="*/ 552460 h 553694"/>
                <a:gd name="connsiteX1" fmla="*/ 635000 w 2076450"/>
                <a:gd name="connsiteY1" fmla="*/ 463560 h 553694"/>
                <a:gd name="connsiteX2" fmla="*/ 1104900 w 2076450"/>
                <a:gd name="connsiteY2" fmla="*/ 10 h 553694"/>
                <a:gd name="connsiteX3" fmla="*/ 1466850 w 2076450"/>
                <a:gd name="connsiteY3" fmla="*/ 450860 h 553694"/>
                <a:gd name="connsiteX4" fmla="*/ 2076450 w 2076450"/>
                <a:gd name="connsiteY4" fmla="*/ 552460 h 553694"/>
                <a:gd name="connsiteX0" fmla="*/ 0 w 2076450"/>
                <a:gd name="connsiteY0" fmla="*/ 552453 h 555210"/>
                <a:gd name="connsiteX1" fmla="*/ 635000 w 2076450"/>
                <a:gd name="connsiteY1" fmla="*/ 463553 h 555210"/>
                <a:gd name="connsiteX2" fmla="*/ 1104900 w 2076450"/>
                <a:gd name="connsiteY2" fmla="*/ 3 h 555210"/>
                <a:gd name="connsiteX3" fmla="*/ 1498600 w 2076450"/>
                <a:gd name="connsiteY3" fmla="*/ 469903 h 555210"/>
                <a:gd name="connsiteX4" fmla="*/ 2076450 w 2076450"/>
                <a:gd name="connsiteY4" fmla="*/ 552453 h 555210"/>
                <a:gd name="connsiteX0" fmla="*/ 0 w 2076450"/>
                <a:gd name="connsiteY0" fmla="*/ 552510 h 553235"/>
                <a:gd name="connsiteX1" fmla="*/ 635000 w 2076450"/>
                <a:gd name="connsiteY1" fmla="*/ 463610 h 553235"/>
                <a:gd name="connsiteX2" fmla="*/ 1104900 w 2076450"/>
                <a:gd name="connsiteY2" fmla="*/ 60 h 553235"/>
                <a:gd name="connsiteX3" fmla="*/ 1479550 w 2076450"/>
                <a:gd name="connsiteY3" fmla="*/ 431860 h 553235"/>
                <a:gd name="connsiteX4" fmla="*/ 2076450 w 2076450"/>
                <a:gd name="connsiteY4" fmla="*/ 552510 h 553235"/>
                <a:gd name="connsiteX0" fmla="*/ 0 w 2076450"/>
                <a:gd name="connsiteY0" fmla="*/ 552510 h 553991"/>
                <a:gd name="connsiteX1" fmla="*/ 635000 w 2076450"/>
                <a:gd name="connsiteY1" fmla="*/ 463610 h 553991"/>
                <a:gd name="connsiteX2" fmla="*/ 1104900 w 2076450"/>
                <a:gd name="connsiteY2" fmla="*/ 60 h 553991"/>
                <a:gd name="connsiteX3" fmla="*/ 1479550 w 2076450"/>
                <a:gd name="connsiteY3" fmla="*/ 431860 h 553991"/>
                <a:gd name="connsiteX4" fmla="*/ 2076450 w 2076450"/>
                <a:gd name="connsiteY4" fmla="*/ 552510 h 553991"/>
                <a:gd name="connsiteX0" fmla="*/ 0 w 2076450"/>
                <a:gd name="connsiteY0" fmla="*/ 552514 h 553995"/>
                <a:gd name="connsiteX1" fmla="*/ 635000 w 2076450"/>
                <a:gd name="connsiteY1" fmla="*/ 463614 h 553995"/>
                <a:gd name="connsiteX2" fmla="*/ 1104900 w 2076450"/>
                <a:gd name="connsiteY2" fmla="*/ 64 h 553995"/>
                <a:gd name="connsiteX3" fmla="*/ 1479550 w 2076450"/>
                <a:gd name="connsiteY3" fmla="*/ 431864 h 553995"/>
                <a:gd name="connsiteX4" fmla="*/ 2076450 w 2076450"/>
                <a:gd name="connsiteY4" fmla="*/ 552514 h 553995"/>
                <a:gd name="connsiteX0" fmla="*/ 0 w 2076450"/>
                <a:gd name="connsiteY0" fmla="*/ 552453 h 553934"/>
                <a:gd name="connsiteX1" fmla="*/ 635000 w 2076450"/>
                <a:gd name="connsiteY1" fmla="*/ 463553 h 553934"/>
                <a:gd name="connsiteX2" fmla="*/ 1104900 w 2076450"/>
                <a:gd name="connsiteY2" fmla="*/ 3 h 553934"/>
                <a:gd name="connsiteX3" fmla="*/ 1479550 w 2076450"/>
                <a:gd name="connsiteY3" fmla="*/ 431803 h 553934"/>
                <a:gd name="connsiteX4" fmla="*/ 2076450 w 2076450"/>
                <a:gd name="connsiteY4" fmla="*/ 552453 h 553934"/>
                <a:gd name="connsiteX0" fmla="*/ 0 w 2076450"/>
                <a:gd name="connsiteY0" fmla="*/ 552453 h 556896"/>
                <a:gd name="connsiteX1" fmla="*/ 635000 w 2076450"/>
                <a:gd name="connsiteY1" fmla="*/ 463553 h 556896"/>
                <a:gd name="connsiteX2" fmla="*/ 1104900 w 2076450"/>
                <a:gd name="connsiteY2" fmla="*/ 3 h 556896"/>
                <a:gd name="connsiteX3" fmla="*/ 1498600 w 2076450"/>
                <a:gd name="connsiteY3" fmla="*/ 457203 h 556896"/>
                <a:gd name="connsiteX4" fmla="*/ 2076450 w 2076450"/>
                <a:gd name="connsiteY4" fmla="*/ 552453 h 556896"/>
                <a:gd name="connsiteX0" fmla="*/ 0 w 2076450"/>
                <a:gd name="connsiteY0" fmla="*/ 552453 h 554014"/>
                <a:gd name="connsiteX1" fmla="*/ 635000 w 2076450"/>
                <a:gd name="connsiteY1" fmla="*/ 463553 h 554014"/>
                <a:gd name="connsiteX2" fmla="*/ 1098550 w 2076450"/>
                <a:gd name="connsiteY2" fmla="*/ 3 h 554014"/>
                <a:gd name="connsiteX3" fmla="*/ 1498600 w 2076450"/>
                <a:gd name="connsiteY3" fmla="*/ 457203 h 554014"/>
                <a:gd name="connsiteX4" fmla="*/ 2076450 w 2076450"/>
                <a:gd name="connsiteY4" fmla="*/ 552453 h 554014"/>
                <a:gd name="connsiteX0" fmla="*/ 0 w 2076450"/>
                <a:gd name="connsiteY0" fmla="*/ 552459 h 553693"/>
                <a:gd name="connsiteX1" fmla="*/ 635000 w 2076450"/>
                <a:gd name="connsiteY1" fmla="*/ 463559 h 553693"/>
                <a:gd name="connsiteX2" fmla="*/ 1098550 w 2076450"/>
                <a:gd name="connsiteY2" fmla="*/ 9 h 553693"/>
                <a:gd name="connsiteX3" fmla="*/ 1485900 w 2076450"/>
                <a:gd name="connsiteY3" fmla="*/ 450859 h 553693"/>
                <a:gd name="connsiteX4" fmla="*/ 2076450 w 2076450"/>
                <a:gd name="connsiteY4" fmla="*/ 552459 h 553693"/>
                <a:gd name="connsiteX0" fmla="*/ 0 w 2076450"/>
                <a:gd name="connsiteY0" fmla="*/ 552459 h 556763"/>
                <a:gd name="connsiteX1" fmla="*/ 635000 w 2076450"/>
                <a:gd name="connsiteY1" fmla="*/ 463559 h 556763"/>
                <a:gd name="connsiteX2" fmla="*/ 1098550 w 2076450"/>
                <a:gd name="connsiteY2" fmla="*/ 9 h 556763"/>
                <a:gd name="connsiteX3" fmla="*/ 1485900 w 2076450"/>
                <a:gd name="connsiteY3" fmla="*/ 450859 h 556763"/>
                <a:gd name="connsiteX4" fmla="*/ 2076450 w 2076450"/>
                <a:gd name="connsiteY4" fmla="*/ 555634 h 556763"/>
                <a:gd name="connsiteX0" fmla="*/ 0 w 2076450"/>
                <a:gd name="connsiteY0" fmla="*/ 552459 h 556011"/>
                <a:gd name="connsiteX1" fmla="*/ 635000 w 2076450"/>
                <a:gd name="connsiteY1" fmla="*/ 463559 h 556011"/>
                <a:gd name="connsiteX2" fmla="*/ 1098550 w 2076450"/>
                <a:gd name="connsiteY2" fmla="*/ 9 h 556011"/>
                <a:gd name="connsiteX3" fmla="*/ 1485900 w 2076450"/>
                <a:gd name="connsiteY3" fmla="*/ 450859 h 556011"/>
                <a:gd name="connsiteX4" fmla="*/ 2076450 w 2076450"/>
                <a:gd name="connsiteY4" fmla="*/ 555634 h 556011"/>
                <a:gd name="connsiteX0" fmla="*/ 0 w 1952625"/>
                <a:gd name="connsiteY0" fmla="*/ 555634 h 556011"/>
                <a:gd name="connsiteX1" fmla="*/ 511175 w 1952625"/>
                <a:gd name="connsiteY1" fmla="*/ 463559 h 556011"/>
                <a:gd name="connsiteX2" fmla="*/ 974725 w 1952625"/>
                <a:gd name="connsiteY2" fmla="*/ 9 h 556011"/>
                <a:gd name="connsiteX3" fmla="*/ 1362075 w 1952625"/>
                <a:gd name="connsiteY3" fmla="*/ 450859 h 556011"/>
                <a:gd name="connsiteX4" fmla="*/ 1952625 w 1952625"/>
                <a:gd name="connsiteY4" fmla="*/ 555634 h 556011"/>
                <a:gd name="connsiteX0" fmla="*/ 0 w 1952625"/>
                <a:gd name="connsiteY0" fmla="*/ 555634 h 556011"/>
                <a:gd name="connsiteX1" fmla="*/ 511175 w 1952625"/>
                <a:gd name="connsiteY1" fmla="*/ 463559 h 556011"/>
                <a:gd name="connsiteX2" fmla="*/ 974725 w 1952625"/>
                <a:gd name="connsiteY2" fmla="*/ 9 h 556011"/>
                <a:gd name="connsiteX3" fmla="*/ 1362075 w 1952625"/>
                <a:gd name="connsiteY3" fmla="*/ 450859 h 556011"/>
                <a:gd name="connsiteX4" fmla="*/ 1952625 w 1952625"/>
                <a:gd name="connsiteY4" fmla="*/ 555634 h 556011"/>
                <a:gd name="connsiteX0" fmla="*/ 0 w 1952625"/>
                <a:gd name="connsiteY0" fmla="*/ 555626 h 556003"/>
                <a:gd name="connsiteX1" fmla="*/ 492125 w 1952625"/>
                <a:gd name="connsiteY1" fmla="*/ 454026 h 556003"/>
                <a:gd name="connsiteX2" fmla="*/ 974725 w 1952625"/>
                <a:gd name="connsiteY2" fmla="*/ 1 h 556003"/>
                <a:gd name="connsiteX3" fmla="*/ 1362075 w 1952625"/>
                <a:gd name="connsiteY3" fmla="*/ 450851 h 556003"/>
                <a:gd name="connsiteX4" fmla="*/ 1952625 w 1952625"/>
                <a:gd name="connsiteY4" fmla="*/ 555626 h 556003"/>
                <a:gd name="connsiteX0" fmla="*/ 0 w 1952625"/>
                <a:gd name="connsiteY0" fmla="*/ 555627 h 555957"/>
                <a:gd name="connsiteX1" fmla="*/ 492125 w 1952625"/>
                <a:gd name="connsiteY1" fmla="*/ 454027 h 555957"/>
                <a:gd name="connsiteX2" fmla="*/ 974725 w 1952625"/>
                <a:gd name="connsiteY2" fmla="*/ 2 h 555957"/>
                <a:gd name="connsiteX3" fmla="*/ 1454150 w 1952625"/>
                <a:gd name="connsiteY3" fmla="*/ 447677 h 555957"/>
                <a:gd name="connsiteX4" fmla="*/ 1952625 w 1952625"/>
                <a:gd name="connsiteY4" fmla="*/ 555627 h 555957"/>
                <a:gd name="connsiteX0" fmla="*/ 0 w 1952625"/>
                <a:gd name="connsiteY0" fmla="*/ 555627 h 556133"/>
                <a:gd name="connsiteX1" fmla="*/ 492125 w 1952625"/>
                <a:gd name="connsiteY1" fmla="*/ 454027 h 556133"/>
                <a:gd name="connsiteX2" fmla="*/ 974725 w 1952625"/>
                <a:gd name="connsiteY2" fmla="*/ 2 h 556133"/>
                <a:gd name="connsiteX3" fmla="*/ 1454150 w 1952625"/>
                <a:gd name="connsiteY3" fmla="*/ 447677 h 556133"/>
                <a:gd name="connsiteX4" fmla="*/ 1952625 w 1952625"/>
                <a:gd name="connsiteY4" fmla="*/ 555627 h 556133"/>
                <a:gd name="connsiteX0" fmla="*/ 0 w 1952625"/>
                <a:gd name="connsiteY0" fmla="*/ 555627 h 556194"/>
                <a:gd name="connsiteX1" fmla="*/ 492125 w 1952625"/>
                <a:gd name="connsiteY1" fmla="*/ 454027 h 556194"/>
                <a:gd name="connsiteX2" fmla="*/ 974725 w 1952625"/>
                <a:gd name="connsiteY2" fmla="*/ 2 h 556194"/>
                <a:gd name="connsiteX3" fmla="*/ 1454150 w 1952625"/>
                <a:gd name="connsiteY3" fmla="*/ 447677 h 556194"/>
                <a:gd name="connsiteX4" fmla="*/ 1952625 w 1952625"/>
                <a:gd name="connsiteY4" fmla="*/ 555627 h 5561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52625" h="556194">
                  <a:moveTo>
                    <a:pt x="0" y="555627"/>
                  </a:moveTo>
                  <a:cubicBezTo>
                    <a:pt x="238125" y="557214"/>
                    <a:pt x="259821" y="562506"/>
                    <a:pt x="492125" y="454027"/>
                  </a:cubicBezTo>
                  <a:cubicBezTo>
                    <a:pt x="724429" y="345548"/>
                    <a:pt x="814388" y="1060"/>
                    <a:pt x="974725" y="2"/>
                  </a:cubicBezTo>
                  <a:cubicBezTo>
                    <a:pt x="1135062" y="-1056"/>
                    <a:pt x="1218142" y="345548"/>
                    <a:pt x="1454150" y="447677"/>
                  </a:cubicBezTo>
                  <a:cubicBezTo>
                    <a:pt x="1690158" y="549806"/>
                    <a:pt x="1711325" y="558802"/>
                    <a:pt x="1952625" y="555627"/>
                  </a:cubicBezTo>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28" name="组合 27">
            <a:extLst>
              <a:ext uri="{FF2B5EF4-FFF2-40B4-BE49-F238E27FC236}">
                <a16:creationId xmlns:a16="http://schemas.microsoft.com/office/drawing/2014/main" id="{AEBC4302-B1D4-731D-9A56-C9E3A9AF2900}"/>
              </a:ext>
            </a:extLst>
          </p:cNvPr>
          <p:cNvGrpSpPr/>
          <p:nvPr/>
        </p:nvGrpSpPr>
        <p:grpSpPr>
          <a:xfrm>
            <a:off x="7387949" y="4348179"/>
            <a:ext cx="2115120" cy="270533"/>
            <a:chOff x="3392497" y="4254499"/>
            <a:chExt cx="1278644" cy="364214"/>
          </a:xfrm>
        </p:grpSpPr>
        <p:sp>
          <p:nvSpPr>
            <p:cNvPr id="29" name="任意形状 28">
              <a:extLst>
                <a:ext uri="{FF2B5EF4-FFF2-40B4-BE49-F238E27FC236}">
                  <a16:creationId xmlns:a16="http://schemas.microsoft.com/office/drawing/2014/main" id="{47671478-D1B1-1158-9E23-58605281FE6B}"/>
                </a:ext>
              </a:extLst>
            </p:cNvPr>
            <p:cNvSpPr/>
            <p:nvPr/>
          </p:nvSpPr>
          <p:spPr>
            <a:xfrm>
              <a:off x="3392498" y="4254499"/>
              <a:ext cx="1278643" cy="364214"/>
            </a:xfrm>
            <a:custGeom>
              <a:avLst/>
              <a:gdLst>
                <a:gd name="connsiteX0" fmla="*/ 0 w 2076450"/>
                <a:gd name="connsiteY0" fmla="*/ 514352 h 563845"/>
                <a:gd name="connsiteX1" fmla="*/ 584200 w 2076450"/>
                <a:gd name="connsiteY1" fmla="*/ 514352 h 563845"/>
                <a:gd name="connsiteX2" fmla="*/ 1104900 w 2076450"/>
                <a:gd name="connsiteY2" fmla="*/ 2 h 563845"/>
                <a:gd name="connsiteX3" fmla="*/ 1511300 w 2076450"/>
                <a:gd name="connsiteY3" fmla="*/ 508002 h 563845"/>
                <a:gd name="connsiteX4" fmla="*/ 2076450 w 2076450"/>
                <a:gd name="connsiteY4" fmla="*/ 552452 h 563845"/>
                <a:gd name="connsiteX0" fmla="*/ 0 w 2076450"/>
                <a:gd name="connsiteY0" fmla="*/ 552452 h 584518"/>
                <a:gd name="connsiteX1" fmla="*/ 584200 w 2076450"/>
                <a:gd name="connsiteY1" fmla="*/ 514352 h 584518"/>
                <a:gd name="connsiteX2" fmla="*/ 1104900 w 2076450"/>
                <a:gd name="connsiteY2" fmla="*/ 2 h 584518"/>
                <a:gd name="connsiteX3" fmla="*/ 1511300 w 2076450"/>
                <a:gd name="connsiteY3" fmla="*/ 508002 h 584518"/>
                <a:gd name="connsiteX4" fmla="*/ 2076450 w 2076450"/>
                <a:gd name="connsiteY4" fmla="*/ 552452 h 584518"/>
                <a:gd name="connsiteX0" fmla="*/ 0 w 2076450"/>
                <a:gd name="connsiteY0" fmla="*/ 552452 h 567630"/>
                <a:gd name="connsiteX1" fmla="*/ 584200 w 2076450"/>
                <a:gd name="connsiteY1" fmla="*/ 514352 h 567630"/>
                <a:gd name="connsiteX2" fmla="*/ 1104900 w 2076450"/>
                <a:gd name="connsiteY2" fmla="*/ 2 h 567630"/>
                <a:gd name="connsiteX3" fmla="*/ 1511300 w 2076450"/>
                <a:gd name="connsiteY3" fmla="*/ 508002 h 567630"/>
                <a:gd name="connsiteX4" fmla="*/ 2076450 w 2076450"/>
                <a:gd name="connsiteY4" fmla="*/ 552452 h 567630"/>
                <a:gd name="connsiteX0" fmla="*/ 0 w 2076450"/>
                <a:gd name="connsiteY0" fmla="*/ 552557 h 560371"/>
                <a:gd name="connsiteX1" fmla="*/ 635000 w 2076450"/>
                <a:gd name="connsiteY1" fmla="*/ 463657 h 560371"/>
                <a:gd name="connsiteX2" fmla="*/ 1104900 w 2076450"/>
                <a:gd name="connsiteY2" fmla="*/ 107 h 560371"/>
                <a:gd name="connsiteX3" fmla="*/ 1511300 w 2076450"/>
                <a:gd name="connsiteY3" fmla="*/ 508107 h 560371"/>
                <a:gd name="connsiteX4" fmla="*/ 2076450 w 2076450"/>
                <a:gd name="connsiteY4" fmla="*/ 552557 h 560371"/>
                <a:gd name="connsiteX0" fmla="*/ 0 w 2076450"/>
                <a:gd name="connsiteY0" fmla="*/ 552460 h 552460"/>
                <a:gd name="connsiteX1" fmla="*/ 635000 w 2076450"/>
                <a:gd name="connsiteY1" fmla="*/ 463560 h 552460"/>
                <a:gd name="connsiteX2" fmla="*/ 1104900 w 2076450"/>
                <a:gd name="connsiteY2" fmla="*/ 10 h 552460"/>
                <a:gd name="connsiteX3" fmla="*/ 1466850 w 2076450"/>
                <a:gd name="connsiteY3" fmla="*/ 450860 h 552460"/>
                <a:gd name="connsiteX4" fmla="*/ 2076450 w 2076450"/>
                <a:gd name="connsiteY4" fmla="*/ 552460 h 552460"/>
                <a:gd name="connsiteX0" fmla="*/ 0 w 2076450"/>
                <a:gd name="connsiteY0" fmla="*/ 552460 h 553694"/>
                <a:gd name="connsiteX1" fmla="*/ 635000 w 2076450"/>
                <a:gd name="connsiteY1" fmla="*/ 463560 h 553694"/>
                <a:gd name="connsiteX2" fmla="*/ 1104900 w 2076450"/>
                <a:gd name="connsiteY2" fmla="*/ 10 h 553694"/>
                <a:gd name="connsiteX3" fmla="*/ 1466850 w 2076450"/>
                <a:gd name="connsiteY3" fmla="*/ 450860 h 553694"/>
                <a:gd name="connsiteX4" fmla="*/ 2076450 w 2076450"/>
                <a:gd name="connsiteY4" fmla="*/ 552460 h 553694"/>
                <a:gd name="connsiteX0" fmla="*/ 0 w 2076450"/>
                <a:gd name="connsiteY0" fmla="*/ 552453 h 555210"/>
                <a:gd name="connsiteX1" fmla="*/ 635000 w 2076450"/>
                <a:gd name="connsiteY1" fmla="*/ 463553 h 555210"/>
                <a:gd name="connsiteX2" fmla="*/ 1104900 w 2076450"/>
                <a:gd name="connsiteY2" fmla="*/ 3 h 555210"/>
                <a:gd name="connsiteX3" fmla="*/ 1498600 w 2076450"/>
                <a:gd name="connsiteY3" fmla="*/ 469903 h 555210"/>
                <a:gd name="connsiteX4" fmla="*/ 2076450 w 2076450"/>
                <a:gd name="connsiteY4" fmla="*/ 552453 h 555210"/>
                <a:gd name="connsiteX0" fmla="*/ 0 w 2076450"/>
                <a:gd name="connsiteY0" fmla="*/ 552510 h 553235"/>
                <a:gd name="connsiteX1" fmla="*/ 635000 w 2076450"/>
                <a:gd name="connsiteY1" fmla="*/ 463610 h 553235"/>
                <a:gd name="connsiteX2" fmla="*/ 1104900 w 2076450"/>
                <a:gd name="connsiteY2" fmla="*/ 60 h 553235"/>
                <a:gd name="connsiteX3" fmla="*/ 1479550 w 2076450"/>
                <a:gd name="connsiteY3" fmla="*/ 431860 h 553235"/>
                <a:gd name="connsiteX4" fmla="*/ 2076450 w 2076450"/>
                <a:gd name="connsiteY4" fmla="*/ 552510 h 553235"/>
                <a:gd name="connsiteX0" fmla="*/ 0 w 2076450"/>
                <a:gd name="connsiteY0" fmla="*/ 552510 h 553991"/>
                <a:gd name="connsiteX1" fmla="*/ 635000 w 2076450"/>
                <a:gd name="connsiteY1" fmla="*/ 463610 h 553991"/>
                <a:gd name="connsiteX2" fmla="*/ 1104900 w 2076450"/>
                <a:gd name="connsiteY2" fmla="*/ 60 h 553991"/>
                <a:gd name="connsiteX3" fmla="*/ 1479550 w 2076450"/>
                <a:gd name="connsiteY3" fmla="*/ 431860 h 553991"/>
                <a:gd name="connsiteX4" fmla="*/ 2076450 w 2076450"/>
                <a:gd name="connsiteY4" fmla="*/ 552510 h 553991"/>
                <a:gd name="connsiteX0" fmla="*/ 0 w 2076450"/>
                <a:gd name="connsiteY0" fmla="*/ 552514 h 553995"/>
                <a:gd name="connsiteX1" fmla="*/ 635000 w 2076450"/>
                <a:gd name="connsiteY1" fmla="*/ 463614 h 553995"/>
                <a:gd name="connsiteX2" fmla="*/ 1104900 w 2076450"/>
                <a:gd name="connsiteY2" fmla="*/ 64 h 553995"/>
                <a:gd name="connsiteX3" fmla="*/ 1479550 w 2076450"/>
                <a:gd name="connsiteY3" fmla="*/ 431864 h 553995"/>
                <a:gd name="connsiteX4" fmla="*/ 2076450 w 2076450"/>
                <a:gd name="connsiteY4" fmla="*/ 552514 h 553995"/>
                <a:gd name="connsiteX0" fmla="*/ 0 w 2076450"/>
                <a:gd name="connsiteY0" fmla="*/ 552453 h 553934"/>
                <a:gd name="connsiteX1" fmla="*/ 635000 w 2076450"/>
                <a:gd name="connsiteY1" fmla="*/ 463553 h 553934"/>
                <a:gd name="connsiteX2" fmla="*/ 1104900 w 2076450"/>
                <a:gd name="connsiteY2" fmla="*/ 3 h 553934"/>
                <a:gd name="connsiteX3" fmla="*/ 1479550 w 2076450"/>
                <a:gd name="connsiteY3" fmla="*/ 431803 h 553934"/>
                <a:gd name="connsiteX4" fmla="*/ 2076450 w 2076450"/>
                <a:gd name="connsiteY4" fmla="*/ 552453 h 553934"/>
                <a:gd name="connsiteX0" fmla="*/ 0 w 2076450"/>
                <a:gd name="connsiteY0" fmla="*/ 552453 h 556896"/>
                <a:gd name="connsiteX1" fmla="*/ 635000 w 2076450"/>
                <a:gd name="connsiteY1" fmla="*/ 463553 h 556896"/>
                <a:gd name="connsiteX2" fmla="*/ 1104900 w 2076450"/>
                <a:gd name="connsiteY2" fmla="*/ 3 h 556896"/>
                <a:gd name="connsiteX3" fmla="*/ 1498600 w 2076450"/>
                <a:gd name="connsiteY3" fmla="*/ 457203 h 556896"/>
                <a:gd name="connsiteX4" fmla="*/ 2076450 w 2076450"/>
                <a:gd name="connsiteY4" fmla="*/ 552453 h 556896"/>
                <a:gd name="connsiteX0" fmla="*/ 0 w 2076450"/>
                <a:gd name="connsiteY0" fmla="*/ 552453 h 554014"/>
                <a:gd name="connsiteX1" fmla="*/ 635000 w 2076450"/>
                <a:gd name="connsiteY1" fmla="*/ 463553 h 554014"/>
                <a:gd name="connsiteX2" fmla="*/ 1098550 w 2076450"/>
                <a:gd name="connsiteY2" fmla="*/ 3 h 554014"/>
                <a:gd name="connsiteX3" fmla="*/ 1498600 w 2076450"/>
                <a:gd name="connsiteY3" fmla="*/ 457203 h 554014"/>
                <a:gd name="connsiteX4" fmla="*/ 2076450 w 2076450"/>
                <a:gd name="connsiteY4" fmla="*/ 552453 h 554014"/>
                <a:gd name="connsiteX0" fmla="*/ 0 w 2076450"/>
                <a:gd name="connsiteY0" fmla="*/ 552459 h 553693"/>
                <a:gd name="connsiteX1" fmla="*/ 635000 w 2076450"/>
                <a:gd name="connsiteY1" fmla="*/ 463559 h 553693"/>
                <a:gd name="connsiteX2" fmla="*/ 1098550 w 2076450"/>
                <a:gd name="connsiteY2" fmla="*/ 9 h 553693"/>
                <a:gd name="connsiteX3" fmla="*/ 1485900 w 2076450"/>
                <a:gd name="connsiteY3" fmla="*/ 450859 h 553693"/>
                <a:gd name="connsiteX4" fmla="*/ 2076450 w 2076450"/>
                <a:gd name="connsiteY4" fmla="*/ 552459 h 553693"/>
                <a:gd name="connsiteX0" fmla="*/ 0 w 2076450"/>
                <a:gd name="connsiteY0" fmla="*/ 552459 h 556763"/>
                <a:gd name="connsiteX1" fmla="*/ 635000 w 2076450"/>
                <a:gd name="connsiteY1" fmla="*/ 463559 h 556763"/>
                <a:gd name="connsiteX2" fmla="*/ 1098550 w 2076450"/>
                <a:gd name="connsiteY2" fmla="*/ 9 h 556763"/>
                <a:gd name="connsiteX3" fmla="*/ 1485900 w 2076450"/>
                <a:gd name="connsiteY3" fmla="*/ 450859 h 556763"/>
                <a:gd name="connsiteX4" fmla="*/ 2076450 w 2076450"/>
                <a:gd name="connsiteY4" fmla="*/ 555634 h 556763"/>
                <a:gd name="connsiteX0" fmla="*/ 0 w 2076450"/>
                <a:gd name="connsiteY0" fmla="*/ 552459 h 556011"/>
                <a:gd name="connsiteX1" fmla="*/ 635000 w 2076450"/>
                <a:gd name="connsiteY1" fmla="*/ 463559 h 556011"/>
                <a:gd name="connsiteX2" fmla="*/ 1098550 w 2076450"/>
                <a:gd name="connsiteY2" fmla="*/ 9 h 556011"/>
                <a:gd name="connsiteX3" fmla="*/ 1485900 w 2076450"/>
                <a:gd name="connsiteY3" fmla="*/ 450859 h 556011"/>
                <a:gd name="connsiteX4" fmla="*/ 2076450 w 2076450"/>
                <a:gd name="connsiteY4" fmla="*/ 555634 h 556011"/>
                <a:gd name="connsiteX0" fmla="*/ 0 w 1952625"/>
                <a:gd name="connsiteY0" fmla="*/ 555634 h 556011"/>
                <a:gd name="connsiteX1" fmla="*/ 511175 w 1952625"/>
                <a:gd name="connsiteY1" fmla="*/ 463559 h 556011"/>
                <a:gd name="connsiteX2" fmla="*/ 974725 w 1952625"/>
                <a:gd name="connsiteY2" fmla="*/ 9 h 556011"/>
                <a:gd name="connsiteX3" fmla="*/ 1362075 w 1952625"/>
                <a:gd name="connsiteY3" fmla="*/ 450859 h 556011"/>
                <a:gd name="connsiteX4" fmla="*/ 1952625 w 1952625"/>
                <a:gd name="connsiteY4" fmla="*/ 555634 h 556011"/>
                <a:gd name="connsiteX0" fmla="*/ 0 w 1952625"/>
                <a:gd name="connsiteY0" fmla="*/ 555634 h 556011"/>
                <a:gd name="connsiteX1" fmla="*/ 511175 w 1952625"/>
                <a:gd name="connsiteY1" fmla="*/ 463559 h 556011"/>
                <a:gd name="connsiteX2" fmla="*/ 974725 w 1952625"/>
                <a:gd name="connsiteY2" fmla="*/ 9 h 556011"/>
                <a:gd name="connsiteX3" fmla="*/ 1362075 w 1952625"/>
                <a:gd name="connsiteY3" fmla="*/ 450859 h 556011"/>
                <a:gd name="connsiteX4" fmla="*/ 1952625 w 1952625"/>
                <a:gd name="connsiteY4" fmla="*/ 555634 h 556011"/>
                <a:gd name="connsiteX0" fmla="*/ 0 w 1952625"/>
                <a:gd name="connsiteY0" fmla="*/ 555626 h 556003"/>
                <a:gd name="connsiteX1" fmla="*/ 492125 w 1952625"/>
                <a:gd name="connsiteY1" fmla="*/ 454026 h 556003"/>
                <a:gd name="connsiteX2" fmla="*/ 974725 w 1952625"/>
                <a:gd name="connsiteY2" fmla="*/ 1 h 556003"/>
                <a:gd name="connsiteX3" fmla="*/ 1362075 w 1952625"/>
                <a:gd name="connsiteY3" fmla="*/ 450851 h 556003"/>
                <a:gd name="connsiteX4" fmla="*/ 1952625 w 1952625"/>
                <a:gd name="connsiteY4" fmla="*/ 555626 h 556003"/>
                <a:gd name="connsiteX0" fmla="*/ 0 w 1952625"/>
                <a:gd name="connsiteY0" fmla="*/ 555627 h 555957"/>
                <a:gd name="connsiteX1" fmla="*/ 492125 w 1952625"/>
                <a:gd name="connsiteY1" fmla="*/ 454027 h 555957"/>
                <a:gd name="connsiteX2" fmla="*/ 974725 w 1952625"/>
                <a:gd name="connsiteY2" fmla="*/ 2 h 555957"/>
                <a:gd name="connsiteX3" fmla="*/ 1454150 w 1952625"/>
                <a:gd name="connsiteY3" fmla="*/ 447677 h 555957"/>
                <a:gd name="connsiteX4" fmla="*/ 1952625 w 1952625"/>
                <a:gd name="connsiteY4" fmla="*/ 555627 h 555957"/>
                <a:gd name="connsiteX0" fmla="*/ 0 w 1952625"/>
                <a:gd name="connsiteY0" fmla="*/ 555627 h 556133"/>
                <a:gd name="connsiteX1" fmla="*/ 492125 w 1952625"/>
                <a:gd name="connsiteY1" fmla="*/ 454027 h 556133"/>
                <a:gd name="connsiteX2" fmla="*/ 974725 w 1952625"/>
                <a:gd name="connsiteY2" fmla="*/ 2 h 556133"/>
                <a:gd name="connsiteX3" fmla="*/ 1454150 w 1952625"/>
                <a:gd name="connsiteY3" fmla="*/ 447677 h 556133"/>
                <a:gd name="connsiteX4" fmla="*/ 1952625 w 1952625"/>
                <a:gd name="connsiteY4" fmla="*/ 555627 h 556133"/>
                <a:gd name="connsiteX0" fmla="*/ 0 w 1952625"/>
                <a:gd name="connsiteY0" fmla="*/ 555627 h 556194"/>
                <a:gd name="connsiteX1" fmla="*/ 492125 w 1952625"/>
                <a:gd name="connsiteY1" fmla="*/ 454027 h 556194"/>
                <a:gd name="connsiteX2" fmla="*/ 974725 w 1952625"/>
                <a:gd name="connsiteY2" fmla="*/ 2 h 556194"/>
                <a:gd name="connsiteX3" fmla="*/ 1454150 w 1952625"/>
                <a:gd name="connsiteY3" fmla="*/ 447677 h 556194"/>
                <a:gd name="connsiteX4" fmla="*/ 1952625 w 1952625"/>
                <a:gd name="connsiteY4" fmla="*/ 555627 h 5561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52625" h="556194">
                  <a:moveTo>
                    <a:pt x="0" y="555627"/>
                  </a:moveTo>
                  <a:cubicBezTo>
                    <a:pt x="238125" y="557214"/>
                    <a:pt x="259821" y="562506"/>
                    <a:pt x="492125" y="454027"/>
                  </a:cubicBezTo>
                  <a:cubicBezTo>
                    <a:pt x="724429" y="345548"/>
                    <a:pt x="814388" y="1060"/>
                    <a:pt x="974725" y="2"/>
                  </a:cubicBezTo>
                  <a:cubicBezTo>
                    <a:pt x="1135062" y="-1056"/>
                    <a:pt x="1218142" y="345548"/>
                    <a:pt x="1454150" y="447677"/>
                  </a:cubicBezTo>
                  <a:cubicBezTo>
                    <a:pt x="1690158" y="549806"/>
                    <a:pt x="1711325" y="558802"/>
                    <a:pt x="1952625" y="555627"/>
                  </a:cubicBezTo>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 name="任意形状 29">
              <a:extLst>
                <a:ext uri="{FF2B5EF4-FFF2-40B4-BE49-F238E27FC236}">
                  <a16:creationId xmlns:a16="http://schemas.microsoft.com/office/drawing/2014/main" id="{E2B7FED3-3899-856B-57AC-18519F064759}"/>
                </a:ext>
              </a:extLst>
            </p:cNvPr>
            <p:cNvSpPr/>
            <p:nvPr/>
          </p:nvSpPr>
          <p:spPr>
            <a:xfrm>
              <a:off x="3392497" y="4254499"/>
              <a:ext cx="1278643" cy="364214"/>
            </a:xfrm>
            <a:custGeom>
              <a:avLst/>
              <a:gdLst>
                <a:gd name="connsiteX0" fmla="*/ 0 w 2076450"/>
                <a:gd name="connsiteY0" fmla="*/ 514352 h 563845"/>
                <a:gd name="connsiteX1" fmla="*/ 584200 w 2076450"/>
                <a:gd name="connsiteY1" fmla="*/ 514352 h 563845"/>
                <a:gd name="connsiteX2" fmla="*/ 1104900 w 2076450"/>
                <a:gd name="connsiteY2" fmla="*/ 2 h 563845"/>
                <a:gd name="connsiteX3" fmla="*/ 1511300 w 2076450"/>
                <a:gd name="connsiteY3" fmla="*/ 508002 h 563845"/>
                <a:gd name="connsiteX4" fmla="*/ 2076450 w 2076450"/>
                <a:gd name="connsiteY4" fmla="*/ 552452 h 563845"/>
                <a:gd name="connsiteX0" fmla="*/ 0 w 2076450"/>
                <a:gd name="connsiteY0" fmla="*/ 552452 h 584518"/>
                <a:gd name="connsiteX1" fmla="*/ 584200 w 2076450"/>
                <a:gd name="connsiteY1" fmla="*/ 514352 h 584518"/>
                <a:gd name="connsiteX2" fmla="*/ 1104900 w 2076450"/>
                <a:gd name="connsiteY2" fmla="*/ 2 h 584518"/>
                <a:gd name="connsiteX3" fmla="*/ 1511300 w 2076450"/>
                <a:gd name="connsiteY3" fmla="*/ 508002 h 584518"/>
                <a:gd name="connsiteX4" fmla="*/ 2076450 w 2076450"/>
                <a:gd name="connsiteY4" fmla="*/ 552452 h 584518"/>
                <a:gd name="connsiteX0" fmla="*/ 0 w 2076450"/>
                <a:gd name="connsiteY0" fmla="*/ 552452 h 567630"/>
                <a:gd name="connsiteX1" fmla="*/ 584200 w 2076450"/>
                <a:gd name="connsiteY1" fmla="*/ 514352 h 567630"/>
                <a:gd name="connsiteX2" fmla="*/ 1104900 w 2076450"/>
                <a:gd name="connsiteY2" fmla="*/ 2 h 567630"/>
                <a:gd name="connsiteX3" fmla="*/ 1511300 w 2076450"/>
                <a:gd name="connsiteY3" fmla="*/ 508002 h 567630"/>
                <a:gd name="connsiteX4" fmla="*/ 2076450 w 2076450"/>
                <a:gd name="connsiteY4" fmla="*/ 552452 h 567630"/>
                <a:gd name="connsiteX0" fmla="*/ 0 w 2076450"/>
                <a:gd name="connsiteY0" fmla="*/ 552557 h 560371"/>
                <a:gd name="connsiteX1" fmla="*/ 635000 w 2076450"/>
                <a:gd name="connsiteY1" fmla="*/ 463657 h 560371"/>
                <a:gd name="connsiteX2" fmla="*/ 1104900 w 2076450"/>
                <a:gd name="connsiteY2" fmla="*/ 107 h 560371"/>
                <a:gd name="connsiteX3" fmla="*/ 1511300 w 2076450"/>
                <a:gd name="connsiteY3" fmla="*/ 508107 h 560371"/>
                <a:gd name="connsiteX4" fmla="*/ 2076450 w 2076450"/>
                <a:gd name="connsiteY4" fmla="*/ 552557 h 560371"/>
                <a:gd name="connsiteX0" fmla="*/ 0 w 2076450"/>
                <a:gd name="connsiteY0" fmla="*/ 552460 h 552460"/>
                <a:gd name="connsiteX1" fmla="*/ 635000 w 2076450"/>
                <a:gd name="connsiteY1" fmla="*/ 463560 h 552460"/>
                <a:gd name="connsiteX2" fmla="*/ 1104900 w 2076450"/>
                <a:gd name="connsiteY2" fmla="*/ 10 h 552460"/>
                <a:gd name="connsiteX3" fmla="*/ 1466850 w 2076450"/>
                <a:gd name="connsiteY3" fmla="*/ 450860 h 552460"/>
                <a:gd name="connsiteX4" fmla="*/ 2076450 w 2076450"/>
                <a:gd name="connsiteY4" fmla="*/ 552460 h 552460"/>
                <a:gd name="connsiteX0" fmla="*/ 0 w 2076450"/>
                <a:gd name="connsiteY0" fmla="*/ 552460 h 553694"/>
                <a:gd name="connsiteX1" fmla="*/ 635000 w 2076450"/>
                <a:gd name="connsiteY1" fmla="*/ 463560 h 553694"/>
                <a:gd name="connsiteX2" fmla="*/ 1104900 w 2076450"/>
                <a:gd name="connsiteY2" fmla="*/ 10 h 553694"/>
                <a:gd name="connsiteX3" fmla="*/ 1466850 w 2076450"/>
                <a:gd name="connsiteY3" fmla="*/ 450860 h 553694"/>
                <a:gd name="connsiteX4" fmla="*/ 2076450 w 2076450"/>
                <a:gd name="connsiteY4" fmla="*/ 552460 h 553694"/>
                <a:gd name="connsiteX0" fmla="*/ 0 w 2076450"/>
                <a:gd name="connsiteY0" fmla="*/ 552453 h 555210"/>
                <a:gd name="connsiteX1" fmla="*/ 635000 w 2076450"/>
                <a:gd name="connsiteY1" fmla="*/ 463553 h 555210"/>
                <a:gd name="connsiteX2" fmla="*/ 1104900 w 2076450"/>
                <a:gd name="connsiteY2" fmla="*/ 3 h 555210"/>
                <a:gd name="connsiteX3" fmla="*/ 1498600 w 2076450"/>
                <a:gd name="connsiteY3" fmla="*/ 469903 h 555210"/>
                <a:gd name="connsiteX4" fmla="*/ 2076450 w 2076450"/>
                <a:gd name="connsiteY4" fmla="*/ 552453 h 555210"/>
                <a:gd name="connsiteX0" fmla="*/ 0 w 2076450"/>
                <a:gd name="connsiteY0" fmla="*/ 552510 h 553235"/>
                <a:gd name="connsiteX1" fmla="*/ 635000 w 2076450"/>
                <a:gd name="connsiteY1" fmla="*/ 463610 h 553235"/>
                <a:gd name="connsiteX2" fmla="*/ 1104900 w 2076450"/>
                <a:gd name="connsiteY2" fmla="*/ 60 h 553235"/>
                <a:gd name="connsiteX3" fmla="*/ 1479550 w 2076450"/>
                <a:gd name="connsiteY3" fmla="*/ 431860 h 553235"/>
                <a:gd name="connsiteX4" fmla="*/ 2076450 w 2076450"/>
                <a:gd name="connsiteY4" fmla="*/ 552510 h 553235"/>
                <a:gd name="connsiteX0" fmla="*/ 0 w 2076450"/>
                <a:gd name="connsiteY0" fmla="*/ 552510 h 553991"/>
                <a:gd name="connsiteX1" fmla="*/ 635000 w 2076450"/>
                <a:gd name="connsiteY1" fmla="*/ 463610 h 553991"/>
                <a:gd name="connsiteX2" fmla="*/ 1104900 w 2076450"/>
                <a:gd name="connsiteY2" fmla="*/ 60 h 553991"/>
                <a:gd name="connsiteX3" fmla="*/ 1479550 w 2076450"/>
                <a:gd name="connsiteY3" fmla="*/ 431860 h 553991"/>
                <a:gd name="connsiteX4" fmla="*/ 2076450 w 2076450"/>
                <a:gd name="connsiteY4" fmla="*/ 552510 h 553991"/>
                <a:gd name="connsiteX0" fmla="*/ 0 w 2076450"/>
                <a:gd name="connsiteY0" fmla="*/ 552514 h 553995"/>
                <a:gd name="connsiteX1" fmla="*/ 635000 w 2076450"/>
                <a:gd name="connsiteY1" fmla="*/ 463614 h 553995"/>
                <a:gd name="connsiteX2" fmla="*/ 1104900 w 2076450"/>
                <a:gd name="connsiteY2" fmla="*/ 64 h 553995"/>
                <a:gd name="connsiteX3" fmla="*/ 1479550 w 2076450"/>
                <a:gd name="connsiteY3" fmla="*/ 431864 h 553995"/>
                <a:gd name="connsiteX4" fmla="*/ 2076450 w 2076450"/>
                <a:gd name="connsiteY4" fmla="*/ 552514 h 553995"/>
                <a:gd name="connsiteX0" fmla="*/ 0 w 2076450"/>
                <a:gd name="connsiteY0" fmla="*/ 552453 h 553934"/>
                <a:gd name="connsiteX1" fmla="*/ 635000 w 2076450"/>
                <a:gd name="connsiteY1" fmla="*/ 463553 h 553934"/>
                <a:gd name="connsiteX2" fmla="*/ 1104900 w 2076450"/>
                <a:gd name="connsiteY2" fmla="*/ 3 h 553934"/>
                <a:gd name="connsiteX3" fmla="*/ 1479550 w 2076450"/>
                <a:gd name="connsiteY3" fmla="*/ 431803 h 553934"/>
                <a:gd name="connsiteX4" fmla="*/ 2076450 w 2076450"/>
                <a:gd name="connsiteY4" fmla="*/ 552453 h 553934"/>
                <a:gd name="connsiteX0" fmla="*/ 0 w 2076450"/>
                <a:gd name="connsiteY0" fmla="*/ 552453 h 556896"/>
                <a:gd name="connsiteX1" fmla="*/ 635000 w 2076450"/>
                <a:gd name="connsiteY1" fmla="*/ 463553 h 556896"/>
                <a:gd name="connsiteX2" fmla="*/ 1104900 w 2076450"/>
                <a:gd name="connsiteY2" fmla="*/ 3 h 556896"/>
                <a:gd name="connsiteX3" fmla="*/ 1498600 w 2076450"/>
                <a:gd name="connsiteY3" fmla="*/ 457203 h 556896"/>
                <a:gd name="connsiteX4" fmla="*/ 2076450 w 2076450"/>
                <a:gd name="connsiteY4" fmla="*/ 552453 h 556896"/>
                <a:gd name="connsiteX0" fmla="*/ 0 w 2076450"/>
                <a:gd name="connsiteY0" fmla="*/ 552453 h 554014"/>
                <a:gd name="connsiteX1" fmla="*/ 635000 w 2076450"/>
                <a:gd name="connsiteY1" fmla="*/ 463553 h 554014"/>
                <a:gd name="connsiteX2" fmla="*/ 1098550 w 2076450"/>
                <a:gd name="connsiteY2" fmla="*/ 3 h 554014"/>
                <a:gd name="connsiteX3" fmla="*/ 1498600 w 2076450"/>
                <a:gd name="connsiteY3" fmla="*/ 457203 h 554014"/>
                <a:gd name="connsiteX4" fmla="*/ 2076450 w 2076450"/>
                <a:gd name="connsiteY4" fmla="*/ 552453 h 554014"/>
                <a:gd name="connsiteX0" fmla="*/ 0 w 2076450"/>
                <a:gd name="connsiteY0" fmla="*/ 552459 h 553693"/>
                <a:gd name="connsiteX1" fmla="*/ 635000 w 2076450"/>
                <a:gd name="connsiteY1" fmla="*/ 463559 h 553693"/>
                <a:gd name="connsiteX2" fmla="*/ 1098550 w 2076450"/>
                <a:gd name="connsiteY2" fmla="*/ 9 h 553693"/>
                <a:gd name="connsiteX3" fmla="*/ 1485900 w 2076450"/>
                <a:gd name="connsiteY3" fmla="*/ 450859 h 553693"/>
                <a:gd name="connsiteX4" fmla="*/ 2076450 w 2076450"/>
                <a:gd name="connsiteY4" fmla="*/ 552459 h 553693"/>
                <a:gd name="connsiteX0" fmla="*/ 0 w 2076450"/>
                <a:gd name="connsiteY0" fmla="*/ 552459 h 556763"/>
                <a:gd name="connsiteX1" fmla="*/ 635000 w 2076450"/>
                <a:gd name="connsiteY1" fmla="*/ 463559 h 556763"/>
                <a:gd name="connsiteX2" fmla="*/ 1098550 w 2076450"/>
                <a:gd name="connsiteY2" fmla="*/ 9 h 556763"/>
                <a:gd name="connsiteX3" fmla="*/ 1485900 w 2076450"/>
                <a:gd name="connsiteY3" fmla="*/ 450859 h 556763"/>
                <a:gd name="connsiteX4" fmla="*/ 2076450 w 2076450"/>
                <a:gd name="connsiteY4" fmla="*/ 555634 h 556763"/>
                <a:gd name="connsiteX0" fmla="*/ 0 w 2076450"/>
                <a:gd name="connsiteY0" fmla="*/ 552459 h 556011"/>
                <a:gd name="connsiteX1" fmla="*/ 635000 w 2076450"/>
                <a:gd name="connsiteY1" fmla="*/ 463559 h 556011"/>
                <a:gd name="connsiteX2" fmla="*/ 1098550 w 2076450"/>
                <a:gd name="connsiteY2" fmla="*/ 9 h 556011"/>
                <a:gd name="connsiteX3" fmla="*/ 1485900 w 2076450"/>
                <a:gd name="connsiteY3" fmla="*/ 450859 h 556011"/>
                <a:gd name="connsiteX4" fmla="*/ 2076450 w 2076450"/>
                <a:gd name="connsiteY4" fmla="*/ 555634 h 556011"/>
                <a:gd name="connsiteX0" fmla="*/ 0 w 1952625"/>
                <a:gd name="connsiteY0" fmla="*/ 555634 h 556011"/>
                <a:gd name="connsiteX1" fmla="*/ 511175 w 1952625"/>
                <a:gd name="connsiteY1" fmla="*/ 463559 h 556011"/>
                <a:gd name="connsiteX2" fmla="*/ 974725 w 1952625"/>
                <a:gd name="connsiteY2" fmla="*/ 9 h 556011"/>
                <a:gd name="connsiteX3" fmla="*/ 1362075 w 1952625"/>
                <a:gd name="connsiteY3" fmla="*/ 450859 h 556011"/>
                <a:gd name="connsiteX4" fmla="*/ 1952625 w 1952625"/>
                <a:gd name="connsiteY4" fmla="*/ 555634 h 556011"/>
                <a:gd name="connsiteX0" fmla="*/ 0 w 1952625"/>
                <a:gd name="connsiteY0" fmla="*/ 555634 h 556011"/>
                <a:gd name="connsiteX1" fmla="*/ 511175 w 1952625"/>
                <a:gd name="connsiteY1" fmla="*/ 463559 h 556011"/>
                <a:gd name="connsiteX2" fmla="*/ 974725 w 1952625"/>
                <a:gd name="connsiteY2" fmla="*/ 9 h 556011"/>
                <a:gd name="connsiteX3" fmla="*/ 1362075 w 1952625"/>
                <a:gd name="connsiteY3" fmla="*/ 450859 h 556011"/>
                <a:gd name="connsiteX4" fmla="*/ 1952625 w 1952625"/>
                <a:gd name="connsiteY4" fmla="*/ 555634 h 556011"/>
                <a:gd name="connsiteX0" fmla="*/ 0 w 1952625"/>
                <a:gd name="connsiteY0" fmla="*/ 555626 h 556003"/>
                <a:gd name="connsiteX1" fmla="*/ 492125 w 1952625"/>
                <a:gd name="connsiteY1" fmla="*/ 454026 h 556003"/>
                <a:gd name="connsiteX2" fmla="*/ 974725 w 1952625"/>
                <a:gd name="connsiteY2" fmla="*/ 1 h 556003"/>
                <a:gd name="connsiteX3" fmla="*/ 1362075 w 1952625"/>
                <a:gd name="connsiteY3" fmla="*/ 450851 h 556003"/>
                <a:gd name="connsiteX4" fmla="*/ 1952625 w 1952625"/>
                <a:gd name="connsiteY4" fmla="*/ 555626 h 556003"/>
                <a:gd name="connsiteX0" fmla="*/ 0 w 1952625"/>
                <a:gd name="connsiteY0" fmla="*/ 555627 h 555957"/>
                <a:gd name="connsiteX1" fmla="*/ 492125 w 1952625"/>
                <a:gd name="connsiteY1" fmla="*/ 454027 h 555957"/>
                <a:gd name="connsiteX2" fmla="*/ 974725 w 1952625"/>
                <a:gd name="connsiteY2" fmla="*/ 2 h 555957"/>
                <a:gd name="connsiteX3" fmla="*/ 1454150 w 1952625"/>
                <a:gd name="connsiteY3" fmla="*/ 447677 h 555957"/>
                <a:gd name="connsiteX4" fmla="*/ 1952625 w 1952625"/>
                <a:gd name="connsiteY4" fmla="*/ 555627 h 555957"/>
                <a:gd name="connsiteX0" fmla="*/ 0 w 1952625"/>
                <a:gd name="connsiteY0" fmla="*/ 555627 h 556133"/>
                <a:gd name="connsiteX1" fmla="*/ 492125 w 1952625"/>
                <a:gd name="connsiteY1" fmla="*/ 454027 h 556133"/>
                <a:gd name="connsiteX2" fmla="*/ 974725 w 1952625"/>
                <a:gd name="connsiteY2" fmla="*/ 2 h 556133"/>
                <a:gd name="connsiteX3" fmla="*/ 1454150 w 1952625"/>
                <a:gd name="connsiteY3" fmla="*/ 447677 h 556133"/>
                <a:gd name="connsiteX4" fmla="*/ 1952625 w 1952625"/>
                <a:gd name="connsiteY4" fmla="*/ 555627 h 556133"/>
                <a:gd name="connsiteX0" fmla="*/ 0 w 1952625"/>
                <a:gd name="connsiteY0" fmla="*/ 555627 h 556194"/>
                <a:gd name="connsiteX1" fmla="*/ 492125 w 1952625"/>
                <a:gd name="connsiteY1" fmla="*/ 454027 h 556194"/>
                <a:gd name="connsiteX2" fmla="*/ 974725 w 1952625"/>
                <a:gd name="connsiteY2" fmla="*/ 2 h 556194"/>
                <a:gd name="connsiteX3" fmla="*/ 1454150 w 1952625"/>
                <a:gd name="connsiteY3" fmla="*/ 447677 h 556194"/>
                <a:gd name="connsiteX4" fmla="*/ 1952625 w 1952625"/>
                <a:gd name="connsiteY4" fmla="*/ 555627 h 5561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52625" h="556194">
                  <a:moveTo>
                    <a:pt x="0" y="555627"/>
                  </a:moveTo>
                  <a:cubicBezTo>
                    <a:pt x="238125" y="557214"/>
                    <a:pt x="259821" y="562506"/>
                    <a:pt x="492125" y="454027"/>
                  </a:cubicBezTo>
                  <a:cubicBezTo>
                    <a:pt x="724429" y="345548"/>
                    <a:pt x="814388" y="1060"/>
                    <a:pt x="974725" y="2"/>
                  </a:cubicBezTo>
                  <a:cubicBezTo>
                    <a:pt x="1135062" y="-1056"/>
                    <a:pt x="1218142" y="345548"/>
                    <a:pt x="1454150" y="447677"/>
                  </a:cubicBezTo>
                  <a:cubicBezTo>
                    <a:pt x="1690158" y="549806"/>
                    <a:pt x="1711325" y="558802"/>
                    <a:pt x="1952625" y="555627"/>
                  </a:cubicBezTo>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31" name="组合 30">
            <a:extLst>
              <a:ext uri="{FF2B5EF4-FFF2-40B4-BE49-F238E27FC236}">
                <a16:creationId xmlns:a16="http://schemas.microsoft.com/office/drawing/2014/main" id="{E1054451-3780-17E9-6BD0-C6BCF0182B88}"/>
              </a:ext>
            </a:extLst>
          </p:cNvPr>
          <p:cNvGrpSpPr/>
          <p:nvPr/>
        </p:nvGrpSpPr>
        <p:grpSpPr>
          <a:xfrm>
            <a:off x="2869411" y="3080240"/>
            <a:ext cx="1187450" cy="1187450"/>
            <a:chOff x="3377511" y="1181590"/>
            <a:chExt cx="1187450" cy="1187450"/>
          </a:xfrm>
        </p:grpSpPr>
        <p:sp>
          <p:nvSpPr>
            <p:cNvPr id="32" name="椭圆 31">
              <a:extLst>
                <a:ext uri="{FF2B5EF4-FFF2-40B4-BE49-F238E27FC236}">
                  <a16:creationId xmlns:a16="http://schemas.microsoft.com/office/drawing/2014/main" id="{75745908-12B1-AD0D-F30E-2CB9B4D8A858}"/>
                </a:ext>
              </a:extLst>
            </p:cNvPr>
            <p:cNvSpPr/>
            <p:nvPr/>
          </p:nvSpPr>
          <p:spPr>
            <a:xfrm>
              <a:off x="3377511" y="1181590"/>
              <a:ext cx="1187450" cy="1187450"/>
            </a:xfrm>
            <a:prstGeom prst="ellipse">
              <a:avLst/>
            </a:prstGeom>
            <a:gradFill>
              <a:gsLst>
                <a:gs pos="69000">
                  <a:schemeClr val="bg1">
                    <a:alpha val="0"/>
                  </a:schemeClr>
                </a:gs>
                <a:gs pos="0">
                  <a:schemeClr val="bg1"/>
                </a:gs>
              </a:gsLst>
              <a:path path="circle">
                <a:fillToRect l="50000" t="50000" r="50000" b="5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3" name="椭圆 32">
              <a:extLst>
                <a:ext uri="{FF2B5EF4-FFF2-40B4-BE49-F238E27FC236}">
                  <a16:creationId xmlns:a16="http://schemas.microsoft.com/office/drawing/2014/main" id="{55A28C78-3206-AB75-B1F8-2C59E94CB11D}"/>
                </a:ext>
              </a:extLst>
            </p:cNvPr>
            <p:cNvSpPr/>
            <p:nvPr/>
          </p:nvSpPr>
          <p:spPr>
            <a:xfrm>
              <a:off x="3730808" y="2180335"/>
              <a:ext cx="391954" cy="182906"/>
            </a:xfrm>
            <a:prstGeom prst="ellipse">
              <a:avLst/>
            </a:prstGeom>
            <a:gradFill>
              <a:gsLst>
                <a:gs pos="70000">
                  <a:schemeClr val="tx1">
                    <a:alpha val="0"/>
                  </a:schemeClr>
                </a:gs>
                <a:gs pos="0">
                  <a:schemeClr val="tx1">
                    <a:alpha val="8438"/>
                  </a:schemeClr>
                </a:gs>
              </a:gsLst>
              <a:path path="circle">
                <a:fillToRect l="50000" t="50000" r="50000" b="5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34" name="Picture 8" descr="EVE | Disney Wiki | Fandom">
              <a:extLst>
                <a:ext uri="{FF2B5EF4-FFF2-40B4-BE49-F238E27FC236}">
                  <a16:creationId xmlns:a16="http://schemas.microsoft.com/office/drawing/2014/main" id="{6CCB1C1B-1B0D-7754-2DEC-61F13DD50D9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463495" y="1284500"/>
              <a:ext cx="926581" cy="926581"/>
            </a:xfrm>
            <a:prstGeom prst="rect">
              <a:avLst/>
            </a:prstGeom>
            <a:noFill/>
            <a:extLst>
              <a:ext uri="{909E8E84-426E-40DD-AFC4-6F175D3DCCD1}">
                <a14:hiddenFill xmlns:a14="http://schemas.microsoft.com/office/drawing/2010/main">
                  <a:solidFill>
                    <a:srgbClr val="FFFFFF"/>
                  </a:solidFill>
                </a14:hiddenFill>
              </a:ext>
            </a:extLst>
          </p:spPr>
        </p:pic>
      </p:grpSp>
      <mc:AlternateContent xmlns:mc="http://schemas.openxmlformats.org/markup-compatibility/2006" xmlns:a14="http://schemas.microsoft.com/office/drawing/2010/main">
        <mc:Choice Requires="a14">
          <p:sp>
            <p:nvSpPr>
              <p:cNvPr id="15" name="文本框 14">
                <a:extLst>
                  <a:ext uri="{FF2B5EF4-FFF2-40B4-BE49-F238E27FC236}">
                    <a16:creationId xmlns:a16="http://schemas.microsoft.com/office/drawing/2014/main" id="{17CF465C-E9EC-967C-CC25-D444CA430BB2}"/>
                  </a:ext>
                </a:extLst>
              </p:cNvPr>
              <p:cNvSpPr txBox="1"/>
              <p:nvPr/>
            </p:nvSpPr>
            <p:spPr>
              <a:xfrm>
                <a:off x="4071149" y="2638680"/>
                <a:ext cx="3671005" cy="61202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CN" sz="1600" b="0" i="1" smtClean="0">
                          <a:solidFill>
                            <a:srgbClr val="003399"/>
                          </a:solidFill>
                          <a:latin typeface="Cambria Math" panose="02040503050406030204" pitchFamily="18" charset="0"/>
                        </a:rPr>
                        <m:t>=</m:t>
                      </m:r>
                      <m:f>
                        <m:fPr>
                          <m:ctrlPr>
                            <a:rPr lang="en-GB" altLang="zh-CN" sz="1600" i="1">
                              <a:solidFill>
                                <a:srgbClr val="003399"/>
                              </a:solidFill>
                              <a:latin typeface="Cambria Math" panose="02040503050406030204" pitchFamily="18" charset="0"/>
                            </a:rPr>
                          </m:ctrlPr>
                        </m:fPr>
                        <m:num>
                          <m:r>
                            <a:rPr lang="en-GB" altLang="zh-CN" sz="1600" i="1">
                              <a:solidFill>
                                <a:srgbClr val="003399"/>
                              </a:solidFill>
                              <a:latin typeface="Cambria Math" panose="02040503050406030204" pitchFamily="18" charset="0"/>
                            </a:rPr>
                            <m:t>𝑃</m:t>
                          </m:r>
                          <m:d>
                            <m:dPr>
                              <m:ctrlPr>
                                <a:rPr lang="en-GB" altLang="zh-CN" sz="1600" i="1">
                                  <a:solidFill>
                                    <a:srgbClr val="003399"/>
                                  </a:solidFill>
                                  <a:latin typeface="Cambria Math" panose="02040503050406030204" pitchFamily="18" charset="0"/>
                                </a:rPr>
                              </m:ctrlPr>
                            </m:dPr>
                            <m:e>
                              <m:sSub>
                                <m:sSubPr>
                                  <m:ctrlPr>
                                    <a:rPr lang="en-GB" altLang="zh-CN" sz="1600" i="1">
                                      <a:solidFill>
                                        <a:srgbClr val="003399"/>
                                      </a:solidFill>
                                      <a:latin typeface="Cambria Math" panose="02040503050406030204" pitchFamily="18" charset="0"/>
                                    </a:rPr>
                                  </m:ctrlPr>
                                </m:sSubPr>
                                <m:e>
                                  <m:r>
                                    <a:rPr lang="en-GB" altLang="zh-CN" sz="1600" i="1">
                                      <a:solidFill>
                                        <a:srgbClr val="003399"/>
                                      </a:solidFill>
                                      <a:latin typeface="Cambria Math" panose="02040503050406030204" pitchFamily="18" charset="0"/>
                                    </a:rPr>
                                    <m:t>𝑙𝑜𝑐</m:t>
                                  </m:r>
                                </m:e>
                                <m:sub>
                                  <m:r>
                                    <a:rPr lang="en-GB" altLang="zh-CN" sz="1600" i="1">
                                      <a:solidFill>
                                        <a:srgbClr val="003399"/>
                                      </a:solidFill>
                                      <a:latin typeface="Cambria Math" panose="02040503050406030204" pitchFamily="18" charset="0"/>
                                    </a:rPr>
                                    <m:t>1</m:t>
                                  </m:r>
                                </m:sub>
                              </m:sSub>
                            </m:e>
                          </m:d>
                          <m:r>
                            <a:rPr lang="en-GB" altLang="zh-CN" sz="1600" i="1">
                              <a:solidFill>
                                <a:srgbClr val="003399"/>
                              </a:solidFill>
                              <a:latin typeface="Cambria Math" panose="02040503050406030204" pitchFamily="18" charset="0"/>
                            </a:rPr>
                            <m:t>𝑃</m:t>
                          </m:r>
                          <m:d>
                            <m:dPr>
                              <m:ctrlPr>
                                <a:rPr lang="en-GB" altLang="zh-CN" sz="1600" i="1">
                                  <a:solidFill>
                                    <a:srgbClr val="003399"/>
                                  </a:solidFill>
                                  <a:latin typeface="Cambria Math" panose="02040503050406030204" pitchFamily="18" charset="0"/>
                                </a:rPr>
                              </m:ctrlPr>
                            </m:dPr>
                            <m:e>
                              <m:r>
                                <a:rPr lang="en-GB" altLang="zh-CN" sz="1600" i="1">
                                  <a:solidFill>
                                    <a:srgbClr val="003399"/>
                                  </a:solidFill>
                                  <a:latin typeface="Cambria Math" panose="02040503050406030204" pitchFamily="18" charset="0"/>
                                  <a:ea typeface="Cambria Math" panose="02040503050406030204" pitchFamily="18" charset="0"/>
                                </a:rPr>
                                <m:t>𝑜𝑑𝑜</m:t>
                              </m:r>
                              <m:r>
                                <a:rPr lang="en-GB" altLang="zh-CN" sz="1600" i="1">
                                  <a:solidFill>
                                    <a:srgbClr val="003399"/>
                                  </a:solidFill>
                                  <a:latin typeface="Cambria Math" panose="02040503050406030204" pitchFamily="18" charset="0"/>
                                </a:rPr>
                                <m:t>|</m:t>
                              </m:r>
                              <m:sSub>
                                <m:sSubPr>
                                  <m:ctrlPr>
                                    <a:rPr lang="en-GB" altLang="zh-CN" sz="1600" i="1">
                                      <a:solidFill>
                                        <a:srgbClr val="003399"/>
                                      </a:solidFill>
                                      <a:latin typeface="Cambria Math" panose="02040503050406030204" pitchFamily="18" charset="0"/>
                                    </a:rPr>
                                  </m:ctrlPr>
                                </m:sSubPr>
                                <m:e>
                                  <m:r>
                                    <a:rPr lang="en-GB" altLang="zh-CN" sz="1600" i="1">
                                      <a:solidFill>
                                        <a:srgbClr val="003399"/>
                                      </a:solidFill>
                                      <a:latin typeface="Cambria Math" panose="02040503050406030204" pitchFamily="18" charset="0"/>
                                    </a:rPr>
                                    <m:t>𝑙𝑜𝑐</m:t>
                                  </m:r>
                                </m:e>
                                <m:sub>
                                  <m:r>
                                    <a:rPr lang="en-GB" altLang="zh-CN" sz="1600" i="1">
                                      <a:solidFill>
                                        <a:srgbClr val="003399"/>
                                      </a:solidFill>
                                      <a:latin typeface="Cambria Math" panose="02040503050406030204" pitchFamily="18" charset="0"/>
                                    </a:rPr>
                                    <m:t>0</m:t>
                                  </m:r>
                                </m:sub>
                              </m:sSub>
                              <m:r>
                                <a:rPr lang="en-GB" altLang="zh-CN" sz="1600" i="1">
                                  <a:solidFill>
                                    <a:srgbClr val="003399"/>
                                  </a:solidFill>
                                  <a:latin typeface="Cambria Math" panose="02040503050406030204" pitchFamily="18" charset="0"/>
                                </a:rPr>
                                <m:t>,</m:t>
                              </m:r>
                              <m:sSub>
                                <m:sSubPr>
                                  <m:ctrlPr>
                                    <a:rPr lang="en-GB" altLang="zh-CN" sz="1600" i="1">
                                      <a:solidFill>
                                        <a:srgbClr val="003399"/>
                                      </a:solidFill>
                                      <a:latin typeface="Cambria Math" panose="02040503050406030204" pitchFamily="18" charset="0"/>
                                    </a:rPr>
                                  </m:ctrlPr>
                                </m:sSubPr>
                                <m:e>
                                  <m:r>
                                    <a:rPr lang="en-GB" altLang="zh-CN" sz="1600" i="1">
                                      <a:solidFill>
                                        <a:srgbClr val="003399"/>
                                      </a:solidFill>
                                      <a:latin typeface="Cambria Math" panose="02040503050406030204" pitchFamily="18" charset="0"/>
                                    </a:rPr>
                                    <m:t>𝑙𝑜𝑐</m:t>
                                  </m:r>
                                </m:e>
                                <m:sub>
                                  <m:r>
                                    <a:rPr lang="en-GB" altLang="zh-CN" sz="1600" i="1">
                                      <a:solidFill>
                                        <a:srgbClr val="003399"/>
                                      </a:solidFill>
                                      <a:latin typeface="Cambria Math" panose="02040503050406030204" pitchFamily="18" charset="0"/>
                                    </a:rPr>
                                    <m:t>1</m:t>
                                  </m:r>
                                </m:sub>
                              </m:sSub>
                            </m:e>
                          </m:d>
                          <m:r>
                            <a:rPr lang="en-GB" altLang="zh-CN" sz="1600" i="1">
                              <a:solidFill>
                                <a:srgbClr val="003399"/>
                              </a:solidFill>
                              <a:latin typeface="Cambria Math" panose="02040503050406030204" pitchFamily="18" charset="0"/>
                            </a:rPr>
                            <m:t>𝑃</m:t>
                          </m:r>
                          <m:d>
                            <m:dPr>
                              <m:ctrlPr>
                                <a:rPr lang="en-GB" altLang="zh-CN" sz="1600" i="1">
                                  <a:solidFill>
                                    <a:srgbClr val="003399"/>
                                  </a:solidFill>
                                  <a:latin typeface="Cambria Math" panose="02040503050406030204" pitchFamily="18" charset="0"/>
                                </a:rPr>
                              </m:ctrlPr>
                            </m:dPr>
                            <m:e>
                              <m:sSub>
                                <m:sSubPr>
                                  <m:ctrlPr>
                                    <a:rPr lang="en-GB" altLang="zh-CN" sz="1600" i="1">
                                      <a:solidFill>
                                        <a:srgbClr val="003399"/>
                                      </a:solidFill>
                                      <a:latin typeface="Cambria Math" panose="02040503050406030204" pitchFamily="18" charset="0"/>
                                    </a:rPr>
                                  </m:ctrlPr>
                                </m:sSubPr>
                                <m:e>
                                  <m:r>
                                    <a:rPr lang="en-GB" altLang="zh-CN" sz="1600" i="1">
                                      <a:solidFill>
                                        <a:srgbClr val="003399"/>
                                      </a:solidFill>
                                      <a:latin typeface="Cambria Math" panose="02040503050406030204" pitchFamily="18" charset="0"/>
                                    </a:rPr>
                                    <m:t>𝑙𝑜𝑐</m:t>
                                  </m:r>
                                </m:e>
                                <m:sub>
                                  <m:r>
                                    <a:rPr lang="en-GB" altLang="zh-CN" sz="1600" i="1">
                                      <a:solidFill>
                                        <a:srgbClr val="003399"/>
                                      </a:solidFill>
                                      <a:latin typeface="Cambria Math" panose="02040503050406030204" pitchFamily="18" charset="0"/>
                                    </a:rPr>
                                    <m:t>0</m:t>
                                  </m:r>
                                </m:sub>
                              </m:sSub>
                              <m:r>
                                <a:rPr lang="en-GB" altLang="zh-CN" sz="1600" i="1">
                                  <a:solidFill>
                                    <a:srgbClr val="003399"/>
                                  </a:solidFill>
                                  <a:latin typeface="Cambria Math" panose="02040503050406030204" pitchFamily="18" charset="0"/>
                                </a:rPr>
                                <m:t>|</m:t>
                              </m:r>
                              <m:sSub>
                                <m:sSubPr>
                                  <m:ctrlPr>
                                    <a:rPr lang="en-GB" altLang="zh-CN" sz="1600" i="1">
                                      <a:solidFill>
                                        <a:srgbClr val="003399"/>
                                      </a:solidFill>
                                      <a:latin typeface="Cambria Math" panose="02040503050406030204" pitchFamily="18" charset="0"/>
                                    </a:rPr>
                                  </m:ctrlPr>
                                </m:sSubPr>
                                <m:e>
                                  <m:r>
                                    <a:rPr lang="en-GB" altLang="zh-CN" sz="1600" i="1">
                                      <a:solidFill>
                                        <a:srgbClr val="003399"/>
                                      </a:solidFill>
                                      <a:latin typeface="Cambria Math" panose="02040503050406030204" pitchFamily="18" charset="0"/>
                                    </a:rPr>
                                    <m:t>𝑙𝑜𝑐</m:t>
                                  </m:r>
                                </m:e>
                                <m:sub>
                                  <m:r>
                                    <a:rPr lang="en-GB" altLang="zh-CN" sz="1600" i="1">
                                      <a:solidFill>
                                        <a:srgbClr val="003399"/>
                                      </a:solidFill>
                                      <a:latin typeface="Cambria Math" panose="02040503050406030204" pitchFamily="18" charset="0"/>
                                    </a:rPr>
                                    <m:t>1</m:t>
                                  </m:r>
                                </m:sub>
                              </m:sSub>
                            </m:e>
                          </m:d>
                        </m:num>
                        <m:den>
                          <m:r>
                            <a:rPr lang="en-GB" altLang="zh-CN" sz="1600" i="1">
                              <a:solidFill>
                                <a:srgbClr val="003399"/>
                              </a:solidFill>
                              <a:latin typeface="Cambria Math" panose="02040503050406030204" pitchFamily="18" charset="0"/>
                            </a:rPr>
                            <m:t>𝑃</m:t>
                          </m:r>
                          <m:d>
                            <m:dPr>
                              <m:ctrlPr>
                                <a:rPr lang="en-GB" altLang="zh-CN" sz="1600" i="1">
                                  <a:solidFill>
                                    <a:srgbClr val="003399"/>
                                  </a:solidFill>
                                  <a:latin typeface="Cambria Math" panose="02040503050406030204" pitchFamily="18" charset="0"/>
                                </a:rPr>
                              </m:ctrlPr>
                            </m:dPr>
                            <m:e>
                              <m:sSub>
                                <m:sSubPr>
                                  <m:ctrlPr>
                                    <a:rPr lang="en-GB" altLang="zh-CN" sz="1600" i="1">
                                      <a:solidFill>
                                        <a:srgbClr val="003399"/>
                                      </a:solidFill>
                                      <a:latin typeface="Cambria Math" panose="02040503050406030204" pitchFamily="18" charset="0"/>
                                    </a:rPr>
                                  </m:ctrlPr>
                                </m:sSubPr>
                                <m:e>
                                  <m:r>
                                    <a:rPr lang="en-GB" altLang="zh-CN" sz="1600" i="1">
                                      <a:solidFill>
                                        <a:srgbClr val="003399"/>
                                      </a:solidFill>
                                      <a:latin typeface="Cambria Math" panose="02040503050406030204" pitchFamily="18" charset="0"/>
                                    </a:rPr>
                                    <m:t>𝑙𝑜𝑐</m:t>
                                  </m:r>
                                </m:e>
                                <m:sub>
                                  <m:r>
                                    <a:rPr lang="en-GB" altLang="zh-CN" sz="1600" i="1">
                                      <a:solidFill>
                                        <a:srgbClr val="003399"/>
                                      </a:solidFill>
                                      <a:latin typeface="Cambria Math" panose="02040503050406030204" pitchFamily="18" charset="0"/>
                                    </a:rPr>
                                    <m:t>0</m:t>
                                  </m:r>
                                </m:sub>
                              </m:sSub>
                            </m:e>
                          </m:d>
                          <m:r>
                            <a:rPr lang="en-GB" altLang="zh-CN" sz="1600" i="1">
                              <a:solidFill>
                                <a:srgbClr val="003399"/>
                              </a:solidFill>
                              <a:latin typeface="Cambria Math" panose="02040503050406030204" pitchFamily="18" charset="0"/>
                            </a:rPr>
                            <m:t>𝑃</m:t>
                          </m:r>
                          <m:d>
                            <m:dPr>
                              <m:ctrlPr>
                                <a:rPr lang="en-GB" altLang="zh-CN" sz="1600" i="1">
                                  <a:solidFill>
                                    <a:srgbClr val="003399"/>
                                  </a:solidFill>
                                  <a:latin typeface="Cambria Math" panose="02040503050406030204" pitchFamily="18" charset="0"/>
                                </a:rPr>
                              </m:ctrlPr>
                            </m:dPr>
                            <m:e>
                              <m:r>
                                <a:rPr lang="en-GB" altLang="zh-CN" sz="1600" i="1">
                                  <a:solidFill>
                                    <a:srgbClr val="003399"/>
                                  </a:solidFill>
                                  <a:latin typeface="Cambria Math" panose="02040503050406030204" pitchFamily="18" charset="0"/>
                                  <a:ea typeface="Cambria Math" panose="02040503050406030204" pitchFamily="18" charset="0"/>
                                </a:rPr>
                                <m:t>𝑜𝑑𝑜</m:t>
                              </m:r>
                              <m:r>
                                <a:rPr lang="en-GB" altLang="zh-CN" sz="1600" i="1" smtClean="0">
                                  <a:solidFill>
                                    <a:srgbClr val="003399"/>
                                  </a:solidFill>
                                  <a:latin typeface="Cambria Math" panose="02040503050406030204" pitchFamily="18" charset="0"/>
                                </a:rPr>
                                <m:t> </m:t>
                              </m:r>
                            </m:e>
                          </m:d>
                        </m:den>
                      </m:f>
                    </m:oMath>
                  </m:oMathPara>
                </a14:m>
                <a:endParaRPr lang="en-GB" sz="1600" dirty="0"/>
              </a:p>
            </p:txBody>
          </p:sp>
        </mc:Choice>
        <mc:Fallback xmlns="">
          <p:sp>
            <p:nvSpPr>
              <p:cNvPr id="15" name="文本框 14">
                <a:extLst>
                  <a:ext uri="{FF2B5EF4-FFF2-40B4-BE49-F238E27FC236}">
                    <a16:creationId xmlns:a16="http://schemas.microsoft.com/office/drawing/2014/main" id="{17CF465C-E9EC-967C-CC25-D444CA430BB2}"/>
                  </a:ext>
                </a:extLst>
              </p:cNvPr>
              <p:cNvSpPr txBox="1">
                <a:spLocks noRot="1" noChangeAspect="1" noMove="1" noResize="1" noEditPoints="1" noAdjustHandles="1" noChangeArrowheads="1" noChangeShapeType="1" noTextEdit="1"/>
              </p:cNvSpPr>
              <p:nvPr/>
            </p:nvSpPr>
            <p:spPr>
              <a:xfrm>
                <a:off x="4071149" y="2638680"/>
                <a:ext cx="3671005" cy="612027"/>
              </a:xfrm>
              <a:prstGeom prst="rect">
                <a:avLst/>
              </a:prstGeom>
              <a:blipFill>
                <a:blip r:embed="rId6"/>
                <a:stretch>
                  <a:fillRect b="-816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8" name="文本框 17">
                <a:extLst>
                  <a:ext uri="{FF2B5EF4-FFF2-40B4-BE49-F238E27FC236}">
                    <a16:creationId xmlns:a16="http://schemas.microsoft.com/office/drawing/2014/main" id="{12E15CE1-9410-6FD1-F8B7-27918C297BCD}"/>
                  </a:ext>
                </a:extLst>
              </p:cNvPr>
              <p:cNvSpPr txBox="1"/>
              <p:nvPr/>
            </p:nvSpPr>
            <p:spPr>
              <a:xfrm>
                <a:off x="4071149" y="3284667"/>
                <a:ext cx="3016018" cy="33855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CN" sz="1600" b="0" i="1" smtClean="0">
                          <a:solidFill>
                            <a:srgbClr val="003399"/>
                          </a:solidFill>
                          <a:latin typeface="Cambria Math" panose="02040503050406030204" pitchFamily="18" charset="0"/>
                        </a:rPr>
                        <m:t>=</m:t>
                      </m:r>
                      <m:r>
                        <a:rPr lang="en-GB" altLang="zh-CN" sz="1600" i="1">
                          <a:solidFill>
                            <a:srgbClr val="003399"/>
                          </a:solidFill>
                          <a:latin typeface="Cambria Math" panose="02040503050406030204" pitchFamily="18" charset="0"/>
                        </a:rPr>
                        <m:t>𝑃</m:t>
                      </m:r>
                      <m:d>
                        <m:dPr>
                          <m:ctrlPr>
                            <a:rPr lang="en-GB" altLang="zh-CN" sz="1600" i="1">
                              <a:solidFill>
                                <a:srgbClr val="003399"/>
                              </a:solidFill>
                              <a:latin typeface="Cambria Math" panose="02040503050406030204" pitchFamily="18" charset="0"/>
                            </a:rPr>
                          </m:ctrlPr>
                        </m:dPr>
                        <m:e>
                          <m:r>
                            <a:rPr lang="en-GB" altLang="zh-CN" sz="1600" i="1">
                              <a:solidFill>
                                <a:srgbClr val="003399"/>
                              </a:solidFill>
                              <a:latin typeface="Cambria Math" panose="02040503050406030204" pitchFamily="18" charset="0"/>
                              <a:ea typeface="Cambria Math" panose="02040503050406030204" pitchFamily="18" charset="0"/>
                            </a:rPr>
                            <m:t>𝑜𝑑𝑜</m:t>
                          </m:r>
                          <m:r>
                            <a:rPr lang="en-GB" altLang="zh-CN" sz="1600" i="1">
                              <a:solidFill>
                                <a:srgbClr val="003399"/>
                              </a:solidFill>
                              <a:latin typeface="Cambria Math" panose="02040503050406030204" pitchFamily="18" charset="0"/>
                            </a:rPr>
                            <m:t>|</m:t>
                          </m:r>
                          <m:sSub>
                            <m:sSubPr>
                              <m:ctrlPr>
                                <a:rPr lang="en-GB" altLang="zh-CN" sz="1600" i="1">
                                  <a:solidFill>
                                    <a:srgbClr val="003399"/>
                                  </a:solidFill>
                                  <a:latin typeface="Cambria Math" panose="02040503050406030204" pitchFamily="18" charset="0"/>
                                </a:rPr>
                              </m:ctrlPr>
                            </m:sSubPr>
                            <m:e>
                              <m:r>
                                <a:rPr lang="en-GB" altLang="zh-CN" sz="1600" i="1">
                                  <a:solidFill>
                                    <a:srgbClr val="003399"/>
                                  </a:solidFill>
                                  <a:latin typeface="Cambria Math" panose="02040503050406030204" pitchFamily="18" charset="0"/>
                                </a:rPr>
                                <m:t>𝑙𝑜𝑐</m:t>
                              </m:r>
                            </m:e>
                            <m:sub>
                              <m:r>
                                <a:rPr lang="en-GB" altLang="zh-CN" sz="1600" i="1">
                                  <a:solidFill>
                                    <a:srgbClr val="003399"/>
                                  </a:solidFill>
                                  <a:latin typeface="Cambria Math" panose="02040503050406030204" pitchFamily="18" charset="0"/>
                                </a:rPr>
                                <m:t>0</m:t>
                              </m:r>
                            </m:sub>
                          </m:sSub>
                          <m:r>
                            <a:rPr lang="en-GB" altLang="zh-CN" sz="1600" i="1">
                              <a:solidFill>
                                <a:srgbClr val="003399"/>
                              </a:solidFill>
                              <a:latin typeface="Cambria Math" panose="02040503050406030204" pitchFamily="18" charset="0"/>
                            </a:rPr>
                            <m:t>,</m:t>
                          </m:r>
                          <m:sSub>
                            <m:sSubPr>
                              <m:ctrlPr>
                                <a:rPr lang="en-GB" altLang="zh-CN" sz="1600" i="1">
                                  <a:solidFill>
                                    <a:srgbClr val="003399"/>
                                  </a:solidFill>
                                  <a:latin typeface="Cambria Math" panose="02040503050406030204" pitchFamily="18" charset="0"/>
                                </a:rPr>
                              </m:ctrlPr>
                            </m:sSubPr>
                            <m:e>
                              <m:r>
                                <a:rPr lang="en-GB" altLang="zh-CN" sz="1600" i="1">
                                  <a:solidFill>
                                    <a:srgbClr val="003399"/>
                                  </a:solidFill>
                                  <a:latin typeface="Cambria Math" panose="02040503050406030204" pitchFamily="18" charset="0"/>
                                </a:rPr>
                                <m:t>𝑙𝑜𝑐</m:t>
                              </m:r>
                            </m:e>
                            <m:sub>
                              <m:r>
                                <a:rPr lang="en-GB" altLang="zh-CN" sz="1600" i="1">
                                  <a:solidFill>
                                    <a:srgbClr val="003399"/>
                                  </a:solidFill>
                                  <a:latin typeface="Cambria Math" panose="02040503050406030204" pitchFamily="18" charset="0"/>
                                </a:rPr>
                                <m:t>1</m:t>
                              </m:r>
                            </m:sub>
                          </m:sSub>
                        </m:e>
                      </m:d>
                      <m:r>
                        <a:rPr lang="en-GB" altLang="zh-CN" sz="1600" i="1">
                          <a:solidFill>
                            <a:srgbClr val="003399"/>
                          </a:solidFill>
                          <a:latin typeface="Cambria Math" panose="02040503050406030204" pitchFamily="18" charset="0"/>
                        </a:rPr>
                        <m:t>𝑃</m:t>
                      </m:r>
                      <m:d>
                        <m:dPr>
                          <m:ctrlPr>
                            <a:rPr lang="en-GB" altLang="zh-CN" sz="1600" i="1">
                              <a:solidFill>
                                <a:srgbClr val="003399"/>
                              </a:solidFill>
                              <a:latin typeface="Cambria Math" panose="02040503050406030204" pitchFamily="18" charset="0"/>
                            </a:rPr>
                          </m:ctrlPr>
                        </m:dPr>
                        <m:e>
                          <m:sSub>
                            <m:sSubPr>
                              <m:ctrlPr>
                                <a:rPr lang="en-GB" altLang="zh-CN" sz="1600" i="1">
                                  <a:solidFill>
                                    <a:srgbClr val="003399"/>
                                  </a:solidFill>
                                  <a:latin typeface="Cambria Math" panose="02040503050406030204" pitchFamily="18" charset="0"/>
                                </a:rPr>
                              </m:ctrlPr>
                            </m:sSubPr>
                            <m:e>
                              <m:r>
                                <a:rPr lang="en-GB" altLang="zh-CN" sz="1600" i="1">
                                  <a:solidFill>
                                    <a:srgbClr val="003399"/>
                                  </a:solidFill>
                                  <a:latin typeface="Cambria Math" panose="02040503050406030204" pitchFamily="18" charset="0"/>
                                </a:rPr>
                                <m:t>𝑙𝑜𝑐</m:t>
                              </m:r>
                            </m:e>
                            <m:sub>
                              <m:r>
                                <a:rPr lang="en-GB" altLang="zh-CN" sz="1600" i="1">
                                  <a:solidFill>
                                    <a:srgbClr val="003399"/>
                                  </a:solidFill>
                                  <a:latin typeface="Cambria Math" panose="02040503050406030204" pitchFamily="18" charset="0"/>
                                </a:rPr>
                                <m:t>0</m:t>
                              </m:r>
                            </m:sub>
                          </m:sSub>
                          <m:r>
                            <a:rPr lang="en-GB" altLang="zh-CN" sz="1600" i="1">
                              <a:solidFill>
                                <a:srgbClr val="003399"/>
                              </a:solidFill>
                              <a:latin typeface="Cambria Math" panose="02040503050406030204" pitchFamily="18" charset="0"/>
                            </a:rPr>
                            <m:t>|</m:t>
                          </m:r>
                          <m:sSub>
                            <m:sSubPr>
                              <m:ctrlPr>
                                <a:rPr lang="en-GB" altLang="zh-CN" sz="1600" i="1">
                                  <a:solidFill>
                                    <a:srgbClr val="003399"/>
                                  </a:solidFill>
                                  <a:latin typeface="Cambria Math" panose="02040503050406030204" pitchFamily="18" charset="0"/>
                                </a:rPr>
                              </m:ctrlPr>
                            </m:sSubPr>
                            <m:e>
                              <m:r>
                                <a:rPr lang="en-GB" altLang="zh-CN" sz="1600" i="1">
                                  <a:solidFill>
                                    <a:srgbClr val="003399"/>
                                  </a:solidFill>
                                  <a:latin typeface="Cambria Math" panose="02040503050406030204" pitchFamily="18" charset="0"/>
                                </a:rPr>
                                <m:t>𝑙𝑜𝑐</m:t>
                              </m:r>
                            </m:e>
                            <m:sub>
                              <m:r>
                                <a:rPr lang="en-GB" altLang="zh-CN" sz="1600" i="1">
                                  <a:solidFill>
                                    <a:srgbClr val="003399"/>
                                  </a:solidFill>
                                  <a:latin typeface="Cambria Math" panose="02040503050406030204" pitchFamily="18" charset="0"/>
                                </a:rPr>
                                <m:t>1</m:t>
                              </m:r>
                            </m:sub>
                          </m:sSub>
                        </m:e>
                      </m:d>
                    </m:oMath>
                  </m:oMathPara>
                </a14:m>
                <a:endParaRPr lang="en-GB" sz="1600" dirty="0"/>
              </a:p>
            </p:txBody>
          </p:sp>
        </mc:Choice>
        <mc:Fallback xmlns="">
          <p:sp>
            <p:nvSpPr>
              <p:cNvPr id="18" name="文本框 17">
                <a:extLst>
                  <a:ext uri="{FF2B5EF4-FFF2-40B4-BE49-F238E27FC236}">
                    <a16:creationId xmlns:a16="http://schemas.microsoft.com/office/drawing/2014/main" id="{12E15CE1-9410-6FD1-F8B7-27918C297BCD}"/>
                  </a:ext>
                </a:extLst>
              </p:cNvPr>
              <p:cNvSpPr txBox="1">
                <a:spLocks noRot="1" noChangeAspect="1" noMove="1" noResize="1" noEditPoints="1" noAdjustHandles="1" noChangeArrowheads="1" noChangeShapeType="1" noTextEdit="1"/>
              </p:cNvSpPr>
              <p:nvPr/>
            </p:nvSpPr>
            <p:spPr>
              <a:xfrm>
                <a:off x="4071149" y="3284667"/>
                <a:ext cx="3016018" cy="338554"/>
              </a:xfrm>
              <a:prstGeom prst="rect">
                <a:avLst/>
              </a:prstGeom>
              <a:blipFill>
                <a:blip r:embed="rId7"/>
                <a:stretch>
                  <a:fillRect b="-7143"/>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23295816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500"/>
                                        <p:tgtEl>
                                          <p:spTgt spid="15"/>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18"/>
                                        </p:tgtEl>
                                        <p:attrNameLst>
                                          <p:attrName>style.visibility</p:attrName>
                                        </p:attrNameLst>
                                      </p:cBhvr>
                                      <p:to>
                                        <p:strVal val="visible"/>
                                      </p:to>
                                    </p:set>
                                    <p:animEffect transition="in" filter="fade">
                                      <p:cBhvr>
                                        <p:cTn id="11"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1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descr="形状&#10;&#10;描述已自动生成">
            <a:extLst>
              <a:ext uri="{FF2B5EF4-FFF2-40B4-BE49-F238E27FC236}">
                <a16:creationId xmlns:a16="http://schemas.microsoft.com/office/drawing/2014/main" id="{4F7FCC44-5F87-9DD5-0D95-3447EE192D1C}"/>
              </a:ext>
            </a:extLst>
          </p:cNvPr>
          <p:cNvPicPr>
            <a:picLocks noChangeAspect="1"/>
          </p:cNvPicPr>
          <p:nvPr/>
        </p:nvPicPr>
        <p:blipFill rotWithShape="1">
          <a:blip r:embed="rId3">
            <a:clrChange>
              <a:clrFrom>
                <a:srgbClr val="FDFFFF"/>
              </a:clrFrom>
              <a:clrTo>
                <a:srgbClr val="FDFFFF">
                  <a:alpha val="0"/>
                </a:srgbClr>
              </a:clrTo>
            </a:clrChange>
          </a:blip>
          <a:srcRect l="23869" t="9103" r="21834" b="13039"/>
          <a:stretch/>
        </p:blipFill>
        <p:spPr>
          <a:xfrm>
            <a:off x="2239935" y="2729217"/>
            <a:ext cx="926581" cy="1328648"/>
          </a:xfrm>
          <a:prstGeom prst="rect">
            <a:avLst/>
          </a:prstGeom>
        </p:spPr>
      </p:pic>
      <p:sp>
        <p:nvSpPr>
          <p:cNvPr id="4" name="标题 3">
            <a:extLst>
              <a:ext uri="{FF2B5EF4-FFF2-40B4-BE49-F238E27FC236}">
                <a16:creationId xmlns:a16="http://schemas.microsoft.com/office/drawing/2014/main" id="{CC21DC02-A7AD-4815-5CB4-3B2B47D4AE50}"/>
              </a:ext>
            </a:extLst>
          </p:cNvPr>
          <p:cNvSpPr>
            <a:spLocks noGrp="1"/>
          </p:cNvSpPr>
          <p:nvPr>
            <p:ph type="title"/>
          </p:nvPr>
        </p:nvSpPr>
        <p:spPr>
          <a:xfrm>
            <a:off x="628649" y="559420"/>
            <a:ext cx="7732925" cy="630335"/>
          </a:xfrm>
        </p:spPr>
        <p:txBody>
          <a:bodyPr/>
          <a:lstStyle/>
          <a:p>
            <a:r>
              <a:rPr lang="en-GB" altLang="zh-CN" dirty="0"/>
              <a:t>Markov Localisation</a:t>
            </a:r>
            <a:endParaRPr lang="en-GB" dirty="0"/>
          </a:p>
        </p:txBody>
      </p:sp>
      <mc:AlternateContent xmlns:mc="http://schemas.openxmlformats.org/markup-compatibility/2006" xmlns:a14="http://schemas.microsoft.com/office/drawing/2010/main">
        <mc:Choice Requires="a14">
          <p:sp>
            <p:nvSpPr>
              <p:cNvPr id="5" name="文本占位符 4">
                <a:extLst>
                  <a:ext uri="{FF2B5EF4-FFF2-40B4-BE49-F238E27FC236}">
                    <a16:creationId xmlns:a16="http://schemas.microsoft.com/office/drawing/2014/main" id="{CD03626E-108C-52C9-C4CF-3C07954F5CF8}"/>
                  </a:ext>
                </a:extLst>
              </p:cNvPr>
              <p:cNvSpPr>
                <a:spLocks noGrp="1"/>
              </p:cNvSpPr>
              <p:nvPr>
                <p:ph type="body" sz="quarter" idx="10"/>
              </p:nvPr>
            </p:nvSpPr>
            <p:spPr>
              <a:xfrm>
                <a:off x="628650" y="1465262"/>
                <a:ext cx="7936706" cy="1357151"/>
              </a:xfrm>
            </p:spPr>
            <p:txBody>
              <a:bodyPr/>
              <a:lstStyle/>
              <a:p>
                <a:r>
                  <a:rPr lang="en-GB" altLang="zh-CN" dirty="0"/>
                  <a:t>When the robot moves, </a:t>
                </a:r>
                <a14:m>
                  <m:oMath xmlns:m="http://schemas.openxmlformats.org/officeDocument/2006/math">
                    <m:sSub>
                      <m:sSubPr>
                        <m:ctrlPr>
                          <a:rPr lang="en-GB" altLang="zh-CN" i="1" smtClean="0">
                            <a:solidFill>
                              <a:srgbClr val="003399"/>
                            </a:solidFill>
                            <a:latin typeface="Cambria Math" panose="02040503050406030204" pitchFamily="18" charset="0"/>
                          </a:rPr>
                        </m:ctrlPr>
                      </m:sSubPr>
                      <m:e>
                        <m:r>
                          <a:rPr lang="en-GB" altLang="zh-CN" i="1">
                            <a:solidFill>
                              <a:srgbClr val="003399"/>
                            </a:solidFill>
                            <a:latin typeface="Cambria Math" panose="02040503050406030204" pitchFamily="18" charset="0"/>
                          </a:rPr>
                          <m:t>𝑙𝑜𝑐</m:t>
                        </m:r>
                      </m:e>
                      <m:sub>
                        <m:r>
                          <a:rPr lang="en-GB" altLang="zh-CN" i="1">
                            <a:solidFill>
                              <a:srgbClr val="003399"/>
                            </a:solidFill>
                            <a:latin typeface="Cambria Math" panose="02040503050406030204" pitchFamily="18" charset="0"/>
                          </a:rPr>
                          <m:t>0</m:t>
                        </m:r>
                      </m:sub>
                    </m:sSub>
                    <m:r>
                      <a:rPr lang="en-GB" altLang="zh-CN" i="1" smtClean="0">
                        <a:solidFill>
                          <a:srgbClr val="003399"/>
                        </a:solidFill>
                        <a:latin typeface="Cambria Math" panose="02040503050406030204" pitchFamily="18" charset="0"/>
                        <a:ea typeface="Cambria Math" panose="02040503050406030204" pitchFamily="18" charset="0"/>
                      </a:rPr>
                      <m:t>→</m:t>
                    </m:r>
                    <m:sSub>
                      <m:sSubPr>
                        <m:ctrlPr>
                          <a:rPr lang="en-GB" altLang="zh-CN" i="1">
                            <a:solidFill>
                              <a:srgbClr val="003399"/>
                            </a:solidFill>
                            <a:latin typeface="Cambria Math" panose="02040503050406030204" pitchFamily="18" charset="0"/>
                          </a:rPr>
                        </m:ctrlPr>
                      </m:sSubPr>
                      <m:e>
                        <m:r>
                          <a:rPr lang="en-GB" altLang="zh-CN" i="1">
                            <a:solidFill>
                              <a:srgbClr val="003399"/>
                            </a:solidFill>
                            <a:latin typeface="Cambria Math" panose="02040503050406030204" pitchFamily="18" charset="0"/>
                          </a:rPr>
                          <m:t>𝑙𝑜𝑐</m:t>
                        </m:r>
                      </m:e>
                      <m:sub>
                        <m:r>
                          <a:rPr lang="en-GB" altLang="zh-CN" b="0" i="1" smtClean="0">
                            <a:solidFill>
                              <a:srgbClr val="003399"/>
                            </a:solidFill>
                            <a:latin typeface="Cambria Math" panose="02040503050406030204" pitchFamily="18" charset="0"/>
                          </a:rPr>
                          <m:t>1</m:t>
                        </m:r>
                      </m:sub>
                    </m:sSub>
                  </m:oMath>
                </a14:m>
                <a:r>
                  <a:rPr lang="en-GB" altLang="zh-CN" dirty="0">
                    <a:latin typeface="Cambria Math" panose="02040503050406030204" pitchFamily="18" charset="0"/>
                  </a:rPr>
                  <a:t>, the distance (</a:t>
                </a:r>
                <a14:m>
                  <m:oMath xmlns:m="http://schemas.openxmlformats.org/officeDocument/2006/math">
                    <m:r>
                      <a:rPr lang="en-GB" altLang="zh-CN" b="0" i="1" smtClean="0">
                        <a:solidFill>
                          <a:srgbClr val="003399"/>
                        </a:solidFill>
                        <a:latin typeface="Cambria Math" panose="02040503050406030204" pitchFamily="18" charset="0"/>
                        <a:ea typeface="Cambria Math" panose="02040503050406030204" pitchFamily="18" charset="0"/>
                      </a:rPr>
                      <m:t>𝑜𝑑𝑜</m:t>
                    </m:r>
                  </m:oMath>
                </a14:m>
                <a:r>
                  <a:rPr lang="en-GB" altLang="zh-CN" dirty="0">
                    <a:latin typeface="Cambria Math" panose="02040503050406030204" pitchFamily="18" charset="0"/>
                  </a:rPr>
                  <a:t>) can be obtained from the </a:t>
                </a:r>
                <a:r>
                  <a:rPr lang="en-GB" altLang="zh-CN" dirty="0"/>
                  <a:t>odometer.</a:t>
                </a:r>
              </a:p>
              <a:p>
                <a:r>
                  <a:rPr lang="en-GB" altLang="zh-CN" dirty="0">
                    <a:latin typeface="Cambria Math" panose="02040503050406030204" pitchFamily="18" charset="0"/>
                  </a:rPr>
                  <a:t>Assume </a:t>
                </a:r>
                <a:r>
                  <a:rPr lang="en-GB" altLang="zh-CN" dirty="0"/>
                  <a:t>we want to move to </a:t>
                </a:r>
                <a14:m>
                  <m:oMath xmlns:m="http://schemas.openxmlformats.org/officeDocument/2006/math">
                    <m:sSub>
                      <m:sSubPr>
                        <m:ctrlPr>
                          <a:rPr lang="en-GB" altLang="zh-CN" i="1" smtClean="0">
                            <a:solidFill>
                              <a:srgbClr val="003399"/>
                            </a:solidFill>
                            <a:latin typeface="Cambria Math" panose="02040503050406030204" pitchFamily="18" charset="0"/>
                          </a:rPr>
                        </m:ctrlPr>
                      </m:sSubPr>
                      <m:e>
                        <m:r>
                          <a:rPr lang="en-GB" altLang="zh-CN" i="1">
                            <a:solidFill>
                              <a:srgbClr val="003399"/>
                            </a:solidFill>
                            <a:latin typeface="Cambria Math" panose="02040503050406030204" pitchFamily="18" charset="0"/>
                          </a:rPr>
                          <m:t>𝑙𝑜𝑐</m:t>
                        </m:r>
                      </m:e>
                      <m:sub>
                        <m:r>
                          <a:rPr lang="en-GB" altLang="zh-CN" b="0" i="1" smtClean="0">
                            <a:solidFill>
                              <a:srgbClr val="003399"/>
                            </a:solidFill>
                            <a:latin typeface="Cambria Math" panose="02040503050406030204" pitchFamily="18" charset="0"/>
                          </a:rPr>
                          <m:t>1</m:t>
                        </m:r>
                      </m:sub>
                    </m:sSub>
                  </m:oMath>
                </a14:m>
                <a:r>
                  <a:rPr lang="en-GB" altLang="zh-CN" dirty="0">
                    <a:latin typeface="Cambria Math" panose="02040503050406030204" pitchFamily="18" charset="0"/>
                  </a:rPr>
                  <a:t>, </a:t>
                </a:r>
                <a:r>
                  <a:rPr lang="en-GB" altLang="zh-CN" dirty="0"/>
                  <a:t>but there is an error in the odometer.</a:t>
                </a:r>
                <a:r>
                  <a:rPr lang="zh-CN" altLang="en-US" dirty="0"/>
                  <a:t> </a:t>
                </a:r>
                <a:r>
                  <a:rPr lang="en-US" altLang="zh-CN" dirty="0"/>
                  <a:t>So,</a:t>
                </a:r>
                <a:endParaRPr lang="en-GB" altLang="zh-CN" dirty="0">
                  <a:latin typeface="Cambria Math" panose="02040503050406030204" pitchFamily="18" charset="0"/>
                </a:endParaRPr>
              </a:p>
              <a:p>
                <a:pPr algn="ctr"/>
                <a14:m>
                  <m:oMath xmlns:m="http://schemas.openxmlformats.org/officeDocument/2006/math">
                    <m:r>
                      <a:rPr lang="en-GB" altLang="zh-CN" i="1">
                        <a:solidFill>
                          <a:srgbClr val="003399"/>
                        </a:solidFill>
                        <a:latin typeface="Cambria Math" panose="02040503050406030204" pitchFamily="18" charset="0"/>
                      </a:rPr>
                      <m:t>𝑃</m:t>
                    </m:r>
                    <m:d>
                      <m:dPr>
                        <m:ctrlPr>
                          <a:rPr lang="en-GB" altLang="zh-CN" i="1">
                            <a:solidFill>
                              <a:srgbClr val="003399"/>
                            </a:solidFill>
                            <a:latin typeface="Cambria Math" panose="02040503050406030204" pitchFamily="18" charset="0"/>
                          </a:rPr>
                        </m:ctrlPr>
                      </m:dPr>
                      <m:e>
                        <m:sSub>
                          <m:sSubPr>
                            <m:ctrlPr>
                              <a:rPr lang="en-GB" altLang="zh-CN" i="1">
                                <a:solidFill>
                                  <a:srgbClr val="003399"/>
                                </a:solidFill>
                                <a:latin typeface="Cambria Math" panose="02040503050406030204" pitchFamily="18" charset="0"/>
                              </a:rPr>
                            </m:ctrlPr>
                          </m:sSubPr>
                          <m:e>
                            <m:r>
                              <a:rPr lang="en-GB" altLang="zh-CN" i="1">
                                <a:solidFill>
                                  <a:srgbClr val="003399"/>
                                </a:solidFill>
                                <a:latin typeface="Cambria Math" panose="02040503050406030204" pitchFamily="18" charset="0"/>
                              </a:rPr>
                              <m:t>𝑙𝑜𝑐</m:t>
                            </m:r>
                          </m:e>
                          <m:sub>
                            <m:r>
                              <a:rPr lang="en-GB" altLang="zh-CN" b="0" i="1" smtClean="0">
                                <a:solidFill>
                                  <a:srgbClr val="003399"/>
                                </a:solidFill>
                                <a:latin typeface="Cambria Math" panose="02040503050406030204" pitchFamily="18" charset="0"/>
                              </a:rPr>
                              <m:t>1</m:t>
                            </m:r>
                          </m:sub>
                        </m:sSub>
                        <m:r>
                          <a:rPr lang="en-GB" altLang="zh-CN" i="1">
                            <a:solidFill>
                              <a:srgbClr val="003399"/>
                            </a:solidFill>
                            <a:latin typeface="Cambria Math" panose="02040503050406030204" pitchFamily="18" charset="0"/>
                          </a:rPr>
                          <m:t>|</m:t>
                        </m:r>
                        <m:r>
                          <a:rPr lang="en-GB" altLang="zh-CN" i="1">
                            <a:solidFill>
                              <a:srgbClr val="003399"/>
                            </a:solidFill>
                            <a:latin typeface="Cambria Math" panose="02040503050406030204" pitchFamily="18" charset="0"/>
                            <a:ea typeface="Cambria Math" panose="02040503050406030204" pitchFamily="18" charset="0"/>
                          </a:rPr>
                          <m:t>𝑜𝑑𝑜</m:t>
                        </m:r>
                        <m:r>
                          <a:rPr lang="en-GB" altLang="zh-CN" b="0" i="1" smtClean="0">
                            <a:solidFill>
                              <a:srgbClr val="003399"/>
                            </a:solidFill>
                            <a:latin typeface="Cambria Math" panose="02040503050406030204" pitchFamily="18" charset="0"/>
                            <a:ea typeface="Cambria Math" panose="02040503050406030204" pitchFamily="18" charset="0"/>
                          </a:rPr>
                          <m:t>,</m:t>
                        </m:r>
                        <m:sSub>
                          <m:sSubPr>
                            <m:ctrlPr>
                              <a:rPr lang="en-GB" altLang="zh-CN" i="1">
                                <a:solidFill>
                                  <a:srgbClr val="003399"/>
                                </a:solidFill>
                                <a:latin typeface="Cambria Math" panose="02040503050406030204" pitchFamily="18" charset="0"/>
                              </a:rPr>
                            </m:ctrlPr>
                          </m:sSubPr>
                          <m:e>
                            <m:r>
                              <a:rPr lang="en-GB" altLang="zh-CN" i="1">
                                <a:solidFill>
                                  <a:srgbClr val="003399"/>
                                </a:solidFill>
                                <a:latin typeface="Cambria Math" panose="02040503050406030204" pitchFamily="18" charset="0"/>
                              </a:rPr>
                              <m:t>𝑙𝑜𝑐</m:t>
                            </m:r>
                          </m:e>
                          <m:sub>
                            <m:r>
                              <a:rPr lang="en-GB" altLang="zh-CN" b="0" i="1" smtClean="0">
                                <a:solidFill>
                                  <a:srgbClr val="003399"/>
                                </a:solidFill>
                                <a:latin typeface="Cambria Math" panose="02040503050406030204" pitchFamily="18" charset="0"/>
                              </a:rPr>
                              <m:t>0</m:t>
                            </m:r>
                          </m:sub>
                        </m:sSub>
                      </m:e>
                    </m:d>
                    <m:r>
                      <a:rPr lang="en-US" altLang="zh-CN" i="1">
                        <a:solidFill>
                          <a:srgbClr val="003399"/>
                        </a:solidFill>
                        <a:latin typeface="Cambria Math" panose="02040503050406030204" pitchFamily="18" charset="0"/>
                      </a:rPr>
                      <m:t>=</m:t>
                    </m:r>
                    <m:r>
                      <a:rPr lang="en-GB" altLang="zh-CN" i="1">
                        <a:solidFill>
                          <a:srgbClr val="003399"/>
                        </a:solidFill>
                        <a:latin typeface="Cambria Math" panose="02040503050406030204" pitchFamily="18" charset="0"/>
                      </a:rPr>
                      <m:t>𝑃</m:t>
                    </m:r>
                    <m:d>
                      <m:dPr>
                        <m:ctrlPr>
                          <a:rPr lang="en-GB" altLang="zh-CN" i="1">
                            <a:solidFill>
                              <a:srgbClr val="003399"/>
                            </a:solidFill>
                            <a:latin typeface="Cambria Math" panose="02040503050406030204" pitchFamily="18" charset="0"/>
                          </a:rPr>
                        </m:ctrlPr>
                      </m:dPr>
                      <m:e>
                        <m:r>
                          <a:rPr lang="en-GB" altLang="zh-CN" i="1">
                            <a:solidFill>
                              <a:srgbClr val="003399"/>
                            </a:solidFill>
                            <a:latin typeface="Cambria Math" panose="02040503050406030204" pitchFamily="18" charset="0"/>
                            <a:ea typeface="Cambria Math" panose="02040503050406030204" pitchFamily="18" charset="0"/>
                          </a:rPr>
                          <m:t>𝑜𝑑𝑜</m:t>
                        </m:r>
                        <m:r>
                          <a:rPr lang="en-GB" altLang="zh-CN" i="1">
                            <a:solidFill>
                              <a:srgbClr val="003399"/>
                            </a:solidFill>
                            <a:latin typeface="Cambria Math" panose="02040503050406030204" pitchFamily="18" charset="0"/>
                          </a:rPr>
                          <m:t>|</m:t>
                        </m:r>
                        <m:sSub>
                          <m:sSubPr>
                            <m:ctrlPr>
                              <a:rPr lang="en-GB" altLang="zh-CN" i="1">
                                <a:solidFill>
                                  <a:srgbClr val="003399"/>
                                </a:solidFill>
                                <a:latin typeface="Cambria Math" panose="02040503050406030204" pitchFamily="18" charset="0"/>
                              </a:rPr>
                            </m:ctrlPr>
                          </m:sSubPr>
                          <m:e>
                            <m:r>
                              <a:rPr lang="en-GB" altLang="zh-CN" i="1">
                                <a:solidFill>
                                  <a:srgbClr val="003399"/>
                                </a:solidFill>
                                <a:latin typeface="Cambria Math" panose="02040503050406030204" pitchFamily="18" charset="0"/>
                              </a:rPr>
                              <m:t>𝑙𝑜𝑐</m:t>
                            </m:r>
                          </m:e>
                          <m:sub>
                            <m:r>
                              <a:rPr lang="en-GB" altLang="zh-CN" i="1">
                                <a:solidFill>
                                  <a:srgbClr val="003399"/>
                                </a:solidFill>
                                <a:latin typeface="Cambria Math" panose="02040503050406030204" pitchFamily="18" charset="0"/>
                              </a:rPr>
                              <m:t>0</m:t>
                            </m:r>
                          </m:sub>
                        </m:sSub>
                        <m:r>
                          <a:rPr lang="en-GB" altLang="zh-CN" i="1">
                            <a:solidFill>
                              <a:srgbClr val="003399"/>
                            </a:solidFill>
                            <a:latin typeface="Cambria Math" panose="02040503050406030204" pitchFamily="18" charset="0"/>
                          </a:rPr>
                          <m:t>,</m:t>
                        </m:r>
                        <m:sSub>
                          <m:sSubPr>
                            <m:ctrlPr>
                              <a:rPr lang="en-GB" altLang="zh-CN" i="1">
                                <a:solidFill>
                                  <a:srgbClr val="003399"/>
                                </a:solidFill>
                                <a:latin typeface="Cambria Math" panose="02040503050406030204" pitchFamily="18" charset="0"/>
                              </a:rPr>
                            </m:ctrlPr>
                          </m:sSubPr>
                          <m:e>
                            <m:r>
                              <a:rPr lang="en-GB" altLang="zh-CN" i="1">
                                <a:solidFill>
                                  <a:srgbClr val="003399"/>
                                </a:solidFill>
                                <a:latin typeface="Cambria Math" panose="02040503050406030204" pitchFamily="18" charset="0"/>
                              </a:rPr>
                              <m:t>𝑙𝑜𝑐</m:t>
                            </m:r>
                          </m:e>
                          <m:sub>
                            <m:r>
                              <a:rPr lang="en-GB" altLang="zh-CN" i="1">
                                <a:solidFill>
                                  <a:srgbClr val="003399"/>
                                </a:solidFill>
                                <a:latin typeface="Cambria Math" panose="02040503050406030204" pitchFamily="18" charset="0"/>
                              </a:rPr>
                              <m:t>1</m:t>
                            </m:r>
                          </m:sub>
                        </m:sSub>
                      </m:e>
                    </m:d>
                    <m:r>
                      <a:rPr lang="en-GB" altLang="zh-CN" i="1">
                        <a:solidFill>
                          <a:srgbClr val="003399"/>
                        </a:solidFill>
                        <a:latin typeface="Cambria Math" panose="02040503050406030204" pitchFamily="18" charset="0"/>
                      </a:rPr>
                      <m:t>𝑃</m:t>
                    </m:r>
                    <m:d>
                      <m:dPr>
                        <m:ctrlPr>
                          <a:rPr lang="en-GB" altLang="zh-CN" i="1">
                            <a:solidFill>
                              <a:srgbClr val="003399"/>
                            </a:solidFill>
                            <a:latin typeface="Cambria Math" panose="02040503050406030204" pitchFamily="18" charset="0"/>
                          </a:rPr>
                        </m:ctrlPr>
                      </m:dPr>
                      <m:e>
                        <m:sSub>
                          <m:sSubPr>
                            <m:ctrlPr>
                              <a:rPr lang="en-GB" altLang="zh-CN" i="1">
                                <a:solidFill>
                                  <a:srgbClr val="003399"/>
                                </a:solidFill>
                                <a:latin typeface="Cambria Math" panose="02040503050406030204" pitchFamily="18" charset="0"/>
                              </a:rPr>
                            </m:ctrlPr>
                          </m:sSubPr>
                          <m:e>
                            <m:r>
                              <a:rPr lang="en-GB" altLang="zh-CN" i="1">
                                <a:solidFill>
                                  <a:srgbClr val="003399"/>
                                </a:solidFill>
                                <a:latin typeface="Cambria Math" panose="02040503050406030204" pitchFamily="18" charset="0"/>
                              </a:rPr>
                              <m:t>𝑙𝑜𝑐</m:t>
                            </m:r>
                          </m:e>
                          <m:sub>
                            <m:r>
                              <a:rPr lang="en-GB" altLang="zh-CN" i="1">
                                <a:solidFill>
                                  <a:srgbClr val="003399"/>
                                </a:solidFill>
                                <a:latin typeface="Cambria Math" panose="02040503050406030204" pitchFamily="18" charset="0"/>
                              </a:rPr>
                              <m:t>0</m:t>
                            </m:r>
                          </m:sub>
                        </m:sSub>
                        <m:r>
                          <a:rPr lang="en-GB" altLang="zh-CN" i="1">
                            <a:solidFill>
                              <a:srgbClr val="003399"/>
                            </a:solidFill>
                            <a:latin typeface="Cambria Math" panose="02040503050406030204" pitchFamily="18" charset="0"/>
                          </a:rPr>
                          <m:t>|</m:t>
                        </m:r>
                        <m:sSub>
                          <m:sSubPr>
                            <m:ctrlPr>
                              <a:rPr lang="en-GB" altLang="zh-CN" i="1">
                                <a:solidFill>
                                  <a:srgbClr val="003399"/>
                                </a:solidFill>
                                <a:latin typeface="Cambria Math" panose="02040503050406030204" pitchFamily="18" charset="0"/>
                              </a:rPr>
                            </m:ctrlPr>
                          </m:sSubPr>
                          <m:e>
                            <m:r>
                              <a:rPr lang="en-GB" altLang="zh-CN" i="1">
                                <a:solidFill>
                                  <a:srgbClr val="003399"/>
                                </a:solidFill>
                                <a:latin typeface="Cambria Math" panose="02040503050406030204" pitchFamily="18" charset="0"/>
                              </a:rPr>
                              <m:t>𝑙𝑜𝑐</m:t>
                            </m:r>
                          </m:e>
                          <m:sub>
                            <m:r>
                              <a:rPr lang="en-GB" altLang="zh-CN" i="1">
                                <a:solidFill>
                                  <a:srgbClr val="003399"/>
                                </a:solidFill>
                                <a:latin typeface="Cambria Math" panose="02040503050406030204" pitchFamily="18" charset="0"/>
                              </a:rPr>
                              <m:t>1</m:t>
                            </m:r>
                          </m:sub>
                        </m:sSub>
                      </m:e>
                    </m:d>
                  </m:oMath>
                </a14:m>
                <a:r>
                  <a:rPr lang="en-GB" altLang="zh-CN" dirty="0"/>
                  <a:t> </a:t>
                </a:r>
              </a:p>
              <a:p>
                <a:endParaRPr lang="en-GB" dirty="0"/>
              </a:p>
            </p:txBody>
          </p:sp>
        </mc:Choice>
        <mc:Fallback xmlns="">
          <p:sp>
            <p:nvSpPr>
              <p:cNvPr id="5" name="文本占位符 4">
                <a:extLst>
                  <a:ext uri="{FF2B5EF4-FFF2-40B4-BE49-F238E27FC236}">
                    <a16:creationId xmlns:a16="http://schemas.microsoft.com/office/drawing/2014/main" id="{CD03626E-108C-52C9-C4CF-3C07954F5CF8}"/>
                  </a:ext>
                </a:extLst>
              </p:cNvPr>
              <p:cNvSpPr>
                <a:spLocks noGrp="1" noRot="1" noChangeAspect="1" noMove="1" noResize="1" noEditPoints="1" noAdjustHandles="1" noChangeArrowheads="1" noChangeShapeType="1" noTextEdit="1"/>
              </p:cNvSpPr>
              <p:nvPr>
                <p:ph type="body" sz="quarter" idx="10"/>
              </p:nvPr>
            </p:nvSpPr>
            <p:spPr>
              <a:xfrm>
                <a:off x="628650" y="1465262"/>
                <a:ext cx="7936706" cy="1357151"/>
              </a:xfrm>
              <a:blipFill>
                <a:blip r:embed="rId4"/>
                <a:stretch>
                  <a:fillRect l="-319" t="-3704" r="-1118"/>
                </a:stretch>
              </a:blipFill>
            </p:spPr>
            <p:txBody>
              <a:bodyPr/>
              <a:lstStyle/>
              <a:p>
                <a:r>
                  <a:rPr lang="zh-CN" altLang="en-US">
                    <a:noFill/>
                  </a:rPr>
                  <a:t> </a:t>
                </a:r>
              </a:p>
            </p:txBody>
          </p:sp>
        </mc:Fallback>
      </mc:AlternateContent>
      <p:sp>
        <p:nvSpPr>
          <p:cNvPr id="8" name="矩形 7">
            <a:extLst>
              <a:ext uri="{FF2B5EF4-FFF2-40B4-BE49-F238E27FC236}">
                <a16:creationId xmlns:a16="http://schemas.microsoft.com/office/drawing/2014/main" id="{8C89B269-693C-64AF-88F4-CED481D6DE0B}"/>
              </a:ext>
            </a:extLst>
          </p:cNvPr>
          <p:cNvSpPr/>
          <p:nvPr/>
        </p:nvSpPr>
        <p:spPr>
          <a:xfrm>
            <a:off x="768350" y="4057866"/>
            <a:ext cx="7593223" cy="97104"/>
          </a:xfrm>
          <a:prstGeom prst="rect">
            <a:avLst/>
          </a:prstGeom>
          <a:gradFill flip="none" rotWithShape="1">
            <a:gsLst>
              <a:gs pos="100000">
                <a:schemeClr val="bg1"/>
              </a:gs>
              <a:gs pos="0">
                <a:schemeClr val="accent3">
                  <a:lumMod val="30000"/>
                  <a:lumOff val="70000"/>
                  <a:alpha val="49171"/>
                </a:schemeClr>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11" name="直线连接符 10">
            <a:extLst>
              <a:ext uri="{FF2B5EF4-FFF2-40B4-BE49-F238E27FC236}">
                <a16:creationId xmlns:a16="http://schemas.microsoft.com/office/drawing/2014/main" id="{B5FA535B-0727-816E-FB2B-8B8EA3147B47}"/>
              </a:ext>
            </a:extLst>
          </p:cNvPr>
          <p:cNvCxnSpPr>
            <a:cxnSpLocks/>
          </p:cNvCxnSpPr>
          <p:nvPr/>
        </p:nvCxnSpPr>
        <p:spPr>
          <a:xfrm>
            <a:off x="768350" y="4051515"/>
            <a:ext cx="7593223" cy="0"/>
          </a:xfrm>
          <a:prstGeom prst="line">
            <a:avLst/>
          </a:prstGeom>
          <a:ln w="9525">
            <a:solidFill>
              <a:srgbClr val="40618A"/>
            </a:solidFill>
          </a:ln>
        </p:spPr>
        <p:style>
          <a:lnRef idx="1">
            <a:schemeClr val="accent1"/>
          </a:lnRef>
          <a:fillRef idx="0">
            <a:schemeClr val="accent1"/>
          </a:fillRef>
          <a:effectRef idx="0">
            <a:schemeClr val="accent1"/>
          </a:effectRef>
          <a:fontRef idx="minor">
            <a:schemeClr val="tx1"/>
          </a:fontRef>
        </p:style>
      </p:cxnSp>
      <p:cxnSp>
        <p:nvCxnSpPr>
          <p:cNvPr id="16" name="直线连接符 15">
            <a:extLst>
              <a:ext uri="{FF2B5EF4-FFF2-40B4-BE49-F238E27FC236}">
                <a16:creationId xmlns:a16="http://schemas.microsoft.com/office/drawing/2014/main" id="{FAEA816C-0DB2-AD1D-830C-96A76DB82234}"/>
              </a:ext>
            </a:extLst>
          </p:cNvPr>
          <p:cNvCxnSpPr>
            <a:cxnSpLocks/>
          </p:cNvCxnSpPr>
          <p:nvPr/>
        </p:nvCxnSpPr>
        <p:spPr>
          <a:xfrm>
            <a:off x="1668256" y="4614313"/>
            <a:ext cx="6700355" cy="0"/>
          </a:xfrm>
          <a:prstGeom prst="line">
            <a:avLst/>
          </a:prstGeom>
          <a:ln w="9525">
            <a:solidFill>
              <a:schemeClr val="accent4"/>
            </a:solidFill>
          </a:ln>
        </p:spPr>
        <p:style>
          <a:lnRef idx="1">
            <a:schemeClr val="accent1"/>
          </a:lnRef>
          <a:fillRef idx="0">
            <a:schemeClr val="accent1"/>
          </a:fillRef>
          <a:effectRef idx="0">
            <a:schemeClr val="accent1"/>
          </a:effectRef>
          <a:fontRef idx="minor">
            <a:schemeClr val="tx1"/>
          </a:fontRef>
        </p:style>
      </p:cxnSp>
      <p:sp>
        <p:nvSpPr>
          <p:cNvPr id="17" name="文本框 16">
            <a:extLst>
              <a:ext uri="{FF2B5EF4-FFF2-40B4-BE49-F238E27FC236}">
                <a16:creationId xmlns:a16="http://schemas.microsoft.com/office/drawing/2014/main" id="{83933E77-96F3-5075-C63D-3F9908E1872E}"/>
              </a:ext>
            </a:extLst>
          </p:cNvPr>
          <p:cNvSpPr txBox="1"/>
          <p:nvPr/>
        </p:nvSpPr>
        <p:spPr>
          <a:xfrm>
            <a:off x="1580248" y="4564353"/>
            <a:ext cx="2749151" cy="307777"/>
          </a:xfrm>
          <a:prstGeom prst="rect">
            <a:avLst/>
          </a:prstGeom>
          <a:noFill/>
        </p:spPr>
        <p:txBody>
          <a:bodyPr wrap="none" rtlCol="0">
            <a:spAutoFit/>
          </a:bodyPr>
          <a:lstStyle/>
          <a:p>
            <a:r>
              <a:rPr lang="en-GB" sz="1400" dirty="0">
                <a:solidFill>
                  <a:schemeClr val="accent4"/>
                </a:solidFill>
              </a:rPr>
              <a:t>The location possibility distribution</a:t>
            </a:r>
          </a:p>
        </p:txBody>
      </p:sp>
      <p:sp>
        <p:nvSpPr>
          <p:cNvPr id="2" name="矩形 1">
            <a:extLst>
              <a:ext uri="{FF2B5EF4-FFF2-40B4-BE49-F238E27FC236}">
                <a16:creationId xmlns:a16="http://schemas.microsoft.com/office/drawing/2014/main" id="{35357EFE-C41F-9855-807A-A3A22960973C}"/>
              </a:ext>
            </a:extLst>
          </p:cNvPr>
          <p:cNvSpPr/>
          <p:nvPr/>
        </p:nvSpPr>
        <p:spPr>
          <a:xfrm>
            <a:off x="1668256" y="4619448"/>
            <a:ext cx="6693317" cy="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22" name="组合 21">
            <a:extLst>
              <a:ext uri="{FF2B5EF4-FFF2-40B4-BE49-F238E27FC236}">
                <a16:creationId xmlns:a16="http://schemas.microsoft.com/office/drawing/2014/main" id="{2D1494BB-0349-1539-BF5A-A49BF0F0CD66}"/>
              </a:ext>
            </a:extLst>
          </p:cNvPr>
          <p:cNvGrpSpPr/>
          <p:nvPr/>
        </p:nvGrpSpPr>
        <p:grpSpPr>
          <a:xfrm>
            <a:off x="3757043" y="4348179"/>
            <a:ext cx="2115120" cy="270533"/>
            <a:chOff x="3392497" y="4254499"/>
            <a:chExt cx="1278644" cy="364214"/>
          </a:xfrm>
        </p:grpSpPr>
        <p:sp>
          <p:nvSpPr>
            <p:cNvPr id="23" name="任意形状 22">
              <a:extLst>
                <a:ext uri="{FF2B5EF4-FFF2-40B4-BE49-F238E27FC236}">
                  <a16:creationId xmlns:a16="http://schemas.microsoft.com/office/drawing/2014/main" id="{B81A1F8B-2A26-896D-37AC-F532FD59B67C}"/>
                </a:ext>
              </a:extLst>
            </p:cNvPr>
            <p:cNvSpPr/>
            <p:nvPr/>
          </p:nvSpPr>
          <p:spPr>
            <a:xfrm>
              <a:off x="3392498" y="4254499"/>
              <a:ext cx="1278643" cy="364214"/>
            </a:xfrm>
            <a:custGeom>
              <a:avLst/>
              <a:gdLst>
                <a:gd name="connsiteX0" fmla="*/ 0 w 2076450"/>
                <a:gd name="connsiteY0" fmla="*/ 514352 h 563845"/>
                <a:gd name="connsiteX1" fmla="*/ 584200 w 2076450"/>
                <a:gd name="connsiteY1" fmla="*/ 514352 h 563845"/>
                <a:gd name="connsiteX2" fmla="*/ 1104900 w 2076450"/>
                <a:gd name="connsiteY2" fmla="*/ 2 h 563845"/>
                <a:gd name="connsiteX3" fmla="*/ 1511300 w 2076450"/>
                <a:gd name="connsiteY3" fmla="*/ 508002 h 563845"/>
                <a:gd name="connsiteX4" fmla="*/ 2076450 w 2076450"/>
                <a:gd name="connsiteY4" fmla="*/ 552452 h 563845"/>
                <a:gd name="connsiteX0" fmla="*/ 0 w 2076450"/>
                <a:gd name="connsiteY0" fmla="*/ 552452 h 584518"/>
                <a:gd name="connsiteX1" fmla="*/ 584200 w 2076450"/>
                <a:gd name="connsiteY1" fmla="*/ 514352 h 584518"/>
                <a:gd name="connsiteX2" fmla="*/ 1104900 w 2076450"/>
                <a:gd name="connsiteY2" fmla="*/ 2 h 584518"/>
                <a:gd name="connsiteX3" fmla="*/ 1511300 w 2076450"/>
                <a:gd name="connsiteY3" fmla="*/ 508002 h 584518"/>
                <a:gd name="connsiteX4" fmla="*/ 2076450 w 2076450"/>
                <a:gd name="connsiteY4" fmla="*/ 552452 h 584518"/>
                <a:gd name="connsiteX0" fmla="*/ 0 w 2076450"/>
                <a:gd name="connsiteY0" fmla="*/ 552452 h 567630"/>
                <a:gd name="connsiteX1" fmla="*/ 584200 w 2076450"/>
                <a:gd name="connsiteY1" fmla="*/ 514352 h 567630"/>
                <a:gd name="connsiteX2" fmla="*/ 1104900 w 2076450"/>
                <a:gd name="connsiteY2" fmla="*/ 2 h 567630"/>
                <a:gd name="connsiteX3" fmla="*/ 1511300 w 2076450"/>
                <a:gd name="connsiteY3" fmla="*/ 508002 h 567630"/>
                <a:gd name="connsiteX4" fmla="*/ 2076450 w 2076450"/>
                <a:gd name="connsiteY4" fmla="*/ 552452 h 567630"/>
                <a:gd name="connsiteX0" fmla="*/ 0 w 2076450"/>
                <a:gd name="connsiteY0" fmla="*/ 552557 h 560371"/>
                <a:gd name="connsiteX1" fmla="*/ 635000 w 2076450"/>
                <a:gd name="connsiteY1" fmla="*/ 463657 h 560371"/>
                <a:gd name="connsiteX2" fmla="*/ 1104900 w 2076450"/>
                <a:gd name="connsiteY2" fmla="*/ 107 h 560371"/>
                <a:gd name="connsiteX3" fmla="*/ 1511300 w 2076450"/>
                <a:gd name="connsiteY3" fmla="*/ 508107 h 560371"/>
                <a:gd name="connsiteX4" fmla="*/ 2076450 w 2076450"/>
                <a:gd name="connsiteY4" fmla="*/ 552557 h 560371"/>
                <a:gd name="connsiteX0" fmla="*/ 0 w 2076450"/>
                <a:gd name="connsiteY0" fmla="*/ 552460 h 552460"/>
                <a:gd name="connsiteX1" fmla="*/ 635000 w 2076450"/>
                <a:gd name="connsiteY1" fmla="*/ 463560 h 552460"/>
                <a:gd name="connsiteX2" fmla="*/ 1104900 w 2076450"/>
                <a:gd name="connsiteY2" fmla="*/ 10 h 552460"/>
                <a:gd name="connsiteX3" fmla="*/ 1466850 w 2076450"/>
                <a:gd name="connsiteY3" fmla="*/ 450860 h 552460"/>
                <a:gd name="connsiteX4" fmla="*/ 2076450 w 2076450"/>
                <a:gd name="connsiteY4" fmla="*/ 552460 h 552460"/>
                <a:gd name="connsiteX0" fmla="*/ 0 w 2076450"/>
                <a:gd name="connsiteY0" fmla="*/ 552460 h 553694"/>
                <a:gd name="connsiteX1" fmla="*/ 635000 w 2076450"/>
                <a:gd name="connsiteY1" fmla="*/ 463560 h 553694"/>
                <a:gd name="connsiteX2" fmla="*/ 1104900 w 2076450"/>
                <a:gd name="connsiteY2" fmla="*/ 10 h 553694"/>
                <a:gd name="connsiteX3" fmla="*/ 1466850 w 2076450"/>
                <a:gd name="connsiteY3" fmla="*/ 450860 h 553694"/>
                <a:gd name="connsiteX4" fmla="*/ 2076450 w 2076450"/>
                <a:gd name="connsiteY4" fmla="*/ 552460 h 553694"/>
                <a:gd name="connsiteX0" fmla="*/ 0 w 2076450"/>
                <a:gd name="connsiteY0" fmla="*/ 552453 h 555210"/>
                <a:gd name="connsiteX1" fmla="*/ 635000 w 2076450"/>
                <a:gd name="connsiteY1" fmla="*/ 463553 h 555210"/>
                <a:gd name="connsiteX2" fmla="*/ 1104900 w 2076450"/>
                <a:gd name="connsiteY2" fmla="*/ 3 h 555210"/>
                <a:gd name="connsiteX3" fmla="*/ 1498600 w 2076450"/>
                <a:gd name="connsiteY3" fmla="*/ 469903 h 555210"/>
                <a:gd name="connsiteX4" fmla="*/ 2076450 w 2076450"/>
                <a:gd name="connsiteY4" fmla="*/ 552453 h 555210"/>
                <a:gd name="connsiteX0" fmla="*/ 0 w 2076450"/>
                <a:gd name="connsiteY0" fmla="*/ 552510 h 553235"/>
                <a:gd name="connsiteX1" fmla="*/ 635000 w 2076450"/>
                <a:gd name="connsiteY1" fmla="*/ 463610 h 553235"/>
                <a:gd name="connsiteX2" fmla="*/ 1104900 w 2076450"/>
                <a:gd name="connsiteY2" fmla="*/ 60 h 553235"/>
                <a:gd name="connsiteX3" fmla="*/ 1479550 w 2076450"/>
                <a:gd name="connsiteY3" fmla="*/ 431860 h 553235"/>
                <a:gd name="connsiteX4" fmla="*/ 2076450 w 2076450"/>
                <a:gd name="connsiteY4" fmla="*/ 552510 h 553235"/>
                <a:gd name="connsiteX0" fmla="*/ 0 w 2076450"/>
                <a:gd name="connsiteY0" fmla="*/ 552510 h 553991"/>
                <a:gd name="connsiteX1" fmla="*/ 635000 w 2076450"/>
                <a:gd name="connsiteY1" fmla="*/ 463610 h 553991"/>
                <a:gd name="connsiteX2" fmla="*/ 1104900 w 2076450"/>
                <a:gd name="connsiteY2" fmla="*/ 60 h 553991"/>
                <a:gd name="connsiteX3" fmla="*/ 1479550 w 2076450"/>
                <a:gd name="connsiteY3" fmla="*/ 431860 h 553991"/>
                <a:gd name="connsiteX4" fmla="*/ 2076450 w 2076450"/>
                <a:gd name="connsiteY4" fmla="*/ 552510 h 553991"/>
                <a:gd name="connsiteX0" fmla="*/ 0 w 2076450"/>
                <a:gd name="connsiteY0" fmla="*/ 552514 h 553995"/>
                <a:gd name="connsiteX1" fmla="*/ 635000 w 2076450"/>
                <a:gd name="connsiteY1" fmla="*/ 463614 h 553995"/>
                <a:gd name="connsiteX2" fmla="*/ 1104900 w 2076450"/>
                <a:gd name="connsiteY2" fmla="*/ 64 h 553995"/>
                <a:gd name="connsiteX3" fmla="*/ 1479550 w 2076450"/>
                <a:gd name="connsiteY3" fmla="*/ 431864 h 553995"/>
                <a:gd name="connsiteX4" fmla="*/ 2076450 w 2076450"/>
                <a:gd name="connsiteY4" fmla="*/ 552514 h 553995"/>
                <a:gd name="connsiteX0" fmla="*/ 0 w 2076450"/>
                <a:gd name="connsiteY0" fmla="*/ 552453 h 553934"/>
                <a:gd name="connsiteX1" fmla="*/ 635000 w 2076450"/>
                <a:gd name="connsiteY1" fmla="*/ 463553 h 553934"/>
                <a:gd name="connsiteX2" fmla="*/ 1104900 w 2076450"/>
                <a:gd name="connsiteY2" fmla="*/ 3 h 553934"/>
                <a:gd name="connsiteX3" fmla="*/ 1479550 w 2076450"/>
                <a:gd name="connsiteY3" fmla="*/ 431803 h 553934"/>
                <a:gd name="connsiteX4" fmla="*/ 2076450 w 2076450"/>
                <a:gd name="connsiteY4" fmla="*/ 552453 h 553934"/>
                <a:gd name="connsiteX0" fmla="*/ 0 w 2076450"/>
                <a:gd name="connsiteY0" fmla="*/ 552453 h 556896"/>
                <a:gd name="connsiteX1" fmla="*/ 635000 w 2076450"/>
                <a:gd name="connsiteY1" fmla="*/ 463553 h 556896"/>
                <a:gd name="connsiteX2" fmla="*/ 1104900 w 2076450"/>
                <a:gd name="connsiteY2" fmla="*/ 3 h 556896"/>
                <a:gd name="connsiteX3" fmla="*/ 1498600 w 2076450"/>
                <a:gd name="connsiteY3" fmla="*/ 457203 h 556896"/>
                <a:gd name="connsiteX4" fmla="*/ 2076450 w 2076450"/>
                <a:gd name="connsiteY4" fmla="*/ 552453 h 556896"/>
                <a:gd name="connsiteX0" fmla="*/ 0 w 2076450"/>
                <a:gd name="connsiteY0" fmla="*/ 552453 h 554014"/>
                <a:gd name="connsiteX1" fmla="*/ 635000 w 2076450"/>
                <a:gd name="connsiteY1" fmla="*/ 463553 h 554014"/>
                <a:gd name="connsiteX2" fmla="*/ 1098550 w 2076450"/>
                <a:gd name="connsiteY2" fmla="*/ 3 h 554014"/>
                <a:gd name="connsiteX3" fmla="*/ 1498600 w 2076450"/>
                <a:gd name="connsiteY3" fmla="*/ 457203 h 554014"/>
                <a:gd name="connsiteX4" fmla="*/ 2076450 w 2076450"/>
                <a:gd name="connsiteY4" fmla="*/ 552453 h 554014"/>
                <a:gd name="connsiteX0" fmla="*/ 0 w 2076450"/>
                <a:gd name="connsiteY0" fmla="*/ 552459 h 553693"/>
                <a:gd name="connsiteX1" fmla="*/ 635000 w 2076450"/>
                <a:gd name="connsiteY1" fmla="*/ 463559 h 553693"/>
                <a:gd name="connsiteX2" fmla="*/ 1098550 w 2076450"/>
                <a:gd name="connsiteY2" fmla="*/ 9 h 553693"/>
                <a:gd name="connsiteX3" fmla="*/ 1485900 w 2076450"/>
                <a:gd name="connsiteY3" fmla="*/ 450859 h 553693"/>
                <a:gd name="connsiteX4" fmla="*/ 2076450 w 2076450"/>
                <a:gd name="connsiteY4" fmla="*/ 552459 h 553693"/>
                <a:gd name="connsiteX0" fmla="*/ 0 w 2076450"/>
                <a:gd name="connsiteY0" fmla="*/ 552459 h 556763"/>
                <a:gd name="connsiteX1" fmla="*/ 635000 w 2076450"/>
                <a:gd name="connsiteY1" fmla="*/ 463559 h 556763"/>
                <a:gd name="connsiteX2" fmla="*/ 1098550 w 2076450"/>
                <a:gd name="connsiteY2" fmla="*/ 9 h 556763"/>
                <a:gd name="connsiteX3" fmla="*/ 1485900 w 2076450"/>
                <a:gd name="connsiteY3" fmla="*/ 450859 h 556763"/>
                <a:gd name="connsiteX4" fmla="*/ 2076450 w 2076450"/>
                <a:gd name="connsiteY4" fmla="*/ 555634 h 556763"/>
                <a:gd name="connsiteX0" fmla="*/ 0 w 2076450"/>
                <a:gd name="connsiteY0" fmla="*/ 552459 h 556011"/>
                <a:gd name="connsiteX1" fmla="*/ 635000 w 2076450"/>
                <a:gd name="connsiteY1" fmla="*/ 463559 h 556011"/>
                <a:gd name="connsiteX2" fmla="*/ 1098550 w 2076450"/>
                <a:gd name="connsiteY2" fmla="*/ 9 h 556011"/>
                <a:gd name="connsiteX3" fmla="*/ 1485900 w 2076450"/>
                <a:gd name="connsiteY3" fmla="*/ 450859 h 556011"/>
                <a:gd name="connsiteX4" fmla="*/ 2076450 w 2076450"/>
                <a:gd name="connsiteY4" fmla="*/ 555634 h 556011"/>
                <a:gd name="connsiteX0" fmla="*/ 0 w 1952625"/>
                <a:gd name="connsiteY0" fmla="*/ 555634 h 556011"/>
                <a:gd name="connsiteX1" fmla="*/ 511175 w 1952625"/>
                <a:gd name="connsiteY1" fmla="*/ 463559 h 556011"/>
                <a:gd name="connsiteX2" fmla="*/ 974725 w 1952625"/>
                <a:gd name="connsiteY2" fmla="*/ 9 h 556011"/>
                <a:gd name="connsiteX3" fmla="*/ 1362075 w 1952625"/>
                <a:gd name="connsiteY3" fmla="*/ 450859 h 556011"/>
                <a:gd name="connsiteX4" fmla="*/ 1952625 w 1952625"/>
                <a:gd name="connsiteY4" fmla="*/ 555634 h 556011"/>
                <a:gd name="connsiteX0" fmla="*/ 0 w 1952625"/>
                <a:gd name="connsiteY0" fmla="*/ 555634 h 556011"/>
                <a:gd name="connsiteX1" fmla="*/ 511175 w 1952625"/>
                <a:gd name="connsiteY1" fmla="*/ 463559 h 556011"/>
                <a:gd name="connsiteX2" fmla="*/ 974725 w 1952625"/>
                <a:gd name="connsiteY2" fmla="*/ 9 h 556011"/>
                <a:gd name="connsiteX3" fmla="*/ 1362075 w 1952625"/>
                <a:gd name="connsiteY3" fmla="*/ 450859 h 556011"/>
                <a:gd name="connsiteX4" fmla="*/ 1952625 w 1952625"/>
                <a:gd name="connsiteY4" fmla="*/ 555634 h 556011"/>
                <a:gd name="connsiteX0" fmla="*/ 0 w 1952625"/>
                <a:gd name="connsiteY0" fmla="*/ 555626 h 556003"/>
                <a:gd name="connsiteX1" fmla="*/ 492125 w 1952625"/>
                <a:gd name="connsiteY1" fmla="*/ 454026 h 556003"/>
                <a:gd name="connsiteX2" fmla="*/ 974725 w 1952625"/>
                <a:gd name="connsiteY2" fmla="*/ 1 h 556003"/>
                <a:gd name="connsiteX3" fmla="*/ 1362075 w 1952625"/>
                <a:gd name="connsiteY3" fmla="*/ 450851 h 556003"/>
                <a:gd name="connsiteX4" fmla="*/ 1952625 w 1952625"/>
                <a:gd name="connsiteY4" fmla="*/ 555626 h 556003"/>
                <a:gd name="connsiteX0" fmla="*/ 0 w 1952625"/>
                <a:gd name="connsiteY0" fmla="*/ 555627 h 555957"/>
                <a:gd name="connsiteX1" fmla="*/ 492125 w 1952625"/>
                <a:gd name="connsiteY1" fmla="*/ 454027 h 555957"/>
                <a:gd name="connsiteX2" fmla="*/ 974725 w 1952625"/>
                <a:gd name="connsiteY2" fmla="*/ 2 h 555957"/>
                <a:gd name="connsiteX3" fmla="*/ 1454150 w 1952625"/>
                <a:gd name="connsiteY3" fmla="*/ 447677 h 555957"/>
                <a:gd name="connsiteX4" fmla="*/ 1952625 w 1952625"/>
                <a:gd name="connsiteY4" fmla="*/ 555627 h 555957"/>
                <a:gd name="connsiteX0" fmla="*/ 0 w 1952625"/>
                <a:gd name="connsiteY0" fmla="*/ 555627 h 556133"/>
                <a:gd name="connsiteX1" fmla="*/ 492125 w 1952625"/>
                <a:gd name="connsiteY1" fmla="*/ 454027 h 556133"/>
                <a:gd name="connsiteX2" fmla="*/ 974725 w 1952625"/>
                <a:gd name="connsiteY2" fmla="*/ 2 h 556133"/>
                <a:gd name="connsiteX3" fmla="*/ 1454150 w 1952625"/>
                <a:gd name="connsiteY3" fmla="*/ 447677 h 556133"/>
                <a:gd name="connsiteX4" fmla="*/ 1952625 w 1952625"/>
                <a:gd name="connsiteY4" fmla="*/ 555627 h 556133"/>
                <a:gd name="connsiteX0" fmla="*/ 0 w 1952625"/>
                <a:gd name="connsiteY0" fmla="*/ 555627 h 556194"/>
                <a:gd name="connsiteX1" fmla="*/ 492125 w 1952625"/>
                <a:gd name="connsiteY1" fmla="*/ 454027 h 556194"/>
                <a:gd name="connsiteX2" fmla="*/ 974725 w 1952625"/>
                <a:gd name="connsiteY2" fmla="*/ 2 h 556194"/>
                <a:gd name="connsiteX3" fmla="*/ 1454150 w 1952625"/>
                <a:gd name="connsiteY3" fmla="*/ 447677 h 556194"/>
                <a:gd name="connsiteX4" fmla="*/ 1952625 w 1952625"/>
                <a:gd name="connsiteY4" fmla="*/ 555627 h 5561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52625" h="556194">
                  <a:moveTo>
                    <a:pt x="0" y="555627"/>
                  </a:moveTo>
                  <a:cubicBezTo>
                    <a:pt x="238125" y="557214"/>
                    <a:pt x="259821" y="562506"/>
                    <a:pt x="492125" y="454027"/>
                  </a:cubicBezTo>
                  <a:cubicBezTo>
                    <a:pt x="724429" y="345548"/>
                    <a:pt x="814388" y="1060"/>
                    <a:pt x="974725" y="2"/>
                  </a:cubicBezTo>
                  <a:cubicBezTo>
                    <a:pt x="1135062" y="-1056"/>
                    <a:pt x="1218142" y="345548"/>
                    <a:pt x="1454150" y="447677"/>
                  </a:cubicBezTo>
                  <a:cubicBezTo>
                    <a:pt x="1690158" y="549806"/>
                    <a:pt x="1711325" y="558802"/>
                    <a:pt x="1952625" y="555627"/>
                  </a:cubicBezTo>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4" name="任意形状 23">
              <a:extLst>
                <a:ext uri="{FF2B5EF4-FFF2-40B4-BE49-F238E27FC236}">
                  <a16:creationId xmlns:a16="http://schemas.microsoft.com/office/drawing/2014/main" id="{A65066DD-8601-492B-037F-293A53EA454C}"/>
                </a:ext>
              </a:extLst>
            </p:cNvPr>
            <p:cNvSpPr/>
            <p:nvPr/>
          </p:nvSpPr>
          <p:spPr>
            <a:xfrm>
              <a:off x="3392497" y="4254499"/>
              <a:ext cx="1278643" cy="364214"/>
            </a:xfrm>
            <a:custGeom>
              <a:avLst/>
              <a:gdLst>
                <a:gd name="connsiteX0" fmla="*/ 0 w 2076450"/>
                <a:gd name="connsiteY0" fmla="*/ 514352 h 563845"/>
                <a:gd name="connsiteX1" fmla="*/ 584200 w 2076450"/>
                <a:gd name="connsiteY1" fmla="*/ 514352 h 563845"/>
                <a:gd name="connsiteX2" fmla="*/ 1104900 w 2076450"/>
                <a:gd name="connsiteY2" fmla="*/ 2 h 563845"/>
                <a:gd name="connsiteX3" fmla="*/ 1511300 w 2076450"/>
                <a:gd name="connsiteY3" fmla="*/ 508002 h 563845"/>
                <a:gd name="connsiteX4" fmla="*/ 2076450 w 2076450"/>
                <a:gd name="connsiteY4" fmla="*/ 552452 h 563845"/>
                <a:gd name="connsiteX0" fmla="*/ 0 w 2076450"/>
                <a:gd name="connsiteY0" fmla="*/ 552452 h 584518"/>
                <a:gd name="connsiteX1" fmla="*/ 584200 w 2076450"/>
                <a:gd name="connsiteY1" fmla="*/ 514352 h 584518"/>
                <a:gd name="connsiteX2" fmla="*/ 1104900 w 2076450"/>
                <a:gd name="connsiteY2" fmla="*/ 2 h 584518"/>
                <a:gd name="connsiteX3" fmla="*/ 1511300 w 2076450"/>
                <a:gd name="connsiteY3" fmla="*/ 508002 h 584518"/>
                <a:gd name="connsiteX4" fmla="*/ 2076450 w 2076450"/>
                <a:gd name="connsiteY4" fmla="*/ 552452 h 584518"/>
                <a:gd name="connsiteX0" fmla="*/ 0 w 2076450"/>
                <a:gd name="connsiteY0" fmla="*/ 552452 h 567630"/>
                <a:gd name="connsiteX1" fmla="*/ 584200 w 2076450"/>
                <a:gd name="connsiteY1" fmla="*/ 514352 h 567630"/>
                <a:gd name="connsiteX2" fmla="*/ 1104900 w 2076450"/>
                <a:gd name="connsiteY2" fmla="*/ 2 h 567630"/>
                <a:gd name="connsiteX3" fmla="*/ 1511300 w 2076450"/>
                <a:gd name="connsiteY3" fmla="*/ 508002 h 567630"/>
                <a:gd name="connsiteX4" fmla="*/ 2076450 w 2076450"/>
                <a:gd name="connsiteY4" fmla="*/ 552452 h 567630"/>
                <a:gd name="connsiteX0" fmla="*/ 0 w 2076450"/>
                <a:gd name="connsiteY0" fmla="*/ 552557 h 560371"/>
                <a:gd name="connsiteX1" fmla="*/ 635000 w 2076450"/>
                <a:gd name="connsiteY1" fmla="*/ 463657 h 560371"/>
                <a:gd name="connsiteX2" fmla="*/ 1104900 w 2076450"/>
                <a:gd name="connsiteY2" fmla="*/ 107 h 560371"/>
                <a:gd name="connsiteX3" fmla="*/ 1511300 w 2076450"/>
                <a:gd name="connsiteY3" fmla="*/ 508107 h 560371"/>
                <a:gd name="connsiteX4" fmla="*/ 2076450 w 2076450"/>
                <a:gd name="connsiteY4" fmla="*/ 552557 h 560371"/>
                <a:gd name="connsiteX0" fmla="*/ 0 w 2076450"/>
                <a:gd name="connsiteY0" fmla="*/ 552460 h 552460"/>
                <a:gd name="connsiteX1" fmla="*/ 635000 w 2076450"/>
                <a:gd name="connsiteY1" fmla="*/ 463560 h 552460"/>
                <a:gd name="connsiteX2" fmla="*/ 1104900 w 2076450"/>
                <a:gd name="connsiteY2" fmla="*/ 10 h 552460"/>
                <a:gd name="connsiteX3" fmla="*/ 1466850 w 2076450"/>
                <a:gd name="connsiteY3" fmla="*/ 450860 h 552460"/>
                <a:gd name="connsiteX4" fmla="*/ 2076450 w 2076450"/>
                <a:gd name="connsiteY4" fmla="*/ 552460 h 552460"/>
                <a:gd name="connsiteX0" fmla="*/ 0 w 2076450"/>
                <a:gd name="connsiteY0" fmla="*/ 552460 h 553694"/>
                <a:gd name="connsiteX1" fmla="*/ 635000 w 2076450"/>
                <a:gd name="connsiteY1" fmla="*/ 463560 h 553694"/>
                <a:gd name="connsiteX2" fmla="*/ 1104900 w 2076450"/>
                <a:gd name="connsiteY2" fmla="*/ 10 h 553694"/>
                <a:gd name="connsiteX3" fmla="*/ 1466850 w 2076450"/>
                <a:gd name="connsiteY3" fmla="*/ 450860 h 553694"/>
                <a:gd name="connsiteX4" fmla="*/ 2076450 w 2076450"/>
                <a:gd name="connsiteY4" fmla="*/ 552460 h 553694"/>
                <a:gd name="connsiteX0" fmla="*/ 0 w 2076450"/>
                <a:gd name="connsiteY0" fmla="*/ 552453 h 555210"/>
                <a:gd name="connsiteX1" fmla="*/ 635000 w 2076450"/>
                <a:gd name="connsiteY1" fmla="*/ 463553 h 555210"/>
                <a:gd name="connsiteX2" fmla="*/ 1104900 w 2076450"/>
                <a:gd name="connsiteY2" fmla="*/ 3 h 555210"/>
                <a:gd name="connsiteX3" fmla="*/ 1498600 w 2076450"/>
                <a:gd name="connsiteY3" fmla="*/ 469903 h 555210"/>
                <a:gd name="connsiteX4" fmla="*/ 2076450 w 2076450"/>
                <a:gd name="connsiteY4" fmla="*/ 552453 h 555210"/>
                <a:gd name="connsiteX0" fmla="*/ 0 w 2076450"/>
                <a:gd name="connsiteY0" fmla="*/ 552510 h 553235"/>
                <a:gd name="connsiteX1" fmla="*/ 635000 w 2076450"/>
                <a:gd name="connsiteY1" fmla="*/ 463610 h 553235"/>
                <a:gd name="connsiteX2" fmla="*/ 1104900 w 2076450"/>
                <a:gd name="connsiteY2" fmla="*/ 60 h 553235"/>
                <a:gd name="connsiteX3" fmla="*/ 1479550 w 2076450"/>
                <a:gd name="connsiteY3" fmla="*/ 431860 h 553235"/>
                <a:gd name="connsiteX4" fmla="*/ 2076450 w 2076450"/>
                <a:gd name="connsiteY4" fmla="*/ 552510 h 553235"/>
                <a:gd name="connsiteX0" fmla="*/ 0 w 2076450"/>
                <a:gd name="connsiteY0" fmla="*/ 552510 h 553991"/>
                <a:gd name="connsiteX1" fmla="*/ 635000 w 2076450"/>
                <a:gd name="connsiteY1" fmla="*/ 463610 h 553991"/>
                <a:gd name="connsiteX2" fmla="*/ 1104900 w 2076450"/>
                <a:gd name="connsiteY2" fmla="*/ 60 h 553991"/>
                <a:gd name="connsiteX3" fmla="*/ 1479550 w 2076450"/>
                <a:gd name="connsiteY3" fmla="*/ 431860 h 553991"/>
                <a:gd name="connsiteX4" fmla="*/ 2076450 w 2076450"/>
                <a:gd name="connsiteY4" fmla="*/ 552510 h 553991"/>
                <a:gd name="connsiteX0" fmla="*/ 0 w 2076450"/>
                <a:gd name="connsiteY0" fmla="*/ 552514 h 553995"/>
                <a:gd name="connsiteX1" fmla="*/ 635000 w 2076450"/>
                <a:gd name="connsiteY1" fmla="*/ 463614 h 553995"/>
                <a:gd name="connsiteX2" fmla="*/ 1104900 w 2076450"/>
                <a:gd name="connsiteY2" fmla="*/ 64 h 553995"/>
                <a:gd name="connsiteX3" fmla="*/ 1479550 w 2076450"/>
                <a:gd name="connsiteY3" fmla="*/ 431864 h 553995"/>
                <a:gd name="connsiteX4" fmla="*/ 2076450 w 2076450"/>
                <a:gd name="connsiteY4" fmla="*/ 552514 h 553995"/>
                <a:gd name="connsiteX0" fmla="*/ 0 w 2076450"/>
                <a:gd name="connsiteY0" fmla="*/ 552453 h 553934"/>
                <a:gd name="connsiteX1" fmla="*/ 635000 w 2076450"/>
                <a:gd name="connsiteY1" fmla="*/ 463553 h 553934"/>
                <a:gd name="connsiteX2" fmla="*/ 1104900 w 2076450"/>
                <a:gd name="connsiteY2" fmla="*/ 3 h 553934"/>
                <a:gd name="connsiteX3" fmla="*/ 1479550 w 2076450"/>
                <a:gd name="connsiteY3" fmla="*/ 431803 h 553934"/>
                <a:gd name="connsiteX4" fmla="*/ 2076450 w 2076450"/>
                <a:gd name="connsiteY4" fmla="*/ 552453 h 553934"/>
                <a:gd name="connsiteX0" fmla="*/ 0 w 2076450"/>
                <a:gd name="connsiteY0" fmla="*/ 552453 h 556896"/>
                <a:gd name="connsiteX1" fmla="*/ 635000 w 2076450"/>
                <a:gd name="connsiteY1" fmla="*/ 463553 h 556896"/>
                <a:gd name="connsiteX2" fmla="*/ 1104900 w 2076450"/>
                <a:gd name="connsiteY2" fmla="*/ 3 h 556896"/>
                <a:gd name="connsiteX3" fmla="*/ 1498600 w 2076450"/>
                <a:gd name="connsiteY3" fmla="*/ 457203 h 556896"/>
                <a:gd name="connsiteX4" fmla="*/ 2076450 w 2076450"/>
                <a:gd name="connsiteY4" fmla="*/ 552453 h 556896"/>
                <a:gd name="connsiteX0" fmla="*/ 0 w 2076450"/>
                <a:gd name="connsiteY0" fmla="*/ 552453 h 554014"/>
                <a:gd name="connsiteX1" fmla="*/ 635000 w 2076450"/>
                <a:gd name="connsiteY1" fmla="*/ 463553 h 554014"/>
                <a:gd name="connsiteX2" fmla="*/ 1098550 w 2076450"/>
                <a:gd name="connsiteY2" fmla="*/ 3 h 554014"/>
                <a:gd name="connsiteX3" fmla="*/ 1498600 w 2076450"/>
                <a:gd name="connsiteY3" fmla="*/ 457203 h 554014"/>
                <a:gd name="connsiteX4" fmla="*/ 2076450 w 2076450"/>
                <a:gd name="connsiteY4" fmla="*/ 552453 h 554014"/>
                <a:gd name="connsiteX0" fmla="*/ 0 w 2076450"/>
                <a:gd name="connsiteY0" fmla="*/ 552459 h 553693"/>
                <a:gd name="connsiteX1" fmla="*/ 635000 w 2076450"/>
                <a:gd name="connsiteY1" fmla="*/ 463559 h 553693"/>
                <a:gd name="connsiteX2" fmla="*/ 1098550 w 2076450"/>
                <a:gd name="connsiteY2" fmla="*/ 9 h 553693"/>
                <a:gd name="connsiteX3" fmla="*/ 1485900 w 2076450"/>
                <a:gd name="connsiteY3" fmla="*/ 450859 h 553693"/>
                <a:gd name="connsiteX4" fmla="*/ 2076450 w 2076450"/>
                <a:gd name="connsiteY4" fmla="*/ 552459 h 553693"/>
                <a:gd name="connsiteX0" fmla="*/ 0 w 2076450"/>
                <a:gd name="connsiteY0" fmla="*/ 552459 h 556763"/>
                <a:gd name="connsiteX1" fmla="*/ 635000 w 2076450"/>
                <a:gd name="connsiteY1" fmla="*/ 463559 h 556763"/>
                <a:gd name="connsiteX2" fmla="*/ 1098550 w 2076450"/>
                <a:gd name="connsiteY2" fmla="*/ 9 h 556763"/>
                <a:gd name="connsiteX3" fmla="*/ 1485900 w 2076450"/>
                <a:gd name="connsiteY3" fmla="*/ 450859 h 556763"/>
                <a:gd name="connsiteX4" fmla="*/ 2076450 w 2076450"/>
                <a:gd name="connsiteY4" fmla="*/ 555634 h 556763"/>
                <a:gd name="connsiteX0" fmla="*/ 0 w 2076450"/>
                <a:gd name="connsiteY0" fmla="*/ 552459 h 556011"/>
                <a:gd name="connsiteX1" fmla="*/ 635000 w 2076450"/>
                <a:gd name="connsiteY1" fmla="*/ 463559 h 556011"/>
                <a:gd name="connsiteX2" fmla="*/ 1098550 w 2076450"/>
                <a:gd name="connsiteY2" fmla="*/ 9 h 556011"/>
                <a:gd name="connsiteX3" fmla="*/ 1485900 w 2076450"/>
                <a:gd name="connsiteY3" fmla="*/ 450859 h 556011"/>
                <a:gd name="connsiteX4" fmla="*/ 2076450 w 2076450"/>
                <a:gd name="connsiteY4" fmla="*/ 555634 h 556011"/>
                <a:gd name="connsiteX0" fmla="*/ 0 w 1952625"/>
                <a:gd name="connsiteY0" fmla="*/ 555634 h 556011"/>
                <a:gd name="connsiteX1" fmla="*/ 511175 w 1952625"/>
                <a:gd name="connsiteY1" fmla="*/ 463559 h 556011"/>
                <a:gd name="connsiteX2" fmla="*/ 974725 w 1952625"/>
                <a:gd name="connsiteY2" fmla="*/ 9 h 556011"/>
                <a:gd name="connsiteX3" fmla="*/ 1362075 w 1952625"/>
                <a:gd name="connsiteY3" fmla="*/ 450859 h 556011"/>
                <a:gd name="connsiteX4" fmla="*/ 1952625 w 1952625"/>
                <a:gd name="connsiteY4" fmla="*/ 555634 h 556011"/>
                <a:gd name="connsiteX0" fmla="*/ 0 w 1952625"/>
                <a:gd name="connsiteY0" fmla="*/ 555634 h 556011"/>
                <a:gd name="connsiteX1" fmla="*/ 511175 w 1952625"/>
                <a:gd name="connsiteY1" fmla="*/ 463559 h 556011"/>
                <a:gd name="connsiteX2" fmla="*/ 974725 w 1952625"/>
                <a:gd name="connsiteY2" fmla="*/ 9 h 556011"/>
                <a:gd name="connsiteX3" fmla="*/ 1362075 w 1952625"/>
                <a:gd name="connsiteY3" fmla="*/ 450859 h 556011"/>
                <a:gd name="connsiteX4" fmla="*/ 1952625 w 1952625"/>
                <a:gd name="connsiteY4" fmla="*/ 555634 h 556011"/>
                <a:gd name="connsiteX0" fmla="*/ 0 w 1952625"/>
                <a:gd name="connsiteY0" fmla="*/ 555626 h 556003"/>
                <a:gd name="connsiteX1" fmla="*/ 492125 w 1952625"/>
                <a:gd name="connsiteY1" fmla="*/ 454026 h 556003"/>
                <a:gd name="connsiteX2" fmla="*/ 974725 w 1952625"/>
                <a:gd name="connsiteY2" fmla="*/ 1 h 556003"/>
                <a:gd name="connsiteX3" fmla="*/ 1362075 w 1952625"/>
                <a:gd name="connsiteY3" fmla="*/ 450851 h 556003"/>
                <a:gd name="connsiteX4" fmla="*/ 1952625 w 1952625"/>
                <a:gd name="connsiteY4" fmla="*/ 555626 h 556003"/>
                <a:gd name="connsiteX0" fmla="*/ 0 w 1952625"/>
                <a:gd name="connsiteY0" fmla="*/ 555627 h 555957"/>
                <a:gd name="connsiteX1" fmla="*/ 492125 w 1952625"/>
                <a:gd name="connsiteY1" fmla="*/ 454027 h 555957"/>
                <a:gd name="connsiteX2" fmla="*/ 974725 w 1952625"/>
                <a:gd name="connsiteY2" fmla="*/ 2 h 555957"/>
                <a:gd name="connsiteX3" fmla="*/ 1454150 w 1952625"/>
                <a:gd name="connsiteY3" fmla="*/ 447677 h 555957"/>
                <a:gd name="connsiteX4" fmla="*/ 1952625 w 1952625"/>
                <a:gd name="connsiteY4" fmla="*/ 555627 h 555957"/>
                <a:gd name="connsiteX0" fmla="*/ 0 w 1952625"/>
                <a:gd name="connsiteY0" fmla="*/ 555627 h 556133"/>
                <a:gd name="connsiteX1" fmla="*/ 492125 w 1952625"/>
                <a:gd name="connsiteY1" fmla="*/ 454027 h 556133"/>
                <a:gd name="connsiteX2" fmla="*/ 974725 w 1952625"/>
                <a:gd name="connsiteY2" fmla="*/ 2 h 556133"/>
                <a:gd name="connsiteX3" fmla="*/ 1454150 w 1952625"/>
                <a:gd name="connsiteY3" fmla="*/ 447677 h 556133"/>
                <a:gd name="connsiteX4" fmla="*/ 1952625 w 1952625"/>
                <a:gd name="connsiteY4" fmla="*/ 555627 h 556133"/>
                <a:gd name="connsiteX0" fmla="*/ 0 w 1952625"/>
                <a:gd name="connsiteY0" fmla="*/ 555627 h 556194"/>
                <a:gd name="connsiteX1" fmla="*/ 492125 w 1952625"/>
                <a:gd name="connsiteY1" fmla="*/ 454027 h 556194"/>
                <a:gd name="connsiteX2" fmla="*/ 974725 w 1952625"/>
                <a:gd name="connsiteY2" fmla="*/ 2 h 556194"/>
                <a:gd name="connsiteX3" fmla="*/ 1454150 w 1952625"/>
                <a:gd name="connsiteY3" fmla="*/ 447677 h 556194"/>
                <a:gd name="connsiteX4" fmla="*/ 1952625 w 1952625"/>
                <a:gd name="connsiteY4" fmla="*/ 555627 h 5561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52625" h="556194">
                  <a:moveTo>
                    <a:pt x="0" y="555627"/>
                  </a:moveTo>
                  <a:cubicBezTo>
                    <a:pt x="238125" y="557214"/>
                    <a:pt x="259821" y="562506"/>
                    <a:pt x="492125" y="454027"/>
                  </a:cubicBezTo>
                  <a:cubicBezTo>
                    <a:pt x="724429" y="345548"/>
                    <a:pt x="814388" y="1060"/>
                    <a:pt x="974725" y="2"/>
                  </a:cubicBezTo>
                  <a:cubicBezTo>
                    <a:pt x="1135062" y="-1056"/>
                    <a:pt x="1218142" y="345548"/>
                    <a:pt x="1454150" y="447677"/>
                  </a:cubicBezTo>
                  <a:cubicBezTo>
                    <a:pt x="1690158" y="549806"/>
                    <a:pt x="1711325" y="558802"/>
                    <a:pt x="1952625" y="555627"/>
                  </a:cubicBezTo>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25" name="组合 24">
            <a:extLst>
              <a:ext uri="{FF2B5EF4-FFF2-40B4-BE49-F238E27FC236}">
                <a16:creationId xmlns:a16="http://schemas.microsoft.com/office/drawing/2014/main" id="{2B360B48-0577-A498-CE2D-ACEE57FA0604}"/>
              </a:ext>
            </a:extLst>
          </p:cNvPr>
          <p:cNvGrpSpPr/>
          <p:nvPr/>
        </p:nvGrpSpPr>
        <p:grpSpPr>
          <a:xfrm>
            <a:off x="2392962" y="4348179"/>
            <a:ext cx="2115120" cy="270533"/>
            <a:chOff x="3392497" y="4254499"/>
            <a:chExt cx="1278644" cy="364214"/>
          </a:xfrm>
        </p:grpSpPr>
        <p:sp>
          <p:nvSpPr>
            <p:cNvPr id="26" name="任意形状 25">
              <a:extLst>
                <a:ext uri="{FF2B5EF4-FFF2-40B4-BE49-F238E27FC236}">
                  <a16:creationId xmlns:a16="http://schemas.microsoft.com/office/drawing/2014/main" id="{4730A0C1-01D9-3E89-194F-79E51AA73491}"/>
                </a:ext>
              </a:extLst>
            </p:cNvPr>
            <p:cNvSpPr/>
            <p:nvPr/>
          </p:nvSpPr>
          <p:spPr>
            <a:xfrm>
              <a:off x="3392498" y="4254499"/>
              <a:ext cx="1278643" cy="364214"/>
            </a:xfrm>
            <a:custGeom>
              <a:avLst/>
              <a:gdLst>
                <a:gd name="connsiteX0" fmla="*/ 0 w 2076450"/>
                <a:gd name="connsiteY0" fmla="*/ 514352 h 563845"/>
                <a:gd name="connsiteX1" fmla="*/ 584200 w 2076450"/>
                <a:gd name="connsiteY1" fmla="*/ 514352 h 563845"/>
                <a:gd name="connsiteX2" fmla="*/ 1104900 w 2076450"/>
                <a:gd name="connsiteY2" fmla="*/ 2 h 563845"/>
                <a:gd name="connsiteX3" fmla="*/ 1511300 w 2076450"/>
                <a:gd name="connsiteY3" fmla="*/ 508002 h 563845"/>
                <a:gd name="connsiteX4" fmla="*/ 2076450 w 2076450"/>
                <a:gd name="connsiteY4" fmla="*/ 552452 h 563845"/>
                <a:gd name="connsiteX0" fmla="*/ 0 w 2076450"/>
                <a:gd name="connsiteY0" fmla="*/ 552452 h 584518"/>
                <a:gd name="connsiteX1" fmla="*/ 584200 w 2076450"/>
                <a:gd name="connsiteY1" fmla="*/ 514352 h 584518"/>
                <a:gd name="connsiteX2" fmla="*/ 1104900 w 2076450"/>
                <a:gd name="connsiteY2" fmla="*/ 2 h 584518"/>
                <a:gd name="connsiteX3" fmla="*/ 1511300 w 2076450"/>
                <a:gd name="connsiteY3" fmla="*/ 508002 h 584518"/>
                <a:gd name="connsiteX4" fmla="*/ 2076450 w 2076450"/>
                <a:gd name="connsiteY4" fmla="*/ 552452 h 584518"/>
                <a:gd name="connsiteX0" fmla="*/ 0 w 2076450"/>
                <a:gd name="connsiteY0" fmla="*/ 552452 h 567630"/>
                <a:gd name="connsiteX1" fmla="*/ 584200 w 2076450"/>
                <a:gd name="connsiteY1" fmla="*/ 514352 h 567630"/>
                <a:gd name="connsiteX2" fmla="*/ 1104900 w 2076450"/>
                <a:gd name="connsiteY2" fmla="*/ 2 h 567630"/>
                <a:gd name="connsiteX3" fmla="*/ 1511300 w 2076450"/>
                <a:gd name="connsiteY3" fmla="*/ 508002 h 567630"/>
                <a:gd name="connsiteX4" fmla="*/ 2076450 w 2076450"/>
                <a:gd name="connsiteY4" fmla="*/ 552452 h 567630"/>
                <a:gd name="connsiteX0" fmla="*/ 0 w 2076450"/>
                <a:gd name="connsiteY0" fmla="*/ 552557 h 560371"/>
                <a:gd name="connsiteX1" fmla="*/ 635000 w 2076450"/>
                <a:gd name="connsiteY1" fmla="*/ 463657 h 560371"/>
                <a:gd name="connsiteX2" fmla="*/ 1104900 w 2076450"/>
                <a:gd name="connsiteY2" fmla="*/ 107 h 560371"/>
                <a:gd name="connsiteX3" fmla="*/ 1511300 w 2076450"/>
                <a:gd name="connsiteY3" fmla="*/ 508107 h 560371"/>
                <a:gd name="connsiteX4" fmla="*/ 2076450 w 2076450"/>
                <a:gd name="connsiteY4" fmla="*/ 552557 h 560371"/>
                <a:gd name="connsiteX0" fmla="*/ 0 w 2076450"/>
                <a:gd name="connsiteY0" fmla="*/ 552460 h 552460"/>
                <a:gd name="connsiteX1" fmla="*/ 635000 w 2076450"/>
                <a:gd name="connsiteY1" fmla="*/ 463560 h 552460"/>
                <a:gd name="connsiteX2" fmla="*/ 1104900 w 2076450"/>
                <a:gd name="connsiteY2" fmla="*/ 10 h 552460"/>
                <a:gd name="connsiteX3" fmla="*/ 1466850 w 2076450"/>
                <a:gd name="connsiteY3" fmla="*/ 450860 h 552460"/>
                <a:gd name="connsiteX4" fmla="*/ 2076450 w 2076450"/>
                <a:gd name="connsiteY4" fmla="*/ 552460 h 552460"/>
                <a:gd name="connsiteX0" fmla="*/ 0 w 2076450"/>
                <a:gd name="connsiteY0" fmla="*/ 552460 h 553694"/>
                <a:gd name="connsiteX1" fmla="*/ 635000 w 2076450"/>
                <a:gd name="connsiteY1" fmla="*/ 463560 h 553694"/>
                <a:gd name="connsiteX2" fmla="*/ 1104900 w 2076450"/>
                <a:gd name="connsiteY2" fmla="*/ 10 h 553694"/>
                <a:gd name="connsiteX3" fmla="*/ 1466850 w 2076450"/>
                <a:gd name="connsiteY3" fmla="*/ 450860 h 553694"/>
                <a:gd name="connsiteX4" fmla="*/ 2076450 w 2076450"/>
                <a:gd name="connsiteY4" fmla="*/ 552460 h 553694"/>
                <a:gd name="connsiteX0" fmla="*/ 0 w 2076450"/>
                <a:gd name="connsiteY0" fmla="*/ 552453 h 555210"/>
                <a:gd name="connsiteX1" fmla="*/ 635000 w 2076450"/>
                <a:gd name="connsiteY1" fmla="*/ 463553 h 555210"/>
                <a:gd name="connsiteX2" fmla="*/ 1104900 w 2076450"/>
                <a:gd name="connsiteY2" fmla="*/ 3 h 555210"/>
                <a:gd name="connsiteX3" fmla="*/ 1498600 w 2076450"/>
                <a:gd name="connsiteY3" fmla="*/ 469903 h 555210"/>
                <a:gd name="connsiteX4" fmla="*/ 2076450 w 2076450"/>
                <a:gd name="connsiteY4" fmla="*/ 552453 h 555210"/>
                <a:gd name="connsiteX0" fmla="*/ 0 w 2076450"/>
                <a:gd name="connsiteY0" fmla="*/ 552510 h 553235"/>
                <a:gd name="connsiteX1" fmla="*/ 635000 w 2076450"/>
                <a:gd name="connsiteY1" fmla="*/ 463610 h 553235"/>
                <a:gd name="connsiteX2" fmla="*/ 1104900 w 2076450"/>
                <a:gd name="connsiteY2" fmla="*/ 60 h 553235"/>
                <a:gd name="connsiteX3" fmla="*/ 1479550 w 2076450"/>
                <a:gd name="connsiteY3" fmla="*/ 431860 h 553235"/>
                <a:gd name="connsiteX4" fmla="*/ 2076450 w 2076450"/>
                <a:gd name="connsiteY4" fmla="*/ 552510 h 553235"/>
                <a:gd name="connsiteX0" fmla="*/ 0 w 2076450"/>
                <a:gd name="connsiteY0" fmla="*/ 552510 h 553991"/>
                <a:gd name="connsiteX1" fmla="*/ 635000 w 2076450"/>
                <a:gd name="connsiteY1" fmla="*/ 463610 h 553991"/>
                <a:gd name="connsiteX2" fmla="*/ 1104900 w 2076450"/>
                <a:gd name="connsiteY2" fmla="*/ 60 h 553991"/>
                <a:gd name="connsiteX3" fmla="*/ 1479550 w 2076450"/>
                <a:gd name="connsiteY3" fmla="*/ 431860 h 553991"/>
                <a:gd name="connsiteX4" fmla="*/ 2076450 w 2076450"/>
                <a:gd name="connsiteY4" fmla="*/ 552510 h 553991"/>
                <a:gd name="connsiteX0" fmla="*/ 0 w 2076450"/>
                <a:gd name="connsiteY0" fmla="*/ 552514 h 553995"/>
                <a:gd name="connsiteX1" fmla="*/ 635000 w 2076450"/>
                <a:gd name="connsiteY1" fmla="*/ 463614 h 553995"/>
                <a:gd name="connsiteX2" fmla="*/ 1104900 w 2076450"/>
                <a:gd name="connsiteY2" fmla="*/ 64 h 553995"/>
                <a:gd name="connsiteX3" fmla="*/ 1479550 w 2076450"/>
                <a:gd name="connsiteY3" fmla="*/ 431864 h 553995"/>
                <a:gd name="connsiteX4" fmla="*/ 2076450 w 2076450"/>
                <a:gd name="connsiteY4" fmla="*/ 552514 h 553995"/>
                <a:gd name="connsiteX0" fmla="*/ 0 w 2076450"/>
                <a:gd name="connsiteY0" fmla="*/ 552453 h 553934"/>
                <a:gd name="connsiteX1" fmla="*/ 635000 w 2076450"/>
                <a:gd name="connsiteY1" fmla="*/ 463553 h 553934"/>
                <a:gd name="connsiteX2" fmla="*/ 1104900 w 2076450"/>
                <a:gd name="connsiteY2" fmla="*/ 3 h 553934"/>
                <a:gd name="connsiteX3" fmla="*/ 1479550 w 2076450"/>
                <a:gd name="connsiteY3" fmla="*/ 431803 h 553934"/>
                <a:gd name="connsiteX4" fmla="*/ 2076450 w 2076450"/>
                <a:gd name="connsiteY4" fmla="*/ 552453 h 553934"/>
                <a:gd name="connsiteX0" fmla="*/ 0 w 2076450"/>
                <a:gd name="connsiteY0" fmla="*/ 552453 h 556896"/>
                <a:gd name="connsiteX1" fmla="*/ 635000 w 2076450"/>
                <a:gd name="connsiteY1" fmla="*/ 463553 h 556896"/>
                <a:gd name="connsiteX2" fmla="*/ 1104900 w 2076450"/>
                <a:gd name="connsiteY2" fmla="*/ 3 h 556896"/>
                <a:gd name="connsiteX3" fmla="*/ 1498600 w 2076450"/>
                <a:gd name="connsiteY3" fmla="*/ 457203 h 556896"/>
                <a:gd name="connsiteX4" fmla="*/ 2076450 w 2076450"/>
                <a:gd name="connsiteY4" fmla="*/ 552453 h 556896"/>
                <a:gd name="connsiteX0" fmla="*/ 0 w 2076450"/>
                <a:gd name="connsiteY0" fmla="*/ 552453 h 554014"/>
                <a:gd name="connsiteX1" fmla="*/ 635000 w 2076450"/>
                <a:gd name="connsiteY1" fmla="*/ 463553 h 554014"/>
                <a:gd name="connsiteX2" fmla="*/ 1098550 w 2076450"/>
                <a:gd name="connsiteY2" fmla="*/ 3 h 554014"/>
                <a:gd name="connsiteX3" fmla="*/ 1498600 w 2076450"/>
                <a:gd name="connsiteY3" fmla="*/ 457203 h 554014"/>
                <a:gd name="connsiteX4" fmla="*/ 2076450 w 2076450"/>
                <a:gd name="connsiteY4" fmla="*/ 552453 h 554014"/>
                <a:gd name="connsiteX0" fmla="*/ 0 w 2076450"/>
                <a:gd name="connsiteY0" fmla="*/ 552459 h 553693"/>
                <a:gd name="connsiteX1" fmla="*/ 635000 w 2076450"/>
                <a:gd name="connsiteY1" fmla="*/ 463559 h 553693"/>
                <a:gd name="connsiteX2" fmla="*/ 1098550 w 2076450"/>
                <a:gd name="connsiteY2" fmla="*/ 9 h 553693"/>
                <a:gd name="connsiteX3" fmla="*/ 1485900 w 2076450"/>
                <a:gd name="connsiteY3" fmla="*/ 450859 h 553693"/>
                <a:gd name="connsiteX4" fmla="*/ 2076450 w 2076450"/>
                <a:gd name="connsiteY4" fmla="*/ 552459 h 553693"/>
                <a:gd name="connsiteX0" fmla="*/ 0 w 2076450"/>
                <a:gd name="connsiteY0" fmla="*/ 552459 h 556763"/>
                <a:gd name="connsiteX1" fmla="*/ 635000 w 2076450"/>
                <a:gd name="connsiteY1" fmla="*/ 463559 h 556763"/>
                <a:gd name="connsiteX2" fmla="*/ 1098550 w 2076450"/>
                <a:gd name="connsiteY2" fmla="*/ 9 h 556763"/>
                <a:gd name="connsiteX3" fmla="*/ 1485900 w 2076450"/>
                <a:gd name="connsiteY3" fmla="*/ 450859 h 556763"/>
                <a:gd name="connsiteX4" fmla="*/ 2076450 w 2076450"/>
                <a:gd name="connsiteY4" fmla="*/ 555634 h 556763"/>
                <a:gd name="connsiteX0" fmla="*/ 0 w 2076450"/>
                <a:gd name="connsiteY0" fmla="*/ 552459 h 556011"/>
                <a:gd name="connsiteX1" fmla="*/ 635000 w 2076450"/>
                <a:gd name="connsiteY1" fmla="*/ 463559 h 556011"/>
                <a:gd name="connsiteX2" fmla="*/ 1098550 w 2076450"/>
                <a:gd name="connsiteY2" fmla="*/ 9 h 556011"/>
                <a:gd name="connsiteX3" fmla="*/ 1485900 w 2076450"/>
                <a:gd name="connsiteY3" fmla="*/ 450859 h 556011"/>
                <a:gd name="connsiteX4" fmla="*/ 2076450 w 2076450"/>
                <a:gd name="connsiteY4" fmla="*/ 555634 h 556011"/>
                <a:gd name="connsiteX0" fmla="*/ 0 w 1952625"/>
                <a:gd name="connsiteY0" fmla="*/ 555634 h 556011"/>
                <a:gd name="connsiteX1" fmla="*/ 511175 w 1952625"/>
                <a:gd name="connsiteY1" fmla="*/ 463559 h 556011"/>
                <a:gd name="connsiteX2" fmla="*/ 974725 w 1952625"/>
                <a:gd name="connsiteY2" fmla="*/ 9 h 556011"/>
                <a:gd name="connsiteX3" fmla="*/ 1362075 w 1952625"/>
                <a:gd name="connsiteY3" fmla="*/ 450859 h 556011"/>
                <a:gd name="connsiteX4" fmla="*/ 1952625 w 1952625"/>
                <a:gd name="connsiteY4" fmla="*/ 555634 h 556011"/>
                <a:gd name="connsiteX0" fmla="*/ 0 w 1952625"/>
                <a:gd name="connsiteY0" fmla="*/ 555634 h 556011"/>
                <a:gd name="connsiteX1" fmla="*/ 511175 w 1952625"/>
                <a:gd name="connsiteY1" fmla="*/ 463559 h 556011"/>
                <a:gd name="connsiteX2" fmla="*/ 974725 w 1952625"/>
                <a:gd name="connsiteY2" fmla="*/ 9 h 556011"/>
                <a:gd name="connsiteX3" fmla="*/ 1362075 w 1952625"/>
                <a:gd name="connsiteY3" fmla="*/ 450859 h 556011"/>
                <a:gd name="connsiteX4" fmla="*/ 1952625 w 1952625"/>
                <a:gd name="connsiteY4" fmla="*/ 555634 h 556011"/>
                <a:gd name="connsiteX0" fmla="*/ 0 w 1952625"/>
                <a:gd name="connsiteY0" fmla="*/ 555626 h 556003"/>
                <a:gd name="connsiteX1" fmla="*/ 492125 w 1952625"/>
                <a:gd name="connsiteY1" fmla="*/ 454026 h 556003"/>
                <a:gd name="connsiteX2" fmla="*/ 974725 w 1952625"/>
                <a:gd name="connsiteY2" fmla="*/ 1 h 556003"/>
                <a:gd name="connsiteX3" fmla="*/ 1362075 w 1952625"/>
                <a:gd name="connsiteY3" fmla="*/ 450851 h 556003"/>
                <a:gd name="connsiteX4" fmla="*/ 1952625 w 1952625"/>
                <a:gd name="connsiteY4" fmla="*/ 555626 h 556003"/>
                <a:gd name="connsiteX0" fmla="*/ 0 w 1952625"/>
                <a:gd name="connsiteY0" fmla="*/ 555627 h 555957"/>
                <a:gd name="connsiteX1" fmla="*/ 492125 w 1952625"/>
                <a:gd name="connsiteY1" fmla="*/ 454027 h 555957"/>
                <a:gd name="connsiteX2" fmla="*/ 974725 w 1952625"/>
                <a:gd name="connsiteY2" fmla="*/ 2 h 555957"/>
                <a:gd name="connsiteX3" fmla="*/ 1454150 w 1952625"/>
                <a:gd name="connsiteY3" fmla="*/ 447677 h 555957"/>
                <a:gd name="connsiteX4" fmla="*/ 1952625 w 1952625"/>
                <a:gd name="connsiteY4" fmla="*/ 555627 h 555957"/>
                <a:gd name="connsiteX0" fmla="*/ 0 w 1952625"/>
                <a:gd name="connsiteY0" fmla="*/ 555627 h 556133"/>
                <a:gd name="connsiteX1" fmla="*/ 492125 w 1952625"/>
                <a:gd name="connsiteY1" fmla="*/ 454027 h 556133"/>
                <a:gd name="connsiteX2" fmla="*/ 974725 w 1952625"/>
                <a:gd name="connsiteY2" fmla="*/ 2 h 556133"/>
                <a:gd name="connsiteX3" fmla="*/ 1454150 w 1952625"/>
                <a:gd name="connsiteY3" fmla="*/ 447677 h 556133"/>
                <a:gd name="connsiteX4" fmla="*/ 1952625 w 1952625"/>
                <a:gd name="connsiteY4" fmla="*/ 555627 h 556133"/>
                <a:gd name="connsiteX0" fmla="*/ 0 w 1952625"/>
                <a:gd name="connsiteY0" fmla="*/ 555627 h 556194"/>
                <a:gd name="connsiteX1" fmla="*/ 492125 w 1952625"/>
                <a:gd name="connsiteY1" fmla="*/ 454027 h 556194"/>
                <a:gd name="connsiteX2" fmla="*/ 974725 w 1952625"/>
                <a:gd name="connsiteY2" fmla="*/ 2 h 556194"/>
                <a:gd name="connsiteX3" fmla="*/ 1454150 w 1952625"/>
                <a:gd name="connsiteY3" fmla="*/ 447677 h 556194"/>
                <a:gd name="connsiteX4" fmla="*/ 1952625 w 1952625"/>
                <a:gd name="connsiteY4" fmla="*/ 555627 h 5561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52625" h="556194">
                  <a:moveTo>
                    <a:pt x="0" y="555627"/>
                  </a:moveTo>
                  <a:cubicBezTo>
                    <a:pt x="238125" y="557214"/>
                    <a:pt x="259821" y="562506"/>
                    <a:pt x="492125" y="454027"/>
                  </a:cubicBezTo>
                  <a:cubicBezTo>
                    <a:pt x="724429" y="345548"/>
                    <a:pt x="814388" y="1060"/>
                    <a:pt x="974725" y="2"/>
                  </a:cubicBezTo>
                  <a:cubicBezTo>
                    <a:pt x="1135062" y="-1056"/>
                    <a:pt x="1218142" y="345548"/>
                    <a:pt x="1454150" y="447677"/>
                  </a:cubicBezTo>
                  <a:cubicBezTo>
                    <a:pt x="1690158" y="549806"/>
                    <a:pt x="1711325" y="558802"/>
                    <a:pt x="1952625" y="555627"/>
                  </a:cubicBezTo>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7" name="任意形状 26">
              <a:extLst>
                <a:ext uri="{FF2B5EF4-FFF2-40B4-BE49-F238E27FC236}">
                  <a16:creationId xmlns:a16="http://schemas.microsoft.com/office/drawing/2014/main" id="{5560AA67-2260-2B5E-C102-AF5F9083B802}"/>
                </a:ext>
              </a:extLst>
            </p:cNvPr>
            <p:cNvSpPr/>
            <p:nvPr/>
          </p:nvSpPr>
          <p:spPr>
            <a:xfrm>
              <a:off x="3392497" y="4254499"/>
              <a:ext cx="1278643" cy="364214"/>
            </a:xfrm>
            <a:custGeom>
              <a:avLst/>
              <a:gdLst>
                <a:gd name="connsiteX0" fmla="*/ 0 w 2076450"/>
                <a:gd name="connsiteY0" fmla="*/ 514352 h 563845"/>
                <a:gd name="connsiteX1" fmla="*/ 584200 w 2076450"/>
                <a:gd name="connsiteY1" fmla="*/ 514352 h 563845"/>
                <a:gd name="connsiteX2" fmla="*/ 1104900 w 2076450"/>
                <a:gd name="connsiteY2" fmla="*/ 2 h 563845"/>
                <a:gd name="connsiteX3" fmla="*/ 1511300 w 2076450"/>
                <a:gd name="connsiteY3" fmla="*/ 508002 h 563845"/>
                <a:gd name="connsiteX4" fmla="*/ 2076450 w 2076450"/>
                <a:gd name="connsiteY4" fmla="*/ 552452 h 563845"/>
                <a:gd name="connsiteX0" fmla="*/ 0 w 2076450"/>
                <a:gd name="connsiteY0" fmla="*/ 552452 h 584518"/>
                <a:gd name="connsiteX1" fmla="*/ 584200 w 2076450"/>
                <a:gd name="connsiteY1" fmla="*/ 514352 h 584518"/>
                <a:gd name="connsiteX2" fmla="*/ 1104900 w 2076450"/>
                <a:gd name="connsiteY2" fmla="*/ 2 h 584518"/>
                <a:gd name="connsiteX3" fmla="*/ 1511300 w 2076450"/>
                <a:gd name="connsiteY3" fmla="*/ 508002 h 584518"/>
                <a:gd name="connsiteX4" fmla="*/ 2076450 w 2076450"/>
                <a:gd name="connsiteY4" fmla="*/ 552452 h 584518"/>
                <a:gd name="connsiteX0" fmla="*/ 0 w 2076450"/>
                <a:gd name="connsiteY0" fmla="*/ 552452 h 567630"/>
                <a:gd name="connsiteX1" fmla="*/ 584200 w 2076450"/>
                <a:gd name="connsiteY1" fmla="*/ 514352 h 567630"/>
                <a:gd name="connsiteX2" fmla="*/ 1104900 w 2076450"/>
                <a:gd name="connsiteY2" fmla="*/ 2 h 567630"/>
                <a:gd name="connsiteX3" fmla="*/ 1511300 w 2076450"/>
                <a:gd name="connsiteY3" fmla="*/ 508002 h 567630"/>
                <a:gd name="connsiteX4" fmla="*/ 2076450 w 2076450"/>
                <a:gd name="connsiteY4" fmla="*/ 552452 h 567630"/>
                <a:gd name="connsiteX0" fmla="*/ 0 w 2076450"/>
                <a:gd name="connsiteY0" fmla="*/ 552557 h 560371"/>
                <a:gd name="connsiteX1" fmla="*/ 635000 w 2076450"/>
                <a:gd name="connsiteY1" fmla="*/ 463657 h 560371"/>
                <a:gd name="connsiteX2" fmla="*/ 1104900 w 2076450"/>
                <a:gd name="connsiteY2" fmla="*/ 107 h 560371"/>
                <a:gd name="connsiteX3" fmla="*/ 1511300 w 2076450"/>
                <a:gd name="connsiteY3" fmla="*/ 508107 h 560371"/>
                <a:gd name="connsiteX4" fmla="*/ 2076450 w 2076450"/>
                <a:gd name="connsiteY4" fmla="*/ 552557 h 560371"/>
                <a:gd name="connsiteX0" fmla="*/ 0 w 2076450"/>
                <a:gd name="connsiteY0" fmla="*/ 552460 h 552460"/>
                <a:gd name="connsiteX1" fmla="*/ 635000 w 2076450"/>
                <a:gd name="connsiteY1" fmla="*/ 463560 h 552460"/>
                <a:gd name="connsiteX2" fmla="*/ 1104900 w 2076450"/>
                <a:gd name="connsiteY2" fmla="*/ 10 h 552460"/>
                <a:gd name="connsiteX3" fmla="*/ 1466850 w 2076450"/>
                <a:gd name="connsiteY3" fmla="*/ 450860 h 552460"/>
                <a:gd name="connsiteX4" fmla="*/ 2076450 w 2076450"/>
                <a:gd name="connsiteY4" fmla="*/ 552460 h 552460"/>
                <a:gd name="connsiteX0" fmla="*/ 0 w 2076450"/>
                <a:gd name="connsiteY0" fmla="*/ 552460 h 553694"/>
                <a:gd name="connsiteX1" fmla="*/ 635000 w 2076450"/>
                <a:gd name="connsiteY1" fmla="*/ 463560 h 553694"/>
                <a:gd name="connsiteX2" fmla="*/ 1104900 w 2076450"/>
                <a:gd name="connsiteY2" fmla="*/ 10 h 553694"/>
                <a:gd name="connsiteX3" fmla="*/ 1466850 w 2076450"/>
                <a:gd name="connsiteY3" fmla="*/ 450860 h 553694"/>
                <a:gd name="connsiteX4" fmla="*/ 2076450 w 2076450"/>
                <a:gd name="connsiteY4" fmla="*/ 552460 h 553694"/>
                <a:gd name="connsiteX0" fmla="*/ 0 w 2076450"/>
                <a:gd name="connsiteY0" fmla="*/ 552453 h 555210"/>
                <a:gd name="connsiteX1" fmla="*/ 635000 w 2076450"/>
                <a:gd name="connsiteY1" fmla="*/ 463553 h 555210"/>
                <a:gd name="connsiteX2" fmla="*/ 1104900 w 2076450"/>
                <a:gd name="connsiteY2" fmla="*/ 3 h 555210"/>
                <a:gd name="connsiteX3" fmla="*/ 1498600 w 2076450"/>
                <a:gd name="connsiteY3" fmla="*/ 469903 h 555210"/>
                <a:gd name="connsiteX4" fmla="*/ 2076450 w 2076450"/>
                <a:gd name="connsiteY4" fmla="*/ 552453 h 555210"/>
                <a:gd name="connsiteX0" fmla="*/ 0 w 2076450"/>
                <a:gd name="connsiteY0" fmla="*/ 552510 h 553235"/>
                <a:gd name="connsiteX1" fmla="*/ 635000 w 2076450"/>
                <a:gd name="connsiteY1" fmla="*/ 463610 h 553235"/>
                <a:gd name="connsiteX2" fmla="*/ 1104900 w 2076450"/>
                <a:gd name="connsiteY2" fmla="*/ 60 h 553235"/>
                <a:gd name="connsiteX3" fmla="*/ 1479550 w 2076450"/>
                <a:gd name="connsiteY3" fmla="*/ 431860 h 553235"/>
                <a:gd name="connsiteX4" fmla="*/ 2076450 w 2076450"/>
                <a:gd name="connsiteY4" fmla="*/ 552510 h 553235"/>
                <a:gd name="connsiteX0" fmla="*/ 0 w 2076450"/>
                <a:gd name="connsiteY0" fmla="*/ 552510 h 553991"/>
                <a:gd name="connsiteX1" fmla="*/ 635000 w 2076450"/>
                <a:gd name="connsiteY1" fmla="*/ 463610 h 553991"/>
                <a:gd name="connsiteX2" fmla="*/ 1104900 w 2076450"/>
                <a:gd name="connsiteY2" fmla="*/ 60 h 553991"/>
                <a:gd name="connsiteX3" fmla="*/ 1479550 w 2076450"/>
                <a:gd name="connsiteY3" fmla="*/ 431860 h 553991"/>
                <a:gd name="connsiteX4" fmla="*/ 2076450 w 2076450"/>
                <a:gd name="connsiteY4" fmla="*/ 552510 h 553991"/>
                <a:gd name="connsiteX0" fmla="*/ 0 w 2076450"/>
                <a:gd name="connsiteY0" fmla="*/ 552514 h 553995"/>
                <a:gd name="connsiteX1" fmla="*/ 635000 w 2076450"/>
                <a:gd name="connsiteY1" fmla="*/ 463614 h 553995"/>
                <a:gd name="connsiteX2" fmla="*/ 1104900 w 2076450"/>
                <a:gd name="connsiteY2" fmla="*/ 64 h 553995"/>
                <a:gd name="connsiteX3" fmla="*/ 1479550 w 2076450"/>
                <a:gd name="connsiteY3" fmla="*/ 431864 h 553995"/>
                <a:gd name="connsiteX4" fmla="*/ 2076450 w 2076450"/>
                <a:gd name="connsiteY4" fmla="*/ 552514 h 553995"/>
                <a:gd name="connsiteX0" fmla="*/ 0 w 2076450"/>
                <a:gd name="connsiteY0" fmla="*/ 552453 h 553934"/>
                <a:gd name="connsiteX1" fmla="*/ 635000 w 2076450"/>
                <a:gd name="connsiteY1" fmla="*/ 463553 h 553934"/>
                <a:gd name="connsiteX2" fmla="*/ 1104900 w 2076450"/>
                <a:gd name="connsiteY2" fmla="*/ 3 h 553934"/>
                <a:gd name="connsiteX3" fmla="*/ 1479550 w 2076450"/>
                <a:gd name="connsiteY3" fmla="*/ 431803 h 553934"/>
                <a:gd name="connsiteX4" fmla="*/ 2076450 w 2076450"/>
                <a:gd name="connsiteY4" fmla="*/ 552453 h 553934"/>
                <a:gd name="connsiteX0" fmla="*/ 0 w 2076450"/>
                <a:gd name="connsiteY0" fmla="*/ 552453 h 556896"/>
                <a:gd name="connsiteX1" fmla="*/ 635000 w 2076450"/>
                <a:gd name="connsiteY1" fmla="*/ 463553 h 556896"/>
                <a:gd name="connsiteX2" fmla="*/ 1104900 w 2076450"/>
                <a:gd name="connsiteY2" fmla="*/ 3 h 556896"/>
                <a:gd name="connsiteX3" fmla="*/ 1498600 w 2076450"/>
                <a:gd name="connsiteY3" fmla="*/ 457203 h 556896"/>
                <a:gd name="connsiteX4" fmla="*/ 2076450 w 2076450"/>
                <a:gd name="connsiteY4" fmla="*/ 552453 h 556896"/>
                <a:gd name="connsiteX0" fmla="*/ 0 w 2076450"/>
                <a:gd name="connsiteY0" fmla="*/ 552453 h 554014"/>
                <a:gd name="connsiteX1" fmla="*/ 635000 w 2076450"/>
                <a:gd name="connsiteY1" fmla="*/ 463553 h 554014"/>
                <a:gd name="connsiteX2" fmla="*/ 1098550 w 2076450"/>
                <a:gd name="connsiteY2" fmla="*/ 3 h 554014"/>
                <a:gd name="connsiteX3" fmla="*/ 1498600 w 2076450"/>
                <a:gd name="connsiteY3" fmla="*/ 457203 h 554014"/>
                <a:gd name="connsiteX4" fmla="*/ 2076450 w 2076450"/>
                <a:gd name="connsiteY4" fmla="*/ 552453 h 554014"/>
                <a:gd name="connsiteX0" fmla="*/ 0 w 2076450"/>
                <a:gd name="connsiteY0" fmla="*/ 552459 h 553693"/>
                <a:gd name="connsiteX1" fmla="*/ 635000 w 2076450"/>
                <a:gd name="connsiteY1" fmla="*/ 463559 h 553693"/>
                <a:gd name="connsiteX2" fmla="*/ 1098550 w 2076450"/>
                <a:gd name="connsiteY2" fmla="*/ 9 h 553693"/>
                <a:gd name="connsiteX3" fmla="*/ 1485900 w 2076450"/>
                <a:gd name="connsiteY3" fmla="*/ 450859 h 553693"/>
                <a:gd name="connsiteX4" fmla="*/ 2076450 w 2076450"/>
                <a:gd name="connsiteY4" fmla="*/ 552459 h 553693"/>
                <a:gd name="connsiteX0" fmla="*/ 0 w 2076450"/>
                <a:gd name="connsiteY0" fmla="*/ 552459 h 556763"/>
                <a:gd name="connsiteX1" fmla="*/ 635000 w 2076450"/>
                <a:gd name="connsiteY1" fmla="*/ 463559 h 556763"/>
                <a:gd name="connsiteX2" fmla="*/ 1098550 w 2076450"/>
                <a:gd name="connsiteY2" fmla="*/ 9 h 556763"/>
                <a:gd name="connsiteX3" fmla="*/ 1485900 w 2076450"/>
                <a:gd name="connsiteY3" fmla="*/ 450859 h 556763"/>
                <a:gd name="connsiteX4" fmla="*/ 2076450 w 2076450"/>
                <a:gd name="connsiteY4" fmla="*/ 555634 h 556763"/>
                <a:gd name="connsiteX0" fmla="*/ 0 w 2076450"/>
                <a:gd name="connsiteY0" fmla="*/ 552459 h 556011"/>
                <a:gd name="connsiteX1" fmla="*/ 635000 w 2076450"/>
                <a:gd name="connsiteY1" fmla="*/ 463559 h 556011"/>
                <a:gd name="connsiteX2" fmla="*/ 1098550 w 2076450"/>
                <a:gd name="connsiteY2" fmla="*/ 9 h 556011"/>
                <a:gd name="connsiteX3" fmla="*/ 1485900 w 2076450"/>
                <a:gd name="connsiteY3" fmla="*/ 450859 h 556011"/>
                <a:gd name="connsiteX4" fmla="*/ 2076450 w 2076450"/>
                <a:gd name="connsiteY4" fmla="*/ 555634 h 556011"/>
                <a:gd name="connsiteX0" fmla="*/ 0 w 1952625"/>
                <a:gd name="connsiteY0" fmla="*/ 555634 h 556011"/>
                <a:gd name="connsiteX1" fmla="*/ 511175 w 1952625"/>
                <a:gd name="connsiteY1" fmla="*/ 463559 h 556011"/>
                <a:gd name="connsiteX2" fmla="*/ 974725 w 1952625"/>
                <a:gd name="connsiteY2" fmla="*/ 9 h 556011"/>
                <a:gd name="connsiteX3" fmla="*/ 1362075 w 1952625"/>
                <a:gd name="connsiteY3" fmla="*/ 450859 h 556011"/>
                <a:gd name="connsiteX4" fmla="*/ 1952625 w 1952625"/>
                <a:gd name="connsiteY4" fmla="*/ 555634 h 556011"/>
                <a:gd name="connsiteX0" fmla="*/ 0 w 1952625"/>
                <a:gd name="connsiteY0" fmla="*/ 555634 h 556011"/>
                <a:gd name="connsiteX1" fmla="*/ 511175 w 1952625"/>
                <a:gd name="connsiteY1" fmla="*/ 463559 h 556011"/>
                <a:gd name="connsiteX2" fmla="*/ 974725 w 1952625"/>
                <a:gd name="connsiteY2" fmla="*/ 9 h 556011"/>
                <a:gd name="connsiteX3" fmla="*/ 1362075 w 1952625"/>
                <a:gd name="connsiteY3" fmla="*/ 450859 h 556011"/>
                <a:gd name="connsiteX4" fmla="*/ 1952625 w 1952625"/>
                <a:gd name="connsiteY4" fmla="*/ 555634 h 556011"/>
                <a:gd name="connsiteX0" fmla="*/ 0 w 1952625"/>
                <a:gd name="connsiteY0" fmla="*/ 555626 h 556003"/>
                <a:gd name="connsiteX1" fmla="*/ 492125 w 1952625"/>
                <a:gd name="connsiteY1" fmla="*/ 454026 h 556003"/>
                <a:gd name="connsiteX2" fmla="*/ 974725 w 1952625"/>
                <a:gd name="connsiteY2" fmla="*/ 1 h 556003"/>
                <a:gd name="connsiteX3" fmla="*/ 1362075 w 1952625"/>
                <a:gd name="connsiteY3" fmla="*/ 450851 h 556003"/>
                <a:gd name="connsiteX4" fmla="*/ 1952625 w 1952625"/>
                <a:gd name="connsiteY4" fmla="*/ 555626 h 556003"/>
                <a:gd name="connsiteX0" fmla="*/ 0 w 1952625"/>
                <a:gd name="connsiteY0" fmla="*/ 555627 h 555957"/>
                <a:gd name="connsiteX1" fmla="*/ 492125 w 1952625"/>
                <a:gd name="connsiteY1" fmla="*/ 454027 h 555957"/>
                <a:gd name="connsiteX2" fmla="*/ 974725 w 1952625"/>
                <a:gd name="connsiteY2" fmla="*/ 2 h 555957"/>
                <a:gd name="connsiteX3" fmla="*/ 1454150 w 1952625"/>
                <a:gd name="connsiteY3" fmla="*/ 447677 h 555957"/>
                <a:gd name="connsiteX4" fmla="*/ 1952625 w 1952625"/>
                <a:gd name="connsiteY4" fmla="*/ 555627 h 555957"/>
                <a:gd name="connsiteX0" fmla="*/ 0 w 1952625"/>
                <a:gd name="connsiteY0" fmla="*/ 555627 h 556133"/>
                <a:gd name="connsiteX1" fmla="*/ 492125 w 1952625"/>
                <a:gd name="connsiteY1" fmla="*/ 454027 h 556133"/>
                <a:gd name="connsiteX2" fmla="*/ 974725 w 1952625"/>
                <a:gd name="connsiteY2" fmla="*/ 2 h 556133"/>
                <a:gd name="connsiteX3" fmla="*/ 1454150 w 1952625"/>
                <a:gd name="connsiteY3" fmla="*/ 447677 h 556133"/>
                <a:gd name="connsiteX4" fmla="*/ 1952625 w 1952625"/>
                <a:gd name="connsiteY4" fmla="*/ 555627 h 556133"/>
                <a:gd name="connsiteX0" fmla="*/ 0 w 1952625"/>
                <a:gd name="connsiteY0" fmla="*/ 555627 h 556194"/>
                <a:gd name="connsiteX1" fmla="*/ 492125 w 1952625"/>
                <a:gd name="connsiteY1" fmla="*/ 454027 h 556194"/>
                <a:gd name="connsiteX2" fmla="*/ 974725 w 1952625"/>
                <a:gd name="connsiteY2" fmla="*/ 2 h 556194"/>
                <a:gd name="connsiteX3" fmla="*/ 1454150 w 1952625"/>
                <a:gd name="connsiteY3" fmla="*/ 447677 h 556194"/>
                <a:gd name="connsiteX4" fmla="*/ 1952625 w 1952625"/>
                <a:gd name="connsiteY4" fmla="*/ 555627 h 5561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52625" h="556194">
                  <a:moveTo>
                    <a:pt x="0" y="555627"/>
                  </a:moveTo>
                  <a:cubicBezTo>
                    <a:pt x="238125" y="557214"/>
                    <a:pt x="259821" y="562506"/>
                    <a:pt x="492125" y="454027"/>
                  </a:cubicBezTo>
                  <a:cubicBezTo>
                    <a:pt x="724429" y="345548"/>
                    <a:pt x="814388" y="1060"/>
                    <a:pt x="974725" y="2"/>
                  </a:cubicBezTo>
                  <a:cubicBezTo>
                    <a:pt x="1135062" y="-1056"/>
                    <a:pt x="1218142" y="345548"/>
                    <a:pt x="1454150" y="447677"/>
                  </a:cubicBezTo>
                  <a:cubicBezTo>
                    <a:pt x="1690158" y="549806"/>
                    <a:pt x="1711325" y="558802"/>
                    <a:pt x="1952625" y="555627"/>
                  </a:cubicBezTo>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28" name="组合 27">
            <a:extLst>
              <a:ext uri="{FF2B5EF4-FFF2-40B4-BE49-F238E27FC236}">
                <a16:creationId xmlns:a16="http://schemas.microsoft.com/office/drawing/2014/main" id="{AEBC4302-B1D4-731D-9A56-C9E3A9AF2900}"/>
              </a:ext>
            </a:extLst>
          </p:cNvPr>
          <p:cNvGrpSpPr/>
          <p:nvPr/>
        </p:nvGrpSpPr>
        <p:grpSpPr>
          <a:xfrm>
            <a:off x="7387949" y="4348179"/>
            <a:ext cx="2115120" cy="270533"/>
            <a:chOff x="3392497" y="4254499"/>
            <a:chExt cx="1278644" cy="364214"/>
          </a:xfrm>
        </p:grpSpPr>
        <p:sp>
          <p:nvSpPr>
            <p:cNvPr id="29" name="任意形状 28">
              <a:extLst>
                <a:ext uri="{FF2B5EF4-FFF2-40B4-BE49-F238E27FC236}">
                  <a16:creationId xmlns:a16="http://schemas.microsoft.com/office/drawing/2014/main" id="{47671478-D1B1-1158-9E23-58605281FE6B}"/>
                </a:ext>
              </a:extLst>
            </p:cNvPr>
            <p:cNvSpPr/>
            <p:nvPr/>
          </p:nvSpPr>
          <p:spPr>
            <a:xfrm>
              <a:off x="3392498" y="4254499"/>
              <a:ext cx="1278643" cy="364214"/>
            </a:xfrm>
            <a:custGeom>
              <a:avLst/>
              <a:gdLst>
                <a:gd name="connsiteX0" fmla="*/ 0 w 2076450"/>
                <a:gd name="connsiteY0" fmla="*/ 514352 h 563845"/>
                <a:gd name="connsiteX1" fmla="*/ 584200 w 2076450"/>
                <a:gd name="connsiteY1" fmla="*/ 514352 h 563845"/>
                <a:gd name="connsiteX2" fmla="*/ 1104900 w 2076450"/>
                <a:gd name="connsiteY2" fmla="*/ 2 h 563845"/>
                <a:gd name="connsiteX3" fmla="*/ 1511300 w 2076450"/>
                <a:gd name="connsiteY3" fmla="*/ 508002 h 563845"/>
                <a:gd name="connsiteX4" fmla="*/ 2076450 w 2076450"/>
                <a:gd name="connsiteY4" fmla="*/ 552452 h 563845"/>
                <a:gd name="connsiteX0" fmla="*/ 0 w 2076450"/>
                <a:gd name="connsiteY0" fmla="*/ 552452 h 584518"/>
                <a:gd name="connsiteX1" fmla="*/ 584200 w 2076450"/>
                <a:gd name="connsiteY1" fmla="*/ 514352 h 584518"/>
                <a:gd name="connsiteX2" fmla="*/ 1104900 w 2076450"/>
                <a:gd name="connsiteY2" fmla="*/ 2 h 584518"/>
                <a:gd name="connsiteX3" fmla="*/ 1511300 w 2076450"/>
                <a:gd name="connsiteY3" fmla="*/ 508002 h 584518"/>
                <a:gd name="connsiteX4" fmla="*/ 2076450 w 2076450"/>
                <a:gd name="connsiteY4" fmla="*/ 552452 h 584518"/>
                <a:gd name="connsiteX0" fmla="*/ 0 w 2076450"/>
                <a:gd name="connsiteY0" fmla="*/ 552452 h 567630"/>
                <a:gd name="connsiteX1" fmla="*/ 584200 w 2076450"/>
                <a:gd name="connsiteY1" fmla="*/ 514352 h 567630"/>
                <a:gd name="connsiteX2" fmla="*/ 1104900 w 2076450"/>
                <a:gd name="connsiteY2" fmla="*/ 2 h 567630"/>
                <a:gd name="connsiteX3" fmla="*/ 1511300 w 2076450"/>
                <a:gd name="connsiteY3" fmla="*/ 508002 h 567630"/>
                <a:gd name="connsiteX4" fmla="*/ 2076450 w 2076450"/>
                <a:gd name="connsiteY4" fmla="*/ 552452 h 567630"/>
                <a:gd name="connsiteX0" fmla="*/ 0 w 2076450"/>
                <a:gd name="connsiteY0" fmla="*/ 552557 h 560371"/>
                <a:gd name="connsiteX1" fmla="*/ 635000 w 2076450"/>
                <a:gd name="connsiteY1" fmla="*/ 463657 h 560371"/>
                <a:gd name="connsiteX2" fmla="*/ 1104900 w 2076450"/>
                <a:gd name="connsiteY2" fmla="*/ 107 h 560371"/>
                <a:gd name="connsiteX3" fmla="*/ 1511300 w 2076450"/>
                <a:gd name="connsiteY3" fmla="*/ 508107 h 560371"/>
                <a:gd name="connsiteX4" fmla="*/ 2076450 w 2076450"/>
                <a:gd name="connsiteY4" fmla="*/ 552557 h 560371"/>
                <a:gd name="connsiteX0" fmla="*/ 0 w 2076450"/>
                <a:gd name="connsiteY0" fmla="*/ 552460 h 552460"/>
                <a:gd name="connsiteX1" fmla="*/ 635000 w 2076450"/>
                <a:gd name="connsiteY1" fmla="*/ 463560 h 552460"/>
                <a:gd name="connsiteX2" fmla="*/ 1104900 w 2076450"/>
                <a:gd name="connsiteY2" fmla="*/ 10 h 552460"/>
                <a:gd name="connsiteX3" fmla="*/ 1466850 w 2076450"/>
                <a:gd name="connsiteY3" fmla="*/ 450860 h 552460"/>
                <a:gd name="connsiteX4" fmla="*/ 2076450 w 2076450"/>
                <a:gd name="connsiteY4" fmla="*/ 552460 h 552460"/>
                <a:gd name="connsiteX0" fmla="*/ 0 w 2076450"/>
                <a:gd name="connsiteY0" fmla="*/ 552460 h 553694"/>
                <a:gd name="connsiteX1" fmla="*/ 635000 w 2076450"/>
                <a:gd name="connsiteY1" fmla="*/ 463560 h 553694"/>
                <a:gd name="connsiteX2" fmla="*/ 1104900 w 2076450"/>
                <a:gd name="connsiteY2" fmla="*/ 10 h 553694"/>
                <a:gd name="connsiteX3" fmla="*/ 1466850 w 2076450"/>
                <a:gd name="connsiteY3" fmla="*/ 450860 h 553694"/>
                <a:gd name="connsiteX4" fmla="*/ 2076450 w 2076450"/>
                <a:gd name="connsiteY4" fmla="*/ 552460 h 553694"/>
                <a:gd name="connsiteX0" fmla="*/ 0 w 2076450"/>
                <a:gd name="connsiteY0" fmla="*/ 552453 h 555210"/>
                <a:gd name="connsiteX1" fmla="*/ 635000 w 2076450"/>
                <a:gd name="connsiteY1" fmla="*/ 463553 h 555210"/>
                <a:gd name="connsiteX2" fmla="*/ 1104900 w 2076450"/>
                <a:gd name="connsiteY2" fmla="*/ 3 h 555210"/>
                <a:gd name="connsiteX3" fmla="*/ 1498600 w 2076450"/>
                <a:gd name="connsiteY3" fmla="*/ 469903 h 555210"/>
                <a:gd name="connsiteX4" fmla="*/ 2076450 w 2076450"/>
                <a:gd name="connsiteY4" fmla="*/ 552453 h 555210"/>
                <a:gd name="connsiteX0" fmla="*/ 0 w 2076450"/>
                <a:gd name="connsiteY0" fmla="*/ 552510 h 553235"/>
                <a:gd name="connsiteX1" fmla="*/ 635000 w 2076450"/>
                <a:gd name="connsiteY1" fmla="*/ 463610 h 553235"/>
                <a:gd name="connsiteX2" fmla="*/ 1104900 w 2076450"/>
                <a:gd name="connsiteY2" fmla="*/ 60 h 553235"/>
                <a:gd name="connsiteX3" fmla="*/ 1479550 w 2076450"/>
                <a:gd name="connsiteY3" fmla="*/ 431860 h 553235"/>
                <a:gd name="connsiteX4" fmla="*/ 2076450 w 2076450"/>
                <a:gd name="connsiteY4" fmla="*/ 552510 h 553235"/>
                <a:gd name="connsiteX0" fmla="*/ 0 w 2076450"/>
                <a:gd name="connsiteY0" fmla="*/ 552510 h 553991"/>
                <a:gd name="connsiteX1" fmla="*/ 635000 w 2076450"/>
                <a:gd name="connsiteY1" fmla="*/ 463610 h 553991"/>
                <a:gd name="connsiteX2" fmla="*/ 1104900 w 2076450"/>
                <a:gd name="connsiteY2" fmla="*/ 60 h 553991"/>
                <a:gd name="connsiteX3" fmla="*/ 1479550 w 2076450"/>
                <a:gd name="connsiteY3" fmla="*/ 431860 h 553991"/>
                <a:gd name="connsiteX4" fmla="*/ 2076450 w 2076450"/>
                <a:gd name="connsiteY4" fmla="*/ 552510 h 553991"/>
                <a:gd name="connsiteX0" fmla="*/ 0 w 2076450"/>
                <a:gd name="connsiteY0" fmla="*/ 552514 h 553995"/>
                <a:gd name="connsiteX1" fmla="*/ 635000 w 2076450"/>
                <a:gd name="connsiteY1" fmla="*/ 463614 h 553995"/>
                <a:gd name="connsiteX2" fmla="*/ 1104900 w 2076450"/>
                <a:gd name="connsiteY2" fmla="*/ 64 h 553995"/>
                <a:gd name="connsiteX3" fmla="*/ 1479550 w 2076450"/>
                <a:gd name="connsiteY3" fmla="*/ 431864 h 553995"/>
                <a:gd name="connsiteX4" fmla="*/ 2076450 w 2076450"/>
                <a:gd name="connsiteY4" fmla="*/ 552514 h 553995"/>
                <a:gd name="connsiteX0" fmla="*/ 0 w 2076450"/>
                <a:gd name="connsiteY0" fmla="*/ 552453 h 553934"/>
                <a:gd name="connsiteX1" fmla="*/ 635000 w 2076450"/>
                <a:gd name="connsiteY1" fmla="*/ 463553 h 553934"/>
                <a:gd name="connsiteX2" fmla="*/ 1104900 w 2076450"/>
                <a:gd name="connsiteY2" fmla="*/ 3 h 553934"/>
                <a:gd name="connsiteX3" fmla="*/ 1479550 w 2076450"/>
                <a:gd name="connsiteY3" fmla="*/ 431803 h 553934"/>
                <a:gd name="connsiteX4" fmla="*/ 2076450 w 2076450"/>
                <a:gd name="connsiteY4" fmla="*/ 552453 h 553934"/>
                <a:gd name="connsiteX0" fmla="*/ 0 w 2076450"/>
                <a:gd name="connsiteY0" fmla="*/ 552453 h 556896"/>
                <a:gd name="connsiteX1" fmla="*/ 635000 w 2076450"/>
                <a:gd name="connsiteY1" fmla="*/ 463553 h 556896"/>
                <a:gd name="connsiteX2" fmla="*/ 1104900 w 2076450"/>
                <a:gd name="connsiteY2" fmla="*/ 3 h 556896"/>
                <a:gd name="connsiteX3" fmla="*/ 1498600 w 2076450"/>
                <a:gd name="connsiteY3" fmla="*/ 457203 h 556896"/>
                <a:gd name="connsiteX4" fmla="*/ 2076450 w 2076450"/>
                <a:gd name="connsiteY4" fmla="*/ 552453 h 556896"/>
                <a:gd name="connsiteX0" fmla="*/ 0 w 2076450"/>
                <a:gd name="connsiteY0" fmla="*/ 552453 h 554014"/>
                <a:gd name="connsiteX1" fmla="*/ 635000 w 2076450"/>
                <a:gd name="connsiteY1" fmla="*/ 463553 h 554014"/>
                <a:gd name="connsiteX2" fmla="*/ 1098550 w 2076450"/>
                <a:gd name="connsiteY2" fmla="*/ 3 h 554014"/>
                <a:gd name="connsiteX3" fmla="*/ 1498600 w 2076450"/>
                <a:gd name="connsiteY3" fmla="*/ 457203 h 554014"/>
                <a:gd name="connsiteX4" fmla="*/ 2076450 w 2076450"/>
                <a:gd name="connsiteY4" fmla="*/ 552453 h 554014"/>
                <a:gd name="connsiteX0" fmla="*/ 0 w 2076450"/>
                <a:gd name="connsiteY0" fmla="*/ 552459 h 553693"/>
                <a:gd name="connsiteX1" fmla="*/ 635000 w 2076450"/>
                <a:gd name="connsiteY1" fmla="*/ 463559 h 553693"/>
                <a:gd name="connsiteX2" fmla="*/ 1098550 w 2076450"/>
                <a:gd name="connsiteY2" fmla="*/ 9 h 553693"/>
                <a:gd name="connsiteX3" fmla="*/ 1485900 w 2076450"/>
                <a:gd name="connsiteY3" fmla="*/ 450859 h 553693"/>
                <a:gd name="connsiteX4" fmla="*/ 2076450 w 2076450"/>
                <a:gd name="connsiteY4" fmla="*/ 552459 h 553693"/>
                <a:gd name="connsiteX0" fmla="*/ 0 w 2076450"/>
                <a:gd name="connsiteY0" fmla="*/ 552459 h 556763"/>
                <a:gd name="connsiteX1" fmla="*/ 635000 w 2076450"/>
                <a:gd name="connsiteY1" fmla="*/ 463559 h 556763"/>
                <a:gd name="connsiteX2" fmla="*/ 1098550 w 2076450"/>
                <a:gd name="connsiteY2" fmla="*/ 9 h 556763"/>
                <a:gd name="connsiteX3" fmla="*/ 1485900 w 2076450"/>
                <a:gd name="connsiteY3" fmla="*/ 450859 h 556763"/>
                <a:gd name="connsiteX4" fmla="*/ 2076450 w 2076450"/>
                <a:gd name="connsiteY4" fmla="*/ 555634 h 556763"/>
                <a:gd name="connsiteX0" fmla="*/ 0 w 2076450"/>
                <a:gd name="connsiteY0" fmla="*/ 552459 h 556011"/>
                <a:gd name="connsiteX1" fmla="*/ 635000 w 2076450"/>
                <a:gd name="connsiteY1" fmla="*/ 463559 h 556011"/>
                <a:gd name="connsiteX2" fmla="*/ 1098550 w 2076450"/>
                <a:gd name="connsiteY2" fmla="*/ 9 h 556011"/>
                <a:gd name="connsiteX3" fmla="*/ 1485900 w 2076450"/>
                <a:gd name="connsiteY3" fmla="*/ 450859 h 556011"/>
                <a:gd name="connsiteX4" fmla="*/ 2076450 w 2076450"/>
                <a:gd name="connsiteY4" fmla="*/ 555634 h 556011"/>
                <a:gd name="connsiteX0" fmla="*/ 0 w 1952625"/>
                <a:gd name="connsiteY0" fmla="*/ 555634 h 556011"/>
                <a:gd name="connsiteX1" fmla="*/ 511175 w 1952625"/>
                <a:gd name="connsiteY1" fmla="*/ 463559 h 556011"/>
                <a:gd name="connsiteX2" fmla="*/ 974725 w 1952625"/>
                <a:gd name="connsiteY2" fmla="*/ 9 h 556011"/>
                <a:gd name="connsiteX3" fmla="*/ 1362075 w 1952625"/>
                <a:gd name="connsiteY3" fmla="*/ 450859 h 556011"/>
                <a:gd name="connsiteX4" fmla="*/ 1952625 w 1952625"/>
                <a:gd name="connsiteY4" fmla="*/ 555634 h 556011"/>
                <a:gd name="connsiteX0" fmla="*/ 0 w 1952625"/>
                <a:gd name="connsiteY0" fmla="*/ 555634 h 556011"/>
                <a:gd name="connsiteX1" fmla="*/ 511175 w 1952625"/>
                <a:gd name="connsiteY1" fmla="*/ 463559 h 556011"/>
                <a:gd name="connsiteX2" fmla="*/ 974725 w 1952625"/>
                <a:gd name="connsiteY2" fmla="*/ 9 h 556011"/>
                <a:gd name="connsiteX3" fmla="*/ 1362075 w 1952625"/>
                <a:gd name="connsiteY3" fmla="*/ 450859 h 556011"/>
                <a:gd name="connsiteX4" fmla="*/ 1952625 w 1952625"/>
                <a:gd name="connsiteY4" fmla="*/ 555634 h 556011"/>
                <a:gd name="connsiteX0" fmla="*/ 0 w 1952625"/>
                <a:gd name="connsiteY0" fmla="*/ 555626 h 556003"/>
                <a:gd name="connsiteX1" fmla="*/ 492125 w 1952625"/>
                <a:gd name="connsiteY1" fmla="*/ 454026 h 556003"/>
                <a:gd name="connsiteX2" fmla="*/ 974725 w 1952625"/>
                <a:gd name="connsiteY2" fmla="*/ 1 h 556003"/>
                <a:gd name="connsiteX3" fmla="*/ 1362075 w 1952625"/>
                <a:gd name="connsiteY3" fmla="*/ 450851 h 556003"/>
                <a:gd name="connsiteX4" fmla="*/ 1952625 w 1952625"/>
                <a:gd name="connsiteY4" fmla="*/ 555626 h 556003"/>
                <a:gd name="connsiteX0" fmla="*/ 0 w 1952625"/>
                <a:gd name="connsiteY0" fmla="*/ 555627 h 555957"/>
                <a:gd name="connsiteX1" fmla="*/ 492125 w 1952625"/>
                <a:gd name="connsiteY1" fmla="*/ 454027 h 555957"/>
                <a:gd name="connsiteX2" fmla="*/ 974725 w 1952625"/>
                <a:gd name="connsiteY2" fmla="*/ 2 h 555957"/>
                <a:gd name="connsiteX3" fmla="*/ 1454150 w 1952625"/>
                <a:gd name="connsiteY3" fmla="*/ 447677 h 555957"/>
                <a:gd name="connsiteX4" fmla="*/ 1952625 w 1952625"/>
                <a:gd name="connsiteY4" fmla="*/ 555627 h 555957"/>
                <a:gd name="connsiteX0" fmla="*/ 0 w 1952625"/>
                <a:gd name="connsiteY0" fmla="*/ 555627 h 556133"/>
                <a:gd name="connsiteX1" fmla="*/ 492125 w 1952625"/>
                <a:gd name="connsiteY1" fmla="*/ 454027 h 556133"/>
                <a:gd name="connsiteX2" fmla="*/ 974725 w 1952625"/>
                <a:gd name="connsiteY2" fmla="*/ 2 h 556133"/>
                <a:gd name="connsiteX3" fmla="*/ 1454150 w 1952625"/>
                <a:gd name="connsiteY3" fmla="*/ 447677 h 556133"/>
                <a:gd name="connsiteX4" fmla="*/ 1952625 w 1952625"/>
                <a:gd name="connsiteY4" fmla="*/ 555627 h 556133"/>
                <a:gd name="connsiteX0" fmla="*/ 0 w 1952625"/>
                <a:gd name="connsiteY0" fmla="*/ 555627 h 556194"/>
                <a:gd name="connsiteX1" fmla="*/ 492125 w 1952625"/>
                <a:gd name="connsiteY1" fmla="*/ 454027 h 556194"/>
                <a:gd name="connsiteX2" fmla="*/ 974725 w 1952625"/>
                <a:gd name="connsiteY2" fmla="*/ 2 h 556194"/>
                <a:gd name="connsiteX3" fmla="*/ 1454150 w 1952625"/>
                <a:gd name="connsiteY3" fmla="*/ 447677 h 556194"/>
                <a:gd name="connsiteX4" fmla="*/ 1952625 w 1952625"/>
                <a:gd name="connsiteY4" fmla="*/ 555627 h 5561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52625" h="556194">
                  <a:moveTo>
                    <a:pt x="0" y="555627"/>
                  </a:moveTo>
                  <a:cubicBezTo>
                    <a:pt x="238125" y="557214"/>
                    <a:pt x="259821" y="562506"/>
                    <a:pt x="492125" y="454027"/>
                  </a:cubicBezTo>
                  <a:cubicBezTo>
                    <a:pt x="724429" y="345548"/>
                    <a:pt x="814388" y="1060"/>
                    <a:pt x="974725" y="2"/>
                  </a:cubicBezTo>
                  <a:cubicBezTo>
                    <a:pt x="1135062" y="-1056"/>
                    <a:pt x="1218142" y="345548"/>
                    <a:pt x="1454150" y="447677"/>
                  </a:cubicBezTo>
                  <a:cubicBezTo>
                    <a:pt x="1690158" y="549806"/>
                    <a:pt x="1711325" y="558802"/>
                    <a:pt x="1952625" y="555627"/>
                  </a:cubicBezTo>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 name="任意形状 29">
              <a:extLst>
                <a:ext uri="{FF2B5EF4-FFF2-40B4-BE49-F238E27FC236}">
                  <a16:creationId xmlns:a16="http://schemas.microsoft.com/office/drawing/2014/main" id="{E2B7FED3-3899-856B-57AC-18519F064759}"/>
                </a:ext>
              </a:extLst>
            </p:cNvPr>
            <p:cNvSpPr/>
            <p:nvPr/>
          </p:nvSpPr>
          <p:spPr>
            <a:xfrm>
              <a:off x="3392497" y="4254499"/>
              <a:ext cx="1278643" cy="364214"/>
            </a:xfrm>
            <a:custGeom>
              <a:avLst/>
              <a:gdLst>
                <a:gd name="connsiteX0" fmla="*/ 0 w 2076450"/>
                <a:gd name="connsiteY0" fmla="*/ 514352 h 563845"/>
                <a:gd name="connsiteX1" fmla="*/ 584200 w 2076450"/>
                <a:gd name="connsiteY1" fmla="*/ 514352 h 563845"/>
                <a:gd name="connsiteX2" fmla="*/ 1104900 w 2076450"/>
                <a:gd name="connsiteY2" fmla="*/ 2 h 563845"/>
                <a:gd name="connsiteX3" fmla="*/ 1511300 w 2076450"/>
                <a:gd name="connsiteY3" fmla="*/ 508002 h 563845"/>
                <a:gd name="connsiteX4" fmla="*/ 2076450 w 2076450"/>
                <a:gd name="connsiteY4" fmla="*/ 552452 h 563845"/>
                <a:gd name="connsiteX0" fmla="*/ 0 w 2076450"/>
                <a:gd name="connsiteY0" fmla="*/ 552452 h 584518"/>
                <a:gd name="connsiteX1" fmla="*/ 584200 w 2076450"/>
                <a:gd name="connsiteY1" fmla="*/ 514352 h 584518"/>
                <a:gd name="connsiteX2" fmla="*/ 1104900 w 2076450"/>
                <a:gd name="connsiteY2" fmla="*/ 2 h 584518"/>
                <a:gd name="connsiteX3" fmla="*/ 1511300 w 2076450"/>
                <a:gd name="connsiteY3" fmla="*/ 508002 h 584518"/>
                <a:gd name="connsiteX4" fmla="*/ 2076450 w 2076450"/>
                <a:gd name="connsiteY4" fmla="*/ 552452 h 584518"/>
                <a:gd name="connsiteX0" fmla="*/ 0 w 2076450"/>
                <a:gd name="connsiteY0" fmla="*/ 552452 h 567630"/>
                <a:gd name="connsiteX1" fmla="*/ 584200 w 2076450"/>
                <a:gd name="connsiteY1" fmla="*/ 514352 h 567630"/>
                <a:gd name="connsiteX2" fmla="*/ 1104900 w 2076450"/>
                <a:gd name="connsiteY2" fmla="*/ 2 h 567630"/>
                <a:gd name="connsiteX3" fmla="*/ 1511300 w 2076450"/>
                <a:gd name="connsiteY3" fmla="*/ 508002 h 567630"/>
                <a:gd name="connsiteX4" fmla="*/ 2076450 w 2076450"/>
                <a:gd name="connsiteY4" fmla="*/ 552452 h 567630"/>
                <a:gd name="connsiteX0" fmla="*/ 0 w 2076450"/>
                <a:gd name="connsiteY0" fmla="*/ 552557 h 560371"/>
                <a:gd name="connsiteX1" fmla="*/ 635000 w 2076450"/>
                <a:gd name="connsiteY1" fmla="*/ 463657 h 560371"/>
                <a:gd name="connsiteX2" fmla="*/ 1104900 w 2076450"/>
                <a:gd name="connsiteY2" fmla="*/ 107 h 560371"/>
                <a:gd name="connsiteX3" fmla="*/ 1511300 w 2076450"/>
                <a:gd name="connsiteY3" fmla="*/ 508107 h 560371"/>
                <a:gd name="connsiteX4" fmla="*/ 2076450 w 2076450"/>
                <a:gd name="connsiteY4" fmla="*/ 552557 h 560371"/>
                <a:gd name="connsiteX0" fmla="*/ 0 w 2076450"/>
                <a:gd name="connsiteY0" fmla="*/ 552460 h 552460"/>
                <a:gd name="connsiteX1" fmla="*/ 635000 w 2076450"/>
                <a:gd name="connsiteY1" fmla="*/ 463560 h 552460"/>
                <a:gd name="connsiteX2" fmla="*/ 1104900 w 2076450"/>
                <a:gd name="connsiteY2" fmla="*/ 10 h 552460"/>
                <a:gd name="connsiteX3" fmla="*/ 1466850 w 2076450"/>
                <a:gd name="connsiteY3" fmla="*/ 450860 h 552460"/>
                <a:gd name="connsiteX4" fmla="*/ 2076450 w 2076450"/>
                <a:gd name="connsiteY4" fmla="*/ 552460 h 552460"/>
                <a:gd name="connsiteX0" fmla="*/ 0 w 2076450"/>
                <a:gd name="connsiteY0" fmla="*/ 552460 h 553694"/>
                <a:gd name="connsiteX1" fmla="*/ 635000 w 2076450"/>
                <a:gd name="connsiteY1" fmla="*/ 463560 h 553694"/>
                <a:gd name="connsiteX2" fmla="*/ 1104900 w 2076450"/>
                <a:gd name="connsiteY2" fmla="*/ 10 h 553694"/>
                <a:gd name="connsiteX3" fmla="*/ 1466850 w 2076450"/>
                <a:gd name="connsiteY3" fmla="*/ 450860 h 553694"/>
                <a:gd name="connsiteX4" fmla="*/ 2076450 w 2076450"/>
                <a:gd name="connsiteY4" fmla="*/ 552460 h 553694"/>
                <a:gd name="connsiteX0" fmla="*/ 0 w 2076450"/>
                <a:gd name="connsiteY0" fmla="*/ 552453 h 555210"/>
                <a:gd name="connsiteX1" fmla="*/ 635000 w 2076450"/>
                <a:gd name="connsiteY1" fmla="*/ 463553 h 555210"/>
                <a:gd name="connsiteX2" fmla="*/ 1104900 w 2076450"/>
                <a:gd name="connsiteY2" fmla="*/ 3 h 555210"/>
                <a:gd name="connsiteX3" fmla="*/ 1498600 w 2076450"/>
                <a:gd name="connsiteY3" fmla="*/ 469903 h 555210"/>
                <a:gd name="connsiteX4" fmla="*/ 2076450 w 2076450"/>
                <a:gd name="connsiteY4" fmla="*/ 552453 h 555210"/>
                <a:gd name="connsiteX0" fmla="*/ 0 w 2076450"/>
                <a:gd name="connsiteY0" fmla="*/ 552510 h 553235"/>
                <a:gd name="connsiteX1" fmla="*/ 635000 w 2076450"/>
                <a:gd name="connsiteY1" fmla="*/ 463610 h 553235"/>
                <a:gd name="connsiteX2" fmla="*/ 1104900 w 2076450"/>
                <a:gd name="connsiteY2" fmla="*/ 60 h 553235"/>
                <a:gd name="connsiteX3" fmla="*/ 1479550 w 2076450"/>
                <a:gd name="connsiteY3" fmla="*/ 431860 h 553235"/>
                <a:gd name="connsiteX4" fmla="*/ 2076450 w 2076450"/>
                <a:gd name="connsiteY4" fmla="*/ 552510 h 553235"/>
                <a:gd name="connsiteX0" fmla="*/ 0 w 2076450"/>
                <a:gd name="connsiteY0" fmla="*/ 552510 h 553991"/>
                <a:gd name="connsiteX1" fmla="*/ 635000 w 2076450"/>
                <a:gd name="connsiteY1" fmla="*/ 463610 h 553991"/>
                <a:gd name="connsiteX2" fmla="*/ 1104900 w 2076450"/>
                <a:gd name="connsiteY2" fmla="*/ 60 h 553991"/>
                <a:gd name="connsiteX3" fmla="*/ 1479550 w 2076450"/>
                <a:gd name="connsiteY3" fmla="*/ 431860 h 553991"/>
                <a:gd name="connsiteX4" fmla="*/ 2076450 w 2076450"/>
                <a:gd name="connsiteY4" fmla="*/ 552510 h 553991"/>
                <a:gd name="connsiteX0" fmla="*/ 0 w 2076450"/>
                <a:gd name="connsiteY0" fmla="*/ 552514 h 553995"/>
                <a:gd name="connsiteX1" fmla="*/ 635000 w 2076450"/>
                <a:gd name="connsiteY1" fmla="*/ 463614 h 553995"/>
                <a:gd name="connsiteX2" fmla="*/ 1104900 w 2076450"/>
                <a:gd name="connsiteY2" fmla="*/ 64 h 553995"/>
                <a:gd name="connsiteX3" fmla="*/ 1479550 w 2076450"/>
                <a:gd name="connsiteY3" fmla="*/ 431864 h 553995"/>
                <a:gd name="connsiteX4" fmla="*/ 2076450 w 2076450"/>
                <a:gd name="connsiteY4" fmla="*/ 552514 h 553995"/>
                <a:gd name="connsiteX0" fmla="*/ 0 w 2076450"/>
                <a:gd name="connsiteY0" fmla="*/ 552453 h 553934"/>
                <a:gd name="connsiteX1" fmla="*/ 635000 w 2076450"/>
                <a:gd name="connsiteY1" fmla="*/ 463553 h 553934"/>
                <a:gd name="connsiteX2" fmla="*/ 1104900 w 2076450"/>
                <a:gd name="connsiteY2" fmla="*/ 3 h 553934"/>
                <a:gd name="connsiteX3" fmla="*/ 1479550 w 2076450"/>
                <a:gd name="connsiteY3" fmla="*/ 431803 h 553934"/>
                <a:gd name="connsiteX4" fmla="*/ 2076450 w 2076450"/>
                <a:gd name="connsiteY4" fmla="*/ 552453 h 553934"/>
                <a:gd name="connsiteX0" fmla="*/ 0 w 2076450"/>
                <a:gd name="connsiteY0" fmla="*/ 552453 h 556896"/>
                <a:gd name="connsiteX1" fmla="*/ 635000 w 2076450"/>
                <a:gd name="connsiteY1" fmla="*/ 463553 h 556896"/>
                <a:gd name="connsiteX2" fmla="*/ 1104900 w 2076450"/>
                <a:gd name="connsiteY2" fmla="*/ 3 h 556896"/>
                <a:gd name="connsiteX3" fmla="*/ 1498600 w 2076450"/>
                <a:gd name="connsiteY3" fmla="*/ 457203 h 556896"/>
                <a:gd name="connsiteX4" fmla="*/ 2076450 w 2076450"/>
                <a:gd name="connsiteY4" fmla="*/ 552453 h 556896"/>
                <a:gd name="connsiteX0" fmla="*/ 0 w 2076450"/>
                <a:gd name="connsiteY0" fmla="*/ 552453 h 554014"/>
                <a:gd name="connsiteX1" fmla="*/ 635000 w 2076450"/>
                <a:gd name="connsiteY1" fmla="*/ 463553 h 554014"/>
                <a:gd name="connsiteX2" fmla="*/ 1098550 w 2076450"/>
                <a:gd name="connsiteY2" fmla="*/ 3 h 554014"/>
                <a:gd name="connsiteX3" fmla="*/ 1498600 w 2076450"/>
                <a:gd name="connsiteY3" fmla="*/ 457203 h 554014"/>
                <a:gd name="connsiteX4" fmla="*/ 2076450 w 2076450"/>
                <a:gd name="connsiteY4" fmla="*/ 552453 h 554014"/>
                <a:gd name="connsiteX0" fmla="*/ 0 w 2076450"/>
                <a:gd name="connsiteY0" fmla="*/ 552459 h 553693"/>
                <a:gd name="connsiteX1" fmla="*/ 635000 w 2076450"/>
                <a:gd name="connsiteY1" fmla="*/ 463559 h 553693"/>
                <a:gd name="connsiteX2" fmla="*/ 1098550 w 2076450"/>
                <a:gd name="connsiteY2" fmla="*/ 9 h 553693"/>
                <a:gd name="connsiteX3" fmla="*/ 1485900 w 2076450"/>
                <a:gd name="connsiteY3" fmla="*/ 450859 h 553693"/>
                <a:gd name="connsiteX4" fmla="*/ 2076450 w 2076450"/>
                <a:gd name="connsiteY4" fmla="*/ 552459 h 553693"/>
                <a:gd name="connsiteX0" fmla="*/ 0 w 2076450"/>
                <a:gd name="connsiteY0" fmla="*/ 552459 h 556763"/>
                <a:gd name="connsiteX1" fmla="*/ 635000 w 2076450"/>
                <a:gd name="connsiteY1" fmla="*/ 463559 h 556763"/>
                <a:gd name="connsiteX2" fmla="*/ 1098550 w 2076450"/>
                <a:gd name="connsiteY2" fmla="*/ 9 h 556763"/>
                <a:gd name="connsiteX3" fmla="*/ 1485900 w 2076450"/>
                <a:gd name="connsiteY3" fmla="*/ 450859 h 556763"/>
                <a:gd name="connsiteX4" fmla="*/ 2076450 w 2076450"/>
                <a:gd name="connsiteY4" fmla="*/ 555634 h 556763"/>
                <a:gd name="connsiteX0" fmla="*/ 0 w 2076450"/>
                <a:gd name="connsiteY0" fmla="*/ 552459 h 556011"/>
                <a:gd name="connsiteX1" fmla="*/ 635000 w 2076450"/>
                <a:gd name="connsiteY1" fmla="*/ 463559 h 556011"/>
                <a:gd name="connsiteX2" fmla="*/ 1098550 w 2076450"/>
                <a:gd name="connsiteY2" fmla="*/ 9 h 556011"/>
                <a:gd name="connsiteX3" fmla="*/ 1485900 w 2076450"/>
                <a:gd name="connsiteY3" fmla="*/ 450859 h 556011"/>
                <a:gd name="connsiteX4" fmla="*/ 2076450 w 2076450"/>
                <a:gd name="connsiteY4" fmla="*/ 555634 h 556011"/>
                <a:gd name="connsiteX0" fmla="*/ 0 w 1952625"/>
                <a:gd name="connsiteY0" fmla="*/ 555634 h 556011"/>
                <a:gd name="connsiteX1" fmla="*/ 511175 w 1952625"/>
                <a:gd name="connsiteY1" fmla="*/ 463559 h 556011"/>
                <a:gd name="connsiteX2" fmla="*/ 974725 w 1952625"/>
                <a:gd name="connsiteY2" fmla="*/ 9 h 556011"/>
                <a:gd name="connsiteX3" fmla="*/ 1362075 w 1952625"/>
                <a:gd name="connsiteY3" fmla="*/ 450859 h 556011"/>
                <a:gd name="connsiteX4" fmla="*/ 1952625 w 1952625"/>
                <a:gd name="connsiteY4" fmla="*/ 555634 h 556011"/>
                <a:gd name="connsiteX0" fmla="*/ 0 w 1952625"/>
                <a:gd name="connsiteY0" fmla="*/ 555634 h 556011"/>
                <a:gd name="connsiteX1" fmla="*/ 511175 w 1952625"/>
                <a:gd name="connsiteY1" fmla="*/ 463559 h 556011"/>
                <a:gd name="connsiteX2" fmla="*/ 974725 w 1952625"/>
                <a:gd name="connsiteY2" fmla="*/ 9 h 556011"/>
                <a:gd name="connsiteX3" fmla="*/ 1362075 w 1952625"/>
                <a:gd name="connsiteY3" fmla="*/ 450859 h 556011"/>
                <a:gd name="connsiteX4" fmla="*/ 1952625 w 1952625"/>
                <a:gd name="connsiteY4" fmla="*/ 555634 h 556011"/>
                <a:gd name="connsiteX0" fmla="*/ 0 w 1952625"/>
                <a:gd name="connsiteY0" fmla="*/ 555626 h 556003"/>
                <a:gd name="connsiteX1" fmla="*/ 492125 w 1952625"/>
                <a:gd name="connsiteY1" fmla="*/ 454026 h 556003"/>
                <a:gd name="connsiteX2" fmla="*/ 974725 w 1952625"/>
                <a:gd name="connsiteY2" fmla="*/ 1 h 556003"/>
                <a:gd name="connsiteX3" fmla="*/ 1362075 w 1952625"/>
                <a:gd name="connsiteY3" fmla="*/ 450851 h 556003"/>
                <a:gd name="connsiteX4" fmla="*/ 1952625 w 1952625"/>
                <a:gd name="connsiteY4" fmla="*/ 555626 h 556003"/>
                <a:gd name="connsiteX0" fmla="*/ 0 w 1952625"/>
                <a:gd name="connsiteY0" fmla="*/ 555627 h 555957"/>
                <a:gd name="connsiteX1" fmla="*/ 492125 w 1952625"/>
                <a:gd name="connsiteY1" fmla="*/ 454027 h 555957"/>
                <a:gd name="connsiteX2" fmla="*/ 974725 w 1952625"/>
                <a:gd name="connsiteY2" fmla="*/ 2 h 555957"/>
                <a:gd name="connsiteX3" fmla="*/ 1454150 w 1952625"/>
                <a:gd name="connsiteY3" fmla="*/ 447677 h 555957"/>
                <a:gd name="connsiteX4" fmla="*/ 1952625 w 1952625"/>
                <a:gd name="connsiteY4" fmla="*/ 555627 h 555957"/>
                <a:gd name="connsiteX0" fmla="*/ 0 w 1952625"/>
                <a:gd name="connsiteY0" fmla="*/ 555627 h 556133"/>
                <a:gd name="connsiteX1" fmla="*/ 492125 w 1952625"/>
                <a:gd name="connsiteY1" fmla="*/ 454027 h 556133"/>
                <a:gd name="connsiteX2" fmla="*/ 974725 w 1952625"/>
                <a:gd name="connsiteY2" fmla="*/ 2 h 556133"/>
                <a:gd name="connsiteX3" fmla="*/ 1454150 w 1952625"/>
                <a:gd name="connsiteY3" fmla="*/ 447677 h 556133"/>
                <a:gd name="connsiteX4" fmla="*/ 1952625 w 1952625"/>
                <a:gd name="connsiteY4" fmla="*/ 555627 h 556133"/>
                <a:gd name="connsiteX0" fmla="*/ 0 w 1952625"/>
                <a:gd name="connsiteY0" fmla="*/ 555627 h 556194"/>
                <a:gd name="connsiteX1" fmla="*/ 492125 w 1952625"/>
                <a:gd name="connsiteY1" fmla="*/ 454027 h 556194"/>
                <a:gd name="connsiteX2" fmla="*/ 974725 w 1952625"/>
                <a:gd name="connsiteY2" fmla="*/ 2 h 556194"/>
                <a:gd name="connsiteX3" fmla="*/ 1454150 w 1952625"/>
                <a:gd name="connsiteY3" fmla="*/ 447677 h 556194"/>
                <a:gd name="connsiteX4" fmla="*/ 1952625 w 1952625"/>
                <a:gd name="connsiteY4" fmla="*/ 555627 h 5561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52625" h="556194">
                  <a:moveTo>
                    <a:pt x="0" y="555627"/>
                  </a:moveTo>
                  <a:cubicBezTo>
                    <a:pt x="238125" y="557214"/>
                    <a:pt x="259821" y="562506"/>
                    <a:pt x="492125" y="454027"/>
                  </a:cubicBezTo>
                  <a:cubicBezTo>
                    <a:pt x="724429" y="345548"/>
                    <a:pt x="814388" y="1060"/>
                    <a:pt x="974725" y="2"/>
                  </a:cubicBezTo>
                  <a:cubicBezTo>
                    <a:pt x="1135062" y="-1056"/>
                    <a:pt x="1218142" y="345548"/>
                    <a:pt x="1454150" y="447677"/>
                  </a:cubicBezTo>
                  <a:cubicBezTo>
                    <a:pt x="1690158" y="549806"/>
                    <a:pt x="1711325" y="558802"/>
                    <a:pt x="1952625" y="555627"/>
                  </a:cubicBezTo>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31" name="组合 30">
            <a:extLst>
              <a:ext uri="{FF2B5EF4-FFF2-40B4-BE49-F238E27FC236}">
                <a16:creationId xmlns:a16="http://schemas.microsoft.com/office/drawing/2014/main" id="{E1054451-3780-17E9-6BD0-C6BCF0182B88}"/>
              </a:ext>
            </a:extLst>
          </p:cNvPr>
          <p:cNvGrpSpPr/>
          <p:nvPr/>
        </p:nvGrpSpPr>
        <p:grpSpPr>
          <a:xfrm>
            <a:off x="2869411" y="3080240"/>
            <a:ext cx="1187450" cy="1187450"/>
            <a:chOff x="3377511" y="1181590"/>
            <a:chExt cx="1187450" cy="1187450"/>
          </a:xfrm>
        </p:grpSpPr>
        <p:sp>
          <p:nvSpPr>
            <p:cNvPr id="32" name="椭圆 31">
              <a:extLst>
                <a:ext uri="{FF2B5EF4-FFF2-40B4-BE49-F238E27FC236}">
                  <a16:creationId xmlns:a16="http://schemas.microsoft.com/office/drawing/2014/main" id="{75745908-12B1-AD0D-F30E-2CB9B4D8A858}"/>
                </a:ext>
              </a:extLst>
            </p:cNvPr>
            <p:cNvSpPr/>
            <p:nvPr/>
          </p:nvSpPr>
          <p:spPr>
            <a:xfrm>
              <a:off x="3377511" y="1181590"/>
              <a:ext cx="1187450" cy="1187450"/>
            </a:xfrm>
            <a:prstGeom prst="ellipse">
              <a:avLst/>
            </a:prstGeom>
            <a:gradFill>
              <a:gsLst>
                <a:gs pos="69000">
                  <a:schemeClr val="bg1">
                    <a:alpha val="0"/>
                  </a:schemeClr>
                </a:gs>
                <a:gs pos="0">
                  <a:schemeClr val="bg1"/>
                </a:gs>
              </a:gsLst>
              <a:path path="circle">
                <a:fillToRect l="50000" t="50000" r="50000" b="5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3" name="椭圆 32">
              <a:extLst>
                <a:ext uri="{FF2B5EF4-FFF2-40B4-BE49-F238E27FC236}">
                  <a16:creationId xmlns:a16="http://schemas.microsoft.com/office/drawing/2014/main" id="{55A28C78-3206-AB75-B1F8-2C59E94CB11D}"/>
                </a:ext>
              </a:extLst>
            </p:cNvPr>
            <p:cNvSpPr/>
            <p:nvPr/>
          </p:nvSpPr>
          <p:spPr>
            <a:xfrm>
              <a:off x="3730808" y="2180335"/>
              <a:ext cx="391954" cy="182906"/>
            </a:xfrm>
            <a:prstGeom prst="ellipse">
              <a:avLst/>
            </a:prstGeom>
            <a:gradFill>
              <a:gsLst>
                <a:gs pos="70000">
                  <a:schemeClr val="tx1">
                    <a:alpha val="0"/>
                  </a:schemeClr>
                </a:gs>
                <a:gs pos="0">
                  <a:schemeClr val="tx1">
                    <a:alpha val="8438"/>
                  </a:schemeClr>
                </a:gs>
              </a:gsLst>
              <a:path path="circle">
                <a:fillToRect l="50000" t="50000" r="50000" b="5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34" name="Picture 8" descr="EVE | Disney Wiki | Fandom">
              <a:extLst>
                <a:ext uri="{FF2B5EF4-FFF2-40B4-BE49-F238E27FC236}">
                  <a16:creationId xmlns:a16="http://schemas.microsoft.com/office/drawing/2014/main" id="{6CCB1C1B-1B0D-7754-2DEC-61F13DD50D9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463495" y="1284500"/>
              <a:ext cx="926581" cy="926581"/>
            </a:xfrm>
            <a:prstGeom prst="rect">
              <a:avLst/>
            </a:prstGeom>
            <a:noFill/>
            <a:extLst>
              <a:ext uri="{909E8E84-426E-40DD-AFC4-6F175D3DCCD1}">
                <a14:hiddenFill xmlns:a14="http://schemas.microsoft.com/office/drawing/2010/main">
                  <a:solidFill>
                    <a:srgbClr val="FFFFFF"/>
                  </a:solidFill>
                </a14:hiddenFill>
              </a:ext>
            </a:extLst>
          </p:spPr>
        </p:pic>
      </p:grpSp>
      <mc:AlternateContent xmlns:mc="http://schemas.openxmlformats.org/markup-compatibility/2006" xmlns:a14="http://schemas.microsoft.com/office/drawing/2010/main">
        <mc:Choice Requires="a14">
          <p:sp>
            <p:nvSpPr>
              <p:cNvPr id="13" name="文本框 12">
                <a:extLst>
                  <a:ext uri="{FF2B5EF4-FFF2-40B4-BE49-F238E27FC236}">
                    <a16:creationId xmlns:a16="http://schemas.microsoft.com/office/drawing/2014/main" id="{FC35B46F-214F-24E5-2E2C-CB0B0EB1D9D9}"/>
                  </a:ext>
                </a:extLst>
              </p:cNvPr>
              <p:cNvSpPr txBox="1"/>
              <p:nvPr/>
            </p:nvSpPr>
            <p:spPr>
              <a:xfrm>
                <a:off x="3977968" y="2611631"/>
                <a:ext cx="1734642" cy="830997"/>
              </a:xfrm>
              <a:prstGeom prst="rect">
                <a:avLst/>
              </a:prstGeom>
              <a:noFill/>
            </p:spPr>
            <p:txBody>
              <a:bodyPr wrap="none" rtlCol="0">
                <a:spAutoFit/>
              </a:bodyPr>
              <a:lstStyle/>
              <a:p>
                <a:pPr algn="r"/>
                <a14:m>
                  <m:oMath xmlns:m="http://schemas.openxmlformats.org/officeDocument/2006/math">
                    <m:r>
                      <a:rPr lang="en-GB" altLang="zh-CN" sz="1600" i="1" smtClean="0">
                        <a:solidFill>
                          <a:schemeClr val="tx1"/>
                        </a:solidFill>
                        <a:latin typeface="Cambria Math" panose="02040503050406030204" pitchFamily="18" charset="0"/>
                      </a:rPr>
                      <m:t>𝑃</m:t>
                    </m:r>
                    <m:d>
                      <m:dPr>
                        <m:ctrlPr>
                          <a:rPr lang="en-GB" altLang="zh-CN" sz="1600" i="1">
                            <a:solidFill>
                              <a:schemeClr val="tx1"/>
                            </a:solidFill>
                            <a:latin typeface="Cambria Math" panose="02040503050406030204" pitchFamily="18" charset="0"/>
                          </a:rPr>
                        </m:ctrlPr>
                      </m:dPr>
                      <m:e>
                        <m:sSub>
                          <m:sSubPr>
                            <m:ctrlPr>
                              <a:rPr lang="en-GB" altLang="zh-CN" sz="1600" i="1">
                                <a:solidFill>
                                  <a:schemeClr val="tx1"/>
                                </a:solidFill>
                                <a:latin typeface="Cambria Math" panose="02040503050406030204" pitchFamily="18" charset="0"/>
                              </a:rPr>
                            </m:ctrlPr>
                          </m:sSubPr>
                          <m:e>
                            <m:r>
                              <a:rPr lang="en-GB" altLang="zh-CN" sz="1600" i="1">
                                <a:solidFill>
                                  <a:schemeClr val="tx1"/>
                                </a:solidFill>
                                <a:latin typeface="Cambria Math" panose="02040503050406030204" pitchFamily="18" charset="0"/>
                              </a:rPr>
                              <m:t>𝑙𝑜𝑐</m:t>
                            </m:r>
                          </m:e>
                          <m:sub>
                            <m:r>
                              <a:rPr lang="en-GB" altLang="zh-CN" sz="1600" i="1">
                                <a:solidFill>
                                  <a:schemeClr val="tx1"/>
                                </a:solidFill>
                                <a:latin typeface="Cambria Math" panose="02040503050406030204" pitchFamily="18" charset="0"/>
                              </a:rPr>
                              <m:t>0</m:t>
                            </m:r>
                          </m:sub>
                        </m:sSub>
                        <m:r>
                          <a:rPr lang="en-GB" altLang="zh-CN" sz="1600" i="1">
                            <a:solidFill>
                              <a:schemeClr val="tx1"/>
                            </a:solidFill>
                            <a:latin typeface="Cambria Math" panose="02040503050406030204" pitchFamily="18" charset="0"/>
                          </a:rPr>
                          <m:t>|</m:t>
                        </m:r>
                        <m:sSub>
                          <m:sSubPr>
                            <m:ctrlPr>
                              <a:rPr lang="en-GB" altLang="zh-CN" sz="1600" i="1">
                                <a:solidFill>
                                  <a:schemeClr val="tx1"/>
                                </a:solidFill>
                                <a:latin typeface="Cambria Math" panose="02040503050406030204" pitchFamily="18" charset="0"/>
                              </a:rPr>
                            </m:ctrlPr>
                          </m:sSubPr>
                          <m:e>
                            <m:r>
                              <a:rPr lang="en-GB" altLang="zh-CN" sz="1600" i="1">
                                <a:solidFill>
                                  <a:schemeClr val="tx1"/>
                                </a:solidFill>
                                <a:latin typeface="Cambria Math" panose="02040503050406030204" pitchFamily="18" charset="0"/>
                              </a:rPr>
                              <m:t>𝑙𝑜𝑐</m:t>
                            </m:r>
                          </m:e>
                          <m:sub>
                            <m:r>
                              <a:rPr lang="en-GB" altLang="zh-CN" sz="1600" i="1">
                                <a:solidFill>
                                  <a:schemeClr val="tx1"/>
                                </a:solidFill>
                                <a:latin typeface="Cambria Math" panose="02040503050406030204" pitchFamily="18" charset="0"/>
                              </a:rPr>
                              <m:t>1</m:t>
                            </m:r>
                          </m:sub>
                        </m:sSub>
                      </m:e>
                    </m:d>
                  </m:oMath>
                </a14:m>
                <a:r>
                  <a:rPr lang="en-GB" altLang="zh-CN" sz="1600" dirty="0">
                    <a:solidFill>
                      <a:schemeClr val="tx1"/>
                    </a:solidFill>
                  </a:rPr>
                  <a:t>:</a:t>
                </a:r>
              </a:p>
              <a:p>
                <a:pPr algn="r"/>
                <a14:m>
                  <m:oMath xmlns:m="http://schemas.openxmlformats.org/officeDocument/2006/math">
                    <m:r>
                      <a:rPr lang="en-GB" altLang="zh-CN" sz="1600" i="1" smtClean="0">
                        <a:solidFill>
                          <a:schemeClr val="tx1"/>
                        </a:solidFill>
                        <a:latin typeface="Cambria Math" panose="02040503050406030204" pitchFamily="18" charset="0"/>
                      </a:rPr>
                      <m:t>𝑃</m:t>
                    </m:r>
                    <m:d>
                      <m:dPr>
                        <m:ctrlPr>
                          <a:rPr lang="en-GB" altLang="zh-CN" sz="1600" i="1">
                            <a:solidFill>
                              <a:schemeClr val="tx1"/>
                            </a:solidFill>
                            <a:latin typeface="Cambria Math" panose="02040503050406030204" pitchFamily="18" charset="0"/>
                          </a:rPr>
                        </m:ctrlPr>
                      </m:dPr>
                      <m:e>
                        <m:r>
                          <a:rPr lang="en-GB" altLang="zh-CN" sz="1600" i="1">
                            <a:solidFill>
                              <a:schemeClr val="tx1"/>
                            </a:solidFill>
                            <a:latin typeface="Cambria Math" panose="02040503050406030204" pitchFamily="18" charset="0"/>
                            <a:ea typeface="Cambria Math" panose="02040503050406030204" pitchFamily="18" charset="0"/>
                          </a:rPr>
                          <m:t>𝑜𝑑𝑜</m:t>
                        </m:r>
                        <m:r>
                          <a:rPr lang="en-GB" altLang="zh-CN" sz="1600" i="1">
                            <a:solidFill>
                              <a:schemeClr val="tx1"/>
                            </a:solidFill>
                            <a:latin typeface="Cambria Math" panose="02040503050406030204" pitchFamily="18" charset="0"/>
                          </a:rPr>
                          <m:t>|</m:t>
                        </m:r>
                        <m:sSub>
                          <m:sSubPr>
                            <m:ctrlPr>
                              <a:rPr lang="en-GB" altLang="zh-CN" sz="1600" i="1">
                                <a:solidFill>
                                  <a:schemeClr val="tx1"/>
                                </a:solidFill>
                                <a:latin typeface="Cambria Math" panose="02040503050406030204" pitchFamily="18" charset="0"/>
                              </a:rPr>
                            </m:ctrlPr>
                          </m:sSubPr>
                          <m:e>
                            <m:r>
                              <a:rPr lang="en-GB" altLang="zh-CN" sz="1600" i="1">
                                <a:solidFill>
                                  <a:schemeClr val="tx1"/>
                                </a:solidFill>
                                <a:latin typeface="Cambria Math" panose="02040503050406030204" pitchFamily="18" charset="0"/>
                              </a:rPr>
                              <m:t>𝑙𝑜𝑐</m:t>
                            </m:r>
                          </m:e>
                          <m:sub>
                            <m:r>
                              <a:rPr lang="en-GB" altLang="zh-CN" sz="1600" i="1">
                                <a:solidFill>
                                  <a:schemeClr val="tx1"/>
                                </a:solidFill>
                                <a:latin typeface="Cambria Math" panose="02040503050406030204" pitchFamily="18" charset="0"/>
                              </a:rPr>
                              <m:t>0</m:t>
                            </m:r>
                          </m:sub>
                        </m:sSub>
                        <m:r>
                          <a:rPr lang="en-GB" altLang="zh-CN" sz="1600" i="1">
                            <a:solidFill>
                              <a:schemeClr val="tx1"/>
                            </a:solidFill>
                            <a:latin typeface="Cambria Math" panose="02040503050406030204" pitchFamily="18" charset="0"/>
                          </a:rPr>
                          <m:t>,</m:t>
                        </m:r>
                        <m:sSub>
                          <m:sSubPr>
                            <m:ctrlPr>
                              <a:rPr lang="en-GB" altLang="zh-CN" sz="1600" i="1">
                                <a:solidFill>
                                  <a:schemeClr val="tx1"/>
                                </a:solidFill>
                                <a:latin typeface="Cambria Math" panose="02040503050406030204" pitchFamily="18" charset="0"/>
                              </a:rPr>
                            </m:ctrlPr>
                          </m:sSubPr>
                          <m:e>
                            <m:r>
                              <a:rPr lang="en-GB" altLang="zh-CN" sz="1600" i="1">
                                <a:solidFill>
                                  <a:schemeClr val="tx1"/>
                                </a:solidFill>
                                <a:latin typeface="Cambria Math" panose="02040503050406030204" pitchFamily="18" charset="0"/>
                              </a:rPr>
                              <m:t>𝑙𝑜𝑐</m:t>
                            </m:r>
                          </m:e>
                          <m:sub>
                            <m:r>
                              <a:rPr lang="en-GB" altLang="zh-CN" sz="1600" i="1">
                                <a:solidFill>
                                  <a:schemeClr val="tx1"/>
                                </a:solidFill>
                                <a:latin typeface="Cambria Math" panose="02040503050406030204" pitchFamily="18" charset="0"/>
                              </a:rPr>
                              <m:t>1</m:t>
                            </m:r>
                          </m:sub>
                        </m:sSub>
                      </m:e>
                    </m:d>
                  </m:oMath>
                </a14:m>
                <a:r>
                  <a:rPr lang="en-GB" sz="1600" dirty="0">
                    <a:solidFill>
                      <a:schemeClr val="tx1"/>
                    </a:solidFill>
                  </a:rPr>
                  <a:t>:</a:t>
                </a:r>
              </a:p>
              <a:p>
                <a:pPr algn="r"/>
                <a14:m>
                  <m:oMath xmlns:m="http://schemas.openxmlformats.org/officeDocument/2006/math">
                    <m:r>
                      <a:rPr lang="en-GB" altLang="zh-CN" sz="1600" i="1">
                        <a:solidFill>
                          <a:schemeClr val="tx1"/>
                        </a:solidFill>
                        <a:latin typeface="Cambria Math" panose="02040503050406030204" pitchFamily="18" charset="0"/>
                      </a:rPr>
                      <m:t>𝑃</m:t>
                    </m:r>
                    <m:d>
                      <m:dPr>
                        <m:ctrlPr>
                          <a:rPr lang="en-GB" altLang="zh-CN" sz="1600" i="1">
                            <a:solidFill>
                              <a:schemeClr val="tx1"/>
                            </a:solidFill>
                            <a:latin typeface="Cambria Math" panose="02040503050406030204" pitchFamily="18" charset="0"/>
                          </a:rPr>
                        </m:ctrlPr>
                      </m:dPr>
                      <m:e>
                        <m:sSub>
                          <m:sSubPr>
                            <m:ctrlPr>
                              <a:rPr lang="en-GB" altLang="zh-CN" sz="1600" i="1">
                                <a:solidFill>
                                  <a:schemeClr val="tx1"/>
                                </a:solidFill>
                                <a:latin typeface="Cambria Math" panose="02040503050406030204" pitchFamily="18" charset="0"/>
                              </a:rPr>
                            </m:ctrlPr>
                          </m:sSubPr>
                          <m:e>
                            <m:r>
                              <a:rPr lang="en-GB" altLang="zh-CN" sz="1600" i="1">
                                <a:solidFill>
                                  <a:schemeClr val="tx1"/>
                                </a:solidFill>
                                <a:latin typeface="Cambria Math" panose="02040503050406030204" pitchFamily="18" charset="0"/>
                              </a:rPr>
                              <m:t>𝑙𝑜𝑐</m:t>
                            </m:r>
                          </m:e>
                          <m:sub>
                            <m:r>
                              <a:rPr lang="en-GB" altLang="zh-CN" sz="1600" i="1">
                                <a:solidFill>
                                  <a:schemeClr val="tx1"/>
                                </a:solidFill>
                                <a:latin typeface="Cambria Math" panose="02040503050406030204" pitchFamily="18" charset="0"/>
                              </a:rPr>
                              <m:t>1</m:t>
                            </m:r>
                          </m:sub>
                        </m:sSub>
                        <m:r>
                          <a:rPr lang="en-GB" altLang="zh-CN" sz="1600" i="1">
                            <a:solidFill>
                              <a:schemeClr val="tx1"/>
                            </a:solidFill>
                            <a:latin typeface="Cambria Math" panose="02040503050406030204" pitchFamily="18" charset="0"/>
                          </a:rPr>
                          <m:t>|</m:t>
                        </m:r>
                        <m:r>
                          <a:rPr lang="en-GB" altLang="zh-CN" sz="1600" i="1">
                            <a:solidFill>
                              <a:schemeClr val="tx1"/>
                            </a:solidFill>
                            <a:latin typeface="Cambria Math" panose="02040503050406030204" pitchFamily="18" charset="0"/>
                            <a:ea typeface="Cambria Math" panose="02040503050406030204" pitchFamily="18" charset="0"/>
                          </a:rPr>
                          <m:t>𝑜𝑑𝑜</m:t>
                        </m:r>
                        <m:r>
                          <a:rPr lang="en-GB" altLang="zh-CN" sz="1600" i="1">
                            <a:solidFill>
                              <a:schemeClr val="tx1"/>
                            </a:solidFill>
                            <a:latin typeface="Cambria Math" panose="02040503050406030204" pitchFamily="18" charset="0"/>
                            <a:ea typeface="Cambria Math" panose="02040503050406030204" pitchFamily="18" charset="0"/>
                          </a:rPr>
                          <m:t>,</m:t>
                        </m:r>
                        <m:sSub>
                          <m:sSubPr>
                            <m:ctrlPr>
                              <a:rPr lang="en-GB" altLang="zh-CN" sz="1600" i="1">
                                <a:solidFill>
                                  <a:schemeClr val="tx1"/>
                                </a:solidFill>
                                <a:latin typeface="Cambria Math" panose="02040503050406030204" pitchFamily="18" charset="0"/>
                              </a:rPr>
                            </m:ctrlPr>
                          </m:sSubPr>
                          <m:e>
                            <m:r>
                              <a:rPr lang="en-GB" altLang="zh-CN" sz="1600" i="1">
                                <a:solidFill>
                                  <a:schemeClr val="tx1"/>
                                </a:solidFill>
                                <a:latin typeface="Cambria Math" panose="02040503050406030204" pitchFamily="18" charset="0"/>
                              </a:rPr>
                              <m:t>𝑙𝑜𝑐</m:t>
                            </m:r>
                          </m:e>
                          <m:sub>
                            <m:r>
                              <a:rPr lang="en-GB" altLang="zh-CN" sz="1600" i="1">
                                <a:solidFill>
                                  <a:schemeClr val="tx1"/>
                                </a:solidFill>
                                <a:latin typeface="Cambria Math" panose="02040503050406030204" pitchFamily="18" charset="0"/>
                              </a:rPr>
                              <m:t>0</m:t>
                            </m:r>
                          </m:sub>
                        </m:sSub>
                      </m:e>
                    </m:d>
                  </m:oMath>
                </a14:m>
                <a:r>
                  <a:rPr lang="en-GB" sz="1600" dirty="0">
                    <a:solidFill>
                      <a:schemeClr val="tx1"/>
                    </a:solidFill>
                  </a:rPr>
                  <a:t>:</a:t>
                </a:r>
              </a:p>
            </p:txBody>
          </p:sp>
        </mc:Choice>
        <mc:Fallback xmlns="">
          <p:sp>
            <p:nvSpPr>
              <p:cNvPr id="13" name="文本框 12">
                <a:extLst>
                  <a:ext uri="{FF2B5EF4-FFF2-40B4-BE49-F238E27FC236}">
                    <a16:creationId xmlns:a16="http://schemas.microsoft.com/office/drawing/2014/main" id="{FC35B46F-214F-24E5-2E2C-CB0B0EB1D9D9}"/>
                  </a:ext>
                </a:extLst>
              </p:cNvPr>
              <p:cNvSpPr txBox="1">
                <a:spLocks noRot="1" noChangeAspect="1" noMove="1" noResize="1" noEditPoints="1" noAdjustHandles="1" noChangeArrowheads="1" noChangeShapeType="1" noTextEdit="1"/>
              </p:cNvSpPr>
              <p:nvPr/>
            </p:nvSpPr>
            <p:spPr>
              <a:xfrm>
                <a:off x="3977968" y="2611631"/>
                <a:ext cx="1734642" cy="830997"/>
              </a:xfrm>
              <a:prstGeom prst="rect">
                <a:avLst/>
              </a:prstGeom>
              <a:blipFill>
                <a:blip r:embed="rId6"/>
                <a:stretch>
                  <a:fillRect t="-1493" r="-2190" b="-5970"/>
                </a:stretch>
              </a:blipFill>
            </p:spPr>
            <p:txBody>
              <a:bodyPr/>
              <a:lstStyle/>
              <a:p>
                <a:r>
                  <a:rPr lang="zh-CN" altLang="en-US">
                    <a:noFill/>
                  </a:rPr>
                  <a:t> </a:t>
                </a:r>
              </a:p>
            </p:txBody>
          </p:sp>
        </mc:Fallback>
      </mc:AlternateContent>
      <p:pic>
        <p:nvPicPr>
          <p:cNvPr id="6" name="图片 5" descr="形状&#10;&#10;描述已自动生成">
            <a:extLst>
              <a:ext uri="{FF2B5EF4-FFF2-40B4-BE49-F238E27FC236}">
                <a16:creationId xmlns:a16="http://schemas.microsoft.com/office/drawing/2014/main" id="{E8CF7E4C-2F27-C2E1-8BDA-B08AEB3EB905}"/>
              </a:ext>
            </a:extLst>
          </p:cNvPr>
          <p:cNvPicPr>
            <a:picLocks noChangeAspect="1"/>
          </p:cNvPicPr>
          <p:nvPr/>
        </p:nvPicPr>
        <p:blipFill rotWithShape="1">
          <a:blip r:embed="rId3">
            <a:clrChange>
              <a:clrFrom>
                <a:srgbClr val="FDFFFF"/>
              </a:clrFrom>
              <a:clrTo>
                <a:srgbClr val="FDFFFF">
                  <a:alpha val="0"/>
                </a:srgbClr>
              </a:clrTo>
            </a:clrChange>
            <a:alphaModFix amt="51000"/>
          </a:blip>
          <a:srcRect l="23869" t="9103" r="21834" b="13039"/>
          <a:stretch/>
        </p:blipFill>
        <p:spPr>
          <a:xfrm>
            <a:off x="5968044" y="2659204"/>
            <a:ext cx="141995" cy="203610"/>
          </a:xfrm>
          <a:prstGeom prst="rect">
            <a:avLst/>
          </a:prstGeom>
        </p:spPr>
      </p:pic>
      <p:pic>
        <p:nvPicPr>
          <p:cNvPr id="7" name="图片 6" descr="形状&#10;&#10;描述已自动生成">
            <a:extLst>
              <a:ext uri="{FF2B5EF4-FFF2-40B4-BE49-F238E27FC236}">
                <a16:creationId xmlns:a16="http://schemas.microsoft.com/office/drawing/2014/main" id="{33824F2D-F6ED-135C-6A5B-C0A68AD12C5E}"/>
              </a:ext>
            </a:extLst>
          </p:cNvPr>
          <p:cNvPicPr>
            <a:picLocks noChangeAspect="1"/>
          </p:cNvPicPr>
          <p:nvPr/>
        </p:nvPicPr>
        <p:blipFill rotWithShape="1">
          <a:blip r:embed="rId3">
            <a:clrChange>
              <a:clrFrom>
                <a:srgbClr val="FDFFFF"/>
              </a:clrFrom>
              <a:clrTo>
                <a:srgbClr val="FDFFFF">
                  <a:alpha val="0"/>
                </a:srgbClr>
              </a:clrTo>
            </a:clrChange>
            <a:alphaModFix amt="50000"/>
          </a:blip>
          <a:srcRect l="23869" t="9103" r="21834" b="13039"/>
          <a:stretch/>
        </p:blipFill>
        <p:spPr>
          <a:xfrm>
            <a:off x="6363453" y="2659204"/>
            <a:ext cx="141995" cy="203610"/>
          </a:xfrm>
          <a:prstGeom prst="rect">
            <a:avLst/>
          </a:prstGeom>
        </p:spPr>
      </p:pic>
      <p:pic>
        <p:nvPicPr>
          <p:cNvPr id="9" name="图片 8" descr="形状&#10;&#10;描述已自动生成">
            <a:extLst>
              <a:ext uri="{FF2B5EF4-FFF2-40B4-BE49-F238E27FC236}">
                <a16:creationId xmlns:a16="http://schemas.microsoft.com/office/drawing/2014/main" id="{DEA78314-5B4E-8E11-B0A5-8925730489AF}"/>
              </a:ext>
            </a:extLst>
          </p:cNvPr>
          <p:cNvPicPr>
            <a:picLocks noChangeAspect="1"/>
          </p:cNvPicPr>
          <p:nvPr/>
        </p:nvPicPr>
        <p:blipFill rotWithShape="1">
          <a:blip r:embed="rId3">
            <a:clrChange>
              <a:clrFrom>
                <a:srgbClr val="FDFFFF"/>
              </a:clrFrom>
              <a:clrTo>
                <a:srgbClr val="FDFFFF">
                  <a:alpha val="0"/>
                </a:srgbClr>
              </a:clrTo>
            </a:clrChange>
            <a:alphaModFix amt="50000"/>
          </a:blip>
          <a:srcRect l="23869" t="9103" r="21834" b="13039"/>
          <a:stretch/>
        </p:blipFill>
        <p:spPr>
          <a:xfrm>
            <a:off x="7408655" y="2659204"/>
            <a:ext cx="141995" cy="203610"/>
          </a:xfrm>
          <a:prstGeom prst="rect">
            <a:avLst/>
          </a:prstGeom>
        </p:spPr>
      </p:pic>
      <p:grpSp>
        <p:nvGrpSpPr>
          <p:cNvPr id="10" name="组合 9">
            <a:extLst>
              <a:ext uri="{FF2B5EF4-FFF2-40B4-BE49-F238E27FC236}">
                <a16:creationId xmlns:a16="http://schemas.microsoft.com/office/drawing/2014/main" id="{FD9450F8-09A9-045A-1BAB-29113987F665}"/>
              </a:ext>
            </a:extLst>
          </p:cNvPr>
          <p:cNvGrpSpPr/>
          <p:nvPr/>
        </p:nvGrpSpPr>
        <p:grpSpPr>
          <a:xfrm>
            <a:off x="5755685" y="2789111"/>
            <a:ext cx="2111601" cy="90160"/>
            <a:chOff x="772980" y="-746699"/>
            <a:chExt cx="7321490" cy="312609"/>
          </a:xfrm>
        </p:grpSpPr>
        <p:cxnSp>
          <p:nvCxnSpPr>
            <p:cNvPr id="12" name="直线连接符 11">
              <a:extLst>
                <a:ext uri="{FF2B5EF4-FFF2-40B4-BE49-F238E27FC236}">
                  <a16:creationId xmlns:a16="http://schemas.microsoft.com/office/drawing/2014/main" id="{713EDE9C-224B-67A5-A255-FACDE8B97A20}"/>
                </a:ext>
              </a:extLst>
            </p:cNvPr>
            <p:cNvCxnSpPr>
              <a:cxnSpLocks/>
            </p:cNvCxnSpPr>
            <p:nvPr/>
          </p:nvCxnSpPr>
          <p:spPr>
            <a:xfrm>
              <a:off x="772980" y="-449498"/>
              <a:ext cx="6700355" cy="0"/>
            </a:xfrm>
            <a:prstGeom prst="line">
              <a:avLst/>
            </a:prstGeom>
            <a:ln w="9525">
              <a:solidFill>
                <a:schemeClr val="accent4"/>
              </a:solidFill>
            </a:ln>
          </p:spPr>
          <p:style>
            <a:lnRef idx="1">
              <a:schemeClr val="accent1"/>
            </a:lnRef>
            <a:fillRef idx="0">
              <a:schemeClr val="accent1"/>
            </a:fillRef>
            <a:effectRef idx="0">
              <a:schemeClr val="accent1"/>
            </a:effectRef>
            <a:fontRef idx="minor">
              <a:schemeClr val="tx1"/>
            </a:fontRef>
          </p:style>
        </p:cxnSp>
        <p:sp>
          <p:nvSpPr>
            <p:cNvPr id="15" name="任意形状 14">
              <a:extLst>
                <a:ext uri="{FF2B5EF4-FFF2-40B4-BE49-F238E27FC236}">
                  <a16:creationId xmlns:a16="http://schemas.microsoft.com/office/drawing/2014/main" id="{85243DD4-0BB6-8CEA-B615-E6D7F1BFD5A4}"/>
                </a:ext>
              </a:extLst>
            </p:cNvPr>
            <p:cNvSpPr/>
            <p:nvPr/>
          </p:nvSpPr>
          <p:spPr>
            <a:xfrm>
              <a:off x="2838755" y="-746699"/>
              <a:ext cx="1624811" cy="312609"/>
            </a:xfrm>
            <a:custGeom>
              <a:avLst/>
              <a:gdLst>
                <a:gd name="connsiteX0" fmla="*/ 0 w 2076450"/>
                <a:gd name="connsiteY0" fmla="*/ 514352 h 563845"/>
                <a:gd name="connsiteX1" fmla="*/ 584200 w 2076450"/>
                <a:gd name="connsiteY1" fmla="*/ 514352 h 563845"/>
                <a:gd name="connsiteX2" fmla="*/ 1104900 w 2076450"/>
                <a:gd name="connsiteY2" fmla="*/ 2 h 563845"/>
                <a:gd name="connsiteX3" fmla="*/ 1511300 w 2076450"/>
                <a:gd name="connsiteY3" fmla="*/ 508002 h 563845"/>
                <a:gd name="connsiteX4" fmla="*/ 2076450 w 2076450"/>
                <a:gd name="connsiteY4" fmla="*/ 552452 h 563845"/>
                <a:gd name="connsiteX0" fmla="*/ 0 w 2076450"/>
                <a:gd name="connsiteY0" fmla="*/ 552452 h 584518"/>
                <a:gd name="connsiteX1" fmla="*/ 584200 w 2076450"/>
                <a:gd name="connsiteY1" fmla="*/ 514352 h 584518"/>
                <a:gd name="connsiteX2" fmla="*/ 1104900 w 2076450"/>
                <a:gd name="connsiteY2" fmla="*/ 2 h 584518"/>
                <a:gd name="connsiteX3" fmla="*/ 1511300 w 2076450"/>
                <a:gd name="connsiteY3" fmla="*/ 508002 h 584518"/>
                <a:gd name="connsiteX4" fmla="*/ 2076450 w 2076450"/>
                <a:gd name="connsiteY4" fmla="*/ 552452 h 584518"/>
                <a:gd name="connsiteX0" fmla="*/ 0 w 2076450"/>
                <a:gd name="connsiteY0" fmla="*/ 552452 h 567630"/>
                <a:gd name="connsiteX1" fmla="*/ 584200 w 2076450"/>
                <a:gd name="connsiteY1" fmla="*/ 514352 h 567630"/>
                <a:gd name="connsiteX2" fmla="*/ 1104900 w 2076450"/>
                <a:gd name="connsiteY2" fmla="*/ 2 h 567630"/>
                <a:gd name="connsiteX3" fmla="*/ 1511300 w 2076450"/>
                <a:gd name="connsiteY3" fmla="*/ 508002 h 567630"/>
                <a:gd name="connsiteX4" fmla="*/ 2076450 w 2076450"/>
                <a:gd name="connsiteY4" fmla="*/ 552452 h 567630"/>
                <a:gd name="connsiteX0" fmla="*/ 0 w 2076450"/>
                <a:gd name="connsiteY0" fmla="*/ 552557 h 560371"/>
                <a:gd name="connsiteX1" fmla="*/ 635000 w 2076450"/>
                <a:gd name="connsiteY1" fmla="*/ 463657 h 560371"/>
                <a:gd name="connsiteX2" fmla="*/ 1104900 w 2076450"/>
                <a:gd name="connsiteY2" fmla="*/ 107 h 560371"/>
                <a:gd name="connsiteX3" fmla="*/ 1511300 w 2076450"/>
                <a:gd name="connsiteY3" fmla="*/ 508107 h 560371"/>
                <a:gd name="connsiteX4" fmla="*/ 2076450 w 2076450"/>
                <a:gd name="connsiteY4" fmla="*/ 552557 h 560371"/>
                <a:gd name="connsiteX0" fmla="*/ 0 w 2076450"/>
                <a:gd name="connsiteY0" fmla="*/ 552460 h 552460"/>
                <a:gd name="connsiteX1" fmla="*/ 635000 w 2076450"/>
                <a:gd name="connsiteY1" fmla="*/ 463560 h 552460"/>
                <a:gd name="connsiteX2" fmla="*/ 1104900 w 2076450"/>
                <a:gd name="connsiteY2" fmla="*/ 10 h 552460"/>
                <a:gd name="connsiteX3" fmla="*/ 1466850 w 2076450"/>
                <a:gd name="connsiteY3" fmla="*/ 450860 h 552460"/>
                <a:gd name="connsiteX4" fmla="*/ 2076450 w 2076450"/>
                <a:gd name="connsiteY4" fmla="*/ 552460 h 552460"/>
                <a:gd name="connsiteX0" fmla="*/ 0 w 2076450"/>
                <a:gd name="connsiteY0" fmla="*/ 552460 h 553694"/>
                <a:gd name="connsiteX1" fmla="*/ 635000 w 2076450"/>
                <a:gd name="connsiteY1" fmla="*/ 463560 h 553694"/>
                <a:gd name="connsiteX2" fmla="*/ 1104900 w 2076450"/>
                <a:gd name="connsiteY2" fmla="*/ 10 h 553694"/>
                <a:gd name="connsiteX3" fmla="*/ 1466850 w 2076450"/>
                <a:gd name="connsiteY3" fmla="*/ 450860 h 553694"/>
                <a:gd name="connsiteX4" fmla="*/ 2076450 w 2076450"/>
                <a:gd name="connsiteY4" fmla="*/ 552460 h 553694"/>
                <a:gd name="connsiteX0" fmla="*/ 0 w 2076450"/>
                <a:gd name="connsiteY0" fmla="*/ 552453 h 555210"/>
                <a:gd name="connsiteX1" fmla="*/ 635000 w 2076450"/>
                <a:gd name="connsiteY1" fmla="*/ 463553 h 555210"/>
                <a:gd name="connsiteX2" fmla="*/ 1104900 w 2076450"/>
                <a:gd name="connsiteY2" fmla="*/ 3 h 555210"/>
                <a:gd name="connsiteX3" fmla="*/ 1498600 w 2076450"/>
                <a:gd name="connsiteY3" fmla="*/ 469903 h 555210"/>
                <a:gd name="connsiteX4" fmla="*/ 2076450 w 2076450"/>
                <a:gd name="connsiteY4" fmla="*/ 552453 h 555210"/>
                <a:gd name="connsiteX0" fmla="*/ 0 w 2076450"/>
                <a:gd name="connsiteY0" fmla="*/ 552510 h 553235"/>
                <a:gd name="connsiteX1" fmla="*/ 635000 w 2076450"/>
                <a:gd name="connsiteY1" fmla="*/ 463610 h 553235"/>
                <a:gd name="connsiteX2" fmla="*/ 1104900 w 2076450"/>
                <a:gd name="connsiteY2" fmla="*/ 60 h 553235"/>
                <a:gd name="connsiteX3" fmla="*/ 1479550 w 2076450"/>
                <a:gd name="connsiteY3" fmla="*/ 431860 h 553235"/>
                <a:gd name="connsiteX4" fmla="*/ 2076450 w 2076450"/>
                <a:gd name="connsiteY4" fmla="*/ 552510 h 553235"/>
                <a:gd name="connsiteX0" fmla="*/ 0 w 2076450"/>
                <a:gd name="connsiteY0" fmla="*/ 552510 h 553991"/>
                <a:gd name="connsiteX1" fmla="*/ 635000 w 2076450"/>
                <a:gd name="connsiteY1" fmla="*/ 463610 h 553991"/>
                <a:gd name="connsiteX2" fmla="*/ 1104900 w 2076450"/>
                <a:gd name="connsiteY2" fmla="*/ 60 h 553991"/>
                <a:gd name="connsiteX3" fmla="*/ 1479550 w 2076450"/>
                <a:gd name="connsiteY3" fmla="*/ 431860 h 553991"/>
                <a:gd name="connsiteX4" fmla="*/ 2076450 w 2076450"/>
                <a:gd name="connsiteY4" fmla="*/ 552510 h 553991"/>
                <a:gd name="connsiteX0" fmla="*/ 0 w 2076450"/>
                <a:gd name="connsiteY0" fmla="*/ 552514 h 553995"/>
                <a:gd name="connsiteX1" fmla="*/ 635000 w 2076450"/>
                <a:gd name="connsiteY1" fmla="*/ 463614 h 553995"/>
                <a:gd name="connsiteX2" fmla="*/ 1104900 w 2076450"/>
                <a:gd name="connsiteY2" fmla="*/ 64 h 553995"/>
                <a:gd name="connsiteX3" fmla="*/ 1479550 w 2076450"/>
                <a:gd name="connsiteY3" fmla="*/ 431864 h 553995"/>
                <a:gd name="connsiteX4" fmla="*/ 2076450 w 2076450"/>
                <a:gd name="connsiteY4" fmla="*/ 552514 h 553995"/>
                <a:gd name="connsiteX0" fmla="*/ 0 w 2076450"/>
                <a:gd name="connsiteY0" fmla="*/ 552453 h 553934"/>
                <a:gd name="connsiteX1" fmla="*/ 635000 w 2076450"/>
                <a:gd name="connsiteY1" fmla="*/ 463553 h 553934"/>
                <a:gd name="connsiteX2" fmla="*/ 1104900 w 2076450"/>
                <a:gd name="connsiteY2" fmla="*/ 3 h 553934"/>
                <a:gd name="connsiteX3" fmla="*/ 1479550 w 2076450"/>
                <a:gd name="connsiteY3" fmla="*/ 431803 h 553934"/>
                <a:gd name="connsiteX4" fmla="*/ 2076450 w 2076450"/>
                <a:gd name="connsiteY4" fmla="*/ 552453 h 553934"/>
                <a:gd name="connsiteX0" fmla="*/ 0 w 2076450"/>
                <a:gd name="connsiteY0" fmla="*/ 552453 h 556896"/>
                <a:gd name="connsiteX1" fmla="*/ 635000 w 2076450"/>
                <a:gd name="connsiteY1" fmla="*/ 463553 h 556896"/>
                <a:gd name="connsiteX2" fmla="*/ 1104900 w 2076450"/>
                <a:gd name="connsiteY2" fmla="*/ 3 h 556896"/>
                <a:gd name="connsiteX3" fmla="*/ 1498600 w 2076450"/>
                <a:gd name="connsiteY3" fmla="*/ 457203 h 556896"/>
                <a:gd name="connsiteX4" fmla="*/ 2076450 w 2076450"/>
                <a:gd name="connsiteY4" fmla="*/ 552453 h 556896"/>
                <a:gd name="connsiteX0" fmla="*/ 0 w 2076450"/>
                <a:gd name="connsiteY0" fmla="*/ 552453 h 554014"/>
                <a:gd name="connsiteX1" fmla="*/ 635000 w 2076450"/>
                <a:gd name="connsiteY1" fmla="*/ 463553 h 554014"/>
                <a:gd name="connsiteX2" fmla="*/ 1098550 w 2076450"/>
                <a:gd name="connsiteY2" fmla="*/ 3 h 554014"/>
                <a:gd name="connsiteX3" fmla="*/ 1498600 w 2076450"/>
                <a:gd name="connsiteY3" fmla="*/ 457203 h 554014"/>
                <a:gd name="connsiteX4" fmla="*/ 2076450 w 2076450"/>
                <a:gd name="connsiteY4" fmla="*/ 552453 h 554014"/>
                <a:gd name="connsiteX0" fmla="*/ 0 w 2076450"/>
                <a:gd name="connsiteY0" fmla="*/ 552459 h 553693"/>
                <a:gd name="connsiteX1" fmla="*/ 635000 w 2076450"/>
                <a:gd name="connsiteY1" fmla="*/ 463559 h 553693"/>
                <a:gd name="connsiteX2" fmla="*/ 1098550 w 2076450"/>
                <a:gd name="connsiteY2" fmla="*/ 9 h 553693"/>
                <a:gd name="connsiteX3" fmla="*/ 1485900 w 2076450"/>
                <a:gd name="connsiteY3" fmla="*/ 450859 h 553693"/>
                <a:gd name="connsiteX4" fmla="*/ 2076450 w 2076450"/>
                <a:gd name="connsiteY4" fmla="*/ 552459 h 553693"/>
                <a:gd name="connsiteX0" fmla="*/ 0 w 2076450"/>
                <a:gd name="connsiteY0" fmla="*/ 552459 h 556763"/>
                <a:gd name="connsiteX1" fmla="*/ 635000 w 2076450"/>
                <a:gd name="connsiteY1" fmla="*/ 463559 h 556763"/>
                <a:gd name="connsiteX2" fmla="*/ 1098550 w 2076450"/>
                <a:gd name="connsiteY2" fmla="*/ 9 h 556763"/>
                <a:gd name="connsiteX3" fmla="*/ 1485900 w 2076450"/>
                <a:gd name="connsiteY3" fmla="*/ 450859 h 556763"/>
                <a:gd name="connsiteX4" fmla="*/ 2076450 w 2076450"/>
                <a:gd name="connsiteY4" fmla="*/ 555634 h 556763"/>
                <a:gd name="connsiteX0" fmla="*/ 0 w 2076450"/>
                <a:gd name="connsiteY0" fmla="*/ 552459 h 556011"/>
                <a:gd name="connsiteX1" fmla="*/ 635000 w 2076450"/>
                <a:gd name="connsiteY1" fmla="*/ 463559 h 556011"/>
                <a:gd name="connsiteX2" fmla="*/ 1098550 w 2076450"/>
                <a:gd name="connsiteY2" fmla="*/ 9 h 556011"/>
                <a:gd name="connsiteX3" fmla="*/ 1485900 w 2076450"/>
                <a:gd name="connsiteY3" fmla="*/ 450859 h 556011"/>
                <a:gd name="connsiteX4" fmla="*/ 2076450 w 2076450"/>
                <a:gd name="connsiteY4" fmla="*/ 555634 h 556011"/>
                <a:gd name="connsiteX0" fmla="*/ 0 w 1952625"/>
                <a:gd name="connsiteY0" fmla="*/ 555634 h 556011"/>
                <a:gd name="connsiteX1" fmla="*/ 511175 w 1952625"/>
                <a:gd name="connsiteY1" fmla="*/ 463559 h 556011"/>
                <a:gd name="connsiteX2" fmla="*/ 974725 w 1952625"/>
                <a:gd name="connsiteY2" fmla="*/ 9 h 556011"/>
                <a:gd name="connsiteX3" fmla="*/ 1362075 w 1952625"/>
                <a:gd name="connsiteY3" fmla="*/ 450859 h 556011"/>
                <a:gd name="connsiteX4" fmla="*/ 1952625 w 1952625"/>
                <a:gd name="connsiteY4" fmla="*/ 555634 h 556011"/>
                <a:gd name="connsiteX0" fmla="*/ 0 w 1952625"/>
                <a:gd name="connsiteY0" fmla="*/ 555634 h 556011"/>
                <a:gd name="connsiteX1" fmla="*/ 511175 w 1952625"/>
                <a:gd name="connsiteY1" fmla="*/ 463559 h 556011"/>
                <a:gd name="connsiteX2" fmla="*/ 974725 w 1952625"/>
                <a:gd name="connsiteY2" fmla="*/ 9 h 556011"/>
                <a:gd name="connsiteX3" fmla="*/ 1362075 w 1952625"/>
                <a:gd name="connsiteY3" fmla="*/ 450859 h 556011"/>
                <a:gd name="connsiteX4" fmla="*/ 1952625 w 1952625"/>
                <a:gd name="connsiteY4" fmla="*/ 555634 h 556011"/>
                <a:gd name="connsiteX0" fmla="*/ 0 w 1952625"/>
                <a:gd name="connsiteY0" fmla="*/ 555626 h 556003"/>
                <a:gd name="connsiteX1" fmla="*/ 492125 w 1952625"/>
                <a:gd name="connsiteY1" fmla="*/ 454026 h 556003"/>
                <a:gd name="connsiteX2" fmla="*/ 974725 w 1952625"/>
                <a:gd name="connsiteY2" fmla="*/ 1 h 556003"/>
                <a:gd name="connsiteX3" fmla="*/ 1362075 w 1952625"/>
                <a:gd name="connsiteY3" fmla="*/ 450851 h 556003"/>
                <a:gd name="connsiteX4" fmla="*/ 1952625 w 1952625"/>
                <a:gd name="connsiteY4" fmla="*/ 555626 h 556003"/>
                <a:gd name="connsiteX0" fmla="*/ 0 w 1952625"/>
                <a:gd name="connsiteY0" fmla="*/ 555627 h 555957"/>
                <a:gd name="connsiteX1" fmla="*/ 492125 w 1952625"/>
                <a:gd name="connsiteY1" fmla="*/ 454027 h 555957"/>
                <a:gd name="connsiteX2" fmla="*/ 974725 w 1952625"/>
                <a:gd name="connsiteY2" fmla="*/ 2 h 555957"/>
                <a:gd name="connsiteX3" fmla="*/ 1454150 w 1952625"/>
                <a:gd name="connsiteY3" fmla="*/ 447677 h 555957"/>
                <a:gd name="connsiteX4" fmla="*/ 1952625 w 1952625"/>
                <a:gd name="connsiteY4" fmla="*/ 555627 h 555957"/>
                <a:gd name="connsiteX0" fmla="*/ 0 w 1952625"/>
                <a:gd name="connsiteY0" fmla="*/ 555627 h 556133"/>
                <a:gd name="connsiteX1" fmla="*/ 492125 w 1952625"/>
                <a:gd name="connsiteY1" fmla="*/ 454027 h 556133"/>
                <a:gd name="connsiteX2" fmla="*/ 974725 w 1952625"/>
                <a:gd name="connsiteY2" fmla="*/ 2 h 556133"/>
                <a:gd name="connsiteX3" fmla="*/ 1454150 w 1952625"/>
                <a:gd name="connsiteY3" fmla="*/ 447677 h 556133"/>
                <a:gd name="connsiteX4" fmla="*/ 1952625 w 1952625"/>
                <a:gd name="connsiteY4" fmla="*/ 555627 h 556133"/>
                <a:gd name="connsiteX0" fmla="*/ 0 w 1952625"/>
                <a:gd name="connsiteY0" fmla="*/ 555627 h 556194"/>
                <a:gd name="connsiteX1" fmla="*/ 492125 w 1952625"/>
                <a:gd name="connsiteY1" fmla="*/ 454027 h 556194"/>
                <a:gd name="connsiteX2" fmla="*/ 974725 w 1952625"/>
                <a:gd name="connsiteY2" fmla="*/ 2 h 556194"/>
                <a:gd name="connsiteX3" fmla="*/ 1454150 w 1952625"/>
                <a:gd name="connsiteY3" fmla="*/ 447677 h 556194"/>
                <a:gd name="connsiteX4" fmla="*/ 1952625 w 1952625"/>
                <a:gd name="connsiteY4" fmla="*/ 555627 h 5561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52625" h="556194">
                  <a:moveTo>
                    <a:pt x="0" y="555627"/>
                  </a:moveTo>
                  <a:cubicBezTo>
                    <a:pt x="238125" y="557214"/>
                    <a:pt x="259821" y="562506"/>
                    <a:pt x="492125" y="454027"/>
                  </a:cubicBezTo>
                  <a:cubicBezTo>
                    <a:pt x="724429" y="345548"/>
                    <a:pt x="814388" y="1060"/>
                    <a:pt x="974725" y="2"/>
                  </a:cubicBezTo>
                  <a:cubicBezTo>
                    <a:pt x="1135062" y="-1056"/>
                    <a:pt x="1218142" y="345548"/>
                    <a:pt x="1454150" y="447677"/>
                  </a:cubicBezTo>
                  <a:cubicBezTo>
                    <a:pt x="1690158" y="549806"/>
                    <a:pt x="1711325" y="558802"/>
                    <a:pt x="1952625" y="555627"/>
                  </a:cubicBezTo>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8" name="任意形状 17">
              <a:extLst>
                <a:ext uri="{FF2B5EF4-FFF2-40B4-BE49-F238E27FC236}">
                  <a16:creationId xmlns:a16="http://schemas.microsoft.com/office/drawing/2014/main" id="{B486755C-B5B9-1594-49F6-DF77DCD1E728}"/>
                </a:ext>
              </a:extLst>
            </p:cNvPr>
            <p:cNvSpPr/>
            <p:nvPr/>
          </p:nvSpPr>
          <p:spPr>
            <a:xfrm>
              <a:off x="1474676" y="-746699"/>
              <a:ext cx="1624808" cy="312609"/>
            </a:xfrm>
            <a:custGeom>
              <a:avLst/>
              <a:gdLst>
                <a:gd name="connsiteX0" fmla="*/ 0 w 2076450"/>
                <a:gd name="connsiteY0" fmla="*/ 514352 h 563845"/>
                <a:gd name="connsiteX1" fmla="*/ 584200 w 2076450"/>
                <a:gd name="connsiteY1" fmla="*/ 514352 h 563845"/>
                <a:gd name="connsiteX2" fmla="*/ 1104900 w 2076450"/>
                <a:gd name="connsiteY2" fmla="*/ 2 h 563845"/>
                <a:gd name="connsiteX3" fmla="*/ 1511300 w 2076450"/>
                <a:gd name="connsiteY3" fmla="*/ 508002 h 563845"/>
                <a:gd name="connsiteX4" fmla="*/ 2076450 w 2076450"/>
                <a:gd name="connsiteY4" fmla="*/ 552452 h 563845"/>
                <a:gd name="connsiteX0" fmla="*/ 0 w 2076450"/>
                <a:gd name="connsiteY0" fmla="*/ 552452 h 584518"/>
                <a:gd name="connsiteX1" fmla="*/ 584200 w 2076450"/>
                <a:gd name="connsiteY1" fmla="*/ 514352 h 584518"/>
                <a:gd name="connsiteX2" fmla="*/ 1104900 w 2076450"/>
                <a:gd name="connsiteY2" fmla="*/ 2 h 584518"/>
                <a:gd name="connsiteX3" fmla="*/ 1511300 w 2076450"/>
                <a:gd name="connsiteY3" fmla="*/ 508002 h 584518"/>
                <a:gd name="connsiteX4" fmla="*/ 2076450 w 2076450"/>
                <a:gd name="connsiteY4" fmla="*/ 552452 h 584518"/>
                <a:gd name="connsiteX0" fmla="*/ 0 w 2076450"/>
                <a:gd name="connsiteY0" fmla="*/ 552452 h 567630"/>
                <a:gd name="connsiteX1" fmla="*/ 584200 w 2076450"/>
                <a:gd name="connsiteY1" fmla="*/ 514352 h 567630"/>
                <a:gd name="connsiteX2" fmla="*/ 1104900 w 2076450"/>
                <a:gd name="connsiteY2" fmla="*/ 2 h 567630"/>
                <a:gd name="connsiteX3" fmla="*/ 1511300 w 2076450"/>
                <a:gd name="connsiteY3" fmla="*/ 508002 h 567630"/>
                <a:gd name="connsiteX4" fmla="*/ 2076450 w 2076450"/>
                <a:gd name="connsiteY4" fmla="*/ 552452 h 567630"/>
                <a:gd name="connsiteX0" fmla="*/ 0 w 2076450"/>
                <a:gd name="connsiteY0" fmla="*/ 552557 h 560371"/>
                <a:gd name="connsiteX1" fmla="*/ 635000 w 2076450"/>
                <a:gd name="connsiteY1" fmla="*/ 463657 h 560371"/>
                <a:gd name="connsiteX2" fmla="*/ 1104900 w 2076450"/>
                <a:gd name="connsiteY2" fmla="*/ 107 h 560371"/>
                <a:gd name="connsiteX3" fmla="*/ 1511300 w 2076450"/>
                <a:gd name="connsiteY3" fmla="*/ 508107 h 560371"/>
                <a:gd name="connsiteX4" fmla="*/ 2076450 w 2076450"/>
                <a:gd name="connsiteY4" fmla="*/ 552557 h 560371"/>
                <a:gd name="connsiteX0" fmla="*/ 0 w 2076450"/>
                <a:gd name="connsiteY0" fmla="*/ 552460 h 552460"/>
                <a:gd name="connsiteX1" fmla="*/ 635000 w 2076450"/>
                <a:gd name="connsiteY1" fmla="*/ 463560 h 552460"/>
                <a:gd name="connsiteX2" fmla="*/ 1104900 w 2076450"/>
                <a:gd name="connsiteY2" fmla="*/ 10 h 552460"/>
                <a:gd name="connsiteX3" fmla="*/ 1466850 w 2076450"/>
                <a:gd name="connsiteY3" fmla="*/ 450860 h 552460"/>
                <a:gd name="connsiteX4" fmla="*/ 2076450 w 2076450"/>
                <a:gd name="connsiteY4" fmla="*/ 552460 h 552460"/>
                <a:gd name="connsiteX0" fmla="*/ 0 w 2076450"/>
                <a:gd name="connsiteY0" fmla="*/ 552460 h 553694"/>
                <a:gd name="connsiteX1" fmla="*/ 635000 w 2076450"/>
                <a:gd name="connsiteY1" fmla="*/ 463560 h 553694"/>
                <a:gd name="connsiteX2" fmla="*/ 1104900 w 2076450"/>
                <a:gd name="connsiteY2" fmla="*/ 10 h 553694"/>
                <a:gd name="connsiteX3" fmla="*/ 1466850 w 2076450"/>
                <a:gd name="connsiteY3" fmla="*/ 450860 h 553694"/>
                <a:gd name="connsiteX4" fmla="*/ 2076450 w 2076450"/>
                <a:gd name="connsiteY4" fmla="*/ 552460 h 553694"/>
                <a:gd name="connsiteX0" fmla="*/ 0 w 2076450"/>
                <a:gd name="connsiteY0" fmla="*/ 552453 h 555210"/>
                <a:gd name="connsiteX1" fmla="*/ 635000 w 2076450"/>
                <a:gd name="connsiteY1" fmla="*/ 463553 h 555210"/>
                <a:gd name="connsiteX2" fmla="*/ 1104900 w 2076450"/>
                <a:gd name="connsiteY2" fmla="*/ 3 h 555210"/>
                <a:gd name="connsiteX3" fmla="*/ 1498600 w 2076450"/>
                <a:gd name="connsiteY3" fmla="*/ 469903 h 555210"/>
                <a:gd name="connsiteX4" fmla="*/ 2076450 w 2076450"/>
                <a:gd name="connsiteY4" fmla="*/ 552453 h 555210"/>
                <a:gd name="connsiteX0" fmla="*/ 0 w 2076450"/>
                <a:gd name="connsiteY0" fmla="*/ 552510 h 553235"/>
                <a:gd name="connsiteX1" fmla="*/ 635000 w 2076450"/>
                <a:gd name="connsiteY1" fmla="*/ 463610 h 553235"/>
                <a:gd name="connsiteX2" fmla="*/ 1104900 w 2076450"/>
                <a:gd name="connsiteY2" fmla="*/ 60 h 553235"/>
                <a:gd name="connsiteX3" fmla="*/ 1479550 w 2076450"/>
                <a:gd name="connsiteY3" fmla="*/ 431860 h 553235"/>
                <a:gd name="connsiteX4" fmla="*/ 2076450 w 2076450"/>
                <a:gd name="connsiteY4" fmla="*/ 552510 h 553235"/>
                <a:gd name="connsiteX0" fmla="*/ 0 w 2076450"/>
                <a:gd name="connsiteY0" fmla="*/ 552510 h 553991"/>
                <a:gd name="connsiteX1" fmla="*/ 635000 w 2076450"/>
                <a:gd name="connsiteY1" fmla="*/ 463610 h 553991"/>
                <a:gd name="connsiteX2" fmla="*/ 1104900 w 2076450"/>
                <a:gd name="connsiteY2" fmla="*/ 60 h 553991"/>
                <a:gd name="connsiteX3" fmla="*/ 1479550 w 2076450"/>
                <a:gd name="connsiteY3" fmla="*/ 431860 h 553991"/>
                <a:gd name="connsiteX4" fmla="*/ 2076450 w 2076450"/>
                <a:gd name="connsiteY4" fmla="*/ 552510 h 553991"/>
                <a:gd name="connsiteX0" fmla="*/ 0 w 2076450"/>
                <a:gd name="connsiteY0" fmla="*/ 552514 h 553995"/>
                <a:gd name="connsiteX1" fmla="*/ 635000 w 2076450"/>
                <a:gd name="connsiteY1" fmla="*/ 463614 h 553995"/>
                <a:gd name="connsiteX2" fmla="*/ 1104900 w 2076450"/>
                <a:gd name="connsiteY2" fmla="*/ 64 h 553995"/>
                <a:gd name="connsiteX3" fmla="*/ 1479550 w 2076450"/>
                <a:gd name="connsiteY3" fmla="*/ 431864 h 553995"/>
                <a:gd name="connsiteX4" fmla="*/ 2076450 w 2076450"/>
                <a:gd name="connsiteY4" fmla="*/ 552514 h 553995"/>
                <a:gd name="connsiteX0" fmla="*/ 0 w 2076450"/>
                <a:gd name="connsiteY0" fmla="*/ 552453 h 553934"/>
                <a:gd name="connsiteX1" fmla="*/ 635000 w 2076450"/>
                <a:gd name="connsiteY1" fmla="*/ 463553 h 553934"/>
                <a:gd name="connsiteX2" fmla="*/ 1104900 w 2076450"/>
                <a:gd name="connsiteY2" fmla="*/ 3 h 553934"/>
                <a:gd name="connsiteX3" fmla="*/ 1479550 w 2076450"/>
                <a:gd name="connsiteY3" fmla="*/ 431803 h 553934"/>
                <a:gd name="connsiteX4" fmla="*/ 2076450 w 2076450"/>
                <a:gd name="connsiteY4" fmla="*/ 552453 h 553934"/>
                <a:gd name="connsiteX0" fmla="*/ 0 w 2076450"/>
                <a:gd name="connsiteY0" fmla="*/ 552453 h 556896"/>
                <a:gd name="connsiteX1" fmla="*/ 635000 w 2076450"/>
                <a:gd name="connsiteY1" fmla="*/ 463553 h 556896"/>
                <a:gd name="connsiteX2" fmla="*/ 1104900 w 2076450"/>
                <a:gd name="connsiteY2" fmla="*/ 3 h 556896"/>
                <a:gd name="connsiteX3" fmla="*/ 1498600 w 2076450"/>
                <a:gd name="connsiteY3" fmla="*/ 457203 h 556896"/>
                <a:gd name="connsiteX4" fmla="*/ 2076450 w 2076450"/>
                <a:gd name="connsiteY4" fmla="*/ 552453 h 556896"/>
                <a:gd name="connsiteX0" fmla="*/ 0 w 2076450"/>
                <a:gd name="connsiteY0" fmla="*/ 552453 h 554014"/>
                <a:gd name="connsiteX1" fmla="*/ 635000 w 2076450"/>
                <a:gd name="connsiteY1" fmla="*/ 463553 h 554014"/>
                <a:gd name="connsiteX2" fmla="*/ 1098550 w 2076450"/>
                <a:gd name="connsiteY2" fmla="*/ 3 h 554014"/>
                <a:gd name="connsiteX3" fmla="*/ 1498600 w 2076450"/>
                <a:gd name="connsiteY3" fmla="*/ 457203 h 554014"/>
                <a:gd name="connsiteX4" fmla="*/ 2076450 w 2076450"/>
                <a:gd name="connsiteY4" fmla="*/ 552453 h 554014"/>
                <a:gd name="connsiteX0" fmla="*/ 0 w 2076450"/>
                <a:gd name="connsiteY0" fmla="*/ 552459 h 553693"/>
                <a:gd name="connsiteX1" fmla="*/ 635000 w 2076450"/>
                <a:gd name="connsiteY1" fmla="*/ 463559 h 553693"/>
                <a:gd name="connsiteX2" fmla="*/ 1098550 w 2076450"/>
                <a:gd name="connsiteY2" fmla="*/ 9 h 553693"/>
                <a:gd name="connsiteX3" fmla="*/ 1485900 w 2076450"/>
                <a:gd name="connsiteY3" fmla="*/ 450859 h 553693"/>
                <a:gd name="connsiteX4" fmla="*/ 2076450 w 2076450"/>
                <a:gd name="connsiteY4" fmla="*/ 552459 h 553693"/>
                <a:gd name="connsiteX0" fmla="*/ 0 w 2076450"/>
                <a:gd name="connsiteY0" fmla="*/ 552459 h 556763"/>
                <a:gd name="connsiteX1" fmla="*/ 635000 w 2076450"/>
                <a:gd name="connsiteY1" fmla="*/ 463559 h 556763"/>
                <a:gd name="connsiteX2" fmla="*/ 1098550 w 2076450"/>
                <a:gd name="connsiteY2" fmla="*/ 9 h 556763"/>
                <a:gd name="connsiteX3" fmla="*/ 1485900 w 2076450"/>
                <a:gd name="connsiteY3" fmla="*/ 450859 h 556763"/>
                <a:gd name="connsiteX4" fmla="*/ 2076450 w 2076450"/>
                <a:gd name="connsiteY4" fmla="*/ 555634 h 556763"/>
                <a:gd name="connsiteX0" fmla="*/ 0 w 2076450"/>
                <a:gd name="connsiteY0" fmla="*/ 552459 h 556011"/>
                <a:gd name="connsiteX1" fmla="*/ 635000 w 2076450"/>
                <a:gd name="connsiteY1" fmla="*/ 463559 h 556011"/>
                <a:gd name="connsiteX2" fmla="*/ 1098550 w 2076450"/>
                <a:gd name="connsiteY2" fmla="*/ 9 h 556011"/>
                <a:gd name="connsiteX3" fmla="*/ 1485900 w 2076450"/>
                <a:gd name="connsiteY3" fmla="*/ 450859 h 556011"/>
                <a:gd name="connsiteX4" fmla="*/ 2076450 w 2076450"/>
                <a:gd name="connsiteY4" fmla="*/ 555634 h 556011"/>
                <a:gd name="connsiteX0" fmla="*/ 0 w 1952625"/>
                <a:gd name="connsiteY0" fmla="*/ 555634 h 556011"/>
                <a:gd name="connsiteX1" fmla="*/ 511175 w 1952625"/>
                <a:gd name="connsiteY1" fmla="*/ 463559 h 556011"/>
                <a:gd name="connsiteX2" fmla="*/ 974725 w 1952625"/>
                <a:gd name="connsiteY2" fmla="*/ 9 h 556011"/>
                <a:gd name="connsiteX3" fmla="*/ 1362075 w 1952625"/>
                <a:gd name="connsiteY3" fmla="*/ 450859 h 556011"/>
                <a:gd name="connsiteX4" fmla="*/ 1952625 w 1952625"/>
                <a:gd name="connsiteY4" fmla="*/ 555634 h 556011"/>
                <a:gd name="connsiteX0" fmla="*/ 0 w 1952625"/>
                <a:gd name="connsiteY0" fmla="*/ 555634 h 556011"/>
                <a:gd name="connsiteX1" fmla="*/ 511175 w 1952625"/>
                <a:gd name="connsiteY1" fmla="*/ 463559 h 556011"/>
                <a:gd name="connsiteX2" fmla="*/ 974725 w 1952625"/>
                <a:gd name="connsiteY2" fmla="*/ 9 h 556011"/>
                <a:gd name="connsiteX3" fmla="*/ 1362075 w 1952625"/>
                <a:gd name="connsiteY3" fmla="*/ 450859 h 556011"/>
                <a:gd name="connsiteX4" fmla="*/ 1952625 w 1952625"/>
                <a:gd name="connsiteY4" fmla="*/ 555634 h 556011"/>
                <a:gd name="connsiteX0" fmla="*/ 0 w 1952625"/>
                <a:gd name="connsiteY0" fmla="*/ 555626 h 556003"/>
                <a:gd name="connsiteX1" fmla="*/ 492125 w 1952625"/>
                <a:gd name="connsiteY1" fmla="*/ 454026 h 556003"/>
                <a:gd name="connsiteX2" fmla="*/ 974725 w 1952625"/>
                <a:gd name="connsiteY2" fmla="*/ 1 h 556003"/>
                <a:gd name="connsiteX3" fmla="*/ 1362075 w 1952625"/>
                <a:gd name="connsiteY3" fmla="*/ 450851 h 556003"/>
                <a:gd name="connsiteX4" fmla="*/ 1952625 w 1952625"/>
                <a:gd name="connsiteY4" fmla="*/ 555626 h 556003"/>
                <a:gd name="connsiteX0" fmla="*/ 0 w 1952625"/>
                <a:gd name="connsiteY0" fmla="*/ 555627 h 555957"/>
                <a:gd name="connsiteX1" fmla="*/ 492125 w 1952625"/>
                <a:gd name="connsiteY1" fmla="*/ 454027 h 555957"/>
                <a:gd name="connsiteX2" fmla="*/ 974725 w 1952625"/>
                <a:gd name="connsiteY2" fmla="*/ 2 h 555957"/>
                <a:gd name="connsiteX3" fmla="*/ 1454150 w 1952625"/>
                <a:gd name="connsiteY3" fmla="*/ 447677 h 555957"/>
                <a:gd name="connsiteX4" fmla="*/ 1952625 w 1952625"/>
                <a:gd name="connsiteY4" fmla="*/ 555627 h 555957"/>
                <a:gd name="connsiteX0" fmla="*/ 0 w 1952625"/>
                <a:gd name="connsiteY0" fmla="*/ 555627 h 556133"/>
                <a:gd name="connsiteX1" fmla="*/ 492125 w 1952625"/>
                <a:gd name="connsiteY1" fmla="*/ 454027 h 556133"/>
                <a:gd name="connsiteX2" fmla="*/ 974725 w 1952625"/>
                <a:gd name="connsiteY2" fmla="*/ 2 h 556133"/>
                <a:gd name="connsiteX3" fmla="*/ 1454150 w 1952625"/>
                <a:gd name="connsiteY3" fmla="*/ 447677 h 556133"/>
                <a:gd name="connsiteX4" fmla="*/ 1952625 w 1952625"/>
                <a:gd name="connsiteY4" fmla="*/ 555627 h 556133"/>
                <a:gd name="connsiteX0" fmla="*/ 0 w 1952625"/>
                <a:gd name="connsiteY0" fmla="*/ 555627 h 556194"/>
                <a:gd name="connsiteX1" fmla="*/ 492125 w 1952625"/>
                <a:gd name="connsiteY1" fmla="*/ 454027 h 556194"/>
                <a:gd name="connsiteX2" fmla="*/ 974725 w 1952625"/>
                <a:gd name="connsiteY2" fmla="*/ 2 h 556194"/>
                <a:gd name="connsiteX3" fmla="*/ 1454150 w 1952625"/>
                <a:gd name="connsiteY3" fmla="*/ 447677 h 556194"/>
                <a:gd name="connsiteX4" fmla="*/ 1952625 w 1952625"/>
                <a:gd name="connsiteY4" fmla="*/ 555627 h 5561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52625" h="556194">
                  <a:moveTo>
                    <a:pt x="0" y="555627"/>
                  </a:moveTo>
                  <a:cubicBezTo>
                    <a:pt x="238125" y="557214"/>
                    <a:pt x="259821" y="562506"/>
                    <a:pt x="492125" y="454027"/>
                  </a:cubicBezTo>
                  <a:cubicBezTo>
                    <a:pt x="724429" y="345548"/>
                    <a:pt x="814388" y="1060"/>
                    <a:pt x="974725" y="2"/>
                  </a:cubicBezTo>
                  <a:cubicBezTo>
                    <a:pt x="1135062" y="-1056"/>
                    <a:pt x="1218142" y="345548"/>
                    <a:pt x="1454150" y="447677"/>
                  </a:cubicBezTo>
                  <a:cubicBezTo>
                    <a:pt x="1690158" y="549806"/>
                    <a:pt x="1711325" y="558802"/>
                    <a:pt x="1952625" y="555627"/>
                  </a:cubicBezTo>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9" name="任意形状 18">
              <a:extLst>
                <a:ext uri="{FF2B5EF4-FFF2-40B4-BE49-F238E27FC236}">
                  <a16:creationId xmlns:a16="http://schemas.microsoft.com/office/drawing/2014/main" id="{6573DE24-DDEB-82A1-E4C0-4FAEBD70DA55}"/>
                </a:ext>
              </a:extLst>
            </p:cNvPr>
            <p:cNvSpPr/>
            <p:nvPr/>
          </p:nvSpPr>
          <p:spPr>
            <a:xfrm>
              <a:off x="6469662" y="-746699"/>
              <a:ext cx="1624808" cy="312609"/>
            </a:xfrm>
            <a:custGeom>
              <a:avLst/>
              <a:gdLst>
                <a:gd name="connsiteX0" fmla="*/ 0 w 2076450"/>
                <a:gd name="connsiteY0" fmla="*/ 514352 h 563845"/>
                <a:gd name="connsiteX1" fmla="*/ 584200 w 2076450"/>
                <a:gd name="connsiteY1" fmla="*/ 514352 h 563845"/>
                <a:gd name="connsiteX2" fmla="*/ 1104900 w 2076450"/>
                <a:gd name="connsiteY2" fmla="*/ 2 h 563845"/>
                <a:gd name="connsiteX3" fmla="*/ 1511300 w 2076450"/>
                <a:gd name="connsiteY3" fmla="*/ 508002 h 563845"/>
                <a:gd name="connsiteX4" fmla="*/ 2076450 w 2076450"/>
                <a:gd name="connsiteY4" fmla="*/ 552452 h 563845"/>
                <a:gd name="connsiteX0" fmla="*/ 0 w 2076450"/>
                <a:gd name="connsiteY0" fmla="*/ 552452 h 584518"/>
                <a:gd name="connsiteX1" fmla="*/ 584200 w 2076450"/>
                <a:gd name="connsiteY1" fmla="*/ 514352 h 584518"/>
                <a:gd name="connsiteX2" fmla="*/ 1104900 w 2076450"/>
                <a:gd name="connsiteY2" fmla="*/ 2 h 584518"/>
                <a:gd name="connsiteX3" fmla="*/ 1511300 w 2076450"/>
                <a:gd name="connsiteY3" fmla="*/ 508002 h 584518"/>
                <a:gd name="connsiteX4" fmla="*/ 2076450 w 2076450"/>
                <a:gd name="connsiteY4" fmla="*/ 552452 h 584518"/>
                <a:gd name="connsiteX0" fmla="*/ 0 w 2076450"/>
                <a:gd name="connsiteY0" fmla="*/ 552452 h 567630"/>
                <a:gd name="connsiteX1" fmla="*/ 584200 w 2076450"/>
                <a:gd name="connsiteY1" fmla="*/ 514352 h 567630"/>
                <a:gd name="connsiteX2" fmla="*/ 1104900 w 2076450"/>
                <a:gd name="connsiteY2" fmla="*/ 2 h 567630"/>
                <a:gd name="connsiteX3" fmla="*/ 1511300 w 2076450"/>
                <a:gd name="connsiteY3" fmla="*/ 508002 h 567630"/>
                <a:gd name="connsiteX4" fmla="*/ 2076450 w 2076450"/>
                <a:gd name="connsiteY4" fmla="*/ 552452 h 567630"/>
                <a:gd name="connsiteX0" fmla="*/ 0 w 2076450"/>
                <a:gd name="connsiteY0" fmla="*/ 552557 h 560371"/>
                <a:gd name="connsiteX1" fmla="*/ 635000 w 2076450"/>
                <a:gd name="connsiteY1" fmla="*/ 463657 h 560371"/>
                <a:gd name="connsiteX2" fmla="*/ 1104900 w 2076450"/>
                <a:gd name="connsiteY2" fmla="*/ 107 h 560371"/>
                <a:gd name="connsiteX3" fmla="*/ 1511300 w 2076450"/>
                <a:gd name="connsiteY3" fmla="*/ 508107 h 560371"/>
                <a:gd name="connsiteX4" fmla="*/ 2076450 w 2076450"/>
                <a:gd name="connsiteY4" fmla="*/ 552557 h 560371"/>
                <a:gd name="connsiteX0" fmla="*/ 0 w 2076450"/>
                <a:gd name="connsiteY0" fmla="*/ 552460 h 552460"/>
                <a:gd name="connsiteX1" fmla="*/ 635000 w 2076450"/>
                <a:gd name="connsiteY1" fmla="*/ 463560 h 552460"/>
                <a:gd name="connsiteX2" fmla="*/ 1104900 w 2076450"/>
                <a:gd name="connsiteY2" fmla="*/ 10 h 552460"/>
                <a:gd name="connsiteX3" fmla="*/ 1466850 w 2076450"/>
                <a:gd name="connsiteY3" fmla="*/ 450860 h 552460"/>
                <a:gd name="connsiteX4" fmla="*/ 2076450 w 2076450"/>
                <a:gd name="connsiteY4" fmla="*/ 552460 h 552460"/>
                <a:gd name="connsiteX0" fmla="*/ 0 w 2076450"/>
                <a:gd name="connsiteY0" fmla="*/ 552460 h 553694"/>
                <a:gd name="connsiteX1" fmla="*/ 635000 w 2076450"/>
                <a:gd name="connsiteY1" fmla="*/ 463560 h 553694"/>
                <a:gd name="connsiteX2" fmla="*/ 1104900 w 2076450"/>
                <a:gd name="connsiteY2" fmla="*/ 10 h 553694"/>
                <a:gd name="connsiteX3" fmla="*/ 1466850 w 2076450"/>
                <a:gd name="connsiteY3" fmla="*/ 450860 h 553694"/>
                <a:gd name="connsiteX4" fmla="*/ 2076450 w 2076450"/>
                <a:gd name="connsiteY4" fmla="*/ 552460 h 553694"/>
                <a:gd name="connsiteX0" fmla="*/ 0 w 2076450"/>
                <a:gd name="connsiteY0" fmla="*/ 552453 h 555210"/>
                <a:gd name="connsiteX1" fmla="*/ 635000 w 2076450"/>
                <a:gd name="connsiteY1" fmla="*/ 463553 h 555210"/>
                <a:gd name="connsiteX2" fmla="*/ 1104900 w 2076450"/>
                <a:gd name="connsiteY2" fmla="*/ 3 h 555210"/>
                <a:gd name="connsiteX3" fmla="*/ 1498600 w 2076450"/>
                <a:gd name="connsiteY3" fmla="*/ 469903 h 555210"/>
                <a:gd name="connsiteX4" fmla="*/ 2076450 w 2076450"/>
                <a:gd name="connsiteY4" fmla="*/ 552453 h 555210"/>
                <a:gd name="connsiteX0" fmla="*/ 0 w 2076450"/>
                <a:gd name="connsiteY0" fmla="*/ 552510 h 553235"/>
                <a:gd name="connsiteX1" fmla="*/ 635000 w 2076450"/>
                <a:gd name="connsiteY1" fmla="*/ 463610 h 553235"/>
                <a:gd name="connsiteX2" fmla="*/ 1104900 w 2076450"/>
                <a:gd name="connsiteY2" fmla="*/ 60 h 553235"/>
                <a:gd name="connsiteX3" fmla="*/ 1479550 w 2076450"/>
                <a:gd name="connsiteY3" fmla="*/ 431860 h 553235"/>
                <a:gd name="connsiteX4" fmla="*/ 2076450 w 2076450"/>
                <a:gd name="connsiteY4" fmla="*/ 552510 h 553235"/>
                <a:gd name="connsiteX0" fmla="*/ 0 w 2076450"/>
                <a:gd name="connsiteY0" fmla="*/ 552510 h 553991"/>
                <a:gd name="connsiteX1" fmla="*/ 635000 w 2076450"/>
                <a:gd name="connsiteY1" fmla="*/ 463610 h 553991"/>
                <a:gd name="connsiteX2" fmla="*/ 1104900 w 2076450"/>
                <a:gd name="connsiteY2" fmla="*/ 60 h 553991"/>
                <a:gd name="connsiteX3" fmla="*/ 1479550 w 2076450"/>
                <a:gd name="connsiteY3" fmla="*/ 431860 h 553991"/>
                <a:gd name="connsiteX4" fmla="*/ 2076450 w 2076450"/>
                <a:gd name="connsiteY4" fmla="*/ 552510 h 553991"/>
                <a:gd name="connsiteX0" fmla="*/ 0 w 2076450"/>
                <a:gd name="connsiteY0" fmla="*/ 552514 h 553995"/>
                <a:gd name="connsiteX1" fmla="*/ 635000 w 2076450"/>
                <a:gd name="connsiteY1" fmla="*/ 463614 h 553995"/>
                <a:gd name="connsiteX2" fmla="*/ 1104900 w 2076450"/>
                <a:gd name="connsiteY2" fmla="*/ 64 h 553995"/>
                <a:gd name="connsiteX3" fmla="*/ 1479550 w 2076450"/>
                <a:gd name="connsiteY3" fmla="*/ 431864 h 553995"/>
                <a:gd name="connsiteX4" fmla="*/ 2076450 w 2076450"/>
                <a:gd name="connsiteY4" fmla="*/ 552514 h 553995"/>
                <a:gd name="connsiteX0" fmla="*/ 0 w 2076450"/>
                <a:gd name="connsiteY0" fmla="*/ 552453 h 553934"/>
                <a:gd name="connsiteX1" fmla="*/ 635000 w 2076450"/>
                <a:gd name="connsiteY1" fmla="*/ 463553 h 553934"/>
                <a:gd name="connsiteX2" fmla="*/ 1104900 w 2076450"/>
                <a:gd name="connsiteY2" fmla="*/ 3 h 553934"/>
                <a:gd name="connsiteX3" fmla="*/ 1479550 w 2076450"/>
                <a:gd name="connsiteY3" fmla="*/ 431803 h 553934"/>
                <a:gd name="connsiteX4" fmla="*/ 2076450 w 2076450"/>
                <a:gd name="connsiteY4" fmla="*/ 552453 h 553934"/>
                <a:gd name="connsiteX0" fmla="*/ 0 w 2076450"/>
                <a:gd name="connsiteY0" fmla="*/ 552453 h 556896"/>
                <a:gd name="connsiteX1" fmla="*/ 635000 w 2076450"/>
                <a:gd name="connsiteY1" fmla="*/ 463553 h 556896"/>
                <a:gd name="connsiteX2" fmla="*/ 1104900 w 2076450"/>
                <a:gd name="connsiteY2" fmla="*/ 3 h 556896"/>
                <a:gd name="connsiteX3" fmla="*/ 1498600 w 2076450"/>
                <a:gd name="connsiteY3" fmla="*/ 457203 h 556896"/>
                <a:gd name="connsiteX4" fmla="*/ 2076450 w 2076450"/>
                <a:gd name="connsiteY4" fmla="*/ 552453 h 556896"/>
                <a:gd name="connsiteX0" fmla="*/ 0 w 2076450"/>
                <a:gd name="connsiteY0" fmla="*/ 552453 h 554014"/>
                <a:gd name="connsiteX1" fmla="*/ 635000 w 2076450"/>
                <a:gd name="connsiteY1" fmla="*/ 463553 h 554014"/>
                <a:gd name="connsiteX2" fmla="*/ 1098550 w 2076450"/>
                <a:gd name="connsiteY2" fmla="*/ 3 h 554014"/>
                <a:gd name="connsiteX3" fmla="*/ 1498600 w 2076450"/>
                <a:gd name="connsiteY3" fmla="*/ 457203 h 554014"/>
                <a:gd name="connsiteX4" fmla="*/ 2076450 w 2076450"/>
                <a:gd name="connsiteY4" fmla="*/ 552453 h 554014"/>
                <a:gd name="connsiteX0" fmla="*/ 0 w 2076450"/>
                <a:gd name="connsiteY0" fmla="*/ 552459 h 553693"/>
                <a:gd name="connsiteX1" fmla="*/ 635000 w 2076450"/>
                <a:gd name="connsiteY1" fmla="*/ 463559 h 553693"/>
                <a:gd name="connsiteX2" fmla="*/ 1098550 w 2076450"/>
                <a:gd name="connsiteY2" fmla="*/ 9 h 553693"/>
                <a:gd name="connsiteX3" fmla="*/ 1485900 w 2076450"/>
                <a:gd name="connsiteY3" fmla="*/ 450859 h 553693"/>
                <a:gd name="connsiteX4" fmla="*/ 2076450 w 2076450"/>
                <a:gd name="connsiteY4" fmla="*/ 552459 h 553693"/>
                <a:gd name="connsiteX0" fmla="*/ 0 w 2076450"/>
                <a:gd name="connsiteY0" fmla="*/ 552459 h 556763"/>
                <a:gd name="connsiteX1" fmla="*/ 635000 w 2076450"/>
                <a:gd name="connsiteY1" fmla="*/ 463559 h 556763"/>
                <a:gd name="connsiteX2" fmla="*/ 1098550 w 2076450"/>
                <a:gd name="connsiteY2" fmla="*/ 9 h 556763"/>
                <a:gd name="connsiteX3" fmla="*/ 1485900 w 2076450"/>
                <a:gd name="connsiteY3" fmla="*/ 450859 h 556763"/>
                <a:gd name="connsiteX4" fmla="*/ 2076450 w 2076450"/>
                <a:gd name="connsiteY4" fmla="*/ 555634 h 556763"/>
                <a:gd name="connsiteX0" fmla="*/ 0 w 2076450"/>
                <a:gd name="connsiteY0" fmla="*/ 552459 h 556011"/>
                <a:gd name="connsiteX1" fmla="*/ 635000 w 2076450"/>
                <a:gd name="connsiteY1" fmla="*/ 463559 h 556011"/>
                <a:gd name="connsiteX2" fmla="*/ 1098550 w 2076450"/>
                <a:gd name="connsiteY2" fmla="*/ 9 h 556011"/>
                <a:gd name="connsiteX3" fmla="*/ 1485900 w 2076450"/>
                <a:gd name="connsiteY3" fmla="*/ 450859 h 556011"/>
                <a:gd name="connsiteX4" fmla="*/ 2076450 w 2076450"/>
                <a:gd name="connsiteY4" fmla="*/ 555634 h 556011"/>
                <a:gd name="connsiteX0" fmla="*/ 0 w 1952625"/>
                <a:gd name="connsiteY0" fmla="*/ 555634 h 556011"/>
                <a:gd name="connsiteX1" fmla="*/ 511175 w 1952625"/>
                <a:gd name="connsiteY1" fmla="*/ 463559 h 556011"/>
                <a:gd name="connsiteX2" fmla="*/ 974725 w 1952625"/>
                <a:gd name="connsiteY2" fmla="*/ 9 h 556011"/>
                <a:gd name="connsiteX3" fmla="*/ 1362075 w 1952625"/>
                <a:gd name="connsiteY3" fmla="*/ 450859 h 556011"/>
                <a:gd name="connsiteX4" fmla="*/ 1952625 w 1952625"/>
                <a:gd name="connsiteY4" fmla="*/ 555634 h 556011"/>
                <a:gd name="connsiteX0" fmla="*/ 0 w 1952625"/>
                <a:gd name="connsiteY0" fmla="*/ 555634 h 556011"/>
                <a:gd name="connsiteX1" fmla="*/ 511175 w 1952625"/>
                <a:gd name="connsiteY1" fmla="*/ 463559 h 556011"/>
                <a:gd name="connsiteX2" fmla="*/ 974725 w 1952625"/>
                <a:gd name="connsiteY2" fmla="*/ 9 h 556011"/>
                <a:gd name="connsiteX3" fmla="*/ 1362075 w 1952625"/>
                <a:gd name="connsiteY3" fmla="*/ 450859 h 556011"/>
                <a:gd name="connsiteX4" fmla="*/ 1952625 w 1952625"/>
                <a:gd name="connsiteY4" fmla="*/ 555634 h 556011"/>
                <a:gd name="connsiteX0" fmla="*/ 0 w 1952625"/>
                <a:gd name="connsiteY0" fmla="*/ 555626 h 556003"/>
                <a:gd name="connsiteX1" fmla="*/ 492125 w 1952625"/>
                <a:gd name="connsiteY1" fmla="*/ 454026 h 556003"/>
                <a:gd name="connsiteX2" fmla="*/ 974725 w 1952625"/>
                <a:gd name="connsiteY2" fmla="*/ 1 h 556003"/>
                <a:gd name="connsiteX3" fmla="*/ 1362075 w 1952625"/>
                <a:gd name="connsiteY3" fmla="*/ 450851 h 556003"/>
                <a:gd name="connsiteX4" fmla="*/ 1952625 w 1952625"/>
                <a:gd name="connsiteY4" fmla="*/ 555626 h 556003"/>
                <a:gd name="connsiteX0" fmla="*/ 0 w 1952625"/>
                <a:gd name="connsiteY0" fmla="*/ 555627 h 555957"/>
                <a:gd name="connsiteX1" fmla="*/ 492125 w 1952625"/>
                <a:gd name="connsiteY1" fmla="*/ 454027 h 555957"/>
                <a:gd name="connsiteX2" fmla="*/ 974725 w 1952625"/>
                <a:gd name="connsiteY2" fmla="*/ 2 h 555957"/>
                <a:gd name="connsiteX3" fmla="*/ 1454150 w 1952625"/>
                <a:gd name="connsiteY3" fmla="*/ 447677 h 555957"/>
                <a:gd name="connsiteX4" fmla="*/ 1952625 w 1952625"/>
                <a:gd name="connsiteY4" fmla="*/ 555627 h 555957"/>
                <a:gd name="connsiteX0" fmla="*/ 0 w 1952625"/>
                <a:gd name="connsiteY0" fmla="*/ 555627 h 556133"/>
                <a:gd name="connsiteX1" fmla="*/ 492125 w 1952625"/>
                <a:gd name="connsiteY1" fmla="*/ 454027 h 556133"/>
                <a:gd name="connsiteX2" fmla="*/ 974725 w 1952625"/>
                <a:gd name="connsiteY2" fmla="*/ 2 h 556133"/>
                <a:gd name="connsiteX3" fmla="*/ 1454150 w 1952625"/>
                <a:gd name="connsiteY3" fmla="*/ 447677 h 556133"/>
                <a:gd name="connsiteX4" fmla="*/ 1952625 w 1952625"/>
                <a:gd name="connsiteY4" fmla="*/ 555627 h 556133"/>
                <a:gd name="connsiteX0" fmla="*/ 0 w 1952625"/>
                <a:gd name="connsiteY0" fmla="*/ 555627 h 556194"/>
                <a:gd name="connsiteX1" fmla="*/ 492125 w 1952625"/>
                <a:gd name="connsiteY1" fmla="*/ 454027 h 556194"/>
                <a:gd name="connsiteX2" fmla="*/ 974725 w 1952625"/>
                <a:gd name="connsiteY2" fmla="*/ 2 h 556194"/>
                <a:gd name="connsiteX3" fmla="*/ 1454150 w 1952625"/>
                <a:gd name="connsiteY3" fmla="*/ 447677 h 556194"/>
                <a:gd name="connsiteX4" fmla="*/ 1952625 w 1952625"/>
                <a:gd name="connsiteY4" fmla="*/ 555627 h 5561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52625" h="556194">
                  <a:moveTo>
                    <a:pt x="0" y="555627"/>
                  </a:moveTo>
                  <a:cubicBezTo>
                    <a:pt x="238125" y="557214"/>
                    <a:pt x="259821" y="562506"/>
                    <a:pt x="492125" y="454027"/>
                  </a:cubicBezTo>
                  <a:cubicBezTo>
                    <a:pt x="724429" y="345548"/>
                    <a:pt x="814388" y="1060"/>
                    <a:pt x="974725" y="2"/>
                  </a:cubicBezTo>
                  <a:cubicBezTo>
                    <a:pt x="1135062" y="-1056"/>
                    <a:pt x="1218142" y="345548"/>
                    <a:pt x="1454150" y="447677"/>
                  </a:cubicBezTo>
                  <a:cubicBezTo>
                    <a:pt x="1690158" y="549806"/>
                    <a:pt x="1711325" y="558802"/>
                    <a:pt x="1952625" y="555627"/>
                  </a:cubicBezTo>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21" name="组合 20">
            <a:extLst>
              <a:ext uri="{FF2B5EF4-FFF2-40B4-BE49-F238E27FC236}">
                <a16:creationId xmlns:a16="http://schemas.microsoft.com/office/drawing/2014/main" id="{454BDD9D-7FBA-7B71-6FFE-B3E199C10BF6}"/>
              </a:ext>
            </a:extLst>
          </p:cNvPr>
          <p:cNvGrpSpPr/>
          <p:nvPr/>
        </p:nvGrpSpPr>
        <p:grpSpPr>
          <a:xfrm>
            <a:off x="5755685" y="3028775"/>
            <a:ext cx="2111601" cy="90160"/>
            <a:chOff x="772980" y="-735690"/>
            <a:chExt cx="7321490" cy="312609"/>
          </a:xfrm>
        </p:grpSpPr>
        <p:cxnSp>
          <p:nvCxnSpPr>
            <p:cNvPr id="35" name="直线连接符 34">
              <a:extLst>
                <a:ext uri="{FF2B5EF4-FFF2-40B4-BE49-F238E27FC236}">
                  <a16:creationId xmlns:a16="http://schemas.microsoft.com/office/drawing/2014/main" id="{3B614D1E-6DB9-2093-B25C-2C0733DD16B8}"/>
                </a:ext>
              </a:extLst>
            </p:cNvPr>
            <p:cNvCxnSpPr>
              <a:cxnSpLocks/>
            </p:cNvCxnSpPr>
            <p:nvPr/>
          </p:nvCxnSpPr>
          <p:spPr>
            <a:xfrm>
              <a:off x="772980" y="-449498"/>
              <a:ext cx="6700355" cy="0"/>
            </a:xfrm>
            <a:prstGeom prst="line">
              <a:avLst/>
            </a:prstGeom>
            <a:ln w="9525">
              <a:solidFill>
                <a:schemeClr val="accent4"/>
              </a:solidFill>
            </a:ln>
          </p:spPr>
          <p:style>
            <a:lnRef idx="1">
              <a:schemeClr val="accent1"/>
            </a:lnRef>
            <a:fillRef idx="0">
              <a:schemeClr val="accent1"/>
            </a:fillRef>
            <a:effectRef idx="0">
              <a:schemeClr val="accent1"/>
            </a:effectRef>
            <a:fontRef idx="minor">
              <a:schemeClr val="tx1"/>
            </a:fontRef>
          </p:style>
        </p:cxnSp>
        <p:sp>
          <p:nvSpPr>
            <p:cNvPr id="36" name="任意形状 35">
              <a:extLst>
                <a:ext uri="{FF2B5EF4-FFF2-40B4-BE49-F238E27FC236}">
                  <a16:creationId xmlns:a16="http://schemas.microsoft.com/office/drawing/2014/main" id="{5DA59287-5EBB-2D58-30E7-B32C8B603705}"/>
                </a:ext>
              </a:extLst>
            </p:cNvPr>
            <p:cNvSpPr/>
            <p:nvPr/>
          </p:nvSpPr>
          <p:spPr>
            <a:xfrm>
              <a:off x="2838755" y="-735690"/>
              <a:ext cx="1624811" cy="312609"/>
            </a:xfrm>
            <a:custGeom>
              <a:avLst/>
              <a:gdLst>
                <a:gd name="connsiteX0" fmla="*/ 0 w 2076450"/>
                <a:gd name="connsiteY0" fmla="*/ 514352 h 563845"/>
                <a:gd name="connsiteX1" fmla="*/ 584200 w 2076450"/>
                <a:gd name="connsiteY1" fmla="*/ 514352 h 563845"/>
                <a:gd name="connsiteX2" fmla="*/ 1104900 w 2076450"/>
                <a:gd name="connsiteY2" fmla="*/ 2 h 563845"/>
                <a:gd name="connsiteX3" fmla="*/ 1511300 w 2076450"/>
                <a:gd name="connsiteY3" fmla="*/ 508002 h 563845"/>
                <a:gd name="connsiteX4" fmla="*/ 2076450 w 2076450"/>
                <a:gd name="connsiteY4" fmla="*/ 552452 h 563845"/>
                <a:gd name="connsiteX0" fmla="*/ 0 w 2076450"/>
                <a:gd name="connsiteY0" fmla="*/ 552452 h 584518"/>
                <a:gd name="connsiteX1" fmla="*/ 584200 w 2076450"/>
                <a:gd name="connsiteY1" fmla="*/ 514352 h 584518"/>
                <a:gd name="connsiteX2" fmla="*/ 1104900 w 2076450"/>
                <a:gd name="connsiteY2" fmla="*/ 2 h 584518"/>
                <a:gd name="connsiteX3" fmla="*/ 1511300 w 2076450"/>
                <a:gd name="connsiteY3" fmla="*/ 508002 h 584518"/>
                <a:gd name="connsiteX4" fmla="*/ 2076450 w 2076450"/>
                <a:gd name="connsiteY4" fmla="*/ 552452 h 584518"/>
                <a:gd name="connsiteX0" fmla="*/ 0 w 2076450"/>
                <a:gd name="connsiteY0" fmla="*/ 552452 h 567630"/>
                <a:gd name="connsiteX1" fmla="*/ 584200 w 2076450"/>
                <a:gd name="connsiteY1" fmla="*/ 514352 h 567630"/>
                <a:gd name="connsiteX2" fmla="*/ 1104900 w 2076450"/>
                <a:gd name="connsiteY2" fmla="*/ 2 h 567630"/>
                <a:gd name="connsiteX3" fmla="*/ 1511300 w 2076450"/>
                <a:gd name="connsiteY3" fmla="*/ 508002 h 567630"/>
                <a:gd name="connsiteX4" fmla="*/ 2076450 w 2076450"/>
                <a:gd name="connsiteY4" fmla="*/ 552452 h 567630"/>
                <a:gd name="connsiteX0" fmla="*/ 0 w 2076450"/>
                <a:gd name="connsiteY0" fmla="*/ 552557 h 560371"/>
                <a:gd name="connsiteX1" fmla="*/ 635000 w 2076450"/>
                <a:gd name="connsiteY1" fmla="*/ 463657 h 560371"/>
                <a:gd name="connsiteX2" fmla="*/ 1104900 w 2076450"/>
                <a:gd name="connsiteY2" fmla="*/ 107 h 560371"/>
                <a:gd name="connsiteX3" fmla="*/ 1511300 w 2076450"/>
                <a:gd name="connsiteY3" fmla="*/ 508107 h 560371"/>
                <a:gd name="connsiteX4" fmla="*/ 2076450 w 2076450"/>
                <a:gd name="connsiteY4" fmla="*/ 552557 h 560371"/>
                <a:gd name="connsiteX0" fmla="*/ 0 w 2076450"/>
                <a:gd name="connsiteY0" fmla="*/ 552460 h 552460"/>
                <a:gd name="connsiteX1" fmla="*/ 635000 w 2076450"/>
                <a:gd name="connsiteY1" fmla="*/ 463560 h 552460"/>
                <a:gd name="connsiteX2" fmla="*/ 1104900 w 2076450"/>
                <a:gd name="connsiteY2" fmla="*/ 10 h 552460"/>
                <a:gd name="connsiteX3" fmla="*/ 1466850 w 2076450"/>
                <a:gd name="connsiteY3" fmla="*/ 450860 h 552460"/>
                <a:gd name="connsiteX4" fmla="*/ 2076450 w 2076450"/>
                <a:gd name="connsiteY4" fmla="*/ 552460 h 552460"/>
                <a:gd name="connsiteX0" fmla="*/ 0 w 2076450"/>
                <a:gd name="connsiteY0" fmla="*/ 552460 h 553694"/>
                <a:gd name="connsiteX1" fmla="*/ 635000 w 2076450"/>
                <a:gd name="connsiteY1" fmla="*/ 463560 h 553694"/>
                <a:gd name="connsiteX2" fmla="*/ 1104900 w 2076450"/>
                <a:gd name="connsiteY2" fmla="*/ 10 h 553694"/>
                <a:gd name="connsiteX3" fmla="*/ 1466850 w 2076450"/>
                <a:gd name="connsiteY3" fmla="*/ 450860 h 553694"/>
                <a:gd name="connsiteX4" fmla="*/ 2076450 w 2076450"/>
                <a:gd name="connsiteY4" fmla="*/ 552460 h 553694"/>
                <a:gd name="connsiteX0" fmla="*/ 0 w 2076450"/>
                <a:gd name="connsiteY0" fmla="*/ 552453 h 555210"/>
                <a:gd name="connsiteX1" fmla="*/ 635000 w 2076450"/>
                <a:gd name="connsiteY1" fmla="*/ 463553 h 555210"/>
                <a:gd name="connsiteX2" fmla="*/ 1104900 w 2076450"/>
                <a:gd name="connsiteY2" fmla="*/ 3 h 555210"/>
                <a:gd name="connsiteX3" fmla="*/ 1498600 w 2076450"/>
                <a:gd name="connsiteY3" fmla="*/ 469903 h 555210"/>
                <a:gd name="connsiteX4" fmla="*/ 2076450 w 2076450"/>
                <a:gd name="connsiteY4" fmla="*/ 552453 h 555210"/>
                <a:gd name="connsiteX0" fmla="*/ 0 w 2076450"/>
                <a:gd name="connsiteY0" fmla="*/ 552510 h 553235"/>
                <a:gd name="connsiteX1" fmla="*/ 635000 w 2076450"/>
                <a:gd name="connsiteY1" fmla="*/ 463610 h 553235"/>
                <a:gd name="connsiteX2" fmla="*/ 1104900 w 2076450"/>
                <a:gd name="connsiteY2" fmla="*/ 60 h 553235"/>
                <a:gd name="connsiteX3" fmla="*/ 1479550 w 2076450"/>
                <a:gd name="connsiteY3" fmla="*/ 431860 h 553235"/>
                <a:gd name="connsiteX4" fmla="*/ 2076450 w 2076450"/>
                <a:gd name="connsiteY4" fmla="*/ 552510 h 553235"/>
                <a:gd name="connsiteX0" fmla="*/ 0 w 2076450"/>
                <a:gd name="connsiteY0" fmla="*/ 552510 h 553991"/>
                <a:gd name="connsiteX1" fmla="*/ 635000 w 2076450"/>
                <a:gd name="connsiteY1" fmla="*/ 463610 h 553991"/>
                <a:gd name="connsiteX2" fmla="*/ 1104900 w 2076450"/>
                <a:gd name="connsiteY2" fmla="*/ 60 h 553991"/>
                <a:gd name="connsiteX3" fmla="*/ 1479550 w 2076450"/>
                <a:gd name="connsiteY3" fmla="*/ 431860 h 553991"/>
                <a:gd name="connsiteX4" fmla="*/ 2076450 w 2076450"/>
                <a:gd name="connsiteY4" fmla="*/ 552510 h 553991"/>
                <a:gd name="connsiteX0" fmla="*/ 0 w 2076450"/>
                <a:gd name="connsiteY0" fmla="*/ 552514 h 553995"/>
                <a:gd name="connsiteX1" fmla="*/ 635000 w 2076450"/>
                <a:gd name="connsiteY1" fmla="*/ 463614 h 553995"/>
                <a:gd name="connsiteX2" fmla="*/ 1104900 w 2076450"/>
                <a:gd name="connsiteY2" fmla="*/ 64 h 553995"/>
                <a:gd name="connsiteX3" fmla="*/ 1479550 w 2076450"/>
                <a:gd name="connsiteY3" fmla="*/ 431864 h 553995"/>
                <a:gd name="connsiteX4" fmla="*/ 2076450 w 2076450"/>
                <a:gd name="connsiteY4" fmla="*/ 552514 h 553995"/>
                <a:gd name="connsiteX0" fmla="*/ 0 w 2076450"/>
                <a:gd name="connsiteY0" fmla="*/ 552453 h 553934"/>
                <a:gd name="connsiteX1" fmla="*/ 635000 w 2076450"/>
                <a:gd name="connsiteY1" fmla="*/ 463553 h 553934"/>
                <a:gd name="connsiteX2" fmla="*/ 1104900 w 2076450"/>
                <a:gd name="connsiteY2" fmla="*/ 3 h 553934"/>
                <a:gd name="connsiteX3" fmla="*/ 1479550 w 2076450"/>
                <a:gd name="connsiteY3" fmla="*/ 431803 h 553934"/>
                <a:gd name="connsiteX4" fmla="*/ 2076450 w 2076450"/>
                <a:gd name="connsiteY4" fmla="*/ 552453 h 553934"/>
                <a:gd name="connsiteX0" fmla="*/ 0 w 2076450"/>
                <a:gd name="connsiteY0" fmla="*/ 552453 h 556896"/>
                <a:gd name="connsiteX1" fmla="*/ 635000 w 2076450"/>
                <a:gd name="connsiteY1" fmla="*/ 463553 h 556896"/>
                <a:gd name="connsiteX2" fmla="*/ 1104900 w 2076450"/>
                <a:gd name="connsiteY2" fmla="*/ 3 h 556896"/>
                <a:gd name="connsiteX3" fmla="*/ 1498600 w 2076450"/>
                <a:gd name="connsiteY3" fmla="*/ 457203 h 556896"/>
                <a:gd name="connsiteX4" fmla="*/ 2076450 w 2076450"/>
                <a:gd name="connsiteY4" fmla="*/ 552453 h 556896"/>
                <a:gd name="connsiteX0" fmla="*/ 0 w 2076450"/>
                <a:gd name="connsiteY0" fmla="*/ 552453 h 554014"/>
                <a:gd name="connsiteX1" fmla="*/ 635000 w 2076450"/>
                <a:gd name="connsiteY1" fmla="*/ 463553 h 554014"/>
                <a:gd name="connsiteX2" fmla="*/ 1098550 w 2076450"/>
                <a:gd name="connsiteY2" fmla="*/ 3 h 554014"/>
                <a:gd name="connsiteX3" fmla="*/ 1498600 w 2076450"/>
                <a:gd name="connsiteY3" fmla="*/ 457203 h 554014"/>
                <a:gd name="connsiteX4" fmla="*/ 2076450 w 2076450"/>
                <a:gd name="connsiteY4" fmla="*/ 552453 h 554014"/>
                <a:gd name="connsiteX0" fmla="*/ 0 w 2076450"/>
                <a:gd name="connsiteY0" fmla="*/ 552459 h 553693"/>
                <a:gd name="connsiteX1" fmla="*/ 635000 w 2076450"/>
                <a:gd name="connsiteY1" fmla="*/ 463559 h 553693"/>
                <a:gd name="connsiteX2" fmla="*/ 1098550 w 2076450"/>
                <a:gd name="connsiteY2" fmla="*/ 9 h 553693"/>
                <a:gd name="connsiteX3" fmla="*/ 1485900 w 2076450"/>
                <a:gd name="connsiteY3" fmla="*/ 450859 h 553693"/>
                <a:gd name="connsiteX4" fmla="*/ 2076450 w 2076450"/>
                <a:gd name="connsiteY4" fmla="*/ 552459 h 553693"/>
                <a:gd name="connsiteX0" fmla="*/ 0 w 2076450"/>
                <a:gd name="connsiteY0" fmla="*/ 552459 h 556763"/>
                <a:gd name="connsiteX1" fmla="*/ 635000 w 2076450"/>
                <a:gd name="connsiteY1" fmla="*/ 463559 h 556763"/>
                <a:gd name="connsiteX2" fmla="*/ 1098550 w 2076450"/>
                <a:gd name="connsiteY2" fmla="*/ 9 h 556763"/>
                <a:gd name="connsiteX3" fmla="*/ 1485900 w 2076450"/>
                <a:gd name="connsiteY3" fmla="*/ 450859 h 556763"/>
                <a:gd name="connsiteX4" fmla="*/ 2076450 w 2076450"/>
                <a:gd name="connsiteY4" fmla="*/ 555634 h 556763"/>
                <a:gd name="connsiteX0" fmla="*/ 0 w 2076450"/>
                <a:gd name="connsiteY0" fmla="*/ 552459 h 556011"/>
                <a:gd name="connsiteX1" fmla="*/ 635000 w 2076450"/>
                <a:gd name="connsiteY1" fmla="*/ 463559 h 556011"/>
                <a:gd name="connsiteX2" fmla="*/ 1098550 w 2076450"/>
                <a:gd name="connsiteY2" fmla="*/ 9 h 556011"/>
                <a:gd name="connsiteX3" fmla="*/ 1485900 w 2076450"/>
                <a:gd name="connsiteY3" fmla="*/ 450859 h 556011"/>
                <a:gd name="connsiteX4" fmla="*/ 2076450 w 2076450"/>
                <a:gd name="connsiteY4" fmla="*/ 555634 h 556011"/>
                <a:gd name="connsiteX0" fmla="*/ 0 w 1952625"/>
                <a:gd name="connsiteY0" fmla="*/ 555634 h 556011"/>
                <a:gd name="connsiteX1" fmla="*/ 511175 w 1952625"/>
                <a:gd name="connsiteY1" fmla="*/ 463559 h 556011"/>
                <a:gd name="connsiteX2" fmla="*/ 974725 w 1952625"/>
                <a:gd name="connsiteY2" fmla="*/ 9 h 556011"/>
                <a:gd name="connsiteX3" fmla="*/ 1362075 w 1952625"/>
                <a:gd name="connsiteY3" fmla="*/ 450859 h 556011"/>
                <a:gd name="connsiteX4" fmla="*/ 1952625 w 1952625"/>
                <a:gd name="connsiteY4" fmla="*/ 555634 h 556011"/>
                <a:gd name="connsiteX0" fmla="*/ 0 w 1952625"/>
                <a:gd name="connsiteY0" fmla="*/ 555634 h 556011"/>
                <a:gd name="connsiteX1" fmla="*/ 511175 w 1952625"/>
                <a:gd name="connsiteY1" fmla="*/ 463559 h 556011"/>
                <a:gd name="connsiteX2" fmla="*/ 974725 w 1952625"/>
                <a:gd name="connsiteY2" fmla="*/ 9 h 556011"/>
                <a:gd name="connsiteX3" fmla="*/ 1362075 w 1952625"/>
                <a:gd name="connsiteY3" fmla="*/ 450859 h 556011"/>
                <a:gd name="connsiteX4" fmla="*/ 1952625 w 1952625"/>
                <a:gd name="connsiteY4" fmla="*/ 555634 h 556011"/>
                <a:gd name="connsiteX0" fmla="*/ 0 w 1952625"/>
                <a:gd name="connsiteY0" fmla="*/ 555626 h 556003"/>
                <a:gd name="connsiteX1" fmla="*/ 492125 w 1952625"/>
                <a:gd name="connsiteY1" fmla="*/ 454026 h 556003"/>
                <a:gd name="connsiteX2" fmla="*/ 974725 w 1952625"/>
                <a:gd name="connsiteY2" fmla="*/ 1 h 556003"/>
                <a:gd name="connsiteX3" fmla="*/ 1362075 w 1952625"/>
                <a:gd name="connsiteY3" fmla="*/ 450851 h 556003"/>
                <a:gd name="connsiteX4" fmla="*/ 1952625 w 1952625"/>
                <a:gd name="connsiteY4" fmla="*/ 555626 h 556003"/>
                <a:gd name="connsiteX0" fmla="*/ 0 w 1952625"/>
                <a:gd name="connsiteY0" fmla="*/ 555627 h 555957"/>
                <a:gd name="connsiteX1" fmla="*/ 492125 w 1952625"/>
                <a:gd name="connsiteY1" fmla="*/ 454027 h 555957"/>
                <a:gd name="connsiteX2" fmla="*/ 974725 w 1952625"/>
                <a:gd name="connsiteY2" fmla="*/ 2 h 555957"/>
                <a:gd name="connsiteX3" fmla="*/ 1454150 w 1952625"/>
                <a:gd name="connsiteY3" fmla="*/ 447677 h 555957"/>
                <a:gd name="connsiteX4" fmla="*/ 1952625 w 1952625"/>
                <a:gd name="connsiteY4" fmla="*/ 555627 h 555957"/>
                <a:gd name="connsiteX0" fmla="*/ 0 w 1952625"/>
                <a:gd name="connsiteY0" fmla="*/ 555627 h 556133"/>
                <a:gd name="connsiteX1" fmla="*/ 492125 w 1952625"/>
                <a:gd name="connsiteY1" fmla="*/ 454027 h 556133"/>
                <a:gd name="connsiteX2" fmla="*/ 974725 w 1952625"/>
                <a:gd name="connsiteY2" fmla="*/ 2 h 556133"/>
                <a:gd name="connsiteX3" fmla="*/ 1454150 w 1952625"/>
                <a:gd name="connsiteY3" fmla="*/ 447677 h 556133"/>
                <a:gd name="connsiteX4" fmla="*/ 1952625 w 1952625"/>
                <a:gd name="connsiteY4" fmla="*/ 555627 h 556133"/>
                <a:gd name="connsiteX0" fmla="*/ 0 w 1952625"/>
                <a:gd name="connsiteY0" fmla="*/ 555627 h 556194"/>
                <a:gd name="connsiteX1" fmla="*/ 492125 w 1952625"/>
                <a:gd name="connsiteY1" fmla="*/ 454027 h 556194"/>
                <a:gd name="connsiteX2" fmla="*/ 974725 w 1952625"/>
                <a:gd name="connsiteY2" fmla="*/ 2 h 556194"/>
                <a:gd name="connsiteX3" fmla="*/ 1454150 w 1952625"/>
                <a:gd name="connsiteY3" fmla="*/ 447677 h 556194"/>
                <a:gd name="connsiteX4" fmla="*/ 1952625 w 1952625"/>
                <a:gd name="connsiteY4" fmla="*/ 555627 h 5561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52625" h="556194">
                  <a:moveTo>
                    <a:pt x="0" y="555627"/>
                  </a:moveTo>
                  <a:cubicBezTo>
                    <a:pt x="238125" y="557214"/>
                    <a:pt x="259821" y="562506"/>
                    <a:pt x="492125" y="454027"/>
                  </a:cubicBezTo>
                  <a:cubicBezTo>
                    <a:pt x="724429" y="345548"/>
                    <a:pt x="814388" y="1060"/>
                    <a:pt x="974725" y="2"/>
                  </a:cubicBezTo>
                  <a:cubicBezTo>
                    <a:pt x="1135062" y="-1056"/>
                    <a:pt x="1218142" y="345548"/>
                    <a:pt x="1454150" y="447677"/>
                  </a:cubicBezTo>
                  <a:cubicBezTo>
                    <a:pt x="1690158" y="549806"/>
                    <a:pt x="1711325" y="558802"/>
                    <a:pt x="1952625" y="555627"/>
                  </a:cubicBezTo>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7" name="任意形状 36">
              <a:extLst>
                <a:ext uri="{FF2B5EF4-FFF2-40B4-BE49-F238E27FC236}">
                  <a16:creationId xmlns:a16="http://schemas.microsoft.com/office/drawing/2014/main" id="{3015D7F7-3BAE-095B-64FF-9C65AFB7E945}"/>
                </a:ext>
              </a:extLst>
            </p:cNvPr>
            <p:cNvSpPr/>
            <p:nvPr/>
          </p:nvSpPr>
          <p:spPr>
            <a:xfrm>
              <a:off x="1474676" y="-735690"/>
              <a:ext cx="1624808" cy="312609"/>
            </a:xfrm>
            <a:custGeom>
              <a:avLst/>
              <a:gdLst>
                <a:gd name="connsiteX0" fmla="*/ 0 w 2076450"/>
                <a:gd name="connsiteY0" fmla="*/ 514352 h 563845"/>
                <a:gd name="connsiteX1" fmla="*/ 584200 w 2076450"/>
                <a:gd name="connsiteY1" fmla="*/ 514352 h 563845"/>
                <a:gd name="connsiteX2" fmla="*/ 1104900 w 2076450"/>
                <a:gd name="connsiteY2" fmla="*/ 2 h 563845"/>
                <a:gd name="connsiteX3" fmla="*/ 1511300 w 2076450"/>
                <a:gd name="connsiteY3" fmla="*/ 508002 h 563845"/>
                <a:gd name="connsiteX4" fmla="*/ 2076450 w 2076450"/>
                <a:gd name="connsiteY4" fmla="*/ 552452 h 563845"/>
                <a:gd name="connsiteX0" fmla="*/ 0 w 2076450"/>
                <a:gd name="connsiteY0" fmla="*/ 552452 h 584518"/>
                <a:gd name="connsiteX1" fmla="*/ 584200 w 2076450"/>
                <a:gd name="connsiteY1" fmla="*/ 514352 h 584518"/>
                <a:gd name="connsiteX2" fmla="*/ 1104900 w 2076450"/>
                <a:gd name="connsiteY2" fmla="*/ 2 h 584518"/>
                <a:gd name="connsiteX3" fmla="*/ 1511300 w 2076450"/>
                <a:gd name="connsiteY3" fmla="*/ 508002 h 584518"/>
                <a:gd name="connsiteX4" fmla="*/ 2076450 w 2076450"/>
                <a:gd name="connsiteY4" fmla="*/ 552452 h 584518"/>
                <a:gd name="connsiteX0" fmla="*/ 0 w 2076450"/>
                <a:gd name="connsiteY0" fmla="*/ 552452 h 567630"/>
                <a:gd name="connsiteX1" fmla="*/ 584200 w 2076450"/>
                <a:gd name="connsiteY1" fmla="*/ 514352 h 567630"/>
                <a:gd name="connsiteX2" fmla="*/ 1104900 w 2076450"/>
                <a:gd name="connsiteY2" fmla="*/ 2 h 567630"/>
                <a:gd name="connsiteX3" fmla="*/ 1511300 w 2076450"/>
                <a:gd name="connsiteY3" fmla="*/ 508002 h 567630"/>
                <a:gd name="connsiteX4" fmla="*/ 2076450 w 2076450"/>
                <a:gd name="connsiteY4" fmla="*/ 552452 h 567630"/>
                <a:gd name="connsiteX0" fmla="*/ 0 w 2076450"/>
                <a:gd name="connsiteY0" fmla="*/ 552557 h 560371"/>
                <a:gd name="connsiteX1" fmla="*/ 635000 w 2076450"/>
                <a:gd name="connsiteY1" fmla="*/ 463657 h 560371"/>
                <a:gd name="connsiteX2" fmla="*/ 1104900 w 2076450"/>
                <a:gd name="connsiteY2" fmla="*/ 107 h 560371"/>
                <a:gd name="connsiteX3" fmla="*/ 1511300 w 2076450"/>
                <a:gd name="connsiteY3" fmla="*/ 508107 h 560371"/>
                <a:gd name="connsiteX4" fmla="*/ 2076450 w 2076450"/>
                <a:gd name="connsiteY4" fmla="*/ 552557 h 560371"/>
                <a:gd name="connsiteX0" fmla="*/ 0 w 2076450"/>
                <a:gd name="connsiteY0" fmla="*/ 552460 h 552460"/>
                <a:gd name="connsiteX1" fmla="*/ 635000 w 2076450"/>
                <a:gd name="connsiteY1" fmla="*/ 463560 h 552460"/>
                <a:gd name="connsiteX2" fmla="*/ 1104900 w 2076450"/>
                <a:gd name="connsiteY2" fmla="*/ 10 h 552460"/>
                <a:gd name="connsiteX3" fmla="*/ 1466850 w 2076450"/>
                <a:gd name="connsiteY3" fmla="*/ 450860 h 552460"/>
                <a:gd name="connsiteX4" fmla="*/ 2076450 w 2076450"/>
                <a:gd name="connsiteY4" fmla="*/ 552460 h 552460"/>
                <a:gd name="connsiteX0" fmla="*/ 0 w 2076450"/>
                <a:gd name="connsiteY0" fmla="*/ 552460 h 553694"/>
                <a:gd name="connsiteX1" fmla="*/ 635000 w 2076450"/>
                <a:gd name="connsiteY1" fmla="*/ 463560 h 553694"/>
                <a:gd name="connsiteX2" fmla="*/ 1104900 w 2076450"/>
                <a:gd name="connsiteY2" fmla="*/ 10 h 553694"/>
                <a:gd name="connsiteX3" fmla="*/ 1466850 w 2076450"/>
                <a:gd name="connsiteY3" fmla="*/ 450860 h 553694"/>
                <a:gd name="connsiteX4" fmla="*/ 2076450 w 2076450"/>
                <a:gd name="connsiteY4" fmla="*/ 552460 h 553694"/>
                <a:gd name="connsiteX0" fmla="*/ 0 w 2076450"/>
                <a:gd name="connsiteY0" fmla="*/ 552453 h 555210"/>
                <a:gd name="connsiteX1" fmla="*/ 635000 w 2076450"/>
                <a:gd name="connsiteY1" fmla="*/ 463553 h 555210"/>
                <a:gd name="connsiteX2" fmla="*/ 1104900 w 2076450"/>
                <a:gd name="connsiteY2" fmla="*/ 3 h 555210"/>
                <a:gd name="connsiteX3" fmla="*/ 1498600 w 2076450"/>
                <a:gd name="connsiteY3" fmla="*/ 469903 h 555210"/>
                <a:gd name="connsiteX4" fmla="*/ 2076450 w 2076450"/>
                <a:gd name="connsiteY4" fmla="*/ 552453 h 555210"/>
                <a:gd name="connsiteX0" fmla="*/ 0 w 2076450"/>
                <a:gd name="connsiteY0" fmla="*/ 552510 h 553235"/>
                <a:gd name="connsiteX1" fmla="*/ 635000 w 2076450"/>
                <a:gd name="connsiteY1" fmla="*/ 463610 h 553235"/>
                <a:gd name="connsiteX2" fmla="*/ 1104900 w 2076450"/>
                <a:gd name="connsiteY2" fmla="*/ 60 h 553235"/>
                <a:gd name="connsiteX3" fmla="*/ 1479550 w 2076450"/>
                <a:gd name="connsiteY3" fmla="*/ 431860 h 553235"/>
                <a:gd name="connsiteX4" fmla="*/ 2076450 w 2076450"/>
                <a:gd name="connsiteY4" fmla="*/ 552510 h 553235"/>
                <a:gd name="connsiteX0" fmla="*/ 0 w 2076450"/>
                <a:gd name="connsiteY0" fmla="*/ 552510 h 553991"/>
                <a:gd name="connsiteX1" fmla="*/ 635000 w 2076450"/>
                <a:gd name="connsiteY1" fmla="*/ 463610 h 553991"/>
                <a:gd name="connsiteX2" fmla="*/ 1104900 w 2076450"/>
                <a:gd name="connsiteY2" fmla="*/ 60 h 553991"/>
                <a:gd name="connsiteX3" fmla="*/ 1479550 w 2076450"/>
                <a:gd name="connsiteY3" fmla="*/ 431860 h 553991"/>
                <a:gd name="connsiteX4" fmla="*/ 2076450 w 2076450"/>
                <a:gd name="connsiteY4" fmla="*/ 552510 h 553991"/>
                <a:gd name="connsiteX0" fmla="*/ 0 w 2076450"/>
                <a:gd name="connsiteY0" fmla="*/ 552514 h 553995"/>
                <a:gd name="connsiteX1" fmla="*/ 635000 w 2076450"/>
                <a:gd name="connsiteY1" fmla="*/ 463614 h 553995"/>
                <a:gd name="connsiteX2" fmla="*/ 1104900 w 2076450"/>
                <a:gd name="connsiteY2" fmla="*/ 64 h 553995"/>
                <a:gd name="connsiteX3" fmla="*/ 1479550 w 2076450"/>
                <a:gd name="connsiteY3" fmla="*/ 431864 h 553995"/>
                <a:gd name="connsiteX4" fmla="*/ 2076450 w 2076450"/>
                <a:gd name="connsiteY4" fmla="*/ 552514 h 553995"/>
                <a:gd name="connsiteX0" fmla="*/ 0 w 2076450"/>
                <a:gd name="connsiteY0" fmla="*/ 552453 h 553934"/>
                <a:gd name="connsiteX1" fmla="*/ 635000 w 2076450"/>
                <a:gd name="connsiteY1" fmla="*/ 463553 h 553934"/>
                <a:gd name="connsiteX2" fmla="*/ 1104900 w 2076450"/>
                <a:gd name="connsiteY2" fmla="*/ 3 h 553934"/>
                <a:gd name="connsiteX3" fmla="*/ 1479550 w 2076450"/>
                <a:gd name="connsiteY3" fmla="*/ 431803 h 553934"/>
                <a:gd name="connsiteX4" fmla="*/ 2076450 w 2076450"/>
                <a:gd name="connsiteY4" fmla="*/ 552453 h 553934"/>
                <a:gd name="connsiteX0" fmla="*/ 0 w 2076450"/>
                <a:gd name="connsiteY0" fmla="*/ 552453 h 556896"/>
                <a:gd name="connsiteX1" fmla="*/ 635000 w 2076450"/>
                <a:gd name="connsiteY1" fmla="*/ 463553 h 556896"/>
                <a:gd name="connsiteX2" fmla="*/ 1104900 w 2076450"/>
                <a:gd name="connsiteY2" fmla="*/ 3 h 556896"/>
                <a:gd name="connsiteX3" fmla="*/ 1498600 w 2076450"/>
                <a:gd name="connsiteY3" fmla="*/ 457203 h 556896"/>
                <a:gd name="connsiteX4" fmla="*/ 2076450 w 2076450"/>
                <a:gd name="connsiteY4" fmla="*/ 552453 h 556896"/>
                <a:gd name="connsiteX0" fmla="*/ 0 w 2076450"/>
                <a:gd name="connsiteY0" fmla="*/ 552453 h 554014"/>
                <a:gd name="connsiteX1" fmla="*/ 635000 w 2076450"/>
                <a:gd name="connsiteY1" fmla="*/ 463553 h 554014"/>
                <a:gd name="connsiteX2" fmla="*/ 1098550 w 2076450"/>
                <a:gd name="connsiteY2" fmla="*/ 3 h 554014"/>
                <a:gd name="connsiteX3" fmla="*/ 1498600 w 2076450"/>
                <a:gd name="connsiteY3" fmla="*/ 457203 h 554014"/>
                <a:gd name="connsiteX4" fmla="*/ 2076450 w 2076450"/>
                <a:gd name="connsiteY4" fmla="*/ 552453 h 554014"/>
                <a:gd name="connsiteX0" fmla="*/ 0 w 2076450"/>
                <a:gd name="connsiteY0" fmla="*/ 552459 h 553693"/>
                <a:gd name="connsiteX1" fmla="*/ 635000 w 2076450"/>
                <a:gd name="connsiteY1" fmla="*/ 463559 h 553693"/>
                <a:gd name="connsiteX2" fmla="*/ 1098550 w 2076450"/>
                <a:gd name="connsiteY2" fmla="*/ 9 h 553693"/>
                <a:gd name="connsiteX3" fmla="*/ 1485900 w 2076450"/>
                <a:gd name="connsiteY3" fmla="*/ 450859 h 553693"/>
                <a:gd name="connsiteX4" fmla="*/ 2076450 w 2076450"/>
                <a:gd name="connsiteY4" fmla="*/ 552459 h 553693"/>
                <a:gd name="connsiteX0" fmla="*/ 0 w 2076450"/>
                <a:gd name="connsiteY0" fmla="*/ 552459 h 556763"/>
                <a:gd name="connsiteX1" fmla="*/ 635000 w 2076450"/>
                <a:gd name="connsiteY1" fmla="*/ 463559 h 556763"/>
                <a:gd name="connsiteX2" fmla="*/ 1098550 w 2076450"/>
                <a:gd name="connsiteY2" fmla="*/ 9 h 556763"/>
                <a:gd name="connsiteX3" fmla="*/ 1485900 w 2076450"/>
                <a:gd name="connsiteY3" fmla="*/ 450859 h 556763"/>
                <a:gd name="connsiteX4" fmla="*/ 2076450 w 2076450"/>
                <a:gd name="connsiteY4" fmla="*/ 555634 h 556763"/>
                <a:gd name="connsiteX0" fmla="*/ 0 w 2076450"/>
                <a:gd name="connsiteY0" fmla="*/ 552459 h 556011"/>
                <a:gd name="connsiteX1" fmla="*/ 635000 w 2076450"/>
                <a:gd name="connsiteY1" fmla="*/ 463559 h 556011"/>
                <a:gd name="connsiteX2" fmla="*/ 1098550 w 2076450"/>
                <a:gd name="connsiteY2" fmla="*/ 9 h 556011"/>
                <a:gd name="connsiteX3" fmla="*/ 1485900 w 2076450"/>
                <a:gd name="connsiteY3" fmla="*/ 450859 h 556011"/>
                <a:gd name="connsiteX4" fmla="*/ 2076450 w 2076450"/>
                <a:gd name="connsiteY4" fmla="*/ 555634 h 556011"/>
                <a:gd name="connsiteX0" fmla="*/ 0 w 1952625"/>
                <a:gd name="connsiteY0" fmla="*/ 555634 h 556011"/>
                <a:gd name="connsiteX1" fmla="*/ 511175 w 1952625"/>
                <a:gd name="connsiteY1" fmla="*/ 463559 h 556011"/>
                <a:gd name="connsiteX2" fmla="*/ 974725 w 1952625"/>
                <a:gd name="connsiteY2" fmla="*/ 9 h 556011"/>
                <a:gd name="connsiteX3" fmla="*/ 1362075 w 1952625"/>
                <a:gd name="connsiteY3" fmla="*/ 450859 h 556011"/>
                <a:gd name="connsiteX4" fmla="*/ 1952625 w 1952625"/>
                <a:gd name="connsiteY4" fmla="*/ 555634 h 556011"/>
                <a:gd name="connsiteX0" fmla="*/ 0 w 1952625"/>
                <a:gd name="connsiteY0" fmla="*/ 555634 h 556011"/>
                <a:gd name="connsiteX1" fmla="*/ 511175 w 1952625"/>
                <a:gd name="connsiteY1" fmla="*/ 463559 h 556011"/>
                <a:gd name="connsiteX2" fmla="*/ 974725 w 1952625"/>
                <a:gd name="connsiteY2" fmla="*/ 9 h 556011"/>
                <a:gd name="connsiteX3" fmla="*/ 1362075 w 1952625"/>
                <a:gd name="connsiteY3" fmla="*/ 450859 h 556011"/>
                <a:gd name="connsiteX4" fmla="*/ 1952625 w 1952625"/>
                <a:gd name="connsiteY4" fmla="*/ 555634 h 556011"/>
                <a:gd name="connsiteX0" fmla="*/ 0 w 1952625"/>
                <a:gd name="connsiteY0" fmla="*/ 555626 h 556003"/>
                <a:gd name="connsiteX1" fmla="*/ 492125 w 1952625"/>
                <a:gd name="connsiteY1" fmla="*/ 454026 h 556003"/>
                <a:gd name="connsiteX2" fmla="*/ 974725 w 1952625"/>
                <a:gd name="connsiteY2" fmla="*/ 1 h 556003"/>
                <a:gd name="connsiteX3" fmla="*/ 1362075 w 1952625"/>
                <a:gd name="connsiteY3" fmla="*/ 450851 h 556003"/>
                <a:gd name="connsiteX4" fmla="*/ 1952625 w 1952625"/>
                <a:gd name="connsiteY4" fmla="*/ 555626 h 556003"/>
                <a:gd name="connsiteX0" fmla="*/ 0 w 1952625"/>
                <a:gd name="connsiteY0" fmla="*/ 555627 h 555957"/>
                <a:gd name="connsiteX1" fmla="*/ 492125 w 1952625"/>
                <a:gd name="connsiteY1" fmla="*/ 454027 h 555957"/>
                <a:gd name="connsiteX2" fmla="*/ 974725 w 1952625"/>
                <a:gd name="connsiteY2" fmla="*/ 2 h 555957"/>
                <a:gd name="connsiteX3" fmla="*/ 1454150 w 1952625"/>
                <a:gd name="connsiteY3" fmla="*/ 447677 h 555957"/>
                <a:gd name="connsiteX4" fmla="*/ 1952625 w 1952625"/>
                <a:gd name="connsiteY4" fmla="*/ 555627 h 555957"/>
                <a:gd name="connsiteX0" fmla="*/ 0 w 1952625"/>
                <a:gd name="connsiteY0" fmla="*/ 555627 h 556133"/>
                <a:gd name="connsiteX1" fmla="*/ 492125 w 1952625"/>
                <a:gd name="connsiteY1" fmla="*/ 454027 h 556133"/>
                <a:gd name="connsiteX2" fmla="*/ 974725 w 1952625"/>
                <a:gd name="connsiteY2" fmla="*/ 2 h 556133"/>
                <a:gd name="connsiteX3" fmla="*/ 1454150 w 1952625"/>
                <a:gd name="connsiteY3" fmla="*/ 447677 h 556133"/>
                <a:gd name="connsiteX4" fmla="*/ 1952625 w 1952625"/>
                <a:gd name="connsiteY4" fmla="*/ 555627 h 556133"/>
                <a:gd name="connsiteX0" fmla="*/ 0 w 1952625"/>
                <a:gd name="connsiteY0" fmla="*/ 555627 h 556194"/>
                <a:gd name="connsiteX1" fmla="*/ 492125 w 1952625"/>
                <a:gd name="connsiteY1" fmla="*/ 454027 h 556194"/>
                <a:gd name="connsiteX2" fmla="*/ 974725 w 1952625"/>
                <a:gd name="connsiteY2" fmla="*/ 2 h 556194"/>
                <a:gd name="connsiteX3" fmla="*/ 1454150 w 1952625"/>
                <a:gd name="connsiteY3" fmla="*/ 447677 h 556194"/>
                <a:gd name="connsiteX4" fmla="*/ 1952625 w 1952625"/>
                <a:gd name="connsiteY4" fmla="*/ 555627 h 5561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52625" h="556194">
                  <a:moveTo>
                    <a:pt x="0" y="555627"/>
                  </a:moveTo>
                  <a:cubicBezTo>
                    <a:pt x="238125" y="557214"/>
                    <a:pt x="259821" y="562506"/>
                    <a:pt x="492125" y="454027"/>
                  </a:cubicBezTo>
                  <a:cubicBezTo>
                    <a:pt x="724429" y="345548"/>
                    <a:pt x="814388" y="1060"/>
                    <a:pt x="974725" y="2"/>
                  </a:cubicBezTo>
                  <a:cubicBezTo>
                    <a:pt x="1135062" y="-1056"/>
                    <a:pt x="1218142" y="345548"/>
                    <a:pt x="1454150" y="447677"/>
                  </a:cubicBezTo>
                  <a:cubicBezTo>
                    <a:pt x="1690158" y="549806"/>
                    <a:pt x="1711325" y="558802"/>
                    <a:pt x="1952625" y="555627"/>
                  </a:cubicBezTo>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8" name="任意形状 37">
              <a:extLst>
                <a:ext uri="{FF2B5EF4-FFF2-40B4-BE49-F238E27FC236}">
                  <a16:creationId xmlns:a16="http://schemas.microsoft.com/office/drawing/2014/main" id="{BABE3022-2F8C-FE3B-7250-AF901DBFD8BB}"/>
                </a:ext>
              </a:extLst>
            </p:cNvPr>
            <p:cNvSpPr/>
            <p:nvPr/>
          </p:nvSpPr>
          <p:spPr>
            <a:xfrm>
              <a:off x="6469662" y="-735690"/>
              <a:ext cx="1624808" cy="312609"/>
            </a:xfrm>
            <a:custGeom>
              <a:avLst/>
              <a:gdLst>
                <a:gd name="connsiteX0" fmla="*/ 0 w 2076450"/>
                <a:gd name="connsiteY0" fmla="*/ 514352 h 563845"/>
                <a:gd name="connsiteX1" fmla="*/ 584200 w 2076450"/>
                <a:gd name="connsiteY1" fmla="*/ 514352 h 563845"/>
                <a:gd name="connsiteX2" fmla="*/ 1104900 w 2076450"/>
                <a:gd name="connsiteY2" fmla="*/ 2 h 563845"/>
                <a:gd name="connsiteX3" fmla="*/ 1511300 w 2076450"/>
                <a:gd name="connsiteY3" fmla="*/ 508002 h 563845"/>
                <a:gd name="connsiteX4" fmla="*/ 2076450 w 2076450"/>
                <a:gd name="connsiteY4" fmla="*/ 552452 h 563845"/>
                <a:gd name="connsiteX0" fmla="*/ 0 w 2076450"/>
                <a:gd name="connsiteY0" fmla="*/ 552452 h 584518"/>
                <a:gd name="connsiteX1" fmla="*/ 584200 w 2076450"/>
                <a:gd name="connsiteY1" fmla="*/ 514352 h 584518"/>
                <a:gd name="connsiteX2" fmla="*/ 1104900 w 2076450"/>
                <a:gd name="connsiteY2" fmla="*/ 2 h 584518"/>
                <a:gd name="connsiteX3" fmla="*/ 1511300 w 2076450"/>
                <a:gd name="connsiteY3" fmla="*/ 508002 h 584518"/>
                <a:gd name="connsiteX4" fmla="*/ 2076450 w 2076450"/>
                <a:gd name="connsiteY4" fmla="*/ 552452 h 584518"/>
                <a:gd name="connsiteX0" fmla="*/ 0 w 2076450"/>
                <a:gd name="connsiteY0" fmla="*/ 552452 h 567630"/>
                <a:gd name="connsiteX1" fmla="*/ 584200 w 2076450"/>
                <a:gd name="connsiteY1" fmla="*/ 514352 h 567630"/>
                <a:gd name="connsiteX2" fmla="*/ 1104900 w 2076450"/>
                <a:gd name="connsiteY2" fmla="*/ 2 h 567630"/>
                <a:gd name="connsiteX3" fmla="*/ 1511300 w 2076450"/>
                <a:gd name="connsiteY3" fmla="*/ 508002 h 567630"/>
                <a:gd name="connsiteX4" fmla="*/ 2076450 w 2076450"/>
                <a:gd name="connsiteY4" fmla="*/ 552452 h 567630"/>
                <a:gd name="connsiteX0" fmla="*/ 0 w 2076450"/>
                <a:gd name="connsiteY0" fmla="*/ 552557 h 560371"/>
                <a:gd name="connsiteX1" fmla="*/ 635000 w 2076450"/>
                <a:gd name="connsiteY1" fmla="*/ 463657 h 560371"/>
                <a:gd name="connsiteX2" fmla="*/ 1104900 w 2076450"/>
                <a:gd name="connsiteY2" fmla="*/ 107 h 560371"/>
                <a:gd name="connsiteX3" fmla="*/ 1511300 w 2076450"/>
                <a:gd name="connsiteY3" fmla="*/ 508107 h 560371"/>
                <a:gd name="connsiteX4" fmla="*/ 2076450 w 2076450"/>
                <a:gd name="connsiteY4" fmla="*/ 552557 h 560371"/>
                <a:gd name="connsiteX0" fmla="*/ 0 w 2076450"/>
                <a:gd name="connsiteY0" fmla="*/ 552460 h 552460"/>
                <a:gd name="connsiteX1" fmla="*/ 635000 w 2076450"/>
                <a:gd name="connsiteY1" fmla="*/ 463560 h 552460"/>
                <a:gd name="connsiteX2" fmla="*/ 1104900 w 2076450"/>
                <a:gd name="connsiteY2" fmla="*/ 10 h 552460"/>
                <a:gd name="connsiteX3" fmla="*/ 1466850 w 2076450"/>
                <a:gd name="connsiteY3" fmla="*/ 450860 h 552460"/>
                <a:gd name="connsiteX4" fmla="*/ 2076450 w 2076450"/>
                <a:gd name="connsiteY4" fmla="*/ 552460 h 552460"/>
                <a:gd name="connsiteX0" fmla="*/ 0 w 2076450"/>
                <a:gd name="connsiteY0" fmla="*/ 552460 h 553694"/>
                <a:gd name="connsiteX1" fmla="*/ 635000 w 2076450"/>
                <a:gd name="connsiteY1" fmla="*/ 463560 h 553694"/>
                <a:gd name="connsiteX2" fmla="*/ 1104900 w 2076450"/>
                <a:gd name="connsiteY2" fmla="*/ 10 h 553694"/>
                <a:gd name="connsiteX3" fmla="*/ 1466850 w 2076450"/>
                <a:gd name="connsiteY3" fmla="*/ 450860 h 553694"/>
                <a:gd name="connsiteX4" fmla="*/ 2076450 w 2076450"/>
                <a:gd name="connsiteY4" fmla="*/ 552460 h 553694"/>
                <a:gd name="connsiteX0" fmla="*/ 0 w 2076450"/>
                <a:gd name="connsiteY0" fmla="*/ 552453 h 555210"/>
                <a:gd name="connsiteX1" fmla="*/ 635000 w 2076450"/>
                <a:gd name="connsiteY1" fmla="*/ 463553 h 555210"/>
                <a:gd name="connsiteX2" fmla="*/ 1104900 w 2076450"/>
                <a:gd name="connsiteY2" fmla="*/ 3 h 555210"/>
                <a:gd name="connsiteX3" fmla="*/ 1498600 w 2076450"/>
                <a:gd name="connsiteY3" fmla="*/ 469903 h 555210"/>
                <a:gd name="connsiteX4" fmla="*/ 2076450 w 2076450"/>
                <a:gd name="connsiteY4" fmla="*/ 552453 h 555210"/>
                <a:gd name="connsiteX0" fmla="*/ 0 w 2076450"/>
                <a:gd name="connsiteY0" fmla="*/ 552510 h 553235"/>
                <a:gd name="connsiteX1" fmla="*/ 635000 w 2076450"/>
                <a:gd name="connsiteY1" fmla="*/ 463610 h 553235"/>
                <a:gd name="connsiteX2" fmla="*/ 1104900 w 2076450"/>
                <a:gd name="connsiteY2" fmla="*/ 60 h 553235"/>
                <a:gd name="connsiteX3" fmla="*/ 1479550 w 2076450"/>
                <a:gd name="connsiteY3" fmla="*/ 431860 h 553235"/>
                <a:gd name="connsiteX4" fmla="*/ 2076450 w 2076450"/>
                <a:gd name="connsiteY4" fmla="*/ 552510 h 553235"/>
                <a:gd name="connsiteX0" fmla="*/ 0 w 2076450"/>
                <a:gd name="connsiteY0" fmla="*/ 552510 h 553991"/>
                <a:gd name="connsiteX1" fmla="*/ 635000 w 2076450"/>
                <a:gd name="connsiteY1" fmla="*/ 463610 h 553991"/>
                <a:gd name="connsiteX2" fmla="*/ 1104900 w 2076450"/>
                <a:gd name="connsiteY2" fmla="*/ 60 h 553991"/>
                <a:gd name="connsiteX3" fmla="*/ 1479550 w 2076450"/>
                <a:gd name="connsiteY3" fmla="*/ 431860 h 553991"/>
                <a:gd name="connsiteX4" fmla="*/ 2076450 w 2076450"/>
                <a:gd name="connsiteY4" fmla="*/ 552510 h 553991"/>
                <a:gd name="connsiteX0" fmla="*/ 0 w 2076450"/>
                <a:gd name="connsiteY0" fmla="*/ 552514 h 553995"/>
                <a:gd name="connsiteX1" fmla="*/ 635000 w 2076450"/>
                <a:gd name="connsiteY1" fmla="*/ 463614 h 553995"/>
                <a:gd name="connsiteX2" fmla="*/ 1104900 w 2076450"/>
                <a:gd name="connsiteY2" fmla="*/ 64 h 553995"/>
                <a:gd name="connsiteX3" fmla="*/ 1479550 w 2076450"/>
                <a:gd name="connsiteY3" fmla="*/ 431864 h 553995"/>
                <a:gd name="connsiteX4" fmla="*/ 2076450 w 2076450"/>
                <a:gd name="connsiteY4" fmla="*/ 552514 h 553995"/>
                <a:gd name="connsiteX0" fmla="*/ 0 w 2076450"/>
                <a:gd name="connsiteY0" fmla="*/ 552453 h 553934"/>
                <a:gd name="connsiteX1" fmla="*/ 635000 w 2076450"/>
                <a:gd name="connsiteY1" fmla="*/ 463553 h 553934"/>
                <a:gd name="connsiteX2" fmla="*/ 1104900 w 2076450"/>
                <a:gd name="connsiteY2" fmla="*/ 3 h 553934"/>
                <a:gd name="connsiteX3" fmla="*/ 1479550 w 2076450"/>
                <a:gd name="connsiteY3" fmla="*/ 431803 h 553934"/>
                <a:gd name="connsiteX4" fmla="*/ 2076450 w 2076450"/>
                <a:gd name="connsiteY4" fmla="*/ 552453 h 553934"/>
                <a:gd name="connsiteX0" fmla="*/ 0 w 2076450"/>
                <a:gd name="connsiteY0" fmla="*/ 552453 h 556896"/>
                <a:gd name="connsiteX1" fmla="*/ 635000 w 2076450"/>
                <a:gd name="connsiteY1" fmla="*/ 463553 h 556896"/>
                <a:gd name="connsiteX2" fmla="*/ 1104900 w 2076450"/>
                <a:gd name="connsiteY2" fmla="*/ 3 h 556896"/>
                <a:gd name="connsiteX3" fmla="*/ 1498600 w 2076450"/>
                <a:gd name="connsiteY3" fmla="*/ 457203 h 556896"/>
                <a:gd name="connsiteX4" fmla="*/ 2076450 w 2076450"/>
                <a:gd name="connsiteY4" fmla="*/ 552453 h 556896"/>
                <a:gd name="connsiteX0" fmla="*/ 0 w 2076450"/>
                <a:gd name="connsiteY0" fmla="*/ 552453 h 554014"/>
                <a:gd name="connsiteX1" fmla="*/ 635000 w 2076450"/>
                <a:gd name="connsiteY1" fmla="*/ 463553 h 554014"/>
                <a:gd name="connsiteX2" fmla="*/ 1098550 w 2076450"/>
                <a:gd name="connsiteY2" fmla="*/ 3 h 554014"/>
                <a:gd name="connsiteX3" fmla="*/ 1498600 w 2076450"/>
                <a:gd name="connsiteY3" fmla="*/ 457203 h 554014"/>
                <a:gd name="connsiteX4" fmla="*/ 2076450 w 2076450"/>
                <a:gd name="connsiteY4" fmla="*/ 552453 h 554014"/>
                <a:gd name="connsiteX0" fmla="*/ 0 w 2076450"/>
                <a:gd name="connsiteY0" fmla="*/ 552459 h 553693"/>
                <a:gd name="connsiteX1" fmla="*/ 635000 w 2076450"/>
                <a:gd name="connsiteY1" fmla="*/ 463559 h 553693"/>
                <a:gd name="connsiteX2" fmla="*/ 1098550 w 2076450"/>
                <a:gd name="connsiteY2" fmla="*/ 9 h 553693"/>
                <a:gd name="connsiteX3" fmla="*/ 1485900 w 2076450"/>
                <a:gd name="connsiteY3" fmla="*/ 450859 h 553693"/>
                <a:gd name="connsiteX4" fmla="*/ 2076450 w 2076450"/>
                <a:gd name="connsiteY4" fmla="*/ 552459 h 553693"/>
                <a:gd name="connsiteX0" fmla="*/ 0 w 2076450"/>
                <a:gd name="connsiteY0" fmla="*/ 552459 h 556763"/>
                <a:gd name="connsiteX1" fmla="*/ 635000 w 2076450"/>
                <a:gd name="connsiteY1" fmla="*/ 463559 h 556763"/>
                <a:gd name="connsiteX2" fmla="*/ 1098550 w 2076450"/>
                <a:gd name="connsiteY2" fmla="*/ 9 h 556763"/>
                <a:gd name="connsiteX3" fmla="*/ 1485900 w 2076450"/>
                <a:gd name="connsiteY3" fmla="*/ 450859 h 556763"/>
                <a:gd name="connsiteX4" fmla="*/ 2076450 w 2076450"/>
                <a:gd name="connsiteY4" fmla="*/ 555634 h 556763"/>
                <a:gd name="connsiteX0" fmla="*/ 0 w 2076450"/>
                <a:gd name="connsiteY0" fmla="*/ 552459 h 556011"/>
                <a:gd name="connsiteX1" fmla="*/ 635000 w 2076450"/>
                <a:gd name="connsiteY1" fmla="*/ 463559 h 556011"/>
                <a:gd name="connsiteX2" fmla="*/ 1098550 w 2076450"/>
                <a:gd name="connsiteY2" fmla="*/ 9 h 556011"/>
                <a:gd name="connsiteX3" fmla="*/ 1485900 w 2076450"/>
                <a:gd name="connsiteY3" fmla="*/ 450859 h 556011"/>
                <a:gd name="connsiteX4" fmla="*/ 2076450 w 2076450"/>
                <a:gd name="connsiteY4" fmla="*/ 555634 h 556011"/>
                <a:gd name="connsiteX0" fmla="*/ 0 w 1952625"/>
                <a:gd name="connsiteY0" fmla="*/ 555634 h 556011"/>
                <a:gd name="connsiteX1" fmla="*/ 511175 w 1952625"/>
                <a:gd name="connsiteY1" fmla="*/ 463559 h 556011"/>
                <a:gd name="connsiteX2" fmla="*/ 974725 w 1952625"/>
                <a:gd name="connsiteY2" fmla="*/ 9 h 556011"/>
                <a:gd name="connsiteX3" fmla="*/ 1362075 w 1952625"/>
                <a:gd name="connsiteY3" fmla="*/ 450859 h 556011"/>
                <a:gd name="connsiteX4" fmla="*/ 1952625 w 1952625"/>
                <a:gd name="connsiteY4" fmla="*/ 555634 h 556011"/>
                <a:gd name="connsiteX0" fmla="*/ 0 w 1952625"/>
                <a:gd name="connsiteY0" fmla="*/ 555634 h 556011"/>
                <a:gd name="connsiteX1" fmla="*/ 511175 w 1952625"/>
                <a:gd name="connsiteY1" fmla="*/ 463559 h 556011"/>
                <a:gd name="connsiteX2" fmla="*/ 974725 w 1952625"/>
                <a:gd name="connsiteY2" fmla="*/ 9 h 556011"/>
                <a:gd name="connsiteX3" fmla="*/ 1362075 w 1952625"/>
                <a:gd name="connsiteY3" fmla="*/ 450859 h 556011"/>
                <a:gd name="connsiteX4" fmla="*/ 1952625 w 1952625"/>
                <a:gd name="connsiteY4" fmla="*/ 555634 h 556011"/>
                <a:gd name="connsiteX0" fmla="*/ 0 w 1952625"/>
                <a:gd name="connsiteY0" fmla="*/ 555626 h 556003"/>
                <a:gd name="connsiteX1" fmla="*/ 492125 w 1952625"/>
                <a:gd name="connsiteY1" fmla="*/ 454026 h 556003"/>
                <a:gd name="connsiteX2" fmla="*/ 974725 w 1952625"/>
                <a:gd name="connsiteY2" fmla="*/ 1 h 556003"/>
                <a:gd name="connsiteX3" fmla="*/ 1362075 w 1952625"/>
                <a:gd name="connsiteY3" fmla="*/ 450851 h 556003"/>
                <a:gd name="connsiteX4" fmla="*/ 1952625 w 1952625"/>
                <a:gd name="connsiteY4" fmla="*/ 555626 h 556003"/>
                <a:gd name="connsiteX0" fmla="*/ 0 w 1952625"/>
                <a:gd name="connsiteY0" fmla="*/ 555627 h 555957"/>
                <a:gd name="connsiteX1" fmla="*/ 492125 w 1952625"/>
                <a:gd name="connsiteY1" fmla="*/ 454027 h 555957"/>
                <a:gd name="connsiteX2" fmla="*/ 974725 w 1952625"/>
                <a:gd name="connsiteY2" fmla="*/ 2 h 555957"/>
                <a:gd name="connsiteX3" fmla="*/ 1454150 w 1952625"/>
                <a:gd name="connsiteY3" fmla="*/ 447677 h 555957"/>
                <a:gd name="connsiteX4" fmla="*/ 1952625 w 1952625"/>
                <a:gd name="connsiteY4" fmla="*/ 555627 h 555957"/>
                <a:gd name="connsiteX0" fmla="*/ 0 w 1952625"/>
                <a:gd name="connsiteY0" fmla="*/ 555627 h 556133"/>
                <a:gd name="connsiteX1" fmla="*/ 492125 w 1952625"/>
                <a:gd name="connsiteY1" fmla="*/ 454027 h 556133"/>
                <a:gd name="connsiteX2" fmla="*/ 974725 w 1952625"/>
                <a:gd name="connsiteY2" fmla="*/ 2 h 556133"/>
                <a:gd name="connsiteX3" fmla="*/ 1454150 w 1952625"/>
                <a:gd name="connsiteY3" fmla="*/ 447677 h 556133"/>
                <a:gd name="connsiteX4" fmla="*/ 1952625 w 1952625"/>
                <a:gd name="connsiteY4" fmla="*/ 555627 h 556133"/>
                <a:gd name="connsiteX0" fmla="*/ 0 w 1952625"/>
                <a:gd name="connsiteY0" fmla="*/ 555627 h 556194"/>
                <a:gd name="connsiteX1" fmla="*/ 492125 w 1952625"/>
                <a:gd name="connsiteY1" fmla="*/ 454027 h 556194"/>
                <a:gd name="connsiteX2" fmla="*/ 974725 w 1952625"/>
                <a:gd name="connsiteY2" fmla="*/ 2 h 556194"/>
                <a:gd name="connsiteX3" fmla="*/ 1454150 w 1952625"/>
                <a:gd name="connsiteY3" fmla="*/ 447677 h 556194"/>
                <a:gd name="connsiteX4" fmla="*/ 1952625 w 1952625"/>
                <a:gd name="connsiteY4" fmla="*/ 555627 h 5561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52625" h="556194">
                  <a:moveTo>
                    <a:pt x="0" y="555627"/>
                  </a:moveTo>
                  <a:cubicBezTo>
                    <a:pt x="238125" y="557214"/>
                    <a:pt x="259821" y="562506"/>
                    <a:pt x="492125" y="454027"/>
                  </a:cubicBezTo>
                  <a:cubicBezTo>
                    <a:pt x="724429" y="345548"/>
                    <a:pt x="814388" y="1060"/>
                    <a:pt x="974725" y="2"/>
                  </a:cubicBezTo>
                  <a:cubicBezTo>
                    <a:pt x="1135062" y="-1056"/>
                    <a:pt x="1218142" y="345548"/>
                    <a:pt x="1454150" y="447677"/>
                  </a:cubicBezTo>
                  <a:cubicBezTo>
                    <a:pt x="1690158" y="549806"/>
                    <a:pt x="1711325" y="558802"/>
                    <a:pt x="1952625" y="555627"/>
                  </a:cubicBezTo>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39" name="组合 38">
            <a:extLst>
              <a:ext uri="{FF2B5EF4-FFF2-40B4-BE49-F238E27FC236}">
                <a16:creationId xmlns:a16="http://schemas.microsoft.com/office/drawing/2014/main" id="{21D390B5-D344-83AF-4892-3A0CA899B8C9}"/>
              </a:ext>
            </a:extLst>
          </p:cNvPr>
          <p:cNvGrpSpPr/>
          <p:nvPr/>
        </p:nvGrpSpPr>
        <p:grpSpPr>
          <a:xfrm>
            <a:off x="5755685" y="3288105"/>
            <a:ext cx="2162210" cy="69265"/>
            <a:chOff x="772980" y="-663245"/>
            <a:chExt cx="7496965" cy="240160"/>
          </a:xfrm>
        </p:grpSpPr>
        <p:cxnSp>
          <p:nvCxnSpPr>
            <p:cNvPr id="40" name="直线连接符 39">
              <a:extLst>
                <a:ext uri="{FF2B5EF4-FFF2-40B4-BE49-F238E27FC236}">
                  <a16:creationId xmlns:a16="http://schemas.microsoft.com/office/drawing/2014/main" id="{797226B6-214F-14D5-3D4D-A2E6111E123D}"/>
                </a:ext>
              </a:extLst>
            </p:cNvPr>
            <p:cNvCxnSpPr>
              <a:cxnSpLocks/>
            </p:cNvCxnSpPr>
            <p:nvPr/>
          </p:nvCxnSpPr>
          <p:spPr>
            <a:xfrm>
              <a:off x="772980" y="-449498"/>
              <a:ext cx="6700355" cy="0"/>
            </a:xfrm>
            <a:prstGeom prst="line">
              <a:avLst/>
            </a:prstGeom>
            <a:ln w="9525">
              <a:solidFill>
                <a:schemeClr val="accent4"/>
              </a:solidFill>
            </a:ln>
          </p:spPr>
          <p:style>
            <a:lnRef idx="1">
              <a:schemeClr val="accent1"/>
            </a:lnRef>
            <a:fillRef idx="0">
              <a:schemeClr val="accent1"/>
            </a:fillRef>
            <a:effectRef idx="0">
              <a:schemeClr val="accent1"/>
            </a:effectRef>
            <a:fontRef idx="minor">
              <a:schemeClr val="tx1"/>
            </a:fontRef>
          </p:style>
        </p:cxnSp>
        <p:sp>
          <p:nvSpPr>
            <p:cNvPr id="41" name="任意形状 40">
              <a:extLst>
                <a:ext uri="{FF2B5EF4-FFF2-40B4-BE49-F238E27FC236}">
                  <a16:creationId xmlns:a16="http://schemas.microsoft.com/office/drawing/2014/main" id="{BDB4E541-3DA0-9BE5-66DF-F49EFC45EDF9}"/>
                </a:ext>
              </a:extLst>
            </p:cNvPr>
            <p:cNvSpPr/>
            <p:nvPr/>
          </p:nvSpPr>
          <p:spPr>
            <a:xfrm>
              <a:off x="2663283" y="-663245"/>
              <a:ext cx="1975754" cy="240160"/>
            </a:xfrm>
            <a:custGeom>
              <a:avLst/>
              <a:gdLst>
                <a:gd name="connsiteX0" fmla="*/ 0 w 2076450"/>
                <a:gd name="connsiteY0" fmla="*/ 514352 h 563845"/>
                <a:gd name="connsiteX1" fmla="*/ 584200 w 2076450"/>
                <a:gd name="connsiteY1" fmla="*/ 514352 h 563845"/>
                <a:gd name="connsiteX2" fmla="*/ 1104900 w 2076450"/>
                <a:gd name="connsiteY2" fmla="*/ 2 h 563845"/>
                <a:gd name="connsiteX3" fmla="*/ 1511300 w 2076450"/>
                <a:gd name="connsiteY3" fmla="*/ 508002 h 563845"/>
                <a:gd name="connsiteX4" fmla="*/ 2076450 w 2076450"/>
                <a:gd name="connsiteY4" fmla="*/ 552452 h 563845"/>
                <a:gd name="connsiteX0" fmla="*/ 0 w 2076450"/>
                <a:gd name="connsiteY0" fmla="*/ 552452 h 584518"/>
                <a:gd name="connsiteX1" fmla="*/ 584200 w 2076450"/>
                <a:gd name="connsiteY1" fmla="*/ 514352 h 584518"/>
                <a:gd name="connsiteX2" fmla="*/ 1104900 w 2076450"/>
                <a:gd name="connsiteY2" fmla="*/ 2 h 584518"/>
                <a:gd name="connsiteX3" fmla="*/ 1511300 w 2076450"/>
                <a:gd name="connsiteY3" fmla="*/ 508002 h 584518"/>
                <a:gd name="connsiteX4" fmla="*/ 2076450 w 2076450"/>
                <a:gd name="connsiteY4" fmla="*/ 552452 h 584518"/>
                <a:gd name="connsiteX0" fmla="*/ 0 w 2076450"/>
                <a:gd name="connsiteY0" fmla="*/ 552452 h 567630"/>
                <a:gd name="connsiteX1" fmla="*/ 584200 w 2076450"/>
                <a:gd name="connsiteY1" fmla="*/ 514352 h 567630"/>
                <a:gd name="connsiteX2" fmla="*/ 1104900 w 2076450"/>
                <a:gd name="connsiteY2" fmla="*/ 2 h 567630"/>
                <a:gd name="connsiteX3" fmla="*/ 1511300 w 2076450"/>
                <a:gd name="connsiteY3" fmla="*/ 508002 h 567630"/>
                <a:gd name="connsiteX4" fmla="*/ 2076450 w 2076450"/>
                <a:gd name="connsiteY4" fmla="*/ 552452 h 567630"/>
                <a:gd name="connsiteX0" fmla="*/ 0 w 2076450"/>
                <a:gd name="connsiteY0" fmla="*/ 552557 h 560371"/>
                <a:gd name="connsiteX1" fmla="*/ 635000 w 2076450"/>
                <a:gd name="connsiteY1" fmla="*/ 463657 h 560371"/>
                <a:gd name="connsiteX2" fmla="*/ 1104900 w 2076450"/>
                <a:gd name="connsiteY2" fmla="*/ 107 h 560371"/>
                <a:gd name="connsiteX3" fmla="*/ 1511300 w 2076450"/>
                <a:gd name="connsiteY3" fmla="*/ 508107 h 560371"/>
                <a:gd name="connsiteX4" fmla="*/ 2076450 w 2076450"/>
                <a:gd name="connsiteY4" fmla="*/ 552557 h 560371"/>
                <a:gd name="connsiteX0" fmla="*/ 0 w 2076450"/>
                <a:gd name="connsiteY0" fmla="*/ 552460 h 552460"/>
                <a:gd name="connsiteX1" fmla="*/ 635000 w 2076450"/>
                <a:gd name="connsiteY1" fmla="*/ 463560 h 552460"/>
                <a:gd name="connsiteX2" fmla="*/ 1104900 w 2076450"/>
                <a:gd name="connsiteY2" fmla="*/ 10 h 552460"/>
                <a:gd name="connsiteX3" fmla="*/ 1466850 w 2076450"/>
                <a:gd name="connsiteY3" fmla="*/ 450860 h 552460"/>
                <a:gd name="connsiteX4" fmla="*/ 2076450 w 2076450"/>
                <a:gd name="connsiteY4" fmla="*/ 552460 h 552460"/>
                <a:gd name="connsiteX0" fmla="*/ 0 w 2076450"/>
                <a:gd name="connsiteY0" fmla="*/ 552460 h 553694"/>
                <a:gd name="connsiteX1" fmla="*/ 635000 w 2076450"/>
                <a:gd name="connsiteY1" fmla="*/ 463560 h 553694"/>
                <a:gd name="connsiteX2" fmla="*/ 1104900 w 2076450"/>
                <a:gd name="connsiteY2" fmla="*/ 10 h 553694"/>
                <a:gd name="connsiteX3" fmla="*/ 1466850 w 2076450"/>
                <a:gd name="connsiteY3" fmla="*/ 450860 h 553694"/>
                <a:gd name="connsiteX4" fmla="*/ 2076450 w 2076450"/>
                <a:gd name="connsiteY4" fmla="*/ 552460 h 553694"/>
                <a:gd name="connsiteX0" fmla="*/ 0 w 2076450"/>
                <a:gd name="connsiteY0" fmla="*/ 552453 h 555210"/>
                <a:gd name="connsiteX1" fmla="*/ 635000 w 2076450"/>
                <a:gd name="connsiteY1" fmla="*/ 463553 h 555210"/>
                <a:gd name="connsiteX2" fmla="*/ 1104900 w 2076450"/>
                <a:gd name="connsiteY2" fmla="*/ 3 h 555210"/>
                <a:gd name="connsiteX3" fmla="*/ 1498600 w 2076450"/>
                <a:gd name="connsiteY3" fmla="*/ 469903 h 555210"/>
                <a:gd name="connsiteX4" fmla="*/ 2076450 w 2076450"/>
                <a:gd name="connsiteY4" fmla="*/ 552453 h 555210"/>
                <a:gd name="connsiteX0" fmla="*/ 0 w 2076450"/>
                <a:gd name="connsiteY0" fmla="*/ 552510 h 553235"/>
                <a:gd name="connsiteX1" fmla="*/ 635000 w 2076450"/>
                <a:gd name="connsiteY1" fmla="*/ 463610 h 553235"/>
                <a:gd name="connsiteX2" fmla="*/ 1104900 w 2076450"/>
                <a:gd name="connsiteY2" fmla="*/ 60 h 553235"/>
                <a:gd name="connsiteX3" fmla="*/ 1479550 w 2076450"/>
                <a:gd name="connsiteY3" fmla="*/ 431860 h 553235"/>
                <a:gd name="connsiteX4" fmla="*/ 2076450 w 2076450"/>
                <a:gd name="connsiteY4" fmla="*/ 552510 h 553235"/>
                <a:gd name="connsiteX0" fmla="*/ 0 w 2076450"/>
                <a:gd name="connsiteY0" fmla="*/ 552510 h 553991"/>
                <a:gd name="connsiteX1" fmla="*/ 635000 w 2076450"/>
                <a:gd name="connsiteY1" fmla="*/ 463610 h 553991"/>
                <a:gd name="connsiteX2" fmla="*/ 1104900 w 2076450"/>
                <a:gd name="connsiteY2" fmla="*/ 60 h 553991"/>
                <a:gd name="connsiteX3" fmla="*/ 1479550 w 2076450"/>
                <a:gd name="connsiteY3" fmla="*/ 431860 h 553991"/>
                <a:gd name="connsiteX4" fmla="*/ 2076450 w 2076450"/>
                <a:gd name="connsiteY4" fmla="*/ 552510 h 553991"/>
                <a:gd name="connsiteX0" fmla="*/ 0 w 2076450"/>
                <a:gd name="connsiteY0" fmla="*/ 552514 h 553995"/>
                <a:gd name="connsiteX1" fmla="*/ 635000 w 2076450"/>
                <a:gd name="connsiteY1" fmla="*/ 463614 h 553995"/>
                <a:gd name="connsiteX2" fmla="*/ 1104900 w 2076450"/>
                <a:gd name="connsiteY2" fmla="*/ 64 h 553995"/>
                <a:gd name="connsiteX3" fmla="*/ 1479550 w 2076450"/>
                <a:gd name="connsiteY3" fmla="*/ 431864 h 553995"/>
                <a:gd name="connsiteX4" fmla="*/ 2076450 w 2076450"/>
                <a:gd name="connsiteY4" fmla="*/ 552514 h 553995"/>
                <a:gd name="connsiteX0" fmla="*/ 0 w 2076450"/>
                <a:gd name="connsiteY0" fmla="*/ 552453 h 553934"/>
                <a:gd name="connsiteX1" fmla="*/ 635000 w 2076450"/>
                <a:gd name="connsiteY1" fmla="*/ 463553 h 553934"/>
                <a:gd name="connsiteX2" fmla="*/ 1104900 w 2076450"/>
                <a:gd name="connsiteY2" fmla="*/ 3 h 553934"/>
                <a:gd name="connsiteX3" fmla="*/ 1479550 w 2076450"/>
                <a:gd name="connsiteY3" fmla="*/ 431803 h 553934"/>
                <a:gd name="connsiteX4" fmla="*/ 2076450 w 2076450"/>
                <a:gd name="connsiteY4" fmla="*/ 552453 h 553934"/>
                <a:gd name="connsiteX0" fmla="*/ 0 w 2076450"/>
                <a:gd name="connsiteY0" fmla="*/ 552453 h 556896"/>
                <a:gd name="connsiteX1" fmla="*/ 635000 w 2076450"/>
                <a:gd name="connsiteY1" fmla="*/ 463553 h 556896"/>
                <a:gd name="connsiteX2" fmla="*/ 1104900 w 2076450"/>
                <a:gd name="connsiteY2" fmla="*/ 3 h 556896"/>
                <a:gd name="connsiteX3" fmla="*/ 1498600 w 2076450"/>
                <a:gd name="connsiteY3" fmla="*/ 457203 h 556896"/>
                <a:gd name="connsiteX4" fmla="*/ 2076450 w 2076450"/>
                <a:gd name="connsiteY4" fmla="*/ 552453 h 556896"/>
                <a:gd name="connsiteX0" fmla="*/ 0 w 2076450"/>
                <a:gd name="connsiteY0" fmla="*/ 552453 h 554014"/>
                <a:gd name="connsiteX1" fmla="*/ 635000 w 2076450"/>
                <a:gd name="connsiteY1" fmla="*/ 463553 h 554014"/>
                <a:gd name="connsiteX2" fmla="*/ 1098550 w 2076450"/>
                <a:gd name="connsiteY2" fmla="*/ 3 h 554014"/>
                <a:gd name="connsiteX3" fmla="*/ 1498600 w 2076450"/>
                <a:gd name="connsiteY3" fmla="*/ 457203 h 554014"/>
                <a:gd name="connsiteX4" fmla="*/ 2076450 w 2076450"/>
                <a:gd name="connsiteY4" fmla="*/ 552453 h 554014"/>
                <a:gd name="connsiteX0" fmla="*/ 0 w 2076450"/>
                <a:gd name="connsiteY0" fmla="*/ 552459 h 553693"/>
                <a:gd name="connsiteX1" fmla="*/ 635000 w 2076450"/>
                <a:gd name="connsiteY1" fmla="*/ 463559 h 553693"/>
                <a:gd name="connsiteX2" fmla="*/ 1098550 w 2076450"/>
                <a:gd name="connsiteY2" fmla="*/ 9 h 553693"/>
                <a:gd name="connsiteX3" fmla="*/ 1485900 w 2076450"/>
                <a:gd name="connsiteY3" fmla="*/ 450859 h 553693"/>
                <a:gd name="connsiteX4" fmla="*/ 2076450 w 2076450"/>
                <a:gd name="connsiteY4" fmla="*/ 552459 h 553693"/>
                <a:gd name="connsiteX0" fmla="*/ 0 w 2076450"/>
                <a:gd name="connsiteY0" fmla="*/ 552459 h 556763"/>
                <a:gd name="connsiteX1" fmla="*/ 635000 w 2076450"/>
                <a:gd name="connsiteY1" fmla="*/ 463559 h 556763"/>
                <a:gd name="connsiteX2" fmla="*/ 1098550 w 2076450"/>
                <a:gd name="connsiteY2" fmla="*/ 9 h 556763"/>
                <a:gd name="connsiteX3" fmla="*/ 1485900 w 2076450"/>
                <a:gd name="connsiteY3" fmla="*/ 450859 h 556763"/>
                <a:gd name="connsiteX4" fmla="*/ 2076450 w 2076450"/>
                <a:gd name="connsiteY4" fmla="*/ 555634 h 556763"/>
                <a:gd name="connsiteX0" fmla="*/ 0 w 2076450"/>
                <a:gd name="connsiteY0" fmla="*/ 552459 h 556011"/>
                <a:gd name="connsiteX1" fmla="*/ 635000 w 2076450"/>
                <a:gd name="connsiteY1" fmla="*/ 463559 h 556011"/>
                <a:gd name="connsiteX2" fmla="*/ 1098550 w 2076450"/>
                <a:gd name="connsiteY2" fmla="*/ 9 h 556011"/>
                <a:gd name="connsiteX3" fmla="*/ 1485900 w 2076450"/>
                <a:gd name="connsiteY3" fmla="*/ 450859 h 556011"/>
                <a:gd name="connsiteX4" fmla="*/ 2076450 w 2076450"/>
                <a:gd name="connsiteY4" fmla="*/ 555634 h 556011"/>
                <a:gd name="connsiteX0" fmla="*/ 0 w 1952625"/>
                <a:gd name="connsiteY0" fmla="*/ 555634 h 556011"/>
                <a:gd name="connsiteX1" fmla="*/ 511175 w 1952625"/>
                <a:gd name="connsiteY1" fmla="*/ 463559 h 556011"/>
                <a:gd name="connsiteX2" fmla="*/ 974725 w 1952625"/>
                <a:gd name="connsiteY2" fmla="*/ 9 h 556011"/>
                <a:gd name="connsiteX3" fmla="*/ 1362075 w 1952625"/>
                <a:gd name="connsiteY3" fmla="*/ 450859 h 556011"/>
                <a:gd name="connsiteX4" fmla="*/ 1952625 w 1952625"/>
                <a:gd name="connsiteY4" fmla="*/ 555634 h 556011"/>
                <a:gd name="connsiteX0" fmla="*/ 0 w 1952625"/>
                <a:gd name="connsiteY0" fmla="*/ 555634 h 556011"/>
                <a:gd name="connsiteX1" fmla="*/ 511175 w 1952625"/>
                <a:gd name="connsiteY1" fmla="*/ 463559 h 556011"/>
                <a:gd name="connsiteX2" fmla="*/ 974725 w 1952625"/>
                <a:gd name="connsiteY2" fmla="*/ 9 h 556011"/>
                <a:gd name="connsiteX3" fmla="*/ 1362075 w 1952625"/>
                <a:gd name="connsiteY3" fmla="*/ 450859 h 556011"/>
                <a:gd name="connsiteX4" fmla="*/ 1952625 w 1952625"/>
                <a:gd name="connsiteY4" fmla="*/ 555634 h 556011"/>
                <a:gd name="connsiteX0" fmla="*/ 0 w 1952625"/>
                <a:gd name="connsiteY0" fmla="*/ 555626 h 556003"/>
                <a:gd name="connsiteX1" fmla="*/ 492125 w 1952625"/>
                <a:gd name="connsiteY1" fmla="*/ 454026 h 556003"/>
                <a:gd name="connsiteX2" fmla="*/ 974725 w 1952625"/>
                <a:gd name="connsiteY2" fmla="*/ 1 h 556003"/>
                <a:gd name="connsiteX3" fmla="*/ 1362075 w 1952625"/>
                <a:gd name="connsiteY3" fmla="*/ 450851 h 556003"/>
                <a:gd name="connsiteX4" fmla="*/ 1952625 w 1952625"/>
                <a:gd name="connsiteY4" fmla="*/ 555626 h 556003"/>
                <a:gd name="connsiteX0" fmla="*/ 0 w 1952625"/>
                <a:gd name="connsiteY0" fmla="*/ 555627 h 555957"/>
                <a:gd name="connsiteX1" fmla="*/ 492125 w 1952625"/>
                <a:gd name="connsiteY1" fmla="*/ 454027 h 555957"/>
                <a:gd name="connsiteX2" fmla="*/ 974725 w 1952625"/>
                <a:gd name="connsiteY2" fmla="*/ 2 h 555957"/>
                <a:gd name="connsiteX3" fmla="*/ 1454150 w 1952625"/>
                <a:gd name="connsiteY3" fmla="*/ 447677 h 555957"/>
                <a:gd name="connsiteX4" fmla="*/ 1952625 w 1952625"/>
                <a:gd name="connsiteY4" fmla="*/ 555627 h 555957"/>
                <a:gd name="connsiteX0" fmla="*/ 0 w 1952625"/>
                <a:gd name="connsiteY0" fmla="*/ 555627 h 556133"/>
                <a:gd name="connsiteX1" fmla="*/ 492125 w 1952625"/>
                <a:gd name="connsiteY1" fmla="*/ 454027 h 556133"/>
                <a:gd name="connsiteX2" fmla="*/ 974725 w 1952625"/>
                <a:gd name="connsiteY2" fmla="*/ 2 h 556133"/>
                <a:gd name="connsiteX3" fmla="*/ 1454150 w 1952625"/>
                <a:gd name="connsiteY3" fmla="*/ 447677 h 556133"/>
                <a:gd name="connsiteX4" fmla="*/ 1952625 w 1952625"/>
                <a:gd name="connsiteY4" fmla="*/ 555627 h 556133"/>
                <a:gd name="connsiteX0" fmla="*/ 0 w 1952625"/>
                <a:gd name="connsiteY0" fmla="*/ 555627 h 556194"/>
                <a:gd name="connsiteX1" fmla="*/ 492125 w 1952625"/>
                <a:gd name="connsiteY1" fmla="*/ 454027 h 556194"/>
                <a:gd name="connsiteX2" fmla="*/ 974725 w 1952625"/>
                <a:gd name="connsiteY2" fmla="*/ 2 h 556194"/>
                <a:gd name="connsiteX3" fmla="*/ 1454150 w 1952625"/>
                <a:gd name="connsiteY3" fmla="*/ 447677 h 556194"/>
                <a:gd name="connsiteX4" fmla="*/ 1952625 w 1952625"/>
                <a:gd name="connsiteY4" fmla="*/ 555627 h 5561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52625" h="556194">
                  <a:moveTo>
                    <a:pt x="0" y="555627"/>
                  </a:moveTo>
                  <a:cubicBezTo>
                    <a:pt x="238125" y="557214"/>
                    <a:pt x="259821" y="562506"/>
                    <a:pt x="492125" y="454027"/>
                  </a:cubicBezTo>
                  <a:cubicBezTo>
                    <a:pt x="724429" y="345548"/>
                    <a:pt x="814388" y="1060"/>
                    <a:pt x="974725" y="2"/>
                  </a:cubicBezTo>
                  <a:cubicBezTo>
                    <a:pt x="1135062" y="-1056"/>
                    <a:pt x="1218142" y="345548"/>
                    <a:pt x="1454150" y="447677"/>
                  </a:cubicBezTo>
                  <a:cubicBezTo>
                    <a:pt x="1690158" y="549806"/>
                    <a:pt x="1711325" y="558802"/>
                    <a:pt x="1952625" y="555627"/>
                  </a:cubicBezTo>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2" name="任意形状 41">
              <a:extLst>
                <a:ext uri="{FF2B5EF4-FFF2-40B4-BE49-F238E27FC236}">
                  <a16:creationId xmlns:a16="http://schemas.microsoft.com/office/drawing/2014/main" id="{C7D56E69-259F-32ED-BB40-9A80F20A3FAF}"/>
                </a:ext>
              </a:extLst>
            </p:cNvPr>
            <p:cNvSpPr/>
            <p:nvPr/>
          </p:nvSpPr>
          <p:spPr>
            <a:xfrm>
              <a:off x="1299204" y="-663245"/>
              <a:ext cx="1975754" cy="240160"/>
            </a:xfrm>
            <a:custGeom>
              <a:avLst/>
              <a:gdLst>
                <a:gd name="connsiteX0" fmla="*/ 0 w 2076450"/>
                <a:gd name="connsiteY0" fmla="*/ 514352 h 563845"/>
                <a:gd name="connsiteX1" fmla="*/ 584200 w 2076450"/>
                <a:gd name="connsiteY1" fmla="*/ 514352 h 563845"/>
                <a:gd name="connsiteX2" fmla="*/ 1104900 w 2076450"/>
                <a:gd name="connsiteY2" fmla="*/ 2 h 563845"/>
                <a:gd name="connsiteX3" fmla="*/ 1511300 w 2076450"/>
                <a:gd name="connsiteY3" fmla="*/ 508002 h 563845"/>
                <a:gd name="connsiteX4" fmla="*/ 2076450 w 2076450"/>
                <a:gd name="connsiteY4" fmla="*/ 552452 h 563845"/>
                <a:gd name="connsiteX0" fmla="*/ 0 w 2076450"/>
                <a:gd name="connsiteY0" fmla="*/ 552452 h 584518"/>
                <a:gd name="connsiteX1" fmla="*/ 584200 w 2076450"/>
                <a:gd name="connsiteY1" fmla="*/ 514352 h 584518"/>
                <a:gd name="connsiteX2" fmla="*/ 1104900 w 2076450"/>
                <a:gd name="connsiteY2" fmla="*/ 2 h 584518"/>
                <a:gd name="connsiteX3" fmla="*/ 1511300 w 2076450"/>
                <a:gd name="connsiteY3" fmla="*/ 508002 h 584518"/>
                <a:gd name="connsiteX4" fmla="*/ 2076450 w 2076450"/>
                <a:gd name="connsiteY4" fmla="*/ 552452 h 584518"/>
                <a:gd name="connsiteX0" fmla="*/ 0 w 2076450"/>
                <a:gd name="connsiteY0" fmla="*/ 552452 h 567630"/>
                <a:gd name="connsiteX1" fmla="*/ 584200 w 2076450"/>
                <a:gd name="connsiteY1" fmla="*/ 514352 h 567630"/>
                <a:gd name="connsiteX2" fmla="*/ 1104900 w 2076450"/>
                <a:gd name="connsiteY2" fmla="*/ 2 h 567630"/>
                <a:gd name="connsiteX3" fmla="*/ 1511300 w 2076450"/>
                <a:gd name="connsiteY3" fmla="*/ 508002 h 567630"/>
                <a:gd name="connsiteX4" fmla="*/ 2076450 w 2076450"/>
                <a:gd name="connsiteY4" fmla="*/ 552452 h 567630"/>
                <a:gd name="connsiteX0" fmla="*/ 0 w 2076450"/>
                <a:gd name="connsiteY0" fmla="*/ 552557 h 560371"/>
                <a:gd name="connsiteX1" fmla="*/ 635000 w 2076450"/>
                <a:gd name="connsiteY1" fmla="*/ 463657 h 560371"/>
                <a:gd name="connsiteX2" fmla="*/ 1104900 w 2076450"/>
                <a:gd name="connsiteY2" fmla="*/ 107 h 560371"/>
                <a:gd name="connsiteX3" fmla="*/ 1511300 w 2076450"/>
                <a:gd name="connsiteY3" fmla="*/ 508107 h 560371"/>
                <a:gd name="connsiteX4" fmla="*/ 2076450 w 2076450"/>
                <a:gd name="connsiteY4" fmla="*/ 552557 h 560371"/>
                <a:gd name="connsiteX0" fmla="*/ 0 w 2076450"/>
                <a:gd name="connsiteY0" fmla="*/ 552460 h 552460"/>
                <a:gd name="connsiteX1" fmla="*/ 635000 w 2076450"/>
                <a:gd name="connsiteY1" fmla="*/ 463560 h 552460"/>
                <a:gd name="connsiteX2" fmla="*/ 1104900 w 2076450"/>
                <a:gd name="connsiteY2" fmla="*/ 10 h 552460"/>
                <a:gd name="connsiteX3" fmla="*/ 1466850 w 2076450"/>
                <a:gd name="connsiteY3" fmla="*/ 450860 h 552460"/>
                <a:gd name="connsiteX4" fmla="*/ 2076450 w 2076450"/>
                <a:gd name="connsiteY4" fmla="*/ 552460 h 552460"/>
                <a:gd name="connsiteX0" fmla="*/ 0 w 2076450"/>
                <a:gd name="connsiteY0" fmla="*/ 552460 h 553694"/>
                <a:gd name="connsiteX1" fmla="*/ 635000 w 2076450"/>
                <a:gd name="connsiteY1" fmla="*/ 463560 h 553694"/>
                <a:gd name="connsiteX2" fmla="*/ 1104900 w 2076450"/>
                <a:gd name="connsiteY2" fmla="*/ 10 h 553694"/>
                <a:gd name="connsiteX3" fmla="*/ 1466850 w 2076450"/>
                <a:gd name="connsiteY3" fmla="*/ 450860 h 553694"/>
                <a:gd name="connsiteX4" fmla="*/ 2076450 w 2076450"/>
                <a:gd name="connsiteY4" fmla="*/ 552460 h 553694"/>
                <a:gd name="connsiteX0" fmla="*/ 0 w 2076450"/>
                <a:gd name="connsiteY0" fmla="*/ 552453 h 555210"/>
                <a:gd name="connsiteX1" fmla="*/ 635000 w 2076450"/>
                <a:gd name="connsiteY1" fmla="*/ 463553 h 555210"/>
                <a:gd name="connsiteX2" fmla="*/ 1104900 w 2076450"/>
                <a:gd name="connsiteY2" fmla="*/ 3 h 555210"/>
                <a:gd name="connsiteX3" fmla="*/ 1498600 w 2076450"/>
                <a:gd name="connsiteY3" fmla="*/ 469903 h 555210"/>
                <a:gd name="connsiteX4" fmla="*/ 2076450 w 2076450"/>
                <a:gd name="connsiteY4" fmla="*/ 552453 h 555210"/>
                <a:gd name="connsiteX0" fmla="*/ 0 w 2076450"/>
                <a:gd name="connsiteY0" fmla="*/ 552510 h 553235"/>
                <a:gd name="connsiteX1" fmla="*/ 635000 w 2076450"/>
                <a:gd name="connsiteY1" fmla="*/ 463610 h 553235"/>
                <a:gd name="connsiteX2" fmla="*/ 1104900 w 2076450"/>
                <a:gd name="connsiteY2" fmla="*/ 60 h 553235"/>
                <a:gd name="connsiteX3" fmla="*/ 1479550 w 2076450"/>
                <a:gd name="connsiteY3" fmla="*/ 431860 h 553235"/>
                <a:gd name="connsiteX4" fmla="*/ 2076450 w 2076450"/>
                <a:gd name="connsiteY4" fmla="*/ 552510 h 553235"/>
                <a:gd name="connsiteX0" fmla="*/ 0 w 2076450"/>
                <a:gd name="connsiteY0" fmla="*/ 552510 h 553991"/>
                <a:gd name="connsiteX1" fmla="*/ 635000 w 2076450"/>
                <a:gd name="connsiteY1" fmla="*/ 463610 h 553991"/>
                <a:gd name="connsiteX2" fmla="*/ 1104900 w 2076450"/>
                <a:gd name="connsiteY2" fmla="*/ 60 h 553991"/>
                <a:gd name="connsiteX3" fmla="*/ 1479550 w 2076450"/>
                <a:gd name="connsiteY3" fmla="*/ 431860 h 553991"/>
                <a:gd name="connsiteX4" fmla="*/ 2076450 w 2076450"/>
                <a:gd name="connsiteY4" fmla="*/ 552510 h 553991"/>
                <a:gd name="connsiteX0" fmla="*/ 0 w 2076450"/>
                <a:gd name="connsiteY0" fmla="*/ 552514 h 553995"/>
                <a:gd name="connsiteX1" fmla="*/ 635000 w 2076450"/>
                <a:gd name="connsiteY1" fmla="*/ 463614 h 553995"/>
                <a:gd name="connsiteX2" fmla="*/ 1104900 w 2076450"/>
                <a:gd name="connsiteY2" fmla="*/ 64 h 553995"/>
                <a:gd name="connsiteX3" fmla="*/ 1479550 w 2076450"/>
                <a:gd name="connsiteY3" fmla="*/ 431864 h 553995"/>
                <a:gd name="connsiteX4" fmla="*/ 2076450 w 2076450"/>
                <a:gd name="connsiteY4" fmla="*/ 552514 h 553995"/>
                <a:gd name="connsiteX0" fmla="*/ 0 w 2076450"/>
                <a:gd name="connsiteY0" fmla="*/ 552453 h 553934"/>
                <a:gd name="connsiteX1" fmla="*/ 635000 w 2076450"/>
                <a:gd name="connsiteY1" fmla="*/ 463553 h 553934"/>
                <a:gd name="connsiteX2" fmla="*/ 1104900 w 2076450"/>
                <a:gd name="connsiteY2" fmla="*/ 3 h 553934"/>
                <a:gd name="connsiteX3" fmla="*/ 1479550 w 2076450"/>
                <a:gd name="connsiteY3" fmla="*/ 431803 h 553934"/>
                <a:gd name="connsiteX4" fmla="*/ 2076450 w 2076450"/>
                <a:gd name="connsiteY4" fmla="*/ 552453 h 553934"/>
                <a:gd name="connsiteX0" fmla="*/ 0 w 2076450"/>
                <a:gd name="connsiteY0" fmla="*/ 552453 h 556896"/>
                <a:gd name="connsiteX1" fmla="*/ 635000 w 2076450"/>
                <a:gd name="connsiteY1" fmla="*/ 463553 h 556896"/>
                <a:gd name="connsiteX2" fmla="*/ 1104900 w 2076450"/>
                <a:gd name="connsiteY2" fmla="*/ 3 h 556896"/>
                <a:gd name="connsiteX3" fmla="*/ 1498600 w 2076450"/>
                <a:gd name="connsiteY3" fmla="*/ 457203 h 556896"/>
                <a:gd name="connsiteX4" fmla="*/ 2076450 w 2076450"/>
                <a:gd name="connsiteY4" fmla="*/ 552453 h 556896"/>
                <a:gd name="connsiteX0" fmla="*/ 0 w 2076450"/>
                <a:gd name="connsiteY0" fmla="*/ 552453 h 554014"/>
                <a:gd name="connsiteX1" fmla="*/ 635000 w 2076450"/>
                <a:gd name="connsiteY1" fmla="*/ 463553 h 554014"/>
                <a:gd name="connsiteX2" fmla="*/ 1098550 w 2076450"/>
                <a:gd name="connsiteY2" fmla="*/ 3 h 554014"/>
                <a:gd name="connsiteX3" fmla="*/ 1498600 w 2076450"/>
                <a:gd name="connsiteY3" fmla="*/ 457203 h 554014"/>
                <a:gd name="connsiteX4" fmla="*/ 2076450 w 2076450"/>
                <a:gd name="connsiteY4" fmla="*/ 552453 h 554014"/>
                <a:gd name="connsiteX0" fmla="*/ 0 w 2076450"/>
                <a:gd name="connsiteY0" fmla="*/ 552459 h 553693"/>
                <a:gd name="connsiteX1" fmla="*/ 635000 w 2076450"/>
                <a:gd name="connsiteY1" fmla="*/ 463559 h 553693"/>
                <a:gd name="connsiteX2" fmla="*/ 1098550 w 2076450"/>
                <a:gd name="connsiteY2" fmla="*/ 9 h 553693"/>
                <a:gd name="connsiteX3" fmla="*/ 1485900 w 2076450"/>
                <a:gd name="connsiteY3" fmla="*/ 450859 h 553693"/>
                <a:gd name="connsiteX4" fmla="*/ 2076450 w 2076450"/>
                <a:gd name="connsiteY4" fmla="*/ 552459 h 553693"/>
                <a:gd name="connsiteX0" fmla="*/ 0 w 2076450"/>
                <a:gd name="connsiteY0" fmla="*/ 552459 h 556763"/>
                <a:gd name="connsiteX1" fmla="*/ 635000 w 2076450"/>
                <a:gd name="connsiteY1" fmla="*/ 463559 h 556763"/>
                <a:gd name="connsiteX2" fmla="*/ 1098550 w 2076450"/>
                <a:gd name="connsiteY2" fmla="*/ 9 h 556763"/>
                <a:gd name="connsiteX3" fmla="*/ 1485900 w 2076450"/>
                <a:gd name="connsiteY3" fmla="*/ 450859 h 556763"/>
                <a:gd name="connsiteX4" fmla="*/ 2076450 w 2076450"/>
                <a:gd name="connsiteY4" fmla="*/ 555634 h 556763"/>
                <a:gd name="connsiteX0" fmla="*/ 0 w 2076450"/>
                <a:gd name="connsiteY0" fmla="*/ 552459 h 556011"/>
                <a:gd name="connsiteX1" fmla="*/ 635000 w 2076450"/>
                <a:gd name="connsiteY1" fmla="*/ 463559 h 556011"/>
                <a:gd name="connsiteX2" fmla="*/ 1098550 w 2076450"/>
                <a:gd name="connsiteY2" fmla="*/ 9 h 556011"/>
                <a:gd name="connsiteX3" fmla="*/ 1485900 w 2076450"/>
                <a:gd name="connsiteY3" fmla="*/ 450859 h 556011"/>
                <a:gd name="connsiteX4" fmla="*/ 2076450 w 2076450"/>
                <a:gd name="connsiteY4" fmla="*/ 555634 h 556011"/>
                <a:gd name="connsiteX0" fmla="*/ 0 w 1952625"/>
                <a:gd name="connsiteY0" fmla="*/ 555634 h 556011"/>
                <a:gd name="connsiteX1" fmla="*/ 511175 w 1952625"/>
                <a:gd name="connsiteY1" fmla="*/ 463559 h 556011"/>
                <a:gd name="connsiteX2" fmla="*/ 974725 w 1952625"/>
                <a:gd name="connsiteY2" fmla="*/ 9 h 556011"/>
                <a:gd name="connsiteX3" fmla="*/ 1362075 w 1952625"/>
                <a:gd name="connsiteY3" fmla="*/ 450859 h 556011"/>
                <a:gd name="connsiteX4" fmla="*/ 1952625 w 1952625"/>
                <a:gd name="connsiteY4" fmla="*/ 555634 h 556011"/>
                <a:gd name="connsiteX0" fmla="*/ 0 w 1952625"/>
                <a:gd name="connsiteY0" fmla="*/ 555634 h 556011"/>
                <a:gd name="connsiteX1" fmla="*/ 511175 w 1952625"/>
                <a:gd name="connsiteY1" fmla="*/ 463559 h 556011"/>
                <a:gd name="connsiteX2" fmla="*/ 974725 w 1952625"/>
                <a:gd name="connsiteY2" fmla="*/ 9 h 556011"/>
                <a:gd name="connsiteX3" fmla="*/ 1362075 w 1952625"/>
                <a:gd name="connsiteY3" fmla="*/ 450859 h 556011"/>
                <a:gd name="connsiteX4" fmla="*/ 1952625 w 1952625"/>
                <a:gd name="connsiteY4" fmla="*/ 555634 h 556011"/>
                <a:gd name="connsiteX0" fmla="*/ 0 w 1952625"/>
                <a:gd name="connsiteY0" fmla="*/ 555626 h 556003"/>
                <a:gd name="connsiteX1" fmla="*/ 492125 w 1952625"/>
                <a:gd name="connsiteY1" fmla="*/ 454026 h 556003"/>
                <a:gd name="connsiteX2" fmla="*/ 974725 w 1952625"/>
                <a:gd name="connsiteY2" fmla="*/ 1 h 556003"/>
                <a:gd name="connsiteX3" fmla="*/ 1362075 w 1952625"/>
                <a:gd name="connsiteY3" fmla="*/ 450851 h 556003"/>
                <a:gd name="connsiteX4" fmla="*/ 1952625 w 1952625"/>
                <a:gd name="connsiteY4" fmla="*/ 555626 h 556003"/>
                <a:gd name="connsiteX0" fmla="*/ 0 w 1952625"/>
                <a:gd name="connsiteY0" fmla="*/ 555627 h 555957"/>
                <a:gd name="connsiteX1" fmla="*/ 492125 w 1952625"/>
                <a:gd name="connsiteY1" fmla="*/ 454027 h 555957"/>
                <a:gd name="connsiteX2" fmla="*/ 974725 w 1952625"/>
                <a:gd name="connsiteY2" fmla="*/ 2 h 555957"/>
                <a:gd name="connsiteX3" fmla="*/ 1454150 w 1952625"/>
                <a:gd name="connsiteY3" fmla="*/ 447677 h 555957"/>
                <a:gd name="connsiteX4" fmla="*/ 1952625 w 1952625"/>
                <a:gd name="connsiteY4" fmla="*/ 555627 h 555957"/>
                <a:gd name="connsiteX0" fmla="*/ 0 w 1952625"/>
                <a:gd name="connsiteY0" fmla="*/ 555627 h 556133"/>
                <a:gd name="connsiteX1" fmla="*/ 492125 w 1952625"/>
                <a:gd name="connsiteY1" fmla="*/ 454027 h 556133"/>
                <a:gd name="connsiteX2" fmla="*/ 974725 w 1952625"/>
                <a:gd name="connsiteY2" fmla="*/ 2 h 556133"/>
                <a:gd name="connsiteX3" fmla="*/ 1454150 w 1952625"/>
                <a:gd name="connsiteY3" fmla="*/ 447677 h 556133"/>
                <a:gd name="connsiteX4" fmla="*/ 1952625 w 1952625"/>
                <a:gd name="connsiteY4" fmla="*/ 555627 h 556133"/>
                <a:gd name="connsiteX0" fmla="*/ 0 w 1952625"/>
                <a:gd name="connsiteY0" fmla="*/ 555627 h 556194"/>
                <a:gd name="connsiteX1" fmla="*/ 492125 w 1952625"/>
                <a:gd name="connsiteY1" fmla="*/ 454027 h 556194"/>
                <a:gd name="connsiteX2" fmla="*/ 974725 w 1952625"/>
                <a:gd name="connsiteY2" fmla="*/ 2 h 556194"/>
                <a:gd name="connsiteX3" fmla="*/ 1454150 w 1952625"/>
                <a:gd name="connsiteY3" fmla="*/ 447677 h 556194"/>
                <a:gd name="connsiteX4" fmla="*/ 1952625 w 1952625"/>
                <a:gd name="connsiteY4" fmla="*/ 555627 h 5561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52625" h="556194">
                  <a:moveTo>
                    <a:pt x="0" y="555627"/>
                  </a:moveTo>
                  <a:cubicBezTo>
                    <a:pt x="238125" y="557214"/>
                    <a:pt x="259821" y="562506"/>
                    <a:pt x="492125" y="454027"/>
                  </a:cubicBezTo>
                  <a:cubicBezTo>
                    <a:pt x="724429" y="345548"/>
                    <a:pt x="814388" y="1060"/>
                    <a:pt x="974725" y="2"/>
                  </a:cubicBezTo>
                  <a:cubicBezTo>
                    <a:pt x="1135062" y="-1056"/>
                    <a:pt x="1218142" y="345548"/>
                    <a:pt x="1454150" y="447677"/>
                  </a:cubicBezTo>
                  <a:cubicBezTo>
                    <a:pt x="1690158" y="549806"/>
                    <a:pt x="1711325" y="558802"/>
                    <a:pt x="1952625" y="555627"/>
                  </a:cubicBezTo>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3" name="任意形状 42">
              <a:extLst>
                <a:ext uri="{FF2B5EF4-FFF2-40B4-BE49-F238E27FC236}">
                  <a16:creationId xmlns:a16="http://schemas.microsoft.com/office/drawing/2014/main" id="{2DCD1704-C238-AA91-B0CD-40D7F84B9136}"/>
                </a:ext>
              </a:extLst>
            </p:cNvPr>
            <p:cNvSpPr/>
            <p:nvPr/>
          </p:nvSpPr>
          <p:spPr>
            <a:xfrm>
              <a:off x="6294191" y="-663245"/>
              <a:ext cx="1975754" cy="240160"/>
            </a:xfrm>
            <a:custGeom>
              <a:avLst/>
              <a:gdLst>
                <a:gd name="connsiteX0" fmla="*/ 0 w 2076450"/>
                <a:gd name="connsiteY0" fmla="*/ 514352 h 563845"/>
                <a:gd name="connsiteX1" fmla="*/ 584200 w 2076450"/>
                <a:gd name="connsiteY1" fmla="*/ 514352 h 563845"/>
                <a:gd name="connsiteX2" fmla="*/ 1104900 w 2076450"/>
                <a:gd name="connsiteY2" fmla="*/ 2 h 563845"/>
                <a:gd name="connsiteX3" fmla="*/ 1511300 w 2076450"/>
                <a:gd name="connsiteY3" fmla="*/ 508002 h 563845"/>
                <a:gd name="connsiteX4" fmla="*/ 2076450 w 2076450"/>
                <a:gd name="connsiteY4" fmla="*/ 552452 h 563845"/>
                <a:gd name="connsiteX0" fmla="*/ 0 w 2076450"/>
                <a:gd name="connsiteY0" fmla="*/ 552452 h 584518"/>
                <a:gd name="connsiteX1" fmla="*/ 584200 w 2076450"/>
                <a:gd name="connsiteY1" fmla="*/ 514352 h 584518"/>
                <a:gd name="connsiteX2" fmla="*/ 1104900 w 2076450"/>
                <a:gd name="connsiteY2" fmla="*/ 2 h 584518"/>
                <a:gd name="connsiteX3" fmla="*/ 1511300 w 2076450"/>
                <a:gd name="connsiteY3" fmla="*/ 508002 h 584518"/>
                <a:gd name="connsiteX4" fmla="*/ 2076450 w 2076450"/>
                <a:gd name="connsiteY4" fmla="*/ 552452 h 584518"/>
                <a:gd name="connsiteX0" fmla="*/ 0 w 2076450"/>
                <a:gd name="connsiteY0" fmla="*/ 552452 h 567630"/>
                <a:gd name="connsiteX1" fmla="*/ 584200 w 2076450"/>
                <a:gd name="connsiteY1" fmla="*/ 514352 h 567630"/>
                <a:gd name="connsiteX2" fmla="*/ 1104900 w 2076450"/>
                <a:gd name="connsiteY2" fmla="*/ 2 h 567630"/>
                <a:gd name="connsiteX3" fmla="*/ 1511300 w 2076450"/>
                <a:gd name="connsiteY3" fmla="*/ 508002 h 567630"/>
                <a:gd name="connsiteX4" fmla="*/ 2076450 w 2076450"/>
                <a:gd name="connsiteY4" fmla="*/ 552452 h 567630"/>
                <a:gd name="connsiteX0" fmla="*/ 0 w 2076450"/>
                <a:gd name="connsiteY0" fmla="*/ 552557 h 560371"/>
                <a:gd name="connsiteX1" fmla="*/ 635000 w 2076450"/>
                <a:gd name="connsiteY1" fmla="*/ 463657 h 560371"/>
                <a:gd name="connsiteX2" fmla="*/ 1104900 w 2076450"/>
                <a:gd name="connsiteY2" fmla="*/ 107 h 560371"/>
                <a:gd name="connsiteX3" fmla="*/ 1511300 w 2076450"/>
                <a:gd name="connsiteY3" fmla="*/ 508107 h 560371"/>
                <a:gd name="connsiteX4" fmla="*/ 2076450 w 2076450"/>
                <a:gd name="connsiteY4" fmla="*/ 552557 h 560371"/>
                <a:gd name="connsiteX0" fmla="*/ 0 w 2076450"/>
                <a:gd name="connsiteY0" fmla="*/ 552460 h 552460"/>
                <a:gd name="connsiteX1" fmla="*/ 635000 w 2076450"/>
                <a:gd name="connsiteY1" fmla="*/ 463560 h 552460"/>
                <a:gd name="connsiteX2" fmla="*/ 1104900 w 2076450"/>
                <a:gd name="connsiteY2" fmla="*/ 10 h 552460"/>
                <a:gd name="connsiteX3" fmla="*/ 1466850 w 2076450"/>
                <a:gd name="connsiteY3" fmla="*/ 450860 h 552460"/>
                <a:gd name="connsiteX4" fmla="*/ 2076450 w 2076450"/>
                <a:gd name="connsiteY4" fmla="*/ 552460 h 552460"/>
                <a:gd name="connsiteX0" fmla="*/ 0 w 2076450"/>
                <a:gd name="connsiteY0" fmla="*/ 552460 h 553694"/>
                <a:gd name="connsiteX1" fmla="*/ 635000 w 2076450"/>
                <a:gd name="connsiteY1" fmla="*/ 463560 h 553694"/>
                <a:gd name="connsiteX2" fmla="*/ 1104900 w 2076450"/>
                <a:gd name="connsiteY2" fmla="*/ 10 h 553694"/>
                <a:gd name="connsiteX3" fmla="*/ 1466850 w 2076450"/>
                <a:gd name="connsiteY3" fmla="*/ 450860 h 553694"/>
                <a:gd name="connsiteX4" fmla="*/ 2076450 w 2076450"/>
                <a:gd name="connsiteY4" fmla="*/ 552460 h 553694"/>
                <a:gd name="connsiteX0" fmla="*/ 0 w 2076450"/>
                <a:gd name="connsiteY0" fmla="*/ 552453 h 555210"/>
                <a:gd name="connsiteX1" fmla="*/ 635000 w 2076450"/>
                <a:gd name="connsiteY1" fmla="*/ 463553 h 555210"/>
                <a:gd name="connsiteX2" fmla="*/ 1104900 w 2076450"/>
                <a:gd name="connsiteY2" fmla="*/ 3 h 555210"/>
                <a:gd name="connsiteX3" fmla="*/ 1498600 w 2076450"/>
                <a:gd name="connsiteY3" fmla="*/ 469903 h 555210"/>
                <a:gd name="connsiteX4" fmla="*/ 2076450 w 2076450"/>
                <a:gd name="connsiteY4" fmla="*/ 552453 h 555210"/>
                <a:gd name="connsiteX0" fmla="*/ 0 w 2076450"/>
                <a:gd name="connsiteY0" fmla="*/ 552510 h 553235"/>
                <a:gd name="connsiteX1" fmla="*/ 635000 w 2076450"/>
                <a:gd name="connsiteY1" fmla="*/ 463610 h 553235"/>
                <a:gd name="connsiteX2" fmla="*/ 1104900 w 2076450"/>
                <a:gd name="connsiteY2" fmla="*/ 60 h 553235"/>
                <a:gd name="connsiteX3" fmla="*/ 1479550 w 2076450"/>
                <a:gd name="connsiteY3" fmla="*/ 431860 h 553235"/>
                <a:gd name="connsiteX4" fmla="*/ 2076450 w 2076450"/>
                <a:gd name="connsiteY4" fmla="*/ 552510 h 553235"/>
                <a:gd name="connsiteX0" fmla="*/ 0 w 2076450"/>
                <a:gd name="connsiteY0" fmla="*/ 552510 h 553991"/>
                <a:gd name="connsiteX1" fmla="*/ 635000 w 2076450"/>
                <a:gd name="connsiteY1" fmla="*/ 463610 h 553991"/>
                <a:gd name="connsiteX2" fmla="*/ 1104900 w 2076450"/>
                <a:gd name="connsiteY2" fmla="*/ 60 h 553991"/>
                <a:gd name="connsiteX3" fmla="*/ 1479550 w 2076450"/>
                <a:gd name="connsiteY3" fmla="*/ 431860 h 553991"/>
                <a:gd name="connsiteX4" fmla="*/ 2076450 w 2076450"/>
                <a:gd name="connsiteY4" fmla="*/ 552510 h 553991"/>
                <a:gd name="connsiteX0" fmla="*/ 0 w 2076450"/>
                <a:gd name="connsiteY0" fmla="*/ 552514 h 553995"/>
                <a:gd name="connsiteX1" fmla="*/ 635000 w 2076450"/>
                <a:gd name="connsiteY1" fmla="*/ 463614 h 553995"/>
                <a:gd name="connsiteX2" fmla="*/ 1104900 w 2076450"/>
                <a:gd name="connsiteY2" fmla="*/ 64 h 553995"/>
                <a:gd name="connsiteX3" fmla="*/ 1479550 w 2076450"/>
                <a:gd name="connsiteY3" fmla="*/ 431864 h 553995"/>
                <a:gd name="connsiteX4" fmla="*/ 2076450 w 2076450"/>
                <a:gd name="connsiteY4" fmla="*/ 552514 h 553995"/>
                <a:gd name="connsiteX0" fmla="*/ 0 w 2076450"/>
                <a:gd name="connsiteY0" fmla="*/ 552453 h 553934"/>
                <a:gd name="connsiteX1" fmla="*/ 635000 w 2076450"/>
                <a:gd name="connsiteY1" fmla="*/ 463553 h 553934"/>
                <a:gd name="connsiteX2" fmla="*/ 1104900 w 2076450"/>
                <a:gd name="connsiteY2" fmla="*/ 3 h 553934"/>
                <a:gd name="connsiteX3" fmla="*/ 1479550 w 2076450"/>
                <a:gd name="connsiteY3" fmla="*/ 431803 h 553934"/>
                <a:gd name="connsiteX4" fmla="*/ 2076450 w 2076450"/>
                <a:gd name="connsiteY4" fmla="*/ 552453 h 553934"/>
                <a:gd name="connsiteX0" fmla="*/ 0 w 2076450"/>
                <a:gd name="connsiteY0" fmla="*/ 552453 h 556896"/>
                <a:gd name="connsiteX1" fmla="*/ 635000 w 2076450"/>
                <a:gd name="connsiteY1" fmla="*/ 463553 h 556896"/>
                <a:gd name="connsiteX2" fmla="*/ 1104900 w 2076450"/>
                <a:gd name="connsiteY2" fmla="*/ 3 h 556896"/>
                <a:gd name="connsiteX3" fmla="*/ 1498600 w 2076450"/>
                <a:gd name="connsiteY3" fmla="*/ 457203 h 556896"/>
                <a:gd name="connsiteX4" fmla="*/ 2076450 w 2076450"/>
                <a:gd name="connsiteY4" fmla="*/ 552453 h 556896"/>
                <a:gd name="connsiteX0" fmla="*/ 0 w 2076450"/>
                <a:gd name="connsiteY0" fmla="*/ 552453 h 554014"/>
                <a:gd name="connsiteX1" fmla="*/ 635000 w 2076450"/>
                <a:gd name="connsiteY1" fmla="*/ 463553 h 554014"/>
                <a:gd name="connsiteX2" fmla="*/ 1098550 w 2076450"/>
                <a:gd name="connsiteY2" fmla="*/ 3 h 554014"/>
                <a:gd name="connsiteX3" fmla="*/ 1498600 w 2076450"/>
                <a:gd name="connsiteY3" fmla="*/ 457203 h 554014"/>
                <a:gd name="connsiteX4" fmla="*/ 2076450 w 2076450"/>
                <a:gd name="connsiteY4" fmla="*/ 552453 h 554014"/>
                <a:gd name="connsiteX0" fmla="*/ 0 w 2076450"/>
                <a:gd name="connsiteY0" fmla="*/ 552459 h 553693"/>
                <a:gd name="connsiteX1" fmla="*/ 635000 w 2076450"/>
                <a:gd name="connsiteY1" fmla="*/ 463559 h 553693"/>
                <a:gd name="connsiteX2" fmla="*/ 1098550 w 2076450"/>
                <a:gd name="connsiteY2" fmla="*/ 9 h 553693"/>
                <a:gd name="connsiteX3" fmla="*/ 1485900 w 2076450"/>
                <a:gd name="connsiteY3" fmla="*/ 450859 h 553693"/>
                <a:gd name="connsiteX4" fmla="*/ 2076450 w 2076450"/>
                <a:gd name="connsiteY4" fmla="*/ 552459 h 553693"/>
                <a:gd name="connsiteX0" fmla="*/ 0 w 2076450"/>
                <a:gd name="connsiteY0" fmla="*/ 552459 h 556763"/>
                <a:gd name="connsiteX1" fmla="*/ 635000 w 2076450"/>
                <a:gd name="connsiteY1" fmla="*/ 463559 h 556763"/>
                <a:gd name="connsiteX2" fmla="*/ 1098550 w 2076450"/>
                <a:gd name="connsiteY2" fmla="*/ 9 h 556763"/>
                <a:gd name="connsiteX3" fmla="*/ 1485900 w 2076450"/>
                <a:gd name="connsiteY3" fmla="*/ 450859 h 556763"/>
                <a:gd name="connsiteX4" fmla="*/ 2076450 w 2076450"/>
                <a:gd name="connsiteY4" fmla="*/ 555634 h 556763"/>
                <a:gd name="connsiteX0" fmla="*/ 0 w 2076450"/>
                <a:gd name="connsiteY0" fmla="*/ 552459 h 556011"/>
                <a:gd name="connsiteX1" fmla="*/ 635000 w 2076450"/>
                <a:gd name="connsiteY1" fmla="*/ 463559 h 556011"/>
                <a:gd name="connsiteX2" fmla="*/ 1098550 w 2076450"/>
                <a:gd name="connsiteY2" fmla="*/ 9 h 556011"/>
                <a:gd name="connsiteX3" fmla="*/ 1485900 w 2076450"/>
                <a:gd name="connsiteY3" fmla="*/ 450859 h 556011"/>
                <a:gd name="connsiteX4" fmla="*/ 2076450 w 2076450"/>
                <a:gd name="connsiteY4" fmla="*/ 555634 h 556011"/>
                <a:gd name="connsiteX0" fmla="*/ 0 w 1952625"/>
                <a:gd name="connsiteY0" fmla="*/ 555634 h 556011"/>
                <a:gd name="connsiteX1" fmla="*/ 511175 w 1952625"/>
                <a:gd name="connsiteY1" fmla="*/ 463559 h 556011"/>
                <a:gd name="connsiteX2" fmla="*/ 974725 w 1952625"/>
                <a:gd name="connsiteY2" fmla="*/ 9 h 556011"/>
                <a:gd name="connsiteX3" fmla="*/ 1362075 w 1952625"/>
                <a:gd name="connsiteY3" fmla="*/ 450859 h 556011"/>
                <a:gd name="connsiteX4" fmla="*/ 1952625 w 1952625"/>
                <a:gd name="connsiteY4" fmla="*/ 555634 h 556011"/>
                <a:gd name="connsiteX0" fmla="*/ 0 w 1952625"/>
                <a:gd name="connsiteY0" fmla="*/ 555634 h 556011"/>
                <a:gd name="connsiteX1" fmla="*/ 511175 w 1952625"/>
                <a:gd name="connsiteY1" fmla="*/ 463559 h 556011"/>
                <a:gd name="connsiteX2" fmla="*/ 974725 w 1952625"/>
                <a:gd name="connsiteY2" fmla="*/ 9 h 556011"/>
                <a:gd name="connsiteX3" fmla="*/ 1362075 w 1952625"/>
                <a:gd name="connsiteY3" fmla="*/ 450859 h 556011"/>
                <a:gd name="connsiteX4" fmla="*/ 1952625 w 1952625"/>
                <a:gd name="connsiteY4" fmla="*/ 555634 h 556011"/>
                <a:gd name="connsiteX0" fmla="*/ 0 w 1952625"/>
                <a:gd name="connsiteY0" fmla="*/ 555626 h 556003"/>
                <a:gd name="connsiteX1" fmla="*/ 492125 w 1952625"/>
                <a:gd name="connsiteY1" fmla="*/ 454026 h 556003"/>
                <a:gd name="connsiteX2" fmla="*/ 974725 w 1952625"/>
                <a:gd name="connsiteY2" fmla="*/ 1 h 556003"/>
                <a:gd name="connsiteX3" fmla="*/ 1362075 w 1952625"/>
                <a:gd name="connsiteY3" fmla="*/ 450851 h 556003"/>
                <a:gd name="connsiteX4" fmla="*/ 1952625 w 1952625"/>
                <a:gd name="connsiteY4" fmla="*/ 555626 h 556003"/>
                <a:gd name="connsiteX0" fmla="*/ 0 w 1952625"/>
                <a:gd name="connsiteY0" fmla="*/ 555627 h 555957"/>
                <a:gd name="connsiteX1" fmla="*/ 492125 w 1952625"/>
                <a:gd name="connsiteY1" fmla="*/ 454027 h 555957"/>
                <a:gd name="connsiteX2" fmla="*/ 974725 w 1952625"/>
                <a:gd name="connsiteY2" fmla="*/ 2 h 555957"/>
                <a:gd name="connsiteX3" fmla="*/ 1454150 w 1952625"/>
                <a:gd name="connsiteY3" fmla="*/ 447677 h 555957"/>
                <a:gd name="connsiteX4" fmla="*/ 1952625 w 1952625"/>
                <a:gd name="connsiteY4" fmla="*/ 555627 h 555957"/>
                <a:gd name="connsiteX0" fmla="*/ 0 w 1952625"/>
                <a:gd name="connsiteY0" fmla="*/ 555627 h 556133"/>
                <a:gd name="connsiteX1" fmla="*/ 492125 w 1952625"/>
                <a:gd name="connsiteY1" fmla="*/ 454027 h 556133"/>
                <a:gd name="connsiteX2" fmla="*/ 974725 w 1952625"/>
                <a:gd name="connsiteY2" fmla="*/ 2 h 556133"/>
                <a:gd name="connsiteX3" fmla="*/ 1454150 w 1952625"/>
                <a:gd name="connsiteY3" fmla="*/ 447677 h 556133"/>
                <a:gd name="connsiteX4" fmla="*/ 1952625 w 1952625"/>
                <a:gd name="connsiteY4" fmla="*/ 555627 h 556133"/>
                <a:gd name="connsiteX0" fmla="*/ 0 w 1952625"/>
                <a:gd name="connsiteY0" fmla="*/ 555627 h 556194"/>
                <a:gd name="connsiteX1" fmla="*/ 492125 w 1952625"/>
                <a:gd name="connsiteY1" fmla="*/ 454027 h 556194"/>
                <a:gd name="connsiteX2" fmla="*/ 974725 w 1952625"/>
                <a:gd name="connsiteY2" fmla="*/ 2 h 556194"/>
                <a:gd name="connsiteX3" fmla="*/ 1454150 w 1952625"/>
                <a:gd name="connsiteY3" fmla="*/ 447677 h 556194"/>
                <a:gd name="connsiteX4" fmla="*/ 1952625 w 1952625"/>
                <a:gd name="connsiteY4" fmla="*/ 555627 h 5561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52625" h="556194">
                  <a:moveTo>
                    <a:pt x="0" y="555627"/>
                  </a:moveTo>
                  <a:cubicBezTo>
                    <a:pt x="238125" y="557214"/>
                    <a:pt x="259821" y="562506"/>
                    <a:pt x="492125" y="454027"/>
                  </a:cubicBezTo>
                  <a:cubicBezTo>
                    <a:pt x="724429" y="345548"/>
                    <a:pt x="814388" y="1060"/>
                    <a:pt x="974725" y="2"/>
                  </a:cubicBezTo>
                  <a:cubicBezTo>
                    <a:pt x="1135062" y="-1056"/>
                    <a:pt x="1218142" y="345548"/>
                    <a:pt x="1454150" y="447677"/>
                  </a:cubicBezTo>
                  <a:cubicBezTo>
                    <a:pt x="1690158" y="549806"/>
                    <a:pt x="1711325" y="558802"/>
                    <a:pt x="1952625" y="555627"/>
                  </a:cubicBezTo>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spTree>
    <p:extLst>
      <p:ext uri="{BB962C8B-B14F-4D97-AF65-F5344CB8AC3E}">
        <p14:creationId xmlns:p14="http://schemas.microsoft.com/office/powerpoint/2010/main" val="208270193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7">
            <a:extLst>
              <a:ext uri="{FF2B5EF4-FFF2-40B4-BE49-F238E27FC236}">
                <a16:creationId xmlns:a16="http://schemas.microsoft.com/office/drawing/2014/main" id="{52A019D2-6146-3FCD-635C-FAFD9EAD068E}"/>
              </a:ext>
            </a:extLst>
          </p:cNvPr>
          <p:cNvSpPr>
            <a:spLocks noGrp="1"/>
          </p:cNvSpPr>
          <p:nvPr>
            <p:ph type="title"/>
          </p:nvPr>
        </p:nvSpPr>
        <p:spPr/>
        <p:txBody>
          <a:bodyPr/>
          <a:lstStyle/>
          <a:p>
            <a:r>
              <a:rPr lang="en-GB" altLang="zh-CN" dirty="0"/>
              <a:t>The Bayes Filter </a:t>
            </a:r>
            <a:endParaRPr lang="en-GB" dirty="0"/>
          </a:p>
        </p:txBody>
      </p:sp>
      <p:sp>
        <p:nvSpPr>
          <p:cNvPr id="9" name="文本占位符 8">
            <a:extLst>
              <a:ext uri="{FF2B5EF4-FFF2-40B4-BE49-F238E27FC236}">
                <a16:creationId xmlns:a16="http://schemas.microsoft.com/office/drawing/2014/main" id="{E69A109E-39BA-AF6B-7355-F2DABD691A17}"/>
              </a:ext>
            </a:extLst>
          </p:cNvPr>
          <p:cNvSpPr>
            <a:spLocks noGrp="1"/>
          </p:cNvSpPr>
          <p:nvPr>
            <p:ph type="body" sz="quarter" idx="12"/>
          </p:nvPr>
        </p:nvSpPr>
        <p:spPr/>
        <p:txBody>
          <a:bodyPr/>
          <a:lstStyle/>
          <a:p>
            <a:endParaRPr lang="en-GB"/>
          </a:p>
        </p:txBody>
      </p:sp>
      <p:sp>
        <p:nvSpPr>
          <p:cNvPr id="10" name="文本占位符 9">
            <a:extLst>
              <a:ext uri="{FF2B5EF4-FFF2-40B4-BE49-F238E27FC236}">
                <a16:creationId xmlns:a16="http://schemas.microsoft.com/office/drawing/2014/main" id="{883EE11F-23AC-6373-19CD-48C59155F6C6}"/>
              </a:ext>
            </a:extLst>
          </p:cNvPr>
          <p:cNvSpPr>
            <a:spLocks noGrp="1"/>
          </p:cNvSpPr>
          <p:nvPr>
            <p:ph type="body" sz="quarter" idx="15"/>
          </p:nvPr>
        </p:nvSpPr>
        <p:spPr/>
        <p:txBody>
          <a:bodyPr/>
          <a:lstStyle/>
          <a:p>
            <a:endParaRPr lang="en-GB"/>
          </a:p>
        </p:txBody>
      </p:sp>
    </p:spTree>
    <p:extLst>
      <p:ext uri="{BB962C8B-B14F-4D97-AF65-F5344CB8AC3E}">
        <p14:creationId xmlns:p14="http://schemas.microsoft.com/office/powerpoint/2010/main" val="346380189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a:extLst>
              <a:ext uri="{FF2B5EF4-FFF2-40B4-BE49-F238E27FC236}">
                <a16:creationId xmlns:a16="http://schemas.microsoft.com/office/drawing/2014/main" id="{94AD2C57-F265-8B0A-6998-D09748D5B04C}"/>
              </a:ext>
            </a:extLst>
          </p:cNvPr>
          <p:cNvSpPr>
            <a:spLocks noGrp="1"/>
          </p:cNvSpPr>
          <p:nvPr>
            <p:ph type="title"/>
          </p:nvPr>
        </p:nvSpPr>
        <p:spPr>
          <a:xfrm>
            <a:off x="628649" y="559420"/>
            <a:ext cx="7732925" cy="630335"/>
          </a:xfrm>
        </p:spPr>
        <p:txBody>
          <a:bodyPr/>
          <a:lstStyle/>
          <a:p>
            <a:r>
              <a:rPr lang="en-GB" altLang="zh-CN" dirty="0"/>
              <a:t>The Bayes Filter </a:t>
            </a:r>
          </a:p>
        </p:txBody>
      </p:sp>
      <mc:AlternateContent xmlns:mc="http://schemas.openxmlformats.org/markup-compatibility/2006" xmlns:a14="http://schemas.microsoft.com/office/drawing/2010/main">
        <mc:Choice Requires="a14">
          <p:sp>
            <p:nvSpPr>
              <p:cNvPr id="6" name="文本占位符 5">
                <a:extLst>
                  <a:ext uri="{FF2B5EF4-FFF2-40B4-BE49-F238E27FC236}">
                    <a16:creationId xmlns:a16="http://schemas.microsoft.com/office/drawing/2014/main" id="{41A57552-7486-50C4-4F37-AA79E7A9F51F}"/>
                  </a:ext>
                </a:extLst>
              </p:cNvPr>
              <p:cNvSpPr>
                <a:spLocks noGrp="1"/>
              </p:cNvSpPr>
              <p:nvPr>
                <p:ph type="body" sz="quarter" idx="10"/>
              </p:nvPr>
            </p:nvSpPr>
            <p:spPr>
              <a:xfrm>
                <a:off x="628651" y="1465263"/>
                <a:ext cx="7641290" cy="2299909"/>
              </a:xfrm>
            </p:spPr>
            <p:txBody>
              <a:bodyPr/>
              <a:lstStyle/>
              <a:p>
                <a:r>
                  <a:rPr lang="en-GB" altLang="zh-CN" dirty="0"/>
                  <a:t>A Bayes Filter is a probabilistic tool for estimating the state of a system</a:t>
                </a:r>
                <a:r>
                  <a:rPr lang="zh-CN" altLang="en-US" dirty="0"/>
                  <a:t> </a:t>
                </a:r>
                <a:r>
                  <a:rPr lang="en-GB" altLang="zh-CN" dirty="0"/>
                  <a:t>(e.g. robot location) over time, updating predictions with new evidence (e.g. sensor signal) using Bayesian inference.</a:t>
                </a:r>
              </a:p>
              <a:p>
                <a:r>
                  <a:rPr lang="en-GB" altLang="zh-CN" dirty="0"/>
                  <a:t>To formalize our terms and notation, we will describe our robot’s motion model as the distribution given by </a:t>
                </a:r>
                <a14:m>
                  <m:oMath xmlns:m="http://schemas.openxmlformats.org/officeDocument/2006/math">
                    <m:r>
                      <a:rPr lang="en-GB" altLang="zh-CN" sz="1600" i="1" smtClean="0">
                        <a:solidFill>
                          <a:schemeClr val="tx1"/>
                        </a:solidFill>
                        <a:latin typeface="Cambria Math" panose="02040503050406030204" pitchFamily="18" charset="0"/>
                      </a:rPr>
                      <m:t>𝑃</m:t>
                    </m:r>
                    <m:d>
                      <m:dPr>
                        <m:ctrlPr>
                          <a:rPr lang="en-GB" altLang="zh-CN" sz="1600" i="1">
                            <a:solidFill>
                              <a:schemeClr val="tx1"/>
                            </a:solidFill>
                            <a:latin typeface="Cambria Math" panose="02040503050406030204" pitchFamily="18" charset="0"/>
                          </a:rPr>
                        </m:ctrlPr>
                      </m:dPr>
                      <m:e>
                        <m:sSub>
                          <m:sSubPr>
                            <m:ctrlPr>
                              <a:rPr lang="en-GB" altLang="zh-CN" sz="1600" i="1">
                                <a:solidFill>
                                  <a:schemeClr val="tx1"/>
                                </a:solidFill>
                                <a:latin typeface="Cambria Math" panose="02040503050406030204" pitchFamily="18" charset="0"/>
                              </a:rPr>
                            </m:ctrlPr>
                          </m:sSubPr>
                          <m:e>
                            <m:r>
                              <a:rPr lang="en-GB" altLang="zh-CN" sz="1600" b="0" i="1" smtClean="0">
                                <a:solidFill>
                                  <a:schemeClr val="tx1"/>
                                </a:solidFill>
                                <a:latin typeface="Cambria Math" panose="02040503050406030204" pitchFamily="18" charset="0"/>
                              </a:rPr>
                              <m:t>𝑥</m:t>
                            </m:r>
                          </m:e>
                          <m:sub>
                            <m:r>
                              <a:rPr lang="en-GB" altLang="zh-CN" sz="1600" b="0" i="1" smtClean="0">
                                <a:solidFill>
                                  <a:schemeClr val="tx1"/>
                                </a:solidFill>
                                <a:latin typeface="Cambria Math" panose="02040503050406030204" pitchFamily="18" charset="0"/>
                              </a:rPr>
                              <m:t>𝑖</m:t>
                            </m:r>
                          </m:sub>
                        </m:sSub>
                        <m:r>
                          <a:rPr lang="en-GB" altLang="zh-CN" sz="1600" i="1">
                            <a:solidFill>
                              <a:schemeClr val="tx1"/>
                            </a:solidFill>
                            <a:latin typeface="Cambria Math" panose="02040503050406030204" pitchFamily="18" charset="0"/>
                          </a:rPr>
                          <m:t>|</m:t>
                        </m:r>
                        <m:sSub>
                          <m:sSubPr>
                            <m:ctrlPr>
                              <a:rPr lang="en-GB" altLang="zh-CN" sz="1600" i="1">
                                <a:solidFill>
                                  <a:schemeClr val="tx1"/>
                                </a:solidFill>
                                <a:latin typeface="Cambria Math" panose="02040503050406030204" pitchFamily="18" charset="0"/>
                              </a:rPr>
                            </m:ctrlPr>
                          </m:sSubPr>
                          <m:e>
                            <m:r>
                              <a:rPr lang="en-GB" altLang="zh-CN" sz="1600" b="0" i="1" smtClean="0">
                                <a:solidFill>
                                  <a:schemeClr val="tx1"/>
                                </a:solidFill>
                                <a:latin typeface="Cambria Math" panose="02040503050406030204" pitchFamily="18" charset="0"/>
                              </a:rPr>
                              <m:t>𝑥</m:t>
                            </m:r>
                          </m:e>
                          <m:sub>
                            <m:r>
                              <a:rPr lang="en-GB" altLang="zh-CN" sz="1600" b="0" i="1" smtClean="0">
                                <a:solidFill>
                                  <a:schemeClr val="tx1"/>
                                </a:solidFill>
                                <a:latin typeface="Cambria Math" panose="02040503050406030204" pitchFamily="18" charset="0"/>
                              </a:rPr>
                              <m:t>𝑖</m:t>
                            </m:r>
                            <m:r>
                              <a:rPr lang="en-GB" altLang="zh-CN" sz="1600" b="0" i="1" smtClean="0">
                                <a:solidFill>
                                  <a:schemeClr val="tx1"/>
                                </a:solidFill>
                                <a:latin typeface="Cambria Math" panose="02040503050406030204" pitchFamily="18" charset="0"/>
                              </a:rPr>
                              <m:t>−1</m:t>
                            </m:r>
                          </m:sub>
                        </m:sSub>
                        <m:r>
                          <a:rPr lang="en-GB" altLang="zh-CN" sz="1600" b="0" i="1" smtClean="0">
                            <a:solidFill>
                              <a:schemeClr val="tx1"/>
                            </a:solidFill>
                            <a:latin typeface="Cambria Math" panose="02040503050406030204" pitchFamily="18" charset="0"/>
                          </a:rPr>
                          <m:t>,</m:t>
                        </m:r>
                        <m:sSub>
                          <m:sSubPr>
                            <m:ctrlPr>
                              <a:rPr lang="en-GB" altLang="zh-CN" sz="1600" b="0" i="1" smtClean="0">
                                <a:solidFill>
                                  <a:schemeClr val="tx1"/>
                                </a:solidFill>
                                <a:latin typeface="Cambria Math" panose="02040503050406030204" pitchFamily="18" charset="0"/>
                              </a:rPr>
                            </m:ctrlPr>
                          </m:sSubPr>
                          <m:e>
                            <m:r>
                              <a:rPr lang="en-GB" altLang="zh-CN" sz="1600" b="0" i="1" smtClean="0">
                                <a:solidFill>
                                  <a:schemeClr val="tx1"/>
                                </a:solidFill>
                                <a:latin typeface="Cambria Math" panose="02040503050406030204" pitchFamily="18" charset="0"/>
                              </a:rPr>
                              <m:t>𝑢</m:t>
                            </m:r>
                          </m:e>
                          <m:sub>
                            <m:r>
                              <a:rPr lang="en-GB" altLang="zh-CN" sz="1600" b="0" i="1" smtClean="0">
                                <a:solidFill>
                                  <a:schemeClr val="tx1"/>
                                </a:solidFill>
                                <a:latin typeface="Cambria Math" panose="02040503050406030204" pitchFamily="18" charset="0"/>
                              </a:rPr>
                              <m:t>𝑖</m:t>
                            </m:r>
                          </m:sub>
                        </m:sSub>
                      </m:e>
                    </m:d>
                  </m:oMath>
                </a14:m>
                <a:r>
                  <a:rPr lang="en-GB" altLang="zh-CN" dirty="0"/>
                  <a:t> that is, the probability of being in a particular state </a:t>
                </a:r>
                <a14:m>
                  <m:oMath xmlns:m="http://schemas.openxmlformats.org/officeDocument/2006/math">
                    <m:sSub>
                      <m:sSubPr>
                        <m:ctrlPr>
                          <a:rPr lang="en-GB" altLang="zh-CN" i="1">
                            <a:latin typeface="Cambria Math" panose="02040503050406030204" pitchFamily="18" charset="0"/>
                          </a:rPr>
                        </m:ctrlPr>
                      </m:sSubPr>
                      <m:e>
                        <m:r>
                          <a:rPr lang="en-GB" altLang="zh-CN" i="1">
                            <a:latin typeface="Cambria Math" panose="02040503050406030204" pitchFamily="18" charset="0"/>
                          </a:rPr>
                          <m:t>𝑥</m:t>
                        </m:r>
                      </m:e>
                      <m:sub>
                        <m:r>
                          <a:rPr lang="en-GB" altLang="zh-CN" i="1">
                            <a:latin typeface="Cambria Math" panose="02040503050406030204" pitchFamily="18" charset="0"/>
                          </a:rPr>
                          <m:t>𝑖</m:t>
                        </m:r>
                      </m:sub>
                    </m:sSub>
                  </m:oMath>
                </a14:m>
                <a:r>
                  <a:rPr lang="en-GB" altLang="zh-CN" dirty="0"/>
                  <a:t> given that we started in state </a:t>
                </a:r>
                <a14:m>
                  <m:oMath xmlns:m="http://schemas.openxmlformats.org/officeDocument/2006/math">
                    <m:sSub>
                      <m:sSubPr>
                        <m:ctrlPr>
                          <a:rPr lang="en-GB" altLang="zh-CN" i="1">
                            <a:latin typeface="Cambria Math" panose="02040503050406030204" pitchFamily="18" charset="0"/>
                          </a:rPr>
                        </m:ctrlPr>
                      </m:sSubPr>
                      <m:e>
                        <m:r>
                          <a:rPr lang="en-GB" altLang="zh-CN" i="1">
                            <a:latin typeface="Cambria Math" panose="02040503050406030204" pitchFamily="18" charset="0"/>
                          </a:rPr>
                          <m:t>𝑥</m:t>
                        </m:r>
                      </m:e>
                      <m:sub>
                        <m:r>
                          <a:rPr lang="en-GB" altLang="zh-CN" i="1">
                            <a:latin typeface="Cambria Math" panose="02040503050406030204" pitchFamily="18" charset="0"/>
                          </a:rPr>
                          <m:t>𝑖</m:t>
                        </m:r>
                        <m:r>
                          <a:rPr lang="en-GB" altLang="zh-CN" i="1">
                            <a:latin typeface="Cambria Math" panose="02040503050406030204" pitchFamily="18" charset="0"/>
                          </a:rPr>
                          <m:t>−1</m:t>
                        </m:r>
                      </m:sub>
                    </m:sSub>
                  </m:oMath>
                </a14:m>
                <a:r>
                  <a:rPr lang="en-GB" altLang="zh-CN" dirty="0"/>
                  <a:t> and executed action </a:t>
                </a:r>
                <a14:m>
                  <m:oMath xmlns:m="http://schemas.openxmlformats.org/officeDocument/2006/math">
                    <m:sSub>
                      <m:sSubPr>
                        <m:ctrlPr>
                          <a:rPr lang="en-GB" altLang="zh-CN" i="1">
                            <a:latin typeface="Cambria Math" panose="02040503050406030204" pitchFamily="18" charset="0"/>
                          </a:rPr>
                        </m:ctrlPr>
                      </m:sSubPr>
                      <m:e>
                        <m:r>
                          <a:rPr lang="en-GB" altLang="zh-CN" i="1">
                            <a:latin typeface="Cambria Math" panose="02040503050406030204" pitchFamily="18" charset="0"/>
                          </a:rPr>
                          <m:t>𝑢</m:t>
                        </m:r>
                      </m:e>
                      <m:sub>
                        <m:r>
                          <a:rPr lang="en-GB" altLang="zh-CN" i="1">
                            <a:latin typeface="Cambria Math" panose="02040503050406030204" pitchFamily="18" charset="0"/>
                          </a:rPr>
                          <m:t>𝑖</m:t>
                        </m:r>
                      </m:sub>
                    </m:sSub>
                  </m:oMath>
                </a14:m>
                <a:r>
                  <a:rPr lang="en-GB" altLang="zh-CN" dirty="0"/>
                  <a:t>.</a:t>
                </a:r>
              </a:p>
              <a:p>
                <a:r>
                  <a:rPr lang="en-GB" altLang="zh-CN" dirty="0"/>
                  <a:t>We can describe our sensor model as being characterized by the distribution given by </a:t>
                </a:r>
                <a14:m>
                  <m:oMath xmlns:m="http://schemas.openxmlformats.org/officeDocument/2006/math">
                    <m:r>
                      <a:rPr lang="en-GB" altLang="zh-CN" sz="1600" i="1" smtClean="0">
                        <a:solidFill>
                          <a:schemeClr val="tx1"/>
                        </a:solidFill>
                        <a:latin typeface="Cambria Math" panose="02040503050406030204" pitchFamily="18" charset="0"/>
                      </a:rPr>
                      <m:t>𝑃</m:t>
                    </m:r>
                    <m:d>
                      <m:dPr>
                        <m:ctrlPr>
                          <a:rPr lang="en-GB" altLang="zh-CN" sz="1600" i="1">
                            <a:solidFill>
                              <a:schemeClr val="tx1"/>
                            </a:solidFill>
                            <a:latin typeface="Cambria Math" panose="02040503050406030204" pitchFamily="18" charset="0"/>
                          </a:rPr>
                        </m:ctrlPr>
                      </m:dPr>
                      <m:e>
                        <m:sSub>
                          <m:sSubPr>
                            <m:ctrlPr>
                              <a:rPr lang="en-GB" altLang="zh-CN" sz="1600" i="1">
                                <a:solidFill>
                                  <a:schemeClr val="tx1"/>
                                </a:solidFill>
                                <a:latin typeface="Cambria Math" panose="02040503050406030204" pitchFamily="18" charset="0"/>
                              </a:rPr>
                            </m:ctrlPr>
                          </m:sSubPr>
                          <m:e>
                            <m:r>
                              <a:rPr lang="en-GB" altLang="zh-CN" sz="1600" b="0" i="1" smtClean="0">
                                <a:solidFill>
                                  <a:schemeClr val="tx1"/>
                                </a:solidFill>
                                <a:latin typeface="Cambria Math" panose="02040503050406030204" pitchFamily="18" charset="0"/>
                              </a:rPr>
                              <m:t>𝑧</m:t>
                            </m:r>
                          </m:e>
                          <m:sub>
                            <m:r>
                              <a:rPr lang="en-GB" altLang="zh-CN" sz="1600" b="0" i="1" smtClean="0">
                                <a:solidFill>
                                  <a:schemeClr val="tx1"/>
                                </a:solidFill>
                                <a:latin typeface="Cambria Math" panose="02040503050406030204" pitchFamily="18" charset="0"/>
                              </a:rPr>
                              <m:t>𝑖</m:t>
                            </m:r>
                          </m:sub>
                        </m:sSub>
                        <m:r>
                          <a:rPr lang="en-GB" altLang="zh-CN" sz="1600" i="1">
                            <a:solidFill>
                              <a:schemeClr val="tx1"/>
                            </a:solidFill>
                            <a:latin typeface="Cambria Math" panose="02040503050406030204" pitchFamily="18" charset="0"/>
                          </a:rPr>
                          <m:t>|</m:t>
                        </m:r>
                        <m:sSub>
                          <m:sSubPr>
                            <m:ctrlPr>
                              <a:rPr lang="en-GB" altLang="zh-CN" sz="1600" i="1">
                                <a:solidFill>
                                  <a:schemeClr val="tx1"/>
                                </a:solidFill>
                                <a:latin typeface="Cambria Math" panose="02040503050406030204" pitchFamily="18" charset="0"/>
                              </a:rPr>
                            </m:ctrlPr>
                          </m:sSubPr>
                          <m:e>
                            <m:r>
                              <a:rPr lang="en-GB" altLang="zh-CN" sz="1600" b="0" i="1" smtClean="0">
                                <a:solidFill>
                                  <a:schemeClr val="tx1"/>
                                </a:solidFill>
                                <a:latin typeface="Cambria Math" panose="02040503050406030204" pitchFamily="18" charset="0"/>
                              </a:rPr>
                              <m:t>𝑥</m:t>
                            </m:r>
                          </m:e>
                          <m:sub>
                            <m:r>
                              <a:rPr lang="en-GB" altLang="zh-CN" sz="1600" b="0" i="1" smtClean="0">
                                <a:solidFill>
                                  <a:schemeClr val="tx1"/>
                                </a:solidFill>
                                <a:latin typeface="Cambria Math" panose="02040503050406030204" pitchFamily="18" charset="0"/>
                              </a:rPr>
                              <m:t>𝑖</m:t>
                            </m:r>
                          </m:sub>
                        </m:sSub>
                        <m:r>
                          <a:rPr lang="en-GB" altLang="zh-CN" sz="1600" b="0" i="1" smtClean="0">
                            <a:solidFill>
                              <a:schemeClr val="tx1"/>
                            </a:solidFill>
                            <a:latin typeface="Cambria Math" panose="02040503050406030204" pitchFamily="18" charset="0"/>
                          </a:rPr>
                          <m:t> </m:t>
                        </m:r>
                      </m:e>
                    </m:d>
                  </m:oMath>
                </a14:m>
                <a:r>
                  <a:rPr lang="en-GB" altLang="zh-CN" dirty="0"/>
                  <a:t>, namely the probability that we would see sensor observation </a:t>
                </a:r>
                <a14:m>
                  <m:oMath xmlns:m="http://schemas.openxmlformats.org/officeDocument/2006/math">
                    <m:sSub>
                      <m:sSubPr>
                        <m:ctrlPr>
                          <a:rPr lang="en-GB" altLang="zh-CN" i="1">
                            <a:latin typeface="Cambria Math" panose="02040503050406030204" pitchFamily="18" charset="0"/>
                          </a:rPr>
                        </m:ctrlPr>
                      </m:sSubPr>
                      <m:e>
                        <m:r>
                          <a:rPr lang="en-GB" altLang="zh-CN" i="1">
                            <a:latin typeface="Cambria Math" panose="02040503050406030204" pitchFamily="18" charset="0"/>
                          </a:rPr>
                          <m:t>𝑧</m:t>
                        </m:r>
                      </m:e>
                      <m:sub>
                        <m:r>
                          <a:rPr lang="en-GB" altLang="zh-CN" i="1">
                            <a:latin typeface="Cambria Math" panose="02040503050406030204" pitchFamily="18" charset="0"/>
                          </a:rPr>
                          <m:t>𝑖</m:t>
                        </m:r>
                      </m:sub>
                    </m:sSub>
                  </m:oMath>
                </a14:m>
                <a:r>
                  <a:rPr lang="en-GB" altLang="zh-CN" dirty="0"/>
                  <a:t> if we were in state </a:t>
                </a:r>
                <a14:m>
                  <m:oMath xmlns:m="http://schemas.openxmlformats.org/officeDocument/2006/math">
                    <m:sSub>
                      <m:sSubPr>
                        <m:ctrlPr>
                          <a:rPr lang="en-GB" altLang="zh-CN" i="1">
                            <a:latin typeface="Cambria Math" panose="02040503050406030204" pitchFamily="18" charset="0"/>
                          </a:rPr>
                        </m:ctrlPr>
                      </m:sSubPr>
                      <m:e>
                        <m:r>
                          <a:rPr lang="en-GB" altLang="zh-CN" i="1">
                            <a:latin typeface="Cambria Math" panose="02040503050406030204" pitchFamily="18" charset="0"/>
                          </a:rPr>
                          <m:t>𝑥</m:t>
                        </m:r>
                      </m:e>
                      <m:sub>
                        <m:r>
                          <a:rPr lang="en-GB" altLang="zh-CN" i="1">
                            <a:latin typeface="Cambria Math" panose="02040503050406030204" pitchFamily="18" charset="0"/>
                          </a:rPr>
                          <m:t>𝑖</m:t>
                        </m:r>
                      </m:sub>
                    </m:sSub>
                    <m:r>
                      <a:rPr lang="en-GB" altLang="zh-CN" i="1">
                        <a:latin typeface="Cambria Math" panose="02040503050406030204" pitchFamily="18" charset="0"/>
                      </a:rPr>
                      <m:t> </m:t>
                    </m:r>
                  </m:oMath>
                </a14:m>
                <a:r>
                  <a:rPr lang="en-GB" altLang="zh-CN" dirty="0"/>
                  <a:t>.</a:t>
                </a:r>
                <a:endParaRPr lang="zh-CN" altLang="en-US" dirty="0"/>
              </a:p>
            </p:txBody>
          </p:sp>
        </mc:Choice>
        <mc:Fallback xmlns="">
          <p:sp>
            <p:nvSpPr>
              <p:cNvPr id="6" name="文本占位符 5">
                <a:extLst>
                  <a:ext uri="{FF2B5EF4-FFF2-40B4-BE49-F238E27FC236}">
                    <a16:creationId xmlns:a16="http://schemas.microsoft.com/office/drawing/2014/main" id="{41A57552-7486-50C4-4F37-AA79E7A9F51F}"/>
                  </a:ext>
                </a:extLst>
              </p:cNvPr>
              <p:cNvSpPr>
                <a:spLocks noGrp="1" noRot="1" noChangeAspect="1" noMove="1" noResize="1" noEditPoints="1" noAdjustHandles="1" noChangeArrowheads="1" noChangeShapeType="1" noTextEdit="1"/>
              </p:cNvSpPr>
              <p:nvPr>
                <p:ph type="body" sz="quarter" idx="10"/>
              </p:nvPr>
            </p:nvSpPr>
            <p:spPr>
              <a:xfrm>
                <a:off x="628651" y="1465263"/>
                <a:ext cx="7641290" cy="2299909"/>
              </a:xfrm>
              <a:blipFill>
                <a:blip r:embed="rId2"/>
                <a:stretch>
                  <a:fillRect l="-332" t="-2198" r="-1327" b="-384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2560" name="椭圆 22559">
                <a:extLst>
                  <a:ext uri="{FF2B5EF4-FFF2-40B4-BE49-F238E27FC236}">
                    <a16:creationId xmlns:a16="http://schemas.microsoft.com/office/drawing/2014/main" id="{8BA72DE6-3A61-1157-7265-D7D9E55ED061}"/>
                  </a:ext>
                </a:extLst>
              </p:cNvPr>
              <p:cNvSpPr/>
              <p:nvPr/>
            </p:nvSpPr>
            <p:spPr>
              <a:xfrm>
                <a:off x="3111871" y="3832973"/>
                <a:ext cx="437030" cy="437030"/>
              </a:xfrm>
              <a:prstGeom prst="ellipse">
                <a:avLst/>
              </a:prstGeom>
              <a:solidFill>
                <a:schemeClr val="tx2">
                  <a:lumMod val="20000"/>
                  <a:lumOff val="80000"/>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sSub>
                        <m:sSubPr>
                          <m:ctrlPr>
                            <a:rPr lang="en-GB" altLang="zh-CN" sz="1600" i="1" smtClean="0">
                              <a:solidFill>
                                <a:schemeClr val="tx1"/>
                              </a:solidFill>
                              <a:latin typeface="Cambria Math" panose="02040503050406030204" pitchFamily="18" charset="0"/>
                            </a:rPr>
                          </m:ctrlPr>
                        </m:sSubPr>
                        <m:e>
                          <m:r>
                            <a:rPr lang="en-GB" altLang="zh-CN" sz="1600" b="0" i="1" smtClean="0">
                              <a:solidFill>
                                <a:schemeClr val="tx1"/>
                              </a:solidFill>
                              <a:latin typeface="Cambria Math" panose="02040503050406030204" pitchFamily="18" charset="0"/>
                            </a:rPr>
                            <m:t>𝑥</m:t>
                          </m:r>
                        </m:e>
                        <m:sub>
                          <m:r>
                            <a:rPr lang="en-GB" altLang="zh-CN" sz="1600" b="0" i="1" smtClean="0">
                              <a:solidFill>
                                <a:schemeClr val="tx1"/>
                              </a:solidFill>
                              <a:latin typeface="Cambria Math" panose="02040503050406030204" pitchFamily="18" charset="0"/>
                            </a:rPr>
                            <m:t>1</m:t>
                          </m:r>
                        </m:sub>
                      </m:sSub>
                    </m:oMath>
                  </m:oMathPara>
                </a14:m>
                <a:endParaRPr lang="en-GB" sz="1600" dirty="0"/>
              </a:p>
            </p:txBody>
          </p:sp>
        </mc:Choice>
        <mc:Fallback xmlns="">
          <p:sp>
            <p:nvSpPr>
              <p:cNvPr id="22560" name="椭圆 22559">
                <a:extLst>
                  <a:ext uri="{FF2B5EF4-FFF2-40B4-BE49-F238E27FC236}">
                    <a16:creationId xmlns:a16="http://schemas.microsoft.com/office/drawing/2014/main" id="{8BA72DE6-3A61-1157-7265-D7D9E55ED061}"/>
                  </a:ext>
                </a:extLst>
              </p:cNvPr>
              <p:cNvSpPr>
                <a:spLocks noRot="1" noChangeAspect="1" noMove="1" noResize="1" noEditPoints="1" noAdjustHandles="1" noChangeArrowheads="1" noChangeShapeType="1" noTextEdit="1"/>
              </p:cNvSpPr>
              <p:nvPr/>
            </p:nvSpPr>
            <p:spPr>
              <a:xfrm>
                <a:off x="3111871" y="3832973"/>
                <a:ext cx="437030" cy="437030"/>
              </a:xfrm>
              <a:prstGeom prst="ellipse">
                <a:avLst/>
              </a:prstGeom>
              <a:blipFill>
                <a:blip r:embed="rId3"/>
                <a:stretch>
                  <a:fillRect/>
                </a:stretch>
              </a:blipFill>
              <a:ln>
                <a:solidFill>
                  <a:schemeClr val="tx2"/>
                </a:solid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2561" name="椭圆 22560">
                <a:extLst>
                  <a:ext uri="{FF2B5EF4-FFF2-40B4-BE49-F238E27FC236}">
                    <a16:creationId xmlns:a16="http://schemas.microsoft.com/office/drawing/2014/main" id="{08102F3A-3000-95FC-9777-9BB203CB6845}"/>
                  </a:ext>
                </a:extLst>
              </p:cNvPr>
              <p:cNvSpPr/>
              <p:nvPr/>
            </p:nvSpPr>
            <p:spPr>
              <a:xfrm>
                <a:off x="4294091" y="3832973"/>
                <a:ext cx="437030" cy="437030"/>
              </a:xfrm>
              <a:prstGeom prst="ellipse">
                <a:avLst/>
              </a:prstGeom>
              <a:solidFill>
                <a:schemeClr val="tx2">
                  <a:lumMod val="20000"/>
                  <a:lumOff val="80000"/>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sSub>
                        <m:sSubPr>
                          <m:ctrlPr>
                            <a:rPr lang="en-GB" altLang="zh-CN" sz="1600" i="1" smtClean="0">
                              <a:solidFill>
                                <a:schemeClr val="tx1"/>
                              </a:solidFill>
                              <a:latin typeface="Cambria Math" panose="02040503050406030204" pitchFamily="18" charset="0"/>
                            </a:rPr>
                          </m:ctrlPr>
                        </m:sSubPr>
                        <m:e>
                          <m:r>
                            <a:rPr lang="en-GB" altLang="zh-CN" sz="1600" b="0" i="1" smtClean="0">
                              <a:solidFill>
                                <a:schemeClr val="tx1"/>
                              </a:solidFill>
                              <a:latin typeface="Cambria Math" panose="02040503050406030204" pitchFamily="18" charset="0"/>
                            </a:rPr>
                            <m:t>𝑥</m:t>
                          </m:r>
                        </m:e>
                        <m:sub>
                          <m:r>
                            <a:rPr lang="en-GB" altLang="zh-CN" sz="1600" b="0" i="1" smtClean="0">
                              <a:solidFill>
                                <a:schemeClr val="tx1"/>
                              </a:solidFill>
                              <a:latin typeface="Cambria Math" panose="02040503050406030204" pitchFamily="18" charset="0"/>
                            </a:rPr>
                            <m:t>2</m:t>
                          </m:r>
                        </m:sub>
                      </m:sSub>
                    </m:oMath>
                  </m:oMathPara>
                </a14:m>
                <a:endParaRPr lang="en-GB" sz="1600" dirty="0"/>
              </a:p>
            </p:txBody>
          </p:sp>
        </mc:Choice>
        <mc:Fallback xmlns="">
          <p:sp>
            <p:nvSpPr>
              <p:cNvPr id="22561" name="椭圆 22560">
                <a:extLst>
                  <a:ext uri="{FF2B5EF4-FFF2-40B4-BE49-F238E27FC236}">
                    <a16:creationId xmlns:a16="http://schemas.microsoft.com/office/drawing/2014/main" id="{08102F3A-3000-95FC-9777-9BB203CB6845}"/>
                  </a:ext>
                </a:extLst>
              </p:cNvPr>
              <p:cNvSpPr>
                <a:spLocks noRot="1" noChangeAspect="1" noMove="1" noResize="1" noEditPoints="1" noAdjustHandles="1" noChangeArrowheads="1" noChangeShapeType="1" noTextEdit="1"/>
              </p:cNvSpPr>
              <p:nvPr/>
            </p:nvSpPr>
            <p:spPr>
              <a:xfrm>
                <a:off x="4294091" y="3832973"/>
                <a:ext cx="437030" cy="437030"/>
              </a:xfrm>
              <a:prstGeom prst="ellipse">
                <a:avLst/>
              </a:prstGeom>
              <a:blipFill>
                <a:blip r:embed="rId4"/>
                <a:stretch>
                  <a:fillRect/>
                </a:stretch>
              </a:blipFill>
              <a:ln>
                <a:solidFill>
                  <a:schemeClr val="tx2"/>
                </a:solid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2562" name="椭圆 22561">
                <a:extLst>
                  <a:ext uri="{FF2B5EF4-FFF2-40B4-BE49-F238E27FC236}">
                    <a16:creationId xmlns:a16="http://schemas.microsoft.com/office/drawing/2014/main" id="{C739A95E-888E-37AA-9E7C-85894B8E0935}"/>
                  </a:ext>
                </a:extLst>
              </p:cNvPr>
              <p:cNvSpPr/>
              <p:nvPr/>
            </p:nvSpPr>
            <p:spPr>
              <a:xfrm>
                <a:off x="5476310" y="3832973"/>
                <a:ext cx="437030" cy="437030"/>
              </a:xfrm>
              <a:prstGeom prst="ellipse">
                <a:avLst/>
              </a:prstGeom>
              <a:solidFill>
                <a:schemeClr val="tx2">
                  <a:lumMod val="20000"/>
                  <a:lumOff val="80000"/>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sSub>
                        <m:sSubPr>
                          <m:ctrlPr>
                            <a:rPr lang="en-GB" altLang="zh-CN" sz="1600" i="1" smtClean="0">
                              <a:solidFill>
                                <a:schemeClr val="tx1"/>
                              </a:solidFill>
                              <a:latin typeface="Cambria Math" panose="02040503050406030204" pitchFamily="18" charset="0"/>
                            </a:rPr>
                          </m:ctrlPr>
                        </m:sSubPr>
                        <m:e>
                          <m:r>
                            <a:rPr lang="en-GB" altLang="zh-CN" sz="1600" b="0" i="1" smtClean="0">
                              <a:solidFill>
                                <a:schemeClr val="tx1"/>
                              </a:solidFill>
                              <a:latin typeface="Cambria Math" panose="02040503050406030204" pitchFamily="18" charset="0"/>
                            </a:rPr>
                            <m:t>𝑥</m:t>
                          </m:r>
                        </m:e>
                        <m:sub>
                          <m:r>
                            <a:rPr lang="en-GB" altLang="zh-CN" sz="1600" b="0" i="1" smtClean="0">
                              <a:solidFill>
                                <a:schemeClr val="tx1"/>
                              </a:solidFill>
                              <a:latin typeface="Cambria Math" panose="02040503050406030204" pitchFamily="18" charset="0"/>
                            </a:rPr>
                            <m:t>3</m:t>
                          </m:r>
                        </m:sub>
                      </m:sSub>
                    </m:oMath>
                  </m:oMathPara>
                </a14:m>
                <a:endParaRPr lang="en-GB" sz="1600" dirty="0"/>
              </a:p>
            </p:txBody>
          </p:sp>
        </mc:Choice>
        <mc:Fallback xmlns="">
          <p:sp>
            <p:nvSpPr>
              <p:cNvPr id="22562" name="椭圆 22561">
                <a:extLst>
                  <a:ext uri="{FF2B5EF4-FFF2-40B4-BE49-F238E27FC236}">
                    <a16:creationId xmlns:a16="http://schemas.microsoft.com/office/drawing/2014/main" id="{C739A95E-888E-37AA-9E7C-85894B8E0935}"/>
                  </a:ext>
                </a:extLst>
              </p:cNvPr>
              <p:cNvSpPr>
                <a:spLocks noRot="1" noChangeAspect="1" noMove="1" noResize="1" noEditPoints="1" noAdjustHandles="1" noChangeArrowheads="1" noChangeShapeType="1" noTextEdit="1"/>
              </p:cNvSpPr>
              <p:nvPr/>
            </p:nvSpPr>
            <p:spPr>
              <a:xfrm>
                <a:off x="5476310" y="3832973"/>
                <a:ext cx="437030" cy="437030"/>
              </a:xfrm>
              <a:prstGeom prst="ellipse">
                <a:avLst/>
              </a:prstGeom>
              <a:blipFill>
                <a:blip r:embed="rId5"/>
                <a:stretch>
                  <a:fillRect/>
                </a:stretch>
              </a:blipFill>
              <a:ln>
                <a:solidFill>
                  <a:schemeClr val="tx2"/>
                </a:solidFill>
              </a:ln>
            </p:spPr>
            <p:txBody>
              <a:bodyPr/>
              <a:lstStyle/>
              <a:p>
                <a:r>
                  <a:rPr lang="zh-CN" altLang="en-US">
                    <a:noFill/>
                  </a:rPr>
                  <a:t> </a:t>
                </a:r>
              </a:p>
            </p:txBody>
          </p:sp>
        </mc:Fallback>
      </mc:AlternateContent>
      <p:cxnSp>
        <p:nvCxnSpPr>
          <p:cNvPr id="22563" name="直线箭头连接符 22562">
            <a:extLst>
              <a:ext uri="{FF2B5EF4-FFF2-40B4-BE49-F238E27FC236}">
                <a16:creationId xmlns:a16="http://schemas.microsoft.com/office/drawing/2014/main" id="{F504D09A-0A03-E6BD-E265-CF401B4004CA}"/>
              </a:ext>
            </a:extLst>
          </p:cNvPr>
          <p:cNvCxnSpPr/>
          <p:nvPr/>
        </p:nvCxnSpPr>
        <p:spPr>
          <a:xfrm>
            <a:off x="2365311" y="4051488"/>
            <a:ext cx="745190" cy="0"/>
          </a:xfrm>
          <a:prstGeom prst="straightConnector1">
            <a:avLst/>
          </a:prstGeom>
          <a:ln w="19050">
            <a:solidFill>
              <a:schemeClr val="tx2"/>
            </a:solidFill>
            <a:tailEnd type="triangle"/>
          </a:ln>
        </p:spPr>
        <p:style>
          <a:lnRef idx="1">
            <a:schemeClr val="accent1"/>
          </a:lnRef>
          <a:fillRef idx="0">
            <a:schemeClr val="accent1"/>
          </a:fillRef>
          <a:effectRef idx="0">
            <a:schemeClr val="accent1"/>
          </a:effectRef>
          <a:fontRef idx="minor">
            <a:schemeClr val="tx1"/>
          </a:fontRef>
        </p:style>
      </p:cxnSp>
      <p:cxnSp>
        <p:nvCxnSpPr>
          <p:cNvPr id="22564" name="直线箭头连接符 22563">
            <a:extLst>
              <a:ext uri="{FF2B5EF4-FFF2-40B4-BE49-F238E27FC236}">
                <a16:creationId xmlns:a16="http://schemas.microsoft.com/office/drawing/2014/main" id="{F9CD41B3-BF84-1826-6CE2-AE4EC362740A}"/>
              </a:ext>
            </a:extLst>
          </p:cNvPr>
          <p:cNvCxnSpPr/>
          <p:nvPr/>
        </p:nvCxnSpPr>
        <p:spPr>
          <a:xfrm>
            <a:off x="3547530" y="4051488"/>
            <a:ext cx="745190" cy="0"/>
          </a:xfrm>
          <a:prstGeom prst="straightConnector1">
            <a:avLst/>
          </a:prstGeom>
          <a:ln w="19050">
            <a:solidFill>
              <a:schemeClr val="tx2"/>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2565" name="文本框 22564">
                <a:extLst>
                  <a:ext uri="{FF2B5EF4-FFF2-40B4-BE49-F238E27FC236}">
                    <a16:creationId xmlns:a16="http://schemas.microsoft.com/office/drawing/2014/main" id="{82FDD069-5A8D-E27B-97C5-F87FE37893D4}"/>
                  </a:ext>
                </a:extLst>
              </p:cNvPr>
              <p:cNvSpPr txBox="1"/>
              <p:nvPr/>
            </p:nvSpPr>
            <p:spPr>
              <a:xfrm>
                <a:off x="2506365" y="3712934"/>
                <a:ext cx="438517" cy="33855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GB" altLang="zh-CN" sz="1600" b="0" i="1" smtClean="0">
                              <a:solidFill>
                                <a:schemeClr val="accent4"/>
                              </a:solidFill>
                              <a:latin typeface="Cambria Math" panose="02040503050406030204" pitchFamily="18" charset="0"/>
                            </a:rPr>
                          </m:ctrlPr>
                        </m:sSubPr>
                        <m:e>
                          <m:r>
                            <a:rPr lang="en-GB" altLang="zh-CN" sz="1600" b="0" i="1" smtClean="0">
                              <a:solidFill>
                                <a:schemeClr val="accent4"/>
                              </a:solidFill>
                              <a:latin typeface="Cambria Math" panose="02040503050406030204" pitchFamily="18" charset="0"/>
                            </a:rPr>
                            <m:t>𝑢</m:t>
                          </m:r>
                        </m:e>
                        <m:sub>
                          <m:r>
                            <a:rPr lang="en-GB" altLang="zh-CN" sz="1600" b="0" i="1" smtClean="0">
                              <a:solidFill>
                                <a:schemeClr val="accent4"/>
                              </a:solidFill>
                              <a:latin typeface="Cambria Math" panose="02040503050406030204" pitchFamily="18" charset="0"/>
                            </a:rPr>
                            <m:t>1</m:t>
                          </m:r>
                        </m:sub>
                      </m:sSub>
                    </m:oMath>
                  </m:oMathPara>
                </a14:m>
                <a:endParaRPr lang="en-GB" sz="1600" dirty="0">
                  <a:solidFill>
                    <a:schemeClr val="accent4"/>
                  </a:solidFill>
                </a:endParaRPr>
              </a:p>
            </p:txBody>
          </p:sp>
        </mc:Choice>
        <mc:Fallback xmlns="">
          <p:sp>
            <p:nvSpPr>
              <p:cNvPr id="22565" name="文本框 22564">
                <a:extLst>
                  <a:ext uri="{FF2B5EF4-FFF2-40B4-BE49-F238E27FC236}">
                    <a16:creationId xmlns:a16="http://schemas.microsoft.com/office/drawing/2014/main" id="{82FDD069-5A8D-E27B-97C5-F87FE37893D4}"/>
                  </a:ext>
                </a:extLst>
              </p:cNvPr>
              <p:cNvSpPr txBox="1">
                <a:spLocks noRot="1" noChangeAspect="1" noMove="1" noResize="1" noEditPoints="1" noAdjustHandles="1" noChangeArrowheads="1" noChangeShapeType="1" noTextEdit="1"/>
              </p:cNvSpPr>
              <p:nvPr/>
            </p:nvSpPr>
            <p:spPr>
              <a:xfrm>
                <a:off x="2506365" y="3712934"/>
                <a:ext cx="438517" cy="338554"/>
              </a:xfrm>
              <a:prstGeom prst="rect">
                <a:avLst/>
              </a:prstGeom>
              <a:blipFill>
                <a:blip r:embed="rId6"/>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2566" name="文本框 22565">
                <a:extLst>
                  <a:ext uri="{FF2B5EF4-FFF2-40B4-BE49-F238E27FC236}">
                    <a16:creationId xmlns:a16="http://schemas.microsoft.com/office/drawing/2014/main" id="{3E3A8827-FDF2-F6DC-F90B-ACEF0E93F1E1}"/>
                  </a:ext>
                </a:extLst>
              </p:cNvPr>
              <p:cNvSpPr txBox="1"/>
              <p:nvPr/>
            </p:nvSpPr>
            <p:spPr>
              <a:xfrm>
                <a:off x="3700866" y="3712934"/>
                <a:ext cx="443263" cy="33855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GB" altLang="zh-CN" sz="1600" b="0" i="1" smtClean="0">
                              <a:solidFill>
                                <a:schemeClr val="accent4"/>
                              </a:solidFill>
                              <a:latin typeface="Cambria Math" panose="02040503050406030204" pitchFamily="18" charset="0"/>
                            </a:rPr>
                          </m:ctrlPr>
                        </m:sSubPr>
                        <m:e>
                          <m:r>
                            <a:rPr lang="en-GB" altLang="zh-CN" sz="1600" b="0" i="1" smtClean="0">
                              <a:solidFill>
                                <a:schemeClr val="accent4"/>
                              </a:solidFill>
                              <a:latin typeface="Cambria Math" panose="02040503050406030204" pitchFamily="18" charset="0"/>
                            </a:rPr>
                            <m:t>𝑢</m:t>
                          </m:r>
                        </m:e>
                        <m:sub>
                          <m:r>
                            <a:rPr lang="en-GB" altLang="zh-CN" sz="1600" b="0" i="1" smtClean="0">
                              <a:solidFill>
                                <a:schemeClr val="accent4"/>
                              </a:solidFill>
                              <a:latin typeface="Cambria Math" panose="02040503050406030204" pitchFamily="18" charset="0"/>
                            </a:rPr>
                            <m:t>2</m:t>
                          </m:r>
                        </m:sub>
                      </m:sSub>
                    </m:oMath>
                  </m:oMathPara>
                </a14:m>
                <a:endParaRPr lang="en-GB" sz="1600" dirty="0">
                  <a:solidFill>
                    <a:schemeClr val="accent4"/>
                  </a:solidFill>
                </a:endParaRPr>
              </a:p>
            </p:txBody>
          </p:sp>
        </mc:Choice>
        <mc:Fallback xmlns="">
          <p:sp>
            <p:nvSpPr>
              <p:cNvPr id="22566" name="文本框 22565">
                <a:extLst>
                  <a:ext uri="{FF2B5EF4-FFF2-40B4-BE49-F238E27FC236}">
                    <a16:creationId xmlns:a16="http://schemas.microsoft.com/office/drawing/2014/main" id="{3E3A8827-FDF2-F6DC-F90B-ACEF0E93F1E1}"/>
                  </a:ext>
                </a:extLst>
              </p:cNvPr>
              <p:cNvSpPr txBox="1">
                <a:spLocks noRot="1" noChangeAspect="1" noMove="1" noResize="1" noEditPoints="1" noAdjustHandles="1" noChangeArrowheads="1" noChangeShapeType="1" noTextEdit="1"/>
              </p:cNvSpPr>
              <p:nvPr/>
            </p:nvSpPr>
            <p:spPr>
              <a:xfrm>
                <a:off x="3700866" y="3712934"/>
                <a:ext cx="443263" cy="338554"/>
              </a:xfrm>
              <a:prstGeom prst="rect">
                <a:avLst/>
              </a:prstGeom>
              <a:blipFill>
                <a:blip r:embed="rId7"/>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2567" name="椭圆 22566">
                <a:extLst>
                  <a:ext uri="{FF2B5EF4-FFF2-40B4-BE49-F238E27FC236}">
                    <a16:creationId xmlns:a16="http://schemas.microsoft.com/office/drawing/2014/main" id="{C78338D7-C0CB-6E59-274C-EA16B6FB4859}"/>
                  </a:ext>
                </a:extLst>
              </p:cNvPr>
              <p:cNvSpPr/>
              <p:nvPr/>
            </p:nvSpPr>
            <p:spPr>
              <a:xfrm>
                <a:off x="3111871" y="4532220"/>
                <a:ext cx="437030" cy="437030"/>
              </a:xfrm>
              <a:prstGeom prst="ellipse">
                <a:avLst/>
              </a:prstGeom>
              <a:solidFill>
                <a:schemeClr val="accent6">
                  <a:lumMod val="20000"/>
                  <a:lumOff val="80000"/>
                </a:schemeClr>
              </a:solidFill>
              <a:ln>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sSub>
                        <m:sSubPr>
                          <m:ctrlPr>
                            <a:rPr lang="en-GB" altLang="zh-CN" sz="1600" i="1" smtClean="0">
                              <a:solidFill>
                                <a:schemeClr val="accent4"/>
                              </a:solidFill>
                              <a:latin typeface="Cambria Math" panose="02040503050406030204" pitchFamily="18" charset="0"/>
                            </a:rPr>
                          </m:ctrlPr>
                        </m:sSubPr>
                        <m:e>
                          <m:r>
                            <a:rPr lang="en-GB" altLang="zh-CN" sz="1600" b="0" i="1" smtClean="0">
                              <a:solidFill>
                                <a:schemeClr val="accent4"/>
                              </a:solidFill>
                              <a:latin typeface="Cambria Math" panose="02040503050406030204" pitchFamily="18" charset="0"/>
                            </a:rPr>
                            <m:t>𝑧</m:t>
                          </m:r>
                        </m:e>
                        <m:sub>
                          <m:r>
                            <a:rPr lang="en-GB" altLang="zh-CN" sz="1600" b="0" i="1" smtClean="0">
                              <a:solidFill>
                                <a:schemeClr val="accent4"/>
                              </a:solidFill>
                              <a:latin typeface="Cambria Math" panose="02040503050406030204" pitchFamily="18" charset="0"/>
                            </a:rPr>
                            <m:t>1</m:t>
                          </m:r>
                        </m:sub>
                      </m:sSub>
                    </m:oMath>
                  </m:oMathPara>
                </a14:m>
                <a:endParaRPr lang="en-GB" sz="1600" dirty="0">
                  <a:solidFill>
                    <a:schemeClr val="accent4"/>
                  </a:solidFill>
                </a:endParaRPr>
              </a:p>
            </p:txBody>
          </p:sp>
        </mc:Choice>
        <mc:Fallback xmlns="">
          <p:sp>
            <p:nvSpPr>
              <p:cNvPr id="22567" name="椭圆 22566">
                <a:extLst>
                  <a:ext uri="{FF2B5EF4-FFF2-40B4-BE49-F238E27FC236}">
                    <a16:creationId xmlns:a16="http://schemas.microsoft.com/office/drawing/2014/main" id="{C78338D7-C0CB-6E59-274C-EA16B6FB4859}"/>
                  </a:ext>
                </a:extLst>
              </p:cNvPr>
              <p:cNvSpPr>
                <a:spLocks noRot="1" noChangeAspect="1" noMove="1" noResize="1" noEditPoints="1" noAdjustHandles="1" noChangeArrowheads="1" noChangeShapeType="1" noTextEdit="1"/>
              </p:cNvSpPr>
              <p:nvPr/>
            </p:nvSpPr>
            <p:spPr>
              <a:xfrm>
                <a:off x="3111871" y="4532220"/>
                <a:ext cx="437030" cy="437030"/>
              </a:xfrm>
              <a:prstGeom prst="ellipse">
                <a:avLst/>
              </a:prstGeom>
              <a:blipFill>
                <a:blip r:embed="rId8"/>
                <a:stretch>
                  <a:fillRect/>
                </a:stretch>
              </a:blipFill>
              <a:ln>
                <a:solidFill>
                  <a:schemeClr val="accent6"/>
                </a:solid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2568" name="椭圆 22567">
                <a:extLst>
                  <a:ext uri="{FF2B5EF4-FFF2-40B4-BE49-F238E27FC236}">
                    <a16:creationId xmlns:a16="http://schemas.microsoft.com/office/drawing/2014/main" id="{14A50CD7-8C38-D464-9B9D-098CF50CA777}"/>
                  </a:ext>
                </a:extLst>
              </p:cNvPr>
              <p:cNvSpPr/>
              <p:nvPr/>
            </p:nvSpPr>
            <p:spPr>
              <a:xfrm>
                <a:off x="4294091" y="4532220"/>
                <a:ext cx="437030" cy="437030"/>
              </a:xfrm>
              <a:prstGeom prst="ellipse">
                <a:avLst/>
              </a:prstGeom>
              <a:solidFill>
                <a:schemeClr val="accent6">
                  <a:lumMod val="20000"/>
                  <a:lumOff val="80000"/>
                </a:schemeClr>
              </a:solidFill>
              <a:ln>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sSub>
                        <m:sSubPr>
                          <m:ctrlPr>
                            <a:rPr lang="en-GB" altLang="zh-CN" sz="1600" i="1" smtClean="0">
                              <a:solidFill>
                                <a:schemeClr val="accent4"/>
                              </a:solidFill>
                              <a:latin typeface="Cambria Math" panose="02040503050406030204" pitchFamily="18" charset="0"/>
                            </a:rPr>
                          </m:ctrlPr>
                        </m:sSubPr>
                        <m:e>
                          <m:r>
                            <a:rPr lang="en-GB" altLang="zh-CN" sz="1600" b="0" i="1" smtClean="0">
                              <a:solidFill>
                                <a:schemeClr val="accent4"/>
                              </a:solidFill>
                              <a:latin typeface="Cambria Math" panose="02040503050406030204" pitchFamily="18" charset="0"/>
                            </a:rPr>
                            <m:t>𝑧</m:t>
                          </m:r>
                        </m:e>
                        <m:sub>
                          <m:r>
                            <a:rPr lang="en-GB" altLang="zh-CN" sz="1600" b="0" i="1" smtClean="0">
                              <a:solidFill>
                                <a:schemeClr val="accent4"/>
                              </a:solidFill>
                              <a:latin typeface="Cambria Math" panose="02040503050406030204" pitchFamily="18" charset="0"/>
                            </a:rPr>
                            <m:t>2</m:t>
                          </m:r>
                        </m:sub>
                      </m:sSub>
                    </m:oMath>
                  </m:oMathPara>
                </a14:m>
                <a:endParaRPr lang="en-GB" sz="1600" dirty="0">
                  <a:solidFill>
                    <a:schemeClr val="accent4"/>
                  </a:solidFill>
                </a:endParaRPr>
              </a:p>
            </p:txBody>
          </p:sp>
        </mc:Choice>
        <mc:Fallback xmlns="">
          <p:sp>
            <p:nvSpPr>
              <p:cNvPr id="22568" name="椭圆 22567">
                <a:extLst>
                  <a:ext uri="{FF2B5EF4-FFF2-40B4-BE49-F238E27FC236}">
                    <a16:creationId xmlns:a16="http://schemas.microsoft.com/office/drawing/2014/main" id="{14A50CD7-8C38-D464-9B9D-098CF50CA777}"/>
                  </a:ext>
                </a:extLst>
              </p:cNvPr>
              <p:cNvSpPr>
                <a:spLocks noRot="1" noChangeAspect="1" noMove="1" noResize="1" noEditPoints="1" noAdjustHandles="1" noChangeArrowheads="1" noChangeShapeType="1" noTextEdit="1"/>
              </p:cNvSpPr>
              <p:nvPr/>
            </p:nvSpPr>
            <p:spPr>
              <a:xfrm>
                <a:off x="4294091" y="4532220"/>
                <a:ext cx="437030" cy="437030"/>
              </a:xfrm>
              <a:prstGeom prst="ellipse">
                <a:avLst/>
              </a:prstGeom>
              <a:blipFill>
                <a:blip r:embed="rId9"/>
                <a:stretch>
                  <a:fillRect/>
                </a:stretch>
              </a:blipFill>
              <a:ln>
                <a:solidFill>
                  <a:schemeClr val="accent6"/>
                </a:solid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2569" name="椭圆 22568">
                <a:extLst>
                  <a:ext uri="{FF2B5EF4-FFF2-40B4-BE49-F238E27FC236}">
                    <a16:creationId xmlns:a16="http://schemas.microsoft.com/office/drawing/2014/main" id="{10C56581-47B3-A1EA-CCBA-EE02060297E3}"/>
                  </a:ext>
                </a:extLst>
              </p:cNvPr>
              <p:cNvSpPr/>
              <p:nvPr/>
            </p:nvSpPr>
            <p:spPr>
              <a:xfrm>
                <a:off x="5476310" y="4532220"/>
                <a:ext cx="437030" cy="437030"/>
              </a:xfrm>
              <a:prstGeom prst="ellipse">
                <a:avLst/>
              </a:prstGeom>
              <a:solidFill>
                <a:schemeClr val="accent6">
                  <a:lumMod val="20000"/>
                  <a:lumOff val="80000"/>
                </a:schemeClr>
              </a:solidFill>
              <a:ln>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sSub>
                        <m:sSubPr>
                          <m:ctrlPr>
                            <a:rPr lang="en-GB" altLang="zh-CN" sz="1600" i="1" smtClean="0">
                              <a:solidFill>
                                <a:schemeClr val="accent4"/>
                              </a:solidFill>
                              <a:latin typeface="Cambria Math" panose="02040503050406030204" pitchFamily="18" charset="0"/>
                            </a:rPr>
                          </m:ctrlPr>
                        </m:sSubPr>
                        <m:e>
                          <m:r>
                            <a:rPr lang="en-GB" altLang="zh-CN" sz="1600" b="0" i="1" smtClean="0">
                              <a:solidFill>
                                <a:schemeClr val="accent4"/>
                              </a:solidFill>
                              <a:latin typeface="Cambria Math" panose="02040503050406030204" pitchFamily="18" charset="0"/>
                            </a:rPr>
                            <m:t>𝑧</m:t>
                          </m:r>
                        </m:e>
                        <m:sub>
                          <m:r>
                            <a:rPr lang="en-GB" altLang="zh-CN" sz="1600" b="0" i="1" smtClean="0">
                              <a:solidFill>
                                <a:schemeClr val="accent4"/>
                              </a:solidFill>
                              <a:latin typeface="Cambria Math" panose="02040503050406030204" pitchFamily="18" charset="0"/>
                            </a:rPr>
                            <m:t>3</m:t>
                          </m:r>
                        </m:sub>
                      </m:sSub>
                    </m:oMath>
                  </m:oMathPara>
                </a14:m>
                <a:endParaRPr lang="en-GB" sz="1600" dirty="0">
                  <a:solidFill>
                    <a:schemeClr val="accent4"/>
                  </a:solidFill>
                </a:endParaRPr>
              </a:p>
            </p:txBody>
          </p:sp>
        </mc:Choice>
        <mc:Fallback xmlns="">
          <p:sp>
            <p:nvSpPr>
              <p:cNvPr id="22569" name="椭圆 22568">
                <a:extLst>
                  <a:ext uri="{FF2B5EF4-FFF2-40B4-BE49-F238E27FC236}">
                    <a16:creationId xmlns:a16="http://schemas.microsoft.com/office/drawing/2014/main" id="{10C56581-47B3-A1EA-CCBA-EE02060297E3}"/>
                  </a:ext>
                </a:extLst>
              </p:cNvPr>
              <p:cNvSpPr>
                <a:spLocks noRot="1" noChangeAspect="1" noMove="1" noResize="1" noEditPoints="1" noAdjustHandles="1" noChangeArrowheads="1" noChangeShapeType="1" noTextEdit="1"/>
              </p:cNvSpPr>
              <p:nvPr/>
            </p:nvSpPr>
            <p:spPr>
              <a:xfrm>
                <a:off x="5476310" y="4532220"/>
                <a:ext cx="437030" cy="437030"/>
              </a:xfrm>
              <a:prstGeom prst="ellipse">
                <a:avLst/>
              </a:prstGeom>
              <a:blipFill>
                <a:blip r:embed="rId10"/>
                <a:stretch>
                  <a:fillRect/>
                </a:stretch>
              </a:blipFill>
              <a:ln>
                <a:solidFill>
                  <a:schemeClr val="accent6"/>
                </a:solidFill>
              </a:ln>
            </p:spPr>
            <p:txBody>
              <a:bodyPr/>
              <a:lstStyle/>
              <a:p>
                <a:r>
                  <a:rPr lang="zh-CN" altLang="en-US">
                    <a:noFill/>
                  </a:rPr>
                  <a:t> </a:t>
                </a:r>
              </a:p>
            </p:txBody>
          </p:sp>
        </mc:Fallback>
      </mc:AlternateContent>
      <p:cxnSp>
        <p:nvCxnSpPr>
          <p:cNvPr id="22570" name="直线箭头连接符 22569">
            <a:extLst>
              <a:ext uri="{FF2B5EF4-FFF2-40B4-BE49-F238E27FC236}">
                <a16:creationId xmlns:a16="http://schemas.microsoft.com/office/drawing/2014/main" id="{E3755C2A-684E-96FA-C29F-8ACE1C24AC76}"/>
              </a:ext>
            </a:extLst>
          </p:cNvPr>
          <p:cNvCxnSpPr>
            <a:cxnSpLocks/>
            <a:stCxn id="22560" idx="4"/>
            <a:endCxn id="22567" idx="0"/>
          </p:cNvCxnSpPr>
          <p:nvPr/>
        </p:nvCxnSpPr>
        <p:spPr>
          <a:xfrm>
            <a:off x="3330386" y="4270003"/>
            <a:ext cx="0" cy="262217"/>
          </a:xfrm>
          <a:prstGeom prst="straightConnector1">
            <a:avLst/>
          </a:prstGeom>
          <a:ln w="19050">
            <a:solidFill>
              <a:schemeClr val="tx2"/>
            </a:solidFill>
            <a:tailEnd type="triangle"/>
          </a:ln>
        </p:spPr>
        <p:style>
          <a:lnRef idx="1">
            <a:schemeClr val="accent1"/>
          </a:lnRef>
          <a:fillRef idx="0">
            <a:schemeClr val="accent1"/>
          </a:fillRef>
          <a:effectRef idx="0">
            <a:schemeClr val="accent1"/>
          </a:effectRef>
          <a:fontRef idx="minor">
            <a:schemeClr val="tx1"/>
          </a:fontRef>
        </p:style>
      </p:cxnSp>
      <p:cxnSp>
        <p:nvCxnSpPr>
          <p:cNvPr id="22571" name="直线箭头连接符 22570">
            <a:extLst>
              <a:ext uri="{FF2B5EF4-FFF2-40B4-BE49-F238E27FC236}">
                <a16:creationId xmlns:a16="http://schemas.microsoft.com/office/drawing/2014/main" id="{66E2C526-1C05-D217-EF3B-EFE0E8AD9277}"/>
              </a:ext>
            </a:extLst>
          </p:cNvPr>
          <p:cNvCxnSpPr>
            <a:cxnSpLocks/>
            <a:stCxn id="22561" idx="4"/>
            <a:endCxn id="22568" idx="0"/>
          </p:cNvCxnSpPr>
          <p:nvPr/>
        </p:nvCxnSpPr>
        <p:spPr>
          <a:xfrm>
            <a:off x="4512606" y="4270003"/>
            <a:ext cx="0" cy="262217"/>
          </a:xfrm>
          <a:prstGeom prst="straightConnector1">
            <a:avLst/>
          </a:prstGeom>
          <a:ln w="19050">
            <a:solidFill>
              <a:schemeClr val="tx2"/>
            </a:solidFill>
            <a:tailEnd type="triangle"/>
          </a:ln>
        </p:spPr>
        <p:style>
          <a:lnRef idx="1">
            <a:schemeClr val="accent1"/>
          </a:lnRef>
          <a:fillRef idx="0">
            <a:schemeClr val="accent1"/>
          </a:fillRef>
          <a:effectRef idx="0">
            <a:schemeClr val="accent1"/>
          </a:effectRef>
          <a:fontRef idx="minor">
            <a:schemeClr val="tx1"/>
          </a:fontRef>
        </p:style>
      </p:cxnSp>
      <p:cxnSp>
        <p:nvCxnSpPr>
          <p:cNvPr id="22572" name="直线箭头连接符 22571">
            <a:extLst>
              <a:ext uri="{FF2B5EF4-FFF2-40B4-BE49-F238E27FC236}">
                <a16:creationId xmlns:a16="http://schemas.microsoft.com/office/drawing/2014/main" id="{4D3D9D87-F879-C7EA-2757-9E10BE2BB54B}"/>
              </a:ext>
            </a:extLst>
          </p:cNvPr>
          <p:cNvCxnSpPr>
            <a:cxnSpLocks/>
            <a:stCxn id="22562" idx="4"/>
            <a:endCxn id="22569" idx="0"/>
          </p:cNvCxnSpPr>
          <p:nvPr/>
        </p:nvCxnSpPr>
        <p:spPr>
          <a:xfrm>
            <a:off x="5694825" y="4270003"/>
            <a:ext cx="0" cy="262217"/>
          </a:xfrm>
          <a:prstGeom prst="straightConnector1">
            <a:avLst/>
          </a:prstGeom>
          <a:ln w="19050">
            <a:solidFill>
              <a:schemeClr val="tx2"/>
            </a:solidFill>
            <a:tailEnd type="triangle"/>
          </a:ln>
        </p:spPr>
        <p:style>
          <a:lnRef idx="1">
            <a:schemeClr val="accent1"/>
          </a:lnRef>
          <a:fillRef idx="0">
            <a:schemeClr val="accent1"/>
          </a:fillRef>
          <a:effectRef idx="0">
            <a:schemeClr val="accent1"/>
          </a:effectRef>
          <a:fontRef idx="minor">
            <a:schemeClr val="tx1"/>
          </a:fontRef>
        </p:style>
      </p:cxnSp>
      <p:cxnSp>
        <p:nvCxnSpPr>
          <p:cNvPr id="22573" name="直线箭头连接符 22572">
            <a:extLst>
              <a:ext uri="{FF2B5EF4-FFF2-40B4-BE49-F238E27FC236}">
                <a16:creationId xmlns:a16="http://schemas.microsoft.com/office/drawing/2014/main" id="{1B674F2B-2004-9394-6B7D-FB27AD2E79B5}"/>
              </a:ext>
            </a:extLst>
          </p:cNvPr>
          <p:cNvCxnSpPr/>
          <p:nvPr/>
        </p:nvCxnSpPr>
        <p:spPr>
          <a:xfrm>
            <a:off x="4729750" y="4051488"/>
            <a:ext cx="745190" cy="0"/>
          </a:xfrm>
          <a:prstGeom prst="straightConnector1">
            <a:avLst/>
          </a:prstGeom>
          <a:ln w="19050">
            <a:solidFill>
              <a:schemeClr val="tx2"/>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2574" name="文本框 22573">
                <a:extLst>
                  <a:ext uri="{FF2B5EF4-FFF2-40B4-BE49-F238E27FC236}">
                    <a16:creationId xmlns:a16="http://schemas.microsoft.com/office/drawing/2014/main" id="{11C82FDB-A1E3-B729-76DD-8C0437AE8E07}"/>
                  </a:ext>
                </a:extLst>
              </p:cNvPr>
              <p:cNvSpPr txBox="1"/>
              <p:nvPr/>
            </p:nvSpPr>
            <p:spPr>
              <a:xfrm>
                <a:off x="4883086" y="3712934"/>
                <a:ext cx="443263" cy="33855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GB" altLang="zh-CN" sz="1600" b="0" i="1" smtClean="0">
                              <a:solidFill>
                                <a:schemeClr val="accent4"/>
                              </a:solidFill>
                              <a:latin typeface="Cambria Math" panose="02040503050406030204" pitchFamily="18" charset="0"/>
                            </a:rPr>
                          </m:ctrlPr>
                        </m:sSubPr>
                        <m:e>
                          <m:r>
                            <a:rPr lang="en-GB" altLang="zh-CN" sz="1600" b="0" i="1" smtClean="0">
                              <a:solidFill>
                                <a:schemeClr val="accent4"/>
                              </a:solidFill>
                              <a:latin typeface="Cambria Math" panose="02040503050406030204" pitchFamily="18" charset="0"/>
                            </a:rPr>
                            <m:t>𝑢</m:t>
                          </m:r>
                        </m:e>
                        <m:sub>
                          <m:r>
                            <a:rPr lang="en-GB" altLang="zh-CN" sz="1600" b="0" i="1" smtClean="0">
                              <a:solidFill>
                                <a:schemeClr val="accent4"/>
                              </a:solidFill>
                              <a:latin typeface="Cambria Math" panose="02040503050406030204" pitchFamily="18" charset="0"/>
                            </a:rPr>
                            <m:t>3</m:t>
                          </m:r>
                        </m:sub>
                      </m:sSub>
                    </m:oMath>
                  </m:oMathPara>
                </a14:m>
                <a:endParaRPr lang="en-GB" sz="1600" dirty="0">
                  <a:solidFill>
                    <a:schemeClr val="accent4"/>
                  </a:solidFill>
                </a:endParaRPr>
              </a:p>
            </p:txBody>
          </p:sp>
        </mc:Choice>
        <mc:Fallback xmlns="">
          <p:sp>
            <p:nvSpPr>
              <p:cNvPr id="22574" name="文本框 22573">
                <a:extLst>
                  <a:ext uri="{FF2B5EF4-FFF2-40B4-BE49-F238E27FC236}">
                    <a16:creationId xmlns:a16="http://schemas.microsoft.com/office/drawing/2014/main" id="{11C82FDB-A1E3-B729-76DD-8C0437AE8E07}"/>
                  </a:ext>
                </a:extLst>
              </p:cNvPr>
              <p:cNvSpPr txBox="1">
                <a:spLocks noRot="1" noChangeAspect="1" noMove="1" noResize="1" noEditPoints="1" noAdjustHandles="1" noChangeArrowheads="1" noChangeShapeType="1" noTextEdit="1"/>
              </p:cNvSpPr>
              <p:nvPr/>
            </p:nvSpPr>
            <p:spPr>
              <a:xfrm>
                <a:off x="4883086" y="3712934"/>
                <a:ext cx="443263" cy="338554"/>
              </a:xfrm>
              <a:prstGeom prst="rect">
                <a:avLst/>
              </a:prstGeom>
              <a:blipFill>
                <a:blip r:embed="rId11"/>
                <a:stretch>
                  <a:fillRect/>
                </a:stretch>
              </a:blipFill>
            </p:spPr>
            <p:txBody>
              <a:bodyPr/>
              <a:lstStyle/>
              <a:p>
                <a:r>
                  <a:rPr lang="zh-CN" altLang="en-US">
                    <a:noFill/>
                  </a:rPr>
                  <a:t> </a:t>
                </a:r>
              </a:p>
            </p:txBody>
          </p:sp>
        </mc:Fallback>
      </mc:AlternateContent>
      <p:cxnSp>
        <p:nvCxnSpPr>
          <p:cNvPr id="22575" name="直线箭头连接符 22574">
            <a:extLst>
              <a:ext uri="{FF2B5EF4-FFF2-40B4-BE49-F238E27FC236}">
                <a16:creationId xmlns:a16="http://schemas.microsoft.com/office/drawing/2014/main" id="{2C929D0F-CAAE-6C59-8A0B-28A29173AC5E}"/>
              </a:ext>
            </a:extLst>
          </p:cNvPr>
          <p:cNvCxnSpPr/>
          <p:nvPr/>
        </p:nvCxnSpPr>
        <p:spPr>
          <a:xfrm>
            <a:off x="5906368" y="4051488"/>
            <a:ext cx="745190" cy="0"/>
          </a:xfrm>
          <a:prstGeom prst="straightConnector1">
            <a:avLst/>
          </a:prstGeom>
          <a:ln w="19050">
            <a:solidFill>
              <a:schemeClr val="tx2"/>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2576" name="文本框 22575">
                <a:extLst>
                  <a:ext uri="{FF2B5EF4-FFF2-40B4-BE49-F238E27FC236}">
                    <a16:creationId xmlns:a16="http://schemas.microsoft.com/office/drawing/2014/main" id="{302E8D0E-EDD3-6016-A5CB-B57942ED9F8C}"/>
                  </a:ext>
                </a:extLst>
              </p:cNvPr>
              <p:cNvSpPr txBox="1"/>
              <p:nvPr/>
            </p:nvSpPr>
            <p:spPr>
              <a:xfrm>
                <a:off x="6059704" y="3712934"/>
                <a:ext cx="443263" cy="33855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GB" altLang="zh-CN" sz="1600" b="0" i="1" smtClean="0">
                              <a:solidFill>
                                <a:schemeClr val="tx1"/>
                              </a:solidFill>
                              <a:latin typeface="Cambria Math" panose="02040503050406030204" pitchFamily="18" charset="0"/>
                            </a:rPr>
                          </m:ctrlPr>
                        </m:sSubPr>
                        <m:e>
                          <m:r>
                            <a:rPr lang="en-GB" altLang="zh-CN" sz="1600" b="0" i="1" smtClean="0">
                              <a:solidFill>
                                <a:schemeClr val="tx1"/>
                              </a:solidFill>
                              <a:latin typeface="Cambria Math" panose="02040503050406030204" pitchFamily="18" charset="0"/>
                            </a:rPr>
                            <m:t>𝑢</m:t>
                          </m:r>
                        </m:e>
                        <m:sub>
                          <m:r>
                            <a:rPr lang="en-GB" altLang="zh-CN" sz="1600" b="0" i="1" smtClean="0">
                              <a:solidFill>
                                <a:schemeClr val="tx1"/>
                              </a:solidFill>
                              <a:latin typeface="Cambria Math" panose="02040503050406030204" pitchFamily="18" charset="0"/>
                            </a:rPr>
                            <m:t>4</m:t>
                          </m:r>
                        </m:sub>
                      </m:sSub>
                    </m:oMath>
                  </m:oMathPara>
                </a14:m>
                <a:endParaRPr lang="en-GB" sz="1600" dirty="0"/>
              </a:p>
            </p:txBody>
          </p:sp>
        </mc:Choice>
        <mc:Fallback xmlns="">
          <p:sp>
            <p:nvSpPr>
              <p:cNvPr id="22576" name="文本框 22575">
                <a:extLst>
                  <a:ext uri="{FF2B5EF4-FFF2-40B4-BE49-F238E27FC236}">
                    <a16:creationId xmlns:a16="http://schemas.microsoft.com/office/drawing/2014/main" id="{302E8D0E-EDD3-6016-A5CB-B57942ED9F8C}"/>
                  </a:ext>
                </a:extLst>
              </p:cNvPr>
              <p:cNvSpPr txBox="1">
                <a:spLocks noRot="1" noChangeAspect="1" noMove="1" noResize="1" noEditPoints="1" noAdjustHandles="1" noChangeArrowheads="1" noChangeShapeType="1" noTextEdit="1"/>
              </p:cNvSpPr>
              <p:nvPr/>
            </p:nvSpPr>
            <p:spPr>
              <a:xfrm>
                <a:off x="6059704" y="3712934"/>
                <a:ext cx="443263" cy="338554"/>
              </a:xfrm>
              <a:prstGeom prst="rect">
                <a:avLst/>
              </a:prstGeom>
              <a:blipFill>
                <a:blip r:embed="rId12"/>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49672239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a:extLst>
              <a:ext uri="{FF2B5EF4-FFF2-40B4-BE49-F238E27FC236}">
                <a16:creationId xmlns:a16="http://schemas.microsoft.com/office/drawing/2014/main" id="{94AD2C57-F265-8B0A-6998-D09748D5B04C}"/>
              </a:ext>
            </a:extLst>
          </p:cNvPr>
          <p:cNvSpPr>
            <a:spLocks noGrp="1"/>
          </p:cNvSpPr>
          <p:nvPr>
            <p:ph type="title"/>
          </p:nvPr>
        </p:nvSpPr>
        <p:spPr>
          <a:xfrm>
            <a:off x="628649" y="559420"/>
            <a:ext cx="7732925" cy="630335"/>
          </a:xfrm>
        </p:spPr>
        <p:txBody>
          <a:bodyPr/>
          <a:lstStyle/>
          <a:p>
            <a:r>
              <a:rPr lang="en-GB" altLang="zh-CN"/>
              <a:t>The Bayes Filter </a:t>
            </a:r>
            <a:endParaRPr lang="en-GB" altLang="zh-CN" dirty="0"/>
          </a:p>
        </p:txBody>
      </p:sp>
      <mc:AlternateContent xmlns:mc="http://schemas.openxmlformats.org/markup-compatibility/2006" xmlns:a14="http://schemas.microsoft.com/office/drawing/2010/main">
        <mc:Choice Requires="a14">
          <p:sp>
            <p:nvSpPr>
              <p:cNvPr id="6" name="文本占位符 5">
                <a:extLst>
                  <a:ext uri="{FF2B5EF4-FFF2-40B4-BE49-F238E27FC236}">
                    <a16:creationId xmlns:a16="http://schemas.microsoft.com/office/drawing/2014/main" id="{41A57552-7486-50C4-4F37-AA79E7A9F51F}"/>
                  </a:ext>
                </a:extLst>
              </p:cNvPr>
              <p:cNvSpPr>
                <a:spLocks noGrp="1"/>
              </p:cNvSpPr>
              <p:nvPr>
                <p:ph type="body" sz="quarter" idx="10"/>
              </p:nvPr>
            </p:nvSpPr>
            <p:spPr>
              <a:xfrm>
                <a:off x="628651" y="1465263"/>
                <a:ext cx="7641290" cy="2299909"/>
              </a:xfrm>
            </p:spPr>
            <p:txBody>
              <a:bodyPr/>
              <a:lstStyle/>
              <a:p>
                <a:r>
                  <a:rPr lang="en-GB" altLang="zh-CN" dirty="0"/>
                  <a:t>Our goal with the Bayes filter will be to </a:t>
                </a:r>
                <a:r>
                  <a:rPr lang="en-GB" altLang="zh-CN" dirty="0">
                    <a:solidFill>
                      <a:srgbClr val="003399"/>
                    </a:solidFill>
                  </a:rPr>
                  <a:t>estimate our robot’s state over time </a:t>
                </a:r>
                <a:r>
                  <a:rPr lang="en-GB" altLang="zh-CN" dirty="0"/>
                  <a:t>(</a:t>
                </a:r>
                <a14:m>
                  <m:oMath xmlns:m="http://schemas.openxmlformats.org/officeDocument/2006/math">
                    <m:sSub>
                      <m:sSubPr>
                        <m:ctrlPr>
                          <a:rPr lang="en-GB" altLang="zh-CN" sz="1600" i="1" smtClean="0">
                            <a:solidFill>
                              <a:schemeClr val="tx1"/>
                            </a:solidFill>
                            <a:latin typeface="Cambria Math" panose="02040503050406030204" pitchFamily="18" charset="0"/>
                          </a:rPr>
                        </m:ctrlPr>
                      </m:sSubPr>
                      <m:e>
                        <m:r>
                          <a:rPr lang="en-GB" altLang="zh-CN" sz="1600" b="0" i="1" smtClean="0">
                            <a:solidFill>
                              <a:schemeClr val="tx1"/>
                            </a:solidFill>
                            <a:latin typeface="Cambria Math" panose="02040503050406030204" pitchFamily="18" charset="0"/>
                          </a:rPr>
                          <m:t>𝑥</m:t>
                        </m:r>
                      </m:e>
                      <m:sub>
                        <m:r>
                          <a:rPr lang="en-GB" altLang="zh-CN" sz="1600" b="0" i="1" smtClean="0">
                            <a:solidFill>
                              <a:schemeClr val="tx1"/>
                            </a:solidFill>
                            <a:latin typeface="Cambria Math" panose="02040503050406030204" pitchFamily="18" charset="0"/>
                          </a:rPr>
                          <m:t>𝑡</m:t>
                        </m:r>
                      </m:sub>
                    </m:sSub>
                  </m:oMath>
                </a14:m>
                <a:r>
                  <a:rPr lang="en-GB" altLang="zh-CN" dirty="0"/>
                  <a:t>, where </a:t>
                </a:r>
                <a14:m>
                  <m:oMath xmlns:m="http://schemas.openxmlformats.org/officeDocument/2006/math">
                    <m:r>
                      <a:rPr lang="en-GB" altLang="zh-CN" b="0" i="1" smtClean="0">
                        <a:latin typeface="Cambria Math" panose="02040503050406030204" pitchFamily="18" charset="0"/>
                      </a:rPr>
                      <m:t>𝑡</m:t>
                    </m:r>
                  </m:oMath>
                </a14:m>
                <a:r>
                  <a:rPr lang="en-GB" altLang="zh-CN" dirty="0"/>
                  <a:t> indicates timestep) given a </a:t>
                </a:r>
                <a:r>
                  <a:rPr lang="en-GB" altLang="zh-CN" dirty="0">
                    <a:solidFill>
                      <a:srgbClr val="003399"/>
                    </a:solidFill>
                  </a:rPr>
                  <a:t>history</a:t>
                </a:r>
                <a:r>
                  <a:rPr lang="en-GB" altLang="zh-CN" dirty="0"/>
                  <a:t> of actions and observations (sensor measurements). </a:t>
                </a:r>
              </a:p>
              <a:p>
                <a:r>
                  <a:rPr lang="en-GB" altLang="zh-CN" dirty="0"/>
                  <a:t>We compute the</a:t>
                </a:r>
                <a:r>
                  <a:rPr lang="zh-CN" altLang="en-US" dirty="0"/>
                  <a:t> </a:t>
                </a:r>
                <a:r>
                  <a:rPr lang="en-GB" altLang="zh-CN" dirty="0">
                    <a:solidFill>
                      <a:srgbClr val="003399"/>
                    </a:solidFill>
                  </a:rPr>
                  <a:t>belief</a:t>
                </a:r>
                <a:r>
                  <a:rPr lang="zh-CN" altLang="en-US" dirty="0"/>
                  <a:t> </a:t>
                </a:r>
                <a:r>
                  <a:rPr lang="en-US" altLang="zh-CN" dirty="0"/>
                  <a:t>i.e. the</a:t>
                </a:r>
                <a:r>
                  <a:rPr lang="en-GB" altLang="zh-CN" dirty="0"/>
                  <a:t> posterior probability of our state estimate (</a:t>
                </a:r>
                <a14:m>
                  <m:oMath xmlns:m="http://schemas.openxmlformats.org/officeDocument/2006/math">
                    <m:r>
                      <a:rPr lang="en-GB" altLang="zh-CN" i="1">
                        <a:latin typeface="Cambria Math" panose="02040503050406030204" pitchFamily="18" charset="0"/>
                      </a:rPr>
                      <m:t>𝑏𝑒𝑙</m:t>
                    </m:r>
                    <m:d>
                      <m:dPr>
                        <m:ctrlPr>
                          <a:rPr lang="en-GB" altLang="zh-CN" sz="1600" b="0" i="1" smtClean="0">
                            <a:solidFill>
                              <a:schemeClr val="tx1"/>
                            </a:solidFill>
                            <a:latin typeface="Cambria Math" panose="02040503050406030204" pitchFamily="18" charset="0"/>
                          </a:rPr>
                        </m:ctrlPr>
                      </m:dPr>
                      <m:e>
                        <m:sSub>
                          <m:sSubPr>
                            <m:ctrlPr>
                              <a:rPr lang="en-GB" altLang="zh-CN" i="1">
                                <a:latin typeface="Cambria Math" panose="02040503050406030204" pitchFamily="18" charset="0"/>
                              </a:rPr>
                            </m:ctrlPr>
                          </m:sSubPr>
                          <m:e>
                            <m:r>
                              <a:rPr lang="en-GB" altLang="zh-CN" i="1">
                                <a:latin typeface="Cambria Math" panose="02040503050406030204" pitchFamily="18" charset="0"/>
                              </a:rPr>
                              <m:t>𝑥</m:t>
                            </m:r>
                          </m:e>
                          <m:sub>
                            <m:r>
                              <a:rPr lang="en-GB" altLang="zh-CN" i="1">
                                <a:latin typeface="Cambria Math" panose="02040503050406030204" pitchFamily="18" charset="0"/>
                              </a:rPr>
                              <m:t>𝑡</m:t>
                            </m:r>
                          </m:sub>
                        </m:sSub>
                      </m:e>
                    </m:d>
                  </m:oMath>
                </a14:m>
                <a:r>
                  <a:rPr lang="en-GB" altLang="zh-CN" dirty="0"/>
                  <a:t>), given a history of actions (</a:t>
                </a:r>
                <a14:m>
                  <m:oMath xmlns:m="http://schemas.openxmlformats.org/officeDocument/2006/math">
                    <m:sSub>
                      <m:sSubPr>
                        <m:ctrlPr>
                          <a:rPr lang="en-GB" altLang="zh-CN" i="1">
                            <a:latin typeface="Cambria Math" panose="02040503050406030204" pitchFamily="18" charset="0"/>
                          </a:rPr>
                        </m:ctrlPr>
                      </m:sSubPr>
                      <m:e>
                        <m:r>
                          <a:rPr lang="en-GB" altLang="zh-CN" b="0" i="1" smtClean="0">
                            <a:latin typeface="Cambria Math" panose="02040503050406030204" pitchFamily="18" charset="0"/>
                          </a:rPr>
                          <m:t>𝑢</m:t>
                        </m:r>
                      </m:e>
                      <m:sub>
                        <m:r>
                          <a:rPr lang="en-GB" altLang="zh-CN" b="0" i="1" smtClean="0">
                            <a:latin typeface="Cambria Math" panose="02040503050406030204" pitchFamily="18" charset="0"/>
                          </a:rPr>
                          <m:t>1</m:t>
                        </m:r>
                      </m:sub>
                    </m:sSub>
                    <m:r>
                      <a:rPr lang="en-GB" altLang="zh-CN" b="0" i="1" smtClean="0">
                        <a:latin typeface="Cambria Math" panose="02040503050406030204" pitchFamily="18" charset="0"/>
                      </a:rPr>
                      <m:t>,…,</m:t>
                    </m:r>
                    <m:sSub>
                      <m:sSubPr>
                        <m:ctrlPr>
                          <a:rPr lang="en-GB" altLang="zh-CN" b="0" i="1" smtClean="0">
                            <a:latin typeface="Cambria Math" panose="02040503050406030204" pitchFamily="18" charset="0"/>
                          </a:rPr>
                        </m:ctrlPr>
                      </m:sSubPr>
                      <m:e>
                        <m:r>
                          <a:rPr lang="en-GB" altLang="zh-CN" b="0" i="1" smtClean="0">
                            <a:latin typeface="Cambria Math" panose="02040503050406030204" pitchFamily="18" charset="0"/>
                          </a:rPr>
                          <m:t>𝑢</m:t>
                        </m:r>
                      </m:e>
                      <m:sub>
                        <m:r>
                          <a:rPr lang="en-GB" altLang="zh-CN" b="0" i="1" smtClean="0">
                            <a:latin typeface="Cambria Math" panose="02040503050406030204" pitchFamily="18" charset="0"/>
                          </a:rPr>
                          <m:t>𝑡</m:t>
                        </m:r>
                      </m:sub>
                    </m:sSub>
                  </m:oMath>
                </a14:m>
                <a:r>
                  <a:rPr lang="en-GB" altLang="zh-CN" dirty="0"/>
                  <a:t>) and sensor measurements (</a:t>
                </a:r>
                <a14:m>
                  <m:oMath xmlns:m="http://schemas.openxmlformats.org/officeDocument/2006/math">
                    <m:sSub>
                      <m:sSubPr>
                        <m:ctrlPr>
                          <a:rPr lang="en-GB" altLang="zh-CN" i="1">
                            <a:latin typeface="Cambria Math" panose="02040503050406030204" pitchFamily="18" charset="0"/>
                          </a:rPr>
                        </m:ctrlPr>
                      </m:sSubPr>
                      <m:e>
                        <m:r>
                          <a:rPr lang="en-GB" altLang="zh-CN" b="0" i="1" smtClean="0">
                            <a:latin typeface="Cambria Math" panose="02040503050406030204" pitchFamily="18" charset="0"/>
                          </a:rPr>
                          <m:t>𝑧</m:t>
                        </m:r>
                      </m:e>
                      <m:sub>
                        <m:r>
                          <a:rPr lang="en-GB" altLang="zh-CN" b="0" i="1" smtClean="0">
                            <a:latin typeface="Cambria Math" panose="02040503050406030204" pitchFamily="18" charset="0"/>
                          </a:rPr>
                          <m:t>1</m:t>
                        </m:r>
                      </m:sub>
                    </m:sSub>
                    <m:r>
                      <a:rPr lang="en-GB" altLang="zh-CN" i="1">
                        <a:latin typeface="Cambria Math" panose="02040503050406030204" pitchFamily="18" charset="0"/>
                      </a:rPr>
                      <m:t>,…,</m:t>
                    </m:r>
                    <m:sSub>
                      <m:sSubPr>
                        <m:ctrlPr>
                          <a:rPr lang="en-GB" altLang="zh-CN" i="1">
                            <a:latin typeface="Cambria Math" panose="02040503050406030204" pitchFamily="18" charset="0"/>
                          </a:rPr>
                        </m:ctrlPr>
                      </m:sSubPr>
                      <m:e>
                        <m:r>
                          <a:rPr lang="en-GB" altLang="zh-CN" b="0" i="1" smtClean="0">
                            <a:latin typeface="Cambria Math" panose="02040503050406030204" pitchFamily="18" charset="0"/>
                          </a:rPr>
                          <m:t>𝑧</m:t>
                        </m:r>
                      </m:e>
                      <m:sub>
                        <m:r>
                          <a:rPr lang="en-GB" altLang="zh-CN" i="1">
                            <a:latin typeface="Cambria Math" panose="02040503050406030204" pitchFamily="18" charset="0"/>
                          </a:rPr>
                          <m:t>𝑡</m:t>
                        </m:r>
                      </m:sub>
                    </m:sSub>
                  </m:oMath>
                </a14:m>
                <a:r>
                  <a:rPr lang="en-GB" altLang="zh-CN" dirty="0"/>
                  <a:t>) as:</a:t>
                </a:r>
              </a:p>
              <a:p>
                <a:pPr algn="ctr"/>
                <a14:m>
                  <m:oMath xmlns:m="http://schemas.openxmlformats.org/officeDocument/2006/math">
                    <m:r>
                      <a:rPr lang="en-GB" altLang="zh-CN" i="1">
                        <a:latin typeface="Cambria Math" panose="02040503050406030204" pitchFamily="18" charset="0"/>
                      </a:rPr>
                      <m:t>𝑏𝑒𝑙</m:t>
                    </m:r>
                    <m:d>
                      <m:dPr>
                        <m:ctrlPr>
                          <a:rPr lang="en-GB" altLang="zh-CN" sz="1600" b="0" i="1" smtClean="0">
                            <a:solidFill>
                              <a:schemeClr val="tx1"/>
                            </a:solidFill>
                            <a:latin typeface="Cambria Math" panose="02040503050406030204" pitchFamily="18" charset="0"/>
                          </a:rPr>
                        </m:ctrlPr>
                      </m:dPr>
                      <m:e>
                        <m:sSub>
                          <m:sSubPr>
                            <m:ctrlPr>
                              <a:rPr lang="en-GB" altLang="zh-CN" i="1">
                                <a:latin typeface="Cambria Math" panose="02040503050406030204" pitchFamily="18" charset="0"/>
                              </a:rPr>
                            </m:ctrlPr>
                          </m:sSubPr>
                          <m:e>
                            <m:r>
                              <a:rPr lang="en-GB" altLang="zh-CN" i="1">
                                <a:latin typeface="Cambria Math" panose="02040503050406030204" pitchFamily="18" charset="0"/>
                              </a:rPr>
                              <m:t>𝑥</m:t>
                            </m:r>
                          </m:e>
                          <m:sub>
                            <m:r>
                              <a:rPr lang="en-GB" altLang="zh-CN" i="1">
                                <a:latin typeface="Cambria Math" panose="02040503050406030204" pitchFamily="18" charset="0"/>
                              </a:rPr>
                              <m:t>𝑡</m:t>
                            </m:r>
                          </m:sub>
                        </m:sSub>
                      </m:e>
                    </m:d>
                    <m:r>
                      <a:rPr lang="en-GB" altLang="zh-CN" b="0" i="1" smtClean="0">
                        <a:latin typeface="Cambria Math" panose="02040503050406030204" pitchFamily="18" charset="0"/>
                      </a:rPr>
                      <m:t>=</m:t>
                    </m:r>
                    <m:r>
                      <a:rPr lang="en-GB" altLang="zh-CN" b="0" i="1" smtClean="0">
                        <a:latin typeface="Cambria Math" panose="02040503050406030204" pitchFamily="18" charset="0"/>
                      </a:rPr>
                      <m:t>𝑃</m:t>
                    </m:r>
                    <m:r>
                      <a:rPr lang="en-GB" altLang="zh-CN" b="0" i="1" smtClean="0">
                        <a:latin typeface="Cambria Math" panose="02040503050406030204" pitchFamily="18" charset="0"/>
                      </a:rPr>
                      <m:t>(</m:t>
                    </m:r>
                    <m:sSub>
                      <m:sSubPr>
                        <m:ctrlPr>
                          <a:rPr lang="en-GB" altLang="zh-CN" b="0" i="1" smtClean="0">
                            <a:latin typeface="Cambria Math" panose="02040503050406030204" pitchFamily="18" charset="0"/>
                          </a:rPr>
                        </m:ctrlPr>
                      </m:sSubPr>
                      <m:e>
                        <m:r>
                          <a:rPr lang="en-GB" altLang="zh-CN" b="0" i="1" smtClean="0">
                            <a:latin typeface="Cambria Math" panose="02040503050406030204" pitchFamily="18" charset="0"/>
                          </a:rPr>
                          <m:t>𝑥</m:t>
                        </m:r>
                      </m:e>
                      <m:sub>
                        <m:r>
                          <a:rPr lang="en-GB" altLang="zh-CN" b="0" i="1" smtClean="0">
                            <a:latin typeface="Cambria Math" panose="02040503050406030204" pitchFamily="18" charset="0"/>
                          </a:rPr>
                          <m:t>𝑡</m:t>
                        </m:r>
                      </m:sub>
                    </m:sSub>
                    <m:r>
                      <a:rPr lang="en-GB" altLang="zh-CN" b="0" i="1" smtClean="0">
                        <a:latin typeface="Cambria Math" panose="02040503050406030204" pitchFamily="18" charset="0"/>
                      </a:rPr>
                      <m:t>|</m:t>
                    </m:r>
                    <m:sSub>
                      <m:sSubPr>
                        <m:ctrlPr>
                          <a:rPr lang="en-GB" altLang="zh-CN" i="1" smtClean="0">
                            <a:solidFill>
                              <a:schemeClr val="accent4"/>
                            </a:solidFill>
                            <a:latin typeface="Cambria Math" panose="02040503050406030204" pitchFamily="18" charset="0"/>
                          </a:rPr>
                        </m:ctrlPr>
                      </m:sSubPr>
                      <m:e>
                        <m:r>
                          <a:rPr lang="en-GB" altLang="zh-CN" i="1">
                            <a:solidFill>
                              <a:schemeClr val="accent4"/>
                            </a:solidFill>
                            <a:latin typeface="Cambria Math" panose="02040503050406030204" pitchFamily="18" charset="0"/>
                          </a:rPr>
                          <m:t>𝑢</m:t>
                        </m:r>
                      </m:e>
                      <m:sub>
                        <m:r>
                          <a:rPr lang="en-GB" altLang="zh-CN" b="0" i="1" smtClean="0">
                            <a:solidFill>
                              <a:schemeClr val="accent4"/>
                            </a:solidFill>
                            <a:latin typeface="Cambria Math" panose="02040503050406030204" pitchFamily="18" charset="0"/>
                          </a:rPr>
                          <m:t>1</m:t>
                        </m:r>
                      </m:sub>
                    </m:sSub>
                    <m:r>
                      <a:rPr lang="en-GB" altLang="zh-CN" i="1">
                        <a:solidFill>
                          <a:schemeClr val="accent4"/>
                        </a:solidFill>
                        <a:latin typeface="Cambria Math" panose="02040503050406030204" pitchFamily="18" charset="0"/>
                      </a:rPr>
                      <m:t>,…,</m:t>
                    </m:r>
                    <m:sSub>
                      <m:sSubPr>
                        <m:ctrlPr>
                          <a:rPr lang="en-GB" altLang="zh-CN" i="1">
                            <a:solidFill>
                              <a:schemeClr val="accent4"/>
                            </a:solidFill>
                            <a:latin typeface="Cambria Math" panose="02040503050406030204" pitchFamily="18" charset="0"/>
                          </a:rPr>
                        </m:ctrlPr>
                      </m:sSubPr>
                      <m:e>
                        <m:r>
                          <a:rPr lang="en-GB" altLang="zh-CN" i="1">
                            <a:solidFill>
                              <a:schemeClr val="accent4"/>
                            </a:solidFill>
                            <a:latin typeface="Cambria Math" panose="02040503050406030204" pitchFamily="18" charset="0"/>
                          </a:rPr>
                          <m:t>𝑢</m:t>
                        </m:r>
                      </m:e>
                      <m:sub>
                        <m:r>
                          <a:rPr lang="en-GB" altLang="zh-CN" i="1">
                            <a:solidFill>
                              <a:schemeClr val="accent4"/>
                            </a:solidFill>
                            <a:latin typeface="Cambria Math" panose="02040503050406030204" pitchFamily="18" charset="0"/>
                          </a:rPr>
                          <m:t>𝑡</m:t>
                        </m:r>
                      </m:sub>
                    </m:sSub>
                    <m:r>
                      <a:rPr lang="en-GB" altLang="zh-CN" b="0" i="1" smtClean="0">
                        <a:solidFill>
                          <a:schemeClr val="accent4"/>
                        </a:solidFill>
                        <a:latin typeface="Cambria Math" panose="02040503050406030204" pitchFamily="18" charset="0"/>
                      </a:rPr>
                      <m:t>,</m:t>
                    </m:r>
                    <m:sSub>
                      <m:sSubPr>
                        <m:ctrlPr>
                          <a:rPr lang="en-GB" altLang="zh-CN" i="1">
                            <a:solidFill>
                              <a:schemeClr val="accent4"/>
                            </a:solidFill>
                            <a:latin typeface="Cambria Math" panose="02040503050406030204" pitchFamily="18" charset="0"/>
                          </a:rPr>
                        </m:ctrlPr>
                      </m:sSubPr>
                      <m:e>
                        <m:r>
                          <a:rPr lang="en-GB" altLang="zh-CN" i="1">
                            <a:solidFill>
                              <a:schemeClr val="accent4"/>
                            </a:solidFill>
                            <a:latin typeface="Cambria Math" panose="02040503050406030204" pitchFamily="18" charset="0"/>
                          </a:rPr>
                          <m:t>𝑧</m:t>
                        </m:r>
                      </m:e>
                      <m:sub>
                        <m:r>
                          <a:rPr lang="en-GB" altLang="zh-CN" b="0" i="1" smtClean="0">
                            <a:solidFill>
                              <a:schemeClr val="accent4"/>
                            </a:solidFill>
                            <a:latin typeface="Cambria Math" panose="02040503050406030204" pitchFamily="18" charset="0"/>
                          </a:rPr>
                          <m:t>1</m:t>
                        </m:r>
                      </m:sub>
                    </m:sSub>
                    <m:r>
                      <a:rPr lang="en-GB" altLang="zh-CN" i="1">
                        <a:solidFill>
                          <a:schemeClr val="accent4"/>
                        </a:solidFill>
                        <a:latin typeface="Cambria Math" panose="02040503050406030204" pitchFamily="18" charset="0"/>
                      </a:rPr>
                      <m:t>,…,</m:t>
                    </m:r>
                    <m:sSub>
                      <m:sSubPr>
                        <m:ctrlPr>
                          <a:rPr lang="en-GB" altLang="zh-CN" i="1">
                            <a:solidFill>
                              <a:schemeClr val="accent4"/>
                            </a:solidFill>
                            <a:latin typeface="Cambria Math" panose="02040503050406030204" pitchFamily="18" charset="0"/>
                          </a:rPr>
                        </m:ctrlPr>
                      </m:sSubPr>
                      <m:e>
                        <m:r>
                          <a:rPr lang="en-GB" altLang="zh-CN" i="1">
                            <a:solidFill>
                              <a:schemeClr val="accent4"/>
                            </a:solidFill>
                            <a:latin typeface="Cambria Math" panose="02040503050406030204" pitchFamily="18" charset="0"/>
                          </a:rPr>
                          <m:t>𝑧</m:t>
                        </m:r>
                      </m:e>
                      <m:sub>
                        <m:r>
                          <a:rPr lang="en-GB" altLang="zh-CN" i="1">
                            <a:solidFill>
                              <a:schemeClr val="accent4"/>
                            </a:solidFill>
                            <a:latin typeface="Cambria Math" panose="02040503050406030204" pitchFamily="18" charset="0"/>
                          </a:rPr>
                          <m:t>𝑡</m:t>
                        </m:r>
                      </m:sub>
                    </m:sSub>
                    <m:r>
                      <a:rPr lang="en-GB" altLang="zh-CN" b="0" i="1" smtClean="0">
                        <a:latin typeface="Cambria Math" panose="02040503050406030204" pitchFamily="18" charset="0"/>
                      </a:rPr>
                      <m:t>)</m:t>
                    </m:r>
                  </m:oMath>
                </a14:m>
                <a:r>
                  <a:rPr lang="en-US" altLang="zh-CN" dirty="0"/>
                  <a:t> </a:t>
                </a:r>
                <a:endParaRPr lang="zh-CN" altLang="en-US" dirty="0"/>
              </a:p>
            </p:txBody>
          </p:sp>
        </mc:Choice>
        <mc:Fallback xmlns="">
          <p:sp>
            <p:nvSpPr>
              <p:cNvPr id="6" name="文本占位符 5">
                <a:extLst>
                  <a:ext uri="{FF2B5EF4-FFF2-40B4-BE49-F238E27FC236}">
                    <a16:creationId xmlns:a16="http://schemas.microsoft.com/office/drawing/2014/main" id="{41A57552-7486-50C4-4F37-AA79E7A9F51F}"/>
                  </a:ext>
                </a:extLst>
              </p:cNvPr>
              <p:cNvSpPr>
                <a:spLocks noGrp="1" noRot="1" noChangeAspect="1" noMove="1" noResize="1" noEditPoints="1" noAdjustHandles="1" noChangeArrowheads="1" noChangeShapeType="1" noTextEdit="1"/>
              </p:cNvSpPr>
              <p:nvPr>
                <p:ph type="body" sz="quarter" idx="10"/>
              </p:nvPr>
            </p:nvSpPr>
            <p:spPr>
              <a:xfrm>
                <a:off x="628651" y="1465263"/>
                <a:ext cx="7641290" cy="2299909"/>
              </a:xfrm>
              <a:blipFill>
                <a:blip r:embed="rId3"/>
                <a:stretch>
                  <a:fillRect l="-332" t="-219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2529" name="椭圆 22528">
                <a:extLst>
                  <a:ext uri="{FF2B5EF4-FFF2-40B4-BE49-F238E27FC236}">
                    <a16:creationId xmlns:a16="http://schemas.microsoft.com/office/drawing/2014/main" id="{A15B902D-4957-5495-4FF2-2DC0E9F0990B}"/>
                  </a:ext>
                </a:extLst>
              </p:cNvPr>
              <p:cNvSpPr/>
              <p:nvPr/>
            </p:nvSpPr>
            <p:spPr>
              <a:xfrm>
                <a:off x="3111871" y="3832973"/>
                <a:ext cx="437030" cy="437030"/>
              </a:xfrm>
              <a:prstGeom prst="ellipse">
                <a:avLst/>
              </a:prstGeom>
              <a:solidFill>
                <a:schemeClr val="tx2">
                  <a:lumMod val="20000"/>
                  <a:lumOff val="80000"/>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sSub>
                        <m:sSubPr>
                          <m:ctrlPr>
                            <a:rPr lang="en-GB" altLang="zh-CN" sz="1600" i="1" smtClean="0">
                              <a:solidFill>
                                <a:schemeClr val="tx1"/>
                              </a:solidFill>
                              <a:latin typeface="Cambria Math" panose="02040503050406030204" pitchFamily="18" charset="0"/>
                            </a:rPr>
                          </m:ctrlPr>
                        </m:sSubPr>
                        <m:e>
                          <m:r>
                            <a:rPr lang="en-GB" altLang="zh-CN" sz="1600" b="0" i="1" smtClean="0">
                              <a:solidFill>
                                <a:schemeClr val="tx1"/>
                              </a:solidFill>
                              <a:latin typeface="Cambria Math" panose="02040503050406030204" pitchFamily="18" charset="0"/>
                            </a:rPr>
                            <m:t>𝑥</m:t>
                          </m:r>
                        </m:e>
                        <m:sub>
                          <m:r>
                            <a:rPr lang="en-GB" altLang="zh-CN" sz="1600" b="0" i="1" smtClean="0">
                              <a:solidFill>
                                <a:schemeClr val="tx1"/>
                              </a:solidFill>
                              <a:latin typeface="Cambria Math" panose="02040503050406030204" pitchFamily="18" charset="0"/>
                            </a:rPr>
                            <m:t>1</m:t>
                          </m:r>
                        </m:sub>
                      </m:sSub>
                    </m:oMath>
                  </m:oMathPara>
                </a14:m>
                <a:endParaRPr lang="en-GB" sz="1600" dirty="0"/>
              </a:p>
            </p:txBody>
          </p:sp>
        </mc:Choice>
        <mc:Fallback xmlns="">
          <p:sp>
            <p:nvSpPr>
              <p:cNvPr id="22529" name="椭圆 22528">
                <a:extLst>
                  <a:ext uri="{FF2B5EF4-FFF2-40B4-BE49-F238E27FC236}">
                    <a16:creationId xmlns:a16="http://schemas.microsoft.com/office/drawing/2014/main" id="{A15B902D-4957-5495-4FF2-2DC0E9F0990B}"/>
                  </a:ext>
                </a:extLst>
              </p:cNvPr>
              <p:cNvSpPr>
                <a:spLocks noRot="1" noChangeAspect="1" noMove="1" noResize="1" noEditPoints="1" noAdjustHandles="1" noChangeArrowheads="1" noChangeShapeType="1" noTextEdit="1"/>
              </p:cNvSpPr>
              <p:nvPr/>
            </p:nvSpPr>
            <p:spPr>
              <a:xfrm>
                <a:off x="3111871" y="3832973"/>
                <a:ext cx="437030" cy="437030"/>
              </a:xfrm>
              <a:prstGeom prst="ellipse">
                <a:avLst/>
              </a:prstGeom>
              <a:blipFill>
                <a:blip r:embed="rId4"/>
                <a:stretch>
                  <a:fillRect/>
                </a:stretch>
              </a:blipFill>
              <a:ln>
                <a:solidFill>
                  <a:schemeClr val="tx2"/>
                </a:solid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2531" name="椭圆 22530">
                <a:extLst>
                  <a:ext uri="{FF2B5EF4-FFF2-40B4-BE49-F238E27FC236}">
                    <a16:creationId xmlns:a16="http://schemas.microsoft.com/office/drawing/2014/main" id="{AA61BAC6-2352-8EBF-ECAB-944B64E2A61F}"/>
                  </a:ext>
                </a:extLst>
              </p:cNvPr>
              <p:cNvSpPr/>
              <p:nvPr/>
            </p:nvSpPr>
            <p:spPr>
              <a:xfrm>
                <a:off x="4294091" y="3832973"/>
                <a:ext cx="437030" cy="437030"/>
              </a:xfrm>
              <a:prstGeom prst="ellipse">
                <a:avLst/>
              </a:prstGeom>
              <a:solidFill>
                <a:schemeClr val="tx2">
                  <a:lumMod val="20000"/>
                  <a:lumOff val="80000"/>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sSub>
                        <m:sSubPr>
                          <m:ctrlPr>
                            <a:rPr lang="en-GB" altLang="zh-CN" sz="1600" i="1" smtClean="0">
                              <a:solidFill>
                                <a:schemeClr val="tx1"/>
                              </a:solidFill>
                              <a:latin typeface="Cambria Math" panose="02040503050406030204" pitchFamily="18" charset="0"/>
                            </a:rPr>
                          </m:ctrlPr>
                        </m:sSubPr>
                        <m:e>
                          <m:r>
                            <a:rPr lang="en-GB" altLang="zh-CN" sz="1600" b="0" i="1" smtClean="0">
                              <a:solidFill>
                                <a:schemeClr val="tx1"/>
                              </a:solidFill>
                              <a:latin typeface="Cambria Math" panose="02040503050406030204" pitchFamily="18" charset="0"/>
                            </a:rPr>
                            <m:t>𝑥</m:t>
                          </m:r>
                        </m:e>
                        <m:sub>
                          <m:r>
                            <a:rPr lang="en-GB" altLang="zh-CN" sz="1600" b="0" i="1" smtClean="0">
                              <a:solidFill>
                                <a:schemeClr val="tx1"/>
                              </a:solidFill>
                              <a:latin typeface="Cambria Math" panose="02040503050406030204" pitchFamily="18" charset="0"/>
                            </a:rPr>
                            <m:t>2</m:t>
                          </m:r>
                        </m:sub>
                      </m:sSub>
                    </m:oMath>
                  </m:oMathPara>
                </a14:m>
                <a:endParaRPr lang="en-GB" sz="1600" dirty="0"/>
              </a:p>
            </p:txBody>
          </p:sp>
        </mc:Choice>
        <mc:Fallback xmlns="">
          <p:sp>
            <p:nvSpPr>
              <p:cNvPr id="22531" name="椭圆 22530">
                <a:extLst>
                  <a:ext uri="{FF2B5EF4-FFF2-40B4-BE49-F238E27FC236}">
                    <a16:creationId xmlns:a16="http://schemas.microsoft.com/office/drawing/2014/main" id="{AA61BAC6-2352-8EBF-ECAB-944B64E2A61F}"/>
                  </a:ext>
                </a:extLst>
              </p:cNvPr>
              <p:cNvSpPr>
                <a:spLocks noRot="1" noChangeAspect="1" noMove="1" noResize="1" noEditPoints="1" noAdjustHandles="1" noChangeArrowheads="1" noChangeShapeType="1" noTextEdit="1"/>
              </p:cNvSpPr>
              <p:nvPr/>
            </p:nvSpPr>
            <p:spPr>
              <a:xfrm>
                <a:off x="4294091" y="3832973"/>
                <a:ext cx="437030" cy="437030"/>
              </a:xfrm>
              <a:prstGeom prst="ellipse">
                <a:avLst/>
              </a:prstGeom>
              <a:blipFill>
                <a:blip r:embed="rId5"/>
                <a:stretch>
                  <a:fillRect/>
                </a:stretch>
              </a:blipFill>
              <a:ln>
                <a:solidFill>
                  <a:schemeClr val="tx2"/>
                </a:solid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2532" name="椭圆 22531">
                <a:extLst>
                  <a:ext uri="{FF2B5EF4-FFF2-40B4-BE49-F238E27FC236}">
                    <a16:creationId xmlns:a16="http://schemas.microsoft.com/office/drawing/2014/main" id="{41078AFD-CA83-21BC-6D4F-52B757D4C8FA}"/>
                  </a:ext>
                </a:extLst>
              </p:cNvPr>
              <p:cNvSpPr/>
              <p:nvPr/>
            </p:nvSpPr>
            <p:spPr>
              <a:xfrm>
                <a:off x="5476310" y="3832973"/>
                <a:ext cx="437030" cy="437030"/>
              </a:xfrm>
              <a:prstGeom prst="ellipse">
                <a:avLst/>
              </a:prstGeom>
              <a:solidFill>
                <a:schemeClr val="tx2">
                  <a:lumMod val="20000"/>
                  <a:lumOff val="80000"/>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sSub>
                        <m:sSubPr>
                          <m:ctrlPr>
                            <a:rPr lang="en-GB" altLang="zh-CN" sz="1600" i="1" smtClean="0">
                              <a:solidFill>
                                <a:schemeClr val="tx1"/>
                              </a:solidFill>
                              <a:latin typeface="Cambria Math" panose="02040503050406030204" pitchFamily="18" charset="0"/>
                            </a:rPr>
                          </m:ctrlPr>
                        </m:sSubPr>
                        <m:e>
                          <m:r>
                            <a:rPr lang="en-GB" altLang="zh-CN" sz="1600" b="0" i="1" smtClean="0">
                              <a:solidFill>
                                <a:schemeClr val="tx1"/>
                              </a:solidFill>
                              <a:latin typeface="Cambria Math" panose="02040503050406030204" pitchFamily="18" charset="0"/>
                            </a:rPr>
                            <m:t>𝑥</m:t>
                          </m:r>
                        </m:e>
                        <m:sub>
                          <m:r>
                            <a:rPr lang="en-GB" altLang="zh-CN" sz="1600" b="0" i="1" smtClean="0">
                              <a:solidFill>
                                <a:schemeClr val="tx1"/>
                              </a:solidFill>
                              <a:latin typeface="Cambria Math" panose="02040503050406030204" pitchFamily="18" charset="0"/>
                            </a:rPr>
                            <m:t>3</m:t>
                          </m:r>
                        </m:sub>
                      </m:sSub>
                    </m:oMath>
                  </m:oMathPara>
                </a14:m>
                <a:endParaRPr lang="en-GB" sz="1600" dirty="0"/>
              </a:p>
            </p:txBody>
          </p:sp>
        </mc:Choice>
        <mc:Fallback xmlns="">
          <p:sp>
            <p:nvSpPr>
              <p:cNvPr id="22532" name="椭圆 22531">
                <a:extLst>
                  <a:ext uri="{FF2B5EF4-FFF2-40B4-BE49-F238E27FC236}">
                    <a16:creationId xmlns:a16="http://schemas.microsoft.com/office/drawing/2014/main" id="{41078AFD-CA83-21BC-6D4F-52B757D4C8FA}"/>
                  </a:ext>
                </a:extLst>
              </p:cNvPr>
              <p:cNvSpPr>
                <a:spLocks noRot="1" noChangeAspect="1" noMove="1" noResize="1" noEditPoints="1" noAdjustHandles="1" noChangeArrowheads="1" noChangeShapeType="1" noTextEdit="1"/>
              </p:cNvSpPr>
              <p:nvPr/>
            </p:nvSpPr>
            <p:spPr>
              <a:xfrm>
                <a:off x="5476310" y="3832973"/>
                <a:ext cx="437030" cy="437030"/>
              </a:xfrm>
              <a:prstGeom prst="ellipse">
                <a:avLst/>
              </a:prstGeom>
              <a:blipFill>
                <a:blip r:embed="rId6"/>
                <a:stretch>
                  <a:fillRect/>
                </a:stretch>
              </a:blipFill>
              <a:ln>
                <a:solidFill>
                  <a:schemeClr val="tx2"/>
                </a:solidFill>
              </a:ln>
            </p:spPr>
            <p:txBody>
              <a:bodyPr/>
              <a:lstStyle/>
              <a:p>
                <a:r>
                  <a:rPr lang="zh-CN" altLang="en-US">
                    <a:noFill/>
                  </a:rPr>
                  <a:t> </a:t>
                </a:r>
              </a:p>
            </p:txBody>
          </p:sp>
        </mc:Fallback>
      </mc:AlternateContent>
      <p:cxnSp>
        <p:nvCxnSpPr>
          <p:cNvPr id="22535" name="直线箭头连接符 22534">
            <a:extLst>
              <a:ext uri="{FF2B5EF4-FFF2-40B4-BE49-F238E27FC236}">
                <a16:creationId xmlns:a16="http://schemas.microsoft.com/office/drawing/2014/main" id="{7E0C5092-7FF7-7641-2521-D0DA59FB3E9B}"/>
              </a:ext>
            </a:extLst>
          </p:cNvPr>
          <p:cNvCxnSpPr/>
          <p:nvPr/>
        </p:nvCxnSpPr>
        <p:spPr>
          <a:xfrm>
            <a:off x="2365311" y="4051488"/>
            <a:ext cx="745190" cy="0"/>
          </a:xfrm>
          <a:prstGeom prst="straightConnector1">
            <a:avLst/>
          </a:prstGeom>
          <a:ln w="19050">
            <a:solidFill>
              <a:schemeClr val="tx2"/>
            </a:solidFill>
            <a:tailEnd type="triangle"/>
          </a:ln>
        </p:spPr>
        <p:style>
          <a:lnRef idx="1">
            <a:schemeClr val="accent1"/>
          </a:lnRef>
          <a:fillRef idx="0">
            <a:schemeClr val="accent1"/>
          </a:fillRef>
          <a:effectRef idx="0">
            <a:schemeClr val="accent1"/>
          </a:effectRef>
          <a:fontRef idx="minor">
            <a:schemeClr val="tx1"/>
          </a:fontRef>
        </p:style>
      </p:cxnSp>
      <p:cxnSp>
        <p:nvCxnSpPr>
          <p:cNvPr id="22536" name="直线箭头连接符 22535">
            <a:extLst>
              <a:ext uri="{FF2B5EF4-FFF2-40B4-BE49-F238E27FC236}">
                <a16:creationId xmlns:a16="http://schemas.microsoft.com/office/drawing/2014/main" id="{896F4621-85F5-697E-6025-63E69ED2AB36}"/>
              </a:ext>
            </a:extLst>
          </p:cNvPr>
          <p:cNvCxnSpPr/>
          <p:nvPr/>
        </p:nvCxnSpPr>
        <p:spPr>
          <a:xfrm>
            <a:off x="3547530" y="4051488"/>
            <a:ext cx="745190" cy="0"/>
          </a:xfrm>
          <a:prstGeom prst="straightConnector1">
            <a:avLst/>
          </a:prstGeom>
          <a:ln w="19050">
            <a:solidFill>
              <a:schemeClr val="tx2"/>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2538" name="文本框 22537">
                <a:extLst>
                  <a:ext uri="{FF2B5EF4-FFF2-40B4-BE49-F238E27FC236}">
                    <a16:creationId xmlns:a16="http://schemas.microsoft.com/office/drawing/2014/main" id="{F0ADB417-AB9D-7F8B-9F04-DABDE4C79C07}"/>
                  </a:ext>
                </a:extLst>
              </p:cNvPr>
              <p:cNvSpPr txBox="1"/>
              <p:nvPr/>
            </p:nvSpPr>
            <p:spPr>
              <a:xfrm>
                <a:off x="2506365" y="3712934"/>
                <a:ext cx="438517" cy="33855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GB" altLang="zh-CN" sz="1600" b="0" i="1" smtClean="0">
                              <a:solidFill>
                                <a:schemeClr val="accent4"/>
                              </a:solidFill>
                              <a:latin typeface="Cambria Math" panose="02040503050406030204" pitchFamily="18" charset="0"/>
                            </a:rPr>
                          </m:ctrlPr>
                        </m:sSubPr>
                        <m:e>
                          <m:r>
                            <a:rPr lang="en-GB" altLang="zh-CN" sz="1600" b="0" i="1" smtClean="0">
                              <a:solidFill>
                                <a:schemeClr val="accent4"/>
                              </a:solidFill>
                              <a:latin typeface="Cambria Math" panose="02040503050406030204" pitchFamily="18" charset="0"/>
                            </a:rPr>
                            <m:t>𝑢</m:t>
                          </m:r>
                        </m:e>
                        <m:sub>
                          <m:r>
                            <a:rPr lang="en-GB" altLang="zh-CN" sz="1600" b="0" i="1" smtClean="0">
                              <a:solidFill>
                                <a:schemeClr val="accent4"/>
                              </a:solidFill>
                              <a:latin typeface="Cambria Math" panose="02040503050406030204" pitchFamily="18" charset="0"/>
                            </a:rPr>
                            <m:t>1</m:t>
                          </m:r>
                        </m:sub>
                      </m:sSub>
                    </m:oMath>
                  </m:oMathPara>
                </a14:m>
                <a:endParaRPr lang="en-GB" sz="1600" dirty="0">
                  <a:solidFill>
                    <a:schemeClr val="accent4"/>
                  </a:solidFill>
                </a:endParaRPr>
              </a:p>
            </p:txBody>
          </p:sp>
        </mc:Choice>
        <mc:Fallback xmlns="">
          <p:sp>
            <p:nvSpPr>
              <p:cNvPr id="22538" name="文本框 22537">
                <a:extLst>
                  <a:ext uri="{FF2B5EF4-FFF2-40B4-BE49-F238E27FC236}">
                    <a16:creationId xmlns:a16="http://schemas.microsoft.com/office/drawing/2014/main" id="{F0ADB417-AB9D-7F8B-9F04-DABDE4C79C07}"/>
                  </a:ext>
                </a:extLst>
              </p:cNvPr>
              <p:cNvSpPr txBox="1">
                <a:spLocks noRot="1" noChangeAspect="1" noMove="1" noResize="1" noEditPoints="1" noAdjustHandles="1" noChangeArrowheads="1" noChangeShapeType="1" noTextEdit="1"/>
              </p:cNvSpPr>
              <p:nvPr/>
            </p:nvSpPr>
            <p:spPr>
              <a:xfrm>
                <a:off x="2506365" y="3712934"/>
                <a:ext cx="438517" cy="338554"/>
              </a:xfrm>
              <a:prstGeom prst="rect">
                <a:avLst/>
              </a:prstGeom>
              <a:blipFill>
                <a:blip r:embed="rId7"/>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2539" name="文本框 22538">
                <a:extLst>
                  <a:ext uri="{FF2B5EF4-FFF2-40B4-BE49-F238E27FC236}">
                    <a16:creationId xmlns:a16="http://schemas.microsoft.com/office/drawing/2014/main" id="{3BAC4090-5188-530B-E5B6-E0B2F69A251E}"/>
                  </a:ext>
                </a:extLst>
              </p:cNvPr>
              <p:cNvSpPr txBox="1"/>
              <p:nvPr/>
            </p:nvSpPr>
            <p:spPr>
              <a:xfrm>
                <a:off x="3700866" y="3712934"/>
                <a:ext cx="443263" cy="33855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GB" altLang="zh-CN" sz="1600" b="0" i="1" smtClean="0">
                              <a:solidFill>
                                <a:schemeClr val="accent4"/>
                              </a:solidFill>
                              <a:latin typeface="Cambria Math" panose="02040503050406030204" pitchFamily="18" charset="0"/>
                            </a:rPr>
                          </m:ctrlPr>
                        </m:sSubPr>
                        <m:e>
                          <m:r>
                            <a:rPr lang="en-GB" altLang="zh-CN" sz="1600" b="0" i="1" smtClean="0">
                              <a:solidFill>
                                <a:schemeClr val="accent4"/>
                              </a:solidFill>
                              <a:latin typeface="Cambria Math" panose="02040503050406030204" pitchFamily="18" charset="0"/>
                            </a:rPr>
                            <m:t>𝑢</m:t>
                          </m:r>
                        </m:e>
                        <m:sub>
                          <m:r>
                            <a:rPr lang="en-GB" altLang="zh-CN" sz="1600" b="0" i="1" smtClean="0">
                              <a:solidFill>
                                <a:schemeClr val="accent4"/>
                              </a:solidFill>
                              <a:latin typeface="Cambria Math" panose="02040503050406030204" pitchFamily="18" charset="0"/>
                            </a:rPr>
                            <m:t>2</m:t>
                          </m:r>
                        </m:sub>
                      </m:sSub>
                    </m:oMath>
                  </m:oMathPara>
                </a14:m>
                <a:endParaRPr lang="en-GB" sz="1600" dirty="0">
                  <a:solidFill>
                    <a:schemeClr val="accent4"/>
                  </a:solidFill>
                </a:endParaRPr>
              </a:p>
            </p:txBody>
          </p:sp>
        </mc:Choice>
        <mc:Fallback xmlns="">
          <p:sp>
            <p:nvSpPr>
              <p:cNvPr id="22539" name="文本框 22538">
                <a:extLst>
                  <a:ext uri="{FF2B5EF4-FFF2-40B4-BE49-F238E27FC236}">
                    <a16:creationId xmlns:a16="http://schemas.microsoft.com/office/drawing/2014/main" id="{3BAC4090-5188-530B-E5B6-E0B2F69A251E}"/>
                  </a:ext>
                </a:extLst>
              </p:cNvPr>
              <p:cNvSpPr txBox="1">
                <a:spLocks noRot="1" noChangeAspect="1" noMove="1" noResize="1" noEditPoints="1" noAdjustHandles="1" noChangeArrowheads="1" noChangeShapeType="1" noTextEdit="1"/>
              </p:cNvSpPr>
              <p:nvPr/>
            </p:nvSpPr>
            <p:spPr>
              <a:xfrm>
                <a:off x="3700866" y="3712934"/>
                <a:ext cx="443263" cy="338554"/>
              </a:xfrm>
              <a:prstGeom prst="rect">
                <a:avLst/>
              </a:prstGeom>
              <a:blipFill>
                <a:blip r:embed="rId8"/>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2542" name="椭圆 22541">
                <a:extLst>
                  <a:ext uri="{FF2B5EF4-FFF2-40B4-BE49-F238E27FC236}">
                    <a16:creationId xmlns:a16="http://schemas.microsoft.com/office/drawing/2014/main" id="{52EAC64D-38FA-0CB9-483B-1432919ED6A0}"/>
                  </a:ext>
                </a:extLst>
              </p:cNvPr>
              <p:cNvSpPr/>
              <p:nvPr/>
            </p:nvSpPr>
            <p:spPr>
              <a:xfrm>
                <a:off x="3111871" y="4532220"/>
                <a:ext cx="437030" cy="437030"/>
              </a:xfrm>
              <a:prstGeom prst="ellipse">
                <a:avLst/>
              </a:prstGeom>
              <a:solidFill>
                <a:schemeClr val="accent6">
                  <a:lumMod val="20000"/>
                  <a:lumOff val="80000"/>
                </a:schemeClr>
              </a:solidFill>
              <a:ln>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sSub>
                        <m:sSubPr>
                          <m:ctrlPr>
                            <a:rPr lang="en-GB" altLang="zh-CN" sz="1600" i="1" smtClean="0">
                              <a:solidFill>
                                <a:schemeClr val="accent4"/>
                              </a:solidFill>
                              <a:latin typeface="Cambria Math" panose="02040503050406030204" pitchFamily="18" charset="0"/>
                            </a:rPr>
                          </m:ctrlPr>
                        </m:sSubPr>
                        <m:e>
                          <m:r>
                            <a:rPr lang="en-GB" altLang="zh-CN" sz="1600" b="0" i="1" smtClean="0">
                              <a:solidFill>
                                <a:schemeClr val="accent4"/>
                              </a:solidFill>
                              <a:latin typeface="Cambria Math" panose="02040503050406030204" pitchFamily="18" charset="0"/>
                            </a:rPr>
                            <m:t>𝑧</m:t>
                          </m:r>
                        </m:e>
                        <m:sub>
                          <m:r>
                            <a:rPr lang="en-GB" altLang="zh-CN" sz="1600" b="0" i="1" smtClean="0">
                              <a:solidFill>
                                <a:schemeClr val="accent4"/>
                              </a:solidFill>
                              <a:latin typeface="Cambria Math" panose="02040503050406030204" pitchFamily="18" charset="0"/>
                            </a:rPr>
                            <m:t>1</m:t>
                          </m:r>
                        </m:sub>
                      </m:sSub>
                    </m:oMath>
                  </m:oMathPara>
                </a14:m>
                <a:endParaRPr lang="en-GB" sz="1600" dirty="0">
                  <a:solidFill>
                    <a:schemeClr val="accent4"/>
                  </a:solidFill>
                </a:endParaRPr>
              </a:p>
            </p:txBody>
          </p:sp>
        </mc:Choice>
        <mc:Fallback xmlns="">
          <p:sp>
            <p:nvSpPr>
              <p:cNvPr id="22542" name="椭圆 22541">
                <a:extLst>
                  <a:ext uri="{FF2B5EF4-FFF2-40B4-BE49-F238E27FC236}">
                    <a16:creationId xmlns:a16="http://schemas.microsoft.com/office/drawing/2014/main" id="{52EAC64D-38FA-0CB9-483B-1432919ED6A0}"/>
                  </a:ext>
                </a:extLst>
              </p:cNvPr>
              <p:cNvSpPr>
                <a:spLocks noRot="1" noChangeAspect="1" noMove="1" noResize="1" noEditPoints="1" noAdjustHandles="1" noChangeArrowheads="1" noChangeShapeType="1" noTextEdit="1"/>
              </p:cNvSpPr>
              <p:nvPr/>
            </p:nvSpPr>
            <p:spPr>
              <a:xfrm>
                <a:off x="3111871" y="4532220"/>
                <a:ext cx="437030" cy="437030"/>
              </a:xfrm>
              <a:prstGeom prst="ellipse">
                <a:avLst/>
              </a:prstGeom>
              <a:blipFill>
                <a:blip r:embed="rId9"/>
                <a:stretch>
                  <a:fillRect/>
                </a:stretch>
              </a:blipFill>
              <a:ln>
                <a:solidFill>
                  <a:schemeClr val="accent6"/>
                </a:solid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2543" name="椭圆 22542">
                <a:extLst>
                  <a:ext uri="{FF2B5EF4-FFF2-40B4-BE49-F238E27FC236}">
                    <a16:creationId xmlns:a16="http://schemas.microsoft.com/office/drawing/2014/main" id="{0AC08E53-B15A-2F5A-0E00-D4763B8DA737}"/>
                  </a:ext>
                </a:extLst>
              </p:cNvPr>
              <p:cNvSpPr/>
              <p:nvPr/>
            </p:nvSpPr>
            <p:spPr>
              <a:xfrm>
                <a:off x="4294091" y="4532220"/>
                <a:ext cx="437030" cy="437030"/>
              </a:xfrm>
              <a:prstGeom prst="ellipse">
                <a:avLst/>
              </a:prstGeom>
              <a:solidFill>
                <a:schemeClr val="accent6">
                  <a:lumMod val="20000"/>
                  <a:lumOff val="80000"/>
                </a:schemeClr>
              </a:solidFill>
              <a:ln>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sSub>
                        <m:sSubPr>
                          <m:ctrlPr>
                            <a:rPr lang="en-GB" altLang="zh-CN" sz="1600" i="1" smtClean="0">
                              <a:solidFill>
                                <a:schemeClr val="accent4"/>
                              </a:solidFill>
                              <a:latin typeface="Cambria Math" panose="02040503050406030204" pitchFamily="18" charset="0"/>
                            </a:rPr>
                          </m:ctrlPr>
                        </m:sSubPr>
                        <m:e>
                          <m:r>
                            <a:rPr lang="en-GB" altLang="zh-CN" sz="1600" b="0" i="1" smtClean="0">
                              <a:solidFill>
                                <a:schemeClr val="accent4"/>
                              </a:solidFill>
                              <a:latin typeface="Cambria Math" panose="02040503050406030204" pitchFamily="18" charset="0"/>
                            </a:rPr>
                            <m:t>𝑧</m:t>
                          </m:r>
                        </m:e>
                        <m:sub>
                          <m:r>
                            <a:rPr lang="en-GB" altLang="zh-CN" sz="1600" b="0" i="1" smtClean="0">
                              <a:solidFill>
                                <a:schemeClr val="accent4"/>
                              </a:solidFill>
                              <a:latin typeface="Cambria Math" panose="02040503050406030204" pitchFamily="18" charset="0"/>
                            </a:rPr>
                            <m:t>2</m:t>
                          </m:r>
                        </m:sub>
                      </m:sSub>
                    </m:oMath>
                  </m:oMathPara>
                </a14:m>
                <a:endParaRPr lang="en-GB" sz="1600" dirty="0">
                  <a:solidFill>
                    <a:schemeClr val="accent4"/>
                  </a:solidFill>
                </a:endParaRPr>
              </a:p>
            </p:txBody>
          </p:sp>
        </mc:Choice>
        <mc:Fallback xmlns="">
          <p:sp>
            <p:nvSpPr>
              <p:cNvPr id="22543" name="椭圆 22542">
                <a:extLst>
                  <a:ext uri="{FF2B5EF4-FFF2-40B4-BE49-F238E27FC236}">
                    <a16:creationId xmlns:a16="http://schemas.microsoft.com/office/drawing/2014/main" id="{0AC08E53-B15A-2F5A-0E00-D4763B8DA737}"/>
                  </a:ext>
                </a:extLst>
              </p:cNvPr>
              <p:cNvSpPr>
                <a:spLocks noRot="1" noChangeAspect="1" noMove="1" noResize="1" noEditPoints="1" noAdjustHandles="1" noChangeArrowheads="1" noChangeShapeType="1" noTextEdit="1"/>
              </p:cNvSpPr>
              <p:nvPr/>
            </p:nvSpPr>
            <p:spPr>
              <a:xfrm>
                <a:off x="4294091" y="4532220"/>
                <a:ext cx="437030" cy="437030"/>
              </a:xfrm>
              <a:prstGeom prst="ellipse">
                <a:avLst/>
              </a:prstGeom>
              <a:blipFill>
                <a:blip r:embed="rId10"/>
                <a:stretch>
                  <a:fillRect/>
                </a:stretch>
              </a:blipFill>
              <a:ln>
                <a:solidFill>
                  <a:schemeClr val="accent6"/>
                </a:solid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2544" name="椭圆 22543">
                <a:extLst>
                  <a:ext uri="{FF2B5EF4-FFF2-40B4-BE49-F238E27FC236}">
                    <a16:creationId xmlns:a16="http://schemas.microsoft.com/office/drawing/2014/main" id="{F32ABBAC-B836-5403-E4DA-C5F7BD9B55E0}"/>
                  </a:ext>
                </a:extLst>
              </p:cNvPr>
              <p:cNvSpPr/>
              <p:nvPr/>
            </p:nvSpPr>
            <p:spPr>
              <a:xfrm>
                <a:off x="5476310" y="4532220"/>
                <a:ext cx="437030" cy="437030"/>
              </a:xfrm>
              <a:prstGeom prst="ellipse">
                <a:avLst/>
              </a:prstGeom>
              <a:solidFill>
                <a:schemeClr val="accent6">
                  <a:lumMod val="20000"/>
                  <a:lumOff val="80000"/>
                </a:schemeClr>
              </a:solidFill>
              <a:ln>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sSub>
                        <m:sSubPr>
                          <m:ctrlPr>
                            <a:rPr lang="en-GB" altLang="zh-CN" sz="1600" i="1" smtClean="0">
                              <a:solidFill>
                                <a:schemeClr val="accent4"/>
                              </a:solidFill>
                              <a:latin typeface="Cambria Math" panose="02040503050406030204" pitchFamily="18" charset="0"/>
                            </a:rPr>
                          </m:ctrlPr>
                        </m:sSubPr>
                        <m:e>
                          <m:r>
                            <a:rPr lang="en-GB" altLang="zh-CN" sz="1600" b="0" i="1" smtClean="0">
                              <a:solidFill>
                                <a:schemeClr val="accent4"/>
                              </a:solidFill>
                              <a:latin typeface="Cambria Math" panose="02040503050406030204" pitchFamily="18" charset="0"/>
                            </a:rPr>
                            <m:t>𝑧</m:t>
                          </m:r>
                        </m:e>
                        <m:sub>
                          <m:r>
                            <a:rPr lang="en-GB" altLang="zh-CN" sz="1600" b="0" i="1" smtClean="0">
                              <a:solidFill>
                                <a:schemeClr val="accent4"/>
                              </a:solidFill>
                              <a:latin typeface="Cambria Math" panose="02040503050406030204" pitchFamily="18" charset="0"/>
                            </a:rPr>
                            <m:t>3</m:t>
                          </m:r>
                        </m:sub>
                      </m:sSub>
                    </m:oMath>
                  </m:oMathPara>
                </a14:m>
                <a:endParaRPr lang="en-GB" sz="1600" dirty="0">
                  <a:solidFill>
                    <a:schemeClr val="accent4"/>
                  </a:solidFill>
                </a:endParaRPr>
              </a:p>
            </p:txBody>
          </p:sp>
        </mc:Choice>
        <mc:Fallback xmlns="">
          <p:sp>
            <p:nvSpPr>
              <p:cNvPr id="22544" name="椭圆 22543">
                <a:extLst>
                  <a:ext uri="{FF2B5EF4-FFF2-40B4-BE49-F238E27FC236}">
                    <a16:creationId xmlns:a16="http://schemas.microsoft.com/office/drawing/2014/main" id="{F32ABBAC-B836-5403-E4DA-C5F7BD9B55E0}"/>
                  </a:ext>
                </a:extLst>
              </p:cNvPr>
              <p:cNvSpPr>
                <a:spLocks noRot="1" noChangeAspect="1" noMove="1" noResize="1" noEditPoints="1" noAdjustHandles="1" noChangeArrowheads="1" noChangeShapeType="1" noTextEdit="1"/>
              </p:cNvSpPr>
              <p:nvPr/>
            </p:nvSpPr>
            <p:spPr>
              <a:xfrm>
                <a:off x="5476310" y="4532220"/>
                <a:ext cx="437030" cy="437030"/>
              </a:xfrm>
              <a:prstGeom prst="ellipse">
                <a:avLst/>
              </a:prstGeom>
              <a:blipFill>
                <a:blip r:embed="rId11"/>
                <a:stretch>
                  <a:fillRect/>
                </a:stretch>
              </a:blipFill>
              <a:ln>
                <a:solidFill>
                  <a:schemeClr val="accent6"/>
                </a:solidFill>
              </a:ln>
            </p:spPr>
            <p:txBody>
              <a:bodyPr/>
              <a:lstStyle/>
              <a:p>
                <a:r>
                  <a:rPr lang="zh-CN" altLang="en-US">
                    <a:noFill/>
                  </a:rPr>
                  <a:t> </a:t>
                </a:r>
              </a:p>
            </p:txBody>
          </p:sp>
        </mc:Fallback>
      </mc:AlternateContent>
      <p:cxnSp>
        <p:nvCxnSpPr>
          <p:cNvPr id="22548" name="直线箭头连接符 22547">
            <a:extLst>
              <a:ext uri="{FF2B5EF4-FFF2-40B4-BE49-F238E27FC236}">
                <a16:creationId xmlns:a16="http://schemas.microsoft.com/office/drawing/2014/main" id="{BA9088B0-75F6-0519-0C99-67637BA6561A}"/>
              </a:ext>
            </a:extLst>
          </p:cNvPr>
          <p:cNvCxnSpPr>
            <a:cxnSpLocks/>
            <a:stCxn id="22529" idx="4"/>
            <a:endCxn id="22542" idx="0"/>
          </p:cNvCxnSpPr>
          <p:nvPr/>
        </p:nvCxnSpPr>
        <p:spPr>
          <a:xfrm>
            <a:off x="3330386" y="4270003"/>
            <a:ext cx="0" cy="262217"/>
          </a:xfrm>
          <a:prstGeom prst="straightConnector1">
            <a:avLst/>
          </a:prstGeom>
          <a:ln w="19050">
            <a:solidFill>
              <a:schemeClr val="tx2"/>
            </a:solidFill>
            <a:tailEnd type="triangle"/>
          </a:ln>
        </p:spPr>
        <p:style>
          <a:lnRef idx="1">
            <a:schemeClr val="accent1"/>
          </a:lnRef>
          <a:fillRef idx="0">
            <a:schemeClr val="accent1"/>
          </a:fillRef>
          <a:effectRef idx="0">
            <a:schemeClr val="accent1"/>
          </a:effectRef>
          <a:fontRef idx="minor">
            <a:schemeClr val="tx1"/>
          </a:fontRef>
        </p:style>
      </p:cxnSp>
      <p:cxnSp>
        <p:nvCxnSpPr>
          <p:cNvPr id="22549" name="直线箭头连接符 22548">
            <a:extLst>
              <a:ext uri="{FF2B5EF4-FFF2-40B4-BE49-F238E27FC236}">
                <a16:creationId xmlns:a16="http://schemas.microsoft.com/office/drawing/2014/main" id="{2DBCCE5A-8A1A-AB97-CFE1-B30B9017F2EB}"/>
              </a:ext>
            </a:extLst>
          </p:cNvPr>
          <p:cNvCxnSpPr>
            <a:cxnSpLocks/>
            <a:stCxn id="22531" idx="4"/>
            <a:endCxn id="22543" idx="0"/>
          </p:cNvCxnSpPr>
          <p:nvPr/>
        </p:nvCxnSpPr>
        <p:spPr>
          <a:xfrm>
            <a:off x="4512606" y="4270003"/>
            <a:ext cx="0" cy="262217"/>
          </a:xfrm>
          <a:prstGeom prst="straightConnector1">
            <a:avLst/>
          </a:prstGeom>
          <a:ln w="19050">
            <a:solidFill>
              <a:schemeClr val="tx2"/>
            </a:solidFill>
            <a:tailEnd type="triangle"/>
          </a:ln>
        </p:spPr>
        <p:style>
          <a:lnRef idx="1">
            <a:schemeClr val="accent1"/>
          </a:lnRef>
          <a:fillRef idx="0">
            <a:schemeClr val="accent1"/>
          </a:fillRef>
          <a:effectRef idx="0">
            <a:schemeClr val="accent1"/>
          </a:effectRef>
          <a:fontRef idx="minor">
            <a:schemeClr val="tx1"/>
          </a:fontRef>
        </p:style>
      </p:cxnSp>
      <p:cxnSp>
        <p:nvCxnSpPr>
          <p:cNvPr id="22550" name="直线箭头连接符 22549">
            <a:extLst>
              <a:ext uri="{FF2B5EF4-FFF2-40B4-BE49-F238E27FC236}">
                <a16:creationId xmlns:a16="http://schemas.microsoft.com/office/drawing/2014/main" id="{C897649C-0B06-3D15-2B69-184C18998BCC}"/>
              </a:ext>
            </a:extLst>
          </p:cNvPr>
          <p:cNvCxnSpPr>
            <a:cxnSpLocks/>
            <a:stCxn id="22532" idx="4"/>
            <a:endCxn id="22544" idx="0"/>
          </p:cNvCxnSpPr>
          <p:nvPr/>
        </p:nvCxnSpPr>
        <p:spPr>
          <a:xfrm>
            <a:off x="5694825" y="4270003"/>
            <a:ext cx="0" cy="262217"/>
          </a:xfrm>
          <a:prstGeom prst="straightConnector1">
            <a:avLst/>
          </a:prstGeom>
          <a:ln w="19050">
            <a:solidFill>
              <a:schemeClr val="tx2"/>
            </a:solidFill>
            <a:tailEnd type="triangle"/>
          </a:ln>
        </p:spPr>
        <p:style>
          <a:lnRef idx="1">
            <a:schemeClr val="accent1"/>
          </a:lnRef>
          <a:fillRef idx="0">
            <a:schemeClr val="accent1"/>
          </a:fillRef>
          <a:effectRef idx="0">
            <a:schemeClr val="accent1"/>
          </a:effectRef>
          <a:fontRef idx="minor">
            <a:schemeClr val="tx1"/>
          </a:fontRef>
        </p:style>
      </p:cxnSp>
      <p:cxnSp>
        <p:nvCxnSpPr>
          <p:cNvPr id="2" name="直线箭头连接符 1">
            <a:extLst>
              <a:ext uri="{FF2B5EF4-FFF2-40B4-BE49-F238E27FC236}">
                <a16:creationId xmlns:a16="http://schemas.microsoft.com/office/drawing/2014/main" id="{9CC760CE-BB3F-845B-2561-D0119DE2368E}"/>
              </a:ext>
            </a:extLst>
          </p:cNvPr>
          <p:cNvCxnSpPr/>
          <p:nvPr/>
        </p:nvCxnSpPr>
        <p:spPr>
          <a:xfrm>
            <a:off x="4729750" y="4051488"/>
            <a:ext cx="745190" cy="0"/>
          </a:xfrm>
          <a:prstGeom prst="straightConnector1">
            <a:avLst/>
          </a:prstGeom>
          <a:ln w="19050">
            <a:solidFill>
              <a:schemeClr val="tx2"/>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 name="文本框 2">
                <a:extLst>
                  <a:ext uri="{FF2B5EF4-FFF2-40B4-BE49-F238E27FC236}">
                    <a16:creationId xmlns:a16="http://schemas.microsoft.com/office/drawing/2014/main" id="{5EBD7E1A-F12D-0BDD-0713-D0AA7C194C3C}"/>
                  </a:ext>
                </a:extLst>
              </p:cNvPr>
              <p:cNvSpPr txBox="1"/>
              <p:nvPr/>
            </p:nvSpPr>
            <p:spPr>
              <a:xfrm>
                <a:off x="4883086" y="3712934"/>
                <a:ext cx="443263" cy="33855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GB" altLang="zh-CN" sz="1600" b="0" i="1" smtClean="0">
                              <a:solidFill>
                                <a:schemeClr val="accent4"/>
                              </a:solidFill>
                              <a:latin typeface="Cambria Math" panose="02040503050406030204" pitchFamily="18" charset="0"/>
                            </a:rPr>
                          </m:ctrlPr>
                        </m:sSubPr>
                        <m:e>
                          <m:r>
                            <a:rPr lang="en-GB" altLang="zh-CN" sz="1600" b="0" i="1" smtClean="0">
                              <a:solidFill>
                                <a:schemeClr val="accent4"/>
                              </a:solidFill>
                              <a:latin typeface="Cambria Math" panose="02040503050406030204" pitchFamily="18" charset="0"/>
                            </a:rPr>
                            <m:t>𝑢</m:t>
                          </m:r>
                        </m:e>
                        <m:sub>
                          <m:r>
                            <a:rPr lang="en-GB" altLang="zh-CN" sz="1600" b="0" i="1" smtClean="0">
                              <a:solidFill>
                                <a:schemeClr val="accent4"/>
                              </a:solidFill>
                              <a:latin typeface="Cambria Math" panose="02040503050406030204" pitchFamily="18" charset="0"/>
                            </a:rPr>
                            <m:t>3</m:t>
                          </m:r>
                        </m:sub>
                      </m:sSub>
                    </m:oMath>
                  </m:oMathPara>
                </a14:m>
                <a:endParaRPr lang="en-GB" sz="1600" dirty="0">
                  <a:solidFill>
                    <a:schemeClr val="accent4"/>
                  </a:solidFill>
                </a:endParaRPr>
              </a:p>
            </p:txBody>
          </p:sp>
        </mc:Choice>
        <mc:Fallback xmlns="">
          <p:sp>
            <p:nvSpPr>
              <p:cNvPr id="3" name="文本框 2">
                <a:extLst>
                  <a:ext uri="{FF2B5EF4-FFF2-40B4-BE49-F238E27FC236}">
                    <a16:creationId xmlns:a16="http://schemas.microsoft.com/office/drawing/2014/main" id="{5EBD7E1A-F12D-0BDD-0713-D0AA7C194C3C}"/>
                  </a:ext>
                </a:extLst>
              </p:cNvPr>
              <p:cNvSpPr txBox="1">
                <a:spLocks noRot="1" noChangeAspect="1" noMove="1" noResize="1" noEditPoints="1" noAdjustHandles="1" noChangeArrowheads="1" noChangeShapeType="1" noTextEdit="1"/>
              </p:cNvSpPr>
              <p:nvPr/>
            </p:nvSpPr>
            <p:spPr>
              <a:xfrm>
                <a:off x="4883086" y="3712934"/>
                <a:ext cx="443263" cy="338554"/>
              </a:xfrm>
              <a:prstGeom prst="rect">
                <a:avLst/>
              </a:prstGeom>
              <a:blipFill>
                <a:blip r:embed="rId12"/>
                <a:stretch>
                  <a:fillRect/>
                </a:stretch>
              </a:blipFill>
            </p:spPr>
            <p:txBody>
              <a:bodyPr/>
              <a:lstStyle/>
              <a:p>
                <a:r>
                  <a:rPr lang="zh-CN" altLang="en-US">
                    <a:noFill/>
                  </a:rPr>
                  <a:t> </a:t>
                </a:r>
              </a:p>
            </p:txBody>
          </p:sp>
        </mc:Fallback>
      </mc:AlternateContent>
      <p:sp>
        <p:nvSpPr>
          <p:cNvPr id="4" name="文本框 3">
            <a:extLst>
              <a:ext uri="{FF2B5EF4-FFF2-40B4-BE49-F238E27FC236}">
                <a16:creationId xmlns:a16="http://schemas.microsoft.com/office/drawing/2014/main" id="{6EF168CF-D552-E353-A1AA-782289F45CBB}"/>
              </a:ext>
            </a:extLst>
          </p:cNvPr>
          <p:cNvSpPr txBox="1"/>
          <p:nvPr/>
        </p:nvSpPr>
        <p:spPr>
          <a:xfrm>
            <a:off x="5242109" y="2986588"/>
            <a:ext cx="3621056" cy="338554"/>
          </a:xfrm>
          <a:prstGeom prst="rect">
            <a:avLst/>
          </a:prstGeom>
          <a:noFill/>
        </p:spPr>
        <p:txBody>
          <a:bodyPr wrap="none" rtlCol="0">
            <a:spAutoFit/>
          </a:bodyPr>
          <a:lstStyle/>
          <a:p>
            <a:r>
              <a:rPr lang="en-GB" sz="1600" dirty="0">
                <a:solidFill>
                  <a:schemeClr val="accent4"/>
                </a:solidFill>
              </a:rPr>
              <a:t>all the historical actions and observations</a:t>
            </a:r>
          </a:p>
        </p:txBody>
      </p:sp>
      <p:sp>
        <p:nvSpPr>
          <p:cNvPr id="7" name="弧 6">
            <a:extLst>
              <a:ext uri="{FF2B5EF4-FFF2-40B4-BE49-F238E27FC236}">
                <a16:creationId xmlns:a16="http://schemas.microsoft.com/office/drawing/2014/main" id="{EB561646-FCC5-93B8-B4AC-E43B355A4404}"/>
              </a:ext>
            </a:extLst>
          </p:cNvPr>
          <p:cNvSpPr/>
          <p:nvPr/>
        </p:nvSpPr>
        <p:spPr>
          <a:xfrm rot="10800000">
            <a:off x="5058342" y="2727227"/>
            <a:ext cx="440153" cy="440153"/>
          </a:xfrm>
          <a:prstGeom prst="arc">
            <a:avLst/>
          </a:prstGeom>
          <a:ln w="12700">
            <a:solidFill>
              <a:schemeClr val="accent4"/>
            </a:solidFill>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cxnSp>
        <p:nvCxnSpPr>
          <p:cNvPr id="8" name="直线箭头连接符 7">
            <a:extLst>
              <a:ext uri="{FF2B5EF4-FFF2-40B4-BE49-F238E27FC236}">
                <a16:creationId xmlns:a16="http://schemas.microsoft.com/office/drawing/2014/main" id="{8F749CA2-518E-3F6F-7BE8-D106E05A08DE}"/>
              </a:ext>
            </a:extLst>
          </p:cNvPr>
          <p:cNvCxnSpPr/>
          <p:nvPr/>
        </p:nvCxnSpPr>
        <p:spPr>
          <a:xfrm>
            <a:off x="5906368" y="4051488"/>
            <a:ext cx="745190" cy="0"/>
          </a:xfrm>
          <a:prstGeom prst="straightConnector1">
            <a:avLst/>
          </a:prstGeom>
          <a:ln w="19050">
            <a:solidFill>
              <a:schemeClr val="tx2"/>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9" name="文本框 8">
                <a:extLst>
                  <a:ext uri="{FF2B5EF4-FFF2-40B4-BE49-F238E27FC236}">
                    <a16:creationId xmlns:a16="http://schemas.microsoft.com/office/drawing/2014/main" id="{B3CB6353-B5BE-9E11-9A5A-AF7E383B0921}"/>
                  </a:ext>
                </a:extLst>
              </p:cNvPr>
              <p:cNvSpPr txBox="1"/>
              <p:nvPr/>
            </p:nvSpPr>
            <p:spPr>
              <a:xfrm>
                <a:off x="6059704" y="3712934"/>
                <a:ext cx="443263" cy="33855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GB" altLang="zh-CN" sz="1600" b="0" i="1" smtClean="0">
                              <a:solidFill>
                                <a:schemeClr val="tx1"/>
                              </a:solidFill>
                              <a:latin typeface="Cambria Math" panose="02040503050406030204" pitchFamily="18" charset="0"/>
                            </a:rPr>
                          </m:ctrlPr>
                        </m:sSubPr>
                        <m:e>
                          <m:r>
                            <a:rPr lang="en-GB" altLang="zh-CN" sz="1600" b="0" i="1" smtClean="0">
                              <a:solidFill>
                                <a:schemeClr val="tx1"/>
                              </a:solidFill>
                              <a:latin typeface="Cambria Math" panose="02040503050406030204" pitchFamily="18" charset="0"/>
                            </a:rPr>
                            <m:t>𝑢</m:t>
                          </m:r>
                        </m:e>
                        <m:sub>
                          <m:r>
                            <a:rPr lang="en-GB" altLang="zh-CN" sz="1600" b="0" i="1" smtClean="0">
                              <a:solidFill>
                                <a:schemeClr val="tx1"/>
                              </a:solidFill>
                              <a:latin typeface="Cambria Math" panose="02040503050406030204" pitchFamily="18" charset="0"/>
                            </a:rPr>
                            <m:t>4</m:t>
                          </m:r>
                        </m:sub>
                      </m:sSub>
                    </m:oMath>
                  </m:oMathPara>
                </a14:m>
                <a:endParaRPr lang="en-GB" sz="1600" dirty="0"/>
              </a:p>
            </p:txBody>
          </p:sp>
        </mc:Choice>
        <mc:Fallback xmlns="">
          <p:sp>
            <p:nvSpPr>
              <p:cNvPr id="9" name="文本框 8">
                <a:extLst>
                  <a:ext uri="{FF2B5EF4-FFF2-40B4-BE49-F238E27FC236}">
                    <a16:creationId xmlns:a16="http://schemas.microsoft.com/office/drawing/2014/main" id="{B3CB6353-B5BE-9E11-9A5A-AF7E383B0921}"/>
                  </a:ext>
                </a:extLst>
              </p:cNvPr>
              <p:cNvSpPr txBox="1">
                <a:spLocks noRot="1" noChangeAspect="1" noMove="1" noResize="1" noEditPoints="1" noAdjustHandles="1" noChangeArrowheads="1" noChangeShapeType="1" noTextEdit="1"/>
              </p:cNvSpPr>
              <p:nvPr/>
            </p:nvSpPr>
            <p:spPr>
              <a:xfrm>
                <a:off x="6059704" y="3712934"/>
                <a:ext cx="443263" cy="338554"/>
              </a:xfrm>
              <a:prstGeom prst="rect">
                <a:avLst/>
              </a:prstGeom>
              <a:blipFill>
                <a:blip r:embed="rId13"/>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17971425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a:extLst>
              <a:ext uri="{FF2B5EF4-FFF2-40B4-BE49-F238E27FC236}">
                <a16:creationId xmlns:a16="http://schemas.microsoft.com/office/drawing/2014/main" id="{94AD2C57-F265-8B0A-6998-D09748D5B04C}"/>
              </a:ext>
            </a:extLst>
          </p:cNvPr>
          <p:cNvSpPr>
            <a:spLocks noGrp="1"/>
          </p:cNvSpPr>
          <p:nvPr>
            <p:ph type="title"/>
          </p:nvPr>
        </p:nvSpPr>
        <p:spPr>
          <a:xfrm>
            <a:off x="628649" y="559420"/>
            <a:ext cx="7732925" cy="630335"/>
          </a:xfrm>
        </p:spPr>
        <p:txBody>
          <a:bodyPr/>
          <a:lstStyle/>
          <a:p>
            <a:r>
              <a:rPr lang="en-GB" altLang="zh-CN" dirty="0"/>
              <a:t>The Bayes Filter </a:t>
            </a:r>
          </a:p>
        </p:txBody>
      </p:sp>
      <mc:AlternateContent xmlns:mc="http://schemas.openxmlformats.org/markup-compatibility/2006" xmlns:a14="http://schemas.microsoft.com/office/drawing/2010/main">
        <mc:Choice Requires="a14">
          <p:sp>
            <p:nvSpPr>
              <p:cNvPr id="6" name="文本占位符 5">
                <a:extLst>
                  <a:ext uri="{FF2B5EF4-FFF2-40B4-BE49-F238E27FC236}">
                    <a16:creationId xmlns:a16="http://schemas.microsoft.com/office/drawing/2014/main" id="{41A57552-7486-50C4-4F37-AA79E7A9F51F}"/>
                  </a:ext>
                </a:extLst>
              </p:cNvPr>
              <p:cNvSpPr>
                <a:spLocks noGrp="1"/>
              </p:cNvSpPr>
              <p:nvPr>
                <p:ph type="body" sz="quarter" idx="10"/>
              </p:nvPr>
            </p:nvSpPr>
            <p:spPr>
              <a:xfrm>
                <a:off x="628651" y="1465263"/>
                <a:ext cx="7990914" cy="2509887"/>
              </a:xfrm>
            </p:spPr>
            <p:txBody>
              <a:bodyPr/>
              <a:lstStyle/>
              <a:p>
                <a:r>
                  <a:rPr lang="en-GB" altLang="zh-CN" dirty="0"/>
                  <a:t>Always using all the historical data will lead to the consumption of increasing computational resources. Therefore, we want to calculate</a:t>
                </a:r>
                <a:r>
                  <a:rPr lang="zh-CN" altLang="en-US" dirty="0"/>
                  <a:t> </a:t>
                </a:r>
                <a14:m>
                  <m:oMath xmlns:m="http://schemas.openxmlformats.org/officeDocument/2006/math">
                    <m:r>
                      <a:rPr lang="en-GB" altLang="zh-CN" i="1">
                        <a:latin typeface="Cambria Math" panose="02040503050406030204" pitchFamily="18" charset="0"/>
                      </a:rPr>
                      <m:t>𝑏𝑒𝑙</m:t>
                    </m:r>
                    <m:d>
                      <m:dPr>
                        <m:ctrlPr>
                          <a:rPr lang="en-GB" altLang="zh-CN" i="1">
                            <a:latin typeface="Cambria Math" panose="02040503050406030204" pitchFamily="18" charset="0"/>
                          </a:rPr>
                        </m:ctrlPr>
                      </m:dPr>
                      <m:e>
                        <m:sSub>
                          <m:sSubPr>
                            <m:ctrlPr>
                              <a:rPr lang="en-GB" altLang="zh-CN" i="1">
                                <a:latin typeface="Cambria Math" panose="02040503050406030204" pitchFamily="18" charset="0"/>
                              </a:rPr>
                            </m:ctrlPr>
                          </m:sSubPr>
                          <m:e>
                            <m:r>
                              <a:rPr lang="en-GB" altLang="zh-CN" i="1">
                                <a:latin typeface="Cambria Math" panose="02040503050406030204" pitchFamily="18" charset="0"/>
                              </a:rPr>
                              <m:t>𝑥</m:t>
                            </m:r>
                          </m:e>
                          <m:sub>
                            <m:r>
                              <a:rPr lang="en-GB" altLang="zh-CN" i="1">
                                <a:latin typeface="Cambria Math" panose="02040503050406030204" pitchFamily="18" charset="0"/>
                              </a:rPr>
                              <m:t>𝑡</m:t>
                            </m:r>
                          </m:sub>
                        </m:sSub>
                      </m:e>
                    </m:d>
                  </m:oMath>
                </a14:m>
                <a:r>
                  <a:rPr lang="zh-CN" altLang="en-US" dirty="0"/>
                  <a:t> </a:t>
                </a:r>
                <a:r>
                  <a:rPr lang="en-GB" altLang="zh-CN" dirty="0"/>
                  <a:t>based on the information of </a:t>
                </a:r>
                <a14:m>
                  <m:oMath xmlns:m="http://schemas.openxmlformats.org/officeDocument/2006/math">
                    <m:sSub>
                      <m:sSubPr>
                        <m:ctrlPr>
                          <a:rPr lang="en-GB" altLang="zh-CN" i="1">
                            <a:latin typeface="Cambria Math" panose="02040503050406030204" pitchFamily="18" charset="0"/>
                          </a:rPr>
                        </m:ctrlPr>
                      </m:sSubPr>
                      <m:e>
                        <m:r>
                          <a:rPr lang="en-GB" altLang="zh-CN" i="1">
                            <a:latin typeface="Cambria Math" panose="02040503050406030204" pitchFamily="18" charset="0"/>
                          </a:rPr>
                          <m:t>𝑥</m:t>
                        </m:r>
                      </m:e>
                      <m:sub>
                        <m:r>
                          <a:rPr lang="en-GB" altLang="zh-CN" i="1">
                            <a:latin typeface="Cambria Math" panose="02040503050406030204" pitchFamily="18" charset="0"/>
                          </a:rPr>
                          <m:t>𝑡</m:t>
                        </m:r>
                      </m:sub>
                    </m:sSub>
                  </m:oMath>
                </a14:m>
                <a:r>
                  <a:rPr lang="en-GB" altLang="zh-CN" dirty="0"/>
                  <a:t>. </a:t>
                </a:r>
                <a:endParaRPr lang="en-US" altLang="zh-CN" i="1" dirty="0">
                  <a:latin typeface="Cambria Math" panose="02040503050406030204" pitchFamily="18" charset="0"/>
                </a:endParaRPr>
              </a:p>
              <a:p>
                <a:pPr algn="ctr"/>
                <a14:m>
                  <m:oMath xmlns:m="http://schemas.openxmlformats.org/officeDocument/2006/math">
                    <m:r>
                      <a:rPr lang="en-GB" altLang="zh-CN" i="1">
                        <a:latin typeface="Cambria Math" panose="02040503050406030204" pitchFamily="18" charset="0"/>
                      </a:rPr>
                      <m:t>𝑏𝑒𝑙</m:t>
                    </m:r>
                    <m:d>
                      <m:dPr>
                        <m:ctrlPr>
                          <a:rPr lang="en-GB" altLang="zh-CN" sz="1600" b="0" i="1" smtClean="0">
                            <a:solidFill>
                              <a:schemeClr val="tx1"/>
                            </a:solidFill>
                            <a:latin typeface="Cambria Math" panose="02040503050406030204" pitchFamily="18" charset="0"/>
                          </a:rPr>
                        </m:ctrlPr>
                      </m:dPr>
                      <m:e>
                        <m:sSub>
                          <m:sSubPr>
                            <m:ctrlPr>
                              <a:rPr lang="en-GB" altLang="zh-CN" i="1">
                                <a:latin typeface="Cambria Math" panose="02040503050406030204" pitchFamily="18" charset="0"/>
                              </a:rPr>
                            </m:ctrlPr>
                          </m:sSubPr>
                          <m:e>
                            <m:r>
                              <a:rPr lang="en-GB" altLang="zh-CN" i="1">
                                <a:latin typeface="Cambria Math" panose="02040503050406030204" pitchFamily="18" charset="0"/>
                              </a:rPr>
                              <m:t>𝑥</m:t>
                            </m:r>
                          </m:e>
                          <m:sub>
                            <m:r>
                              <a:rPr lang="en-GB" altLang="zh-CN" i="1">
                                <a:latin typeface="Cambria Math" panose="02040503050406030204" pitchFamily="18" charset="0"/>
                              </a:rPr>
                              <m:t>𝑡</m:t>
                            </m:r>
                          </m:sub>
                        </m:sSub>
                      </m:e>
                    </m:d>
                    <m:r>
                      <a:rPr lang="en-GB" altLang="zh-CN" b="0" i="1" smtClean="0">
                        <a:latin typeface="Cambria Math" panose="02040503050406030204" pitchFamily="18" charset="0"/>
                      </a:rPr>
                      <m:t>=</m:t>
                    </m:r>
                    <m:r>
                      <a:rPr lang="en-GB" altLang="zh-CN" b="0" i="1" smtClean="0">
                        <a:latin typeface="Cambria Math" panose="02040503050406030204" pitchFamily="18" charset="0"/>
                      </a:rPr>
                      <m:t>𝑃</m:t>
                    </m:r>
                    <m:d>
                      <m:dPr>
                        <m:ctrlPr>
                          <a:rPr lang="en-GB" altLang="zh-CN" b="0" i="1" smtClean="0">
                            <a:latin typeface="Cambria Math" panose="02040503050406030204" pitchFamily="18" charset="0"/>
                          </a:rPr>
                        </m:ctrlPr>
                      </m:dPr>
                      <m:e>
                        <m:sSub>
                          <m:sSubPr>
                            <m:ctrlPr>
                              <a:rPr lang="en-GB" altLang="zh-CN" b="0" i="1" smtClean="0">
                                <a:latin typeface="Cambria Math" panose="02040503050406030204" pitchFamily="18" charset="0"/>
                              </a:rPr>
                            </m:ctrlPr>
                          </m:sSubPr>
                          <m:e>
                            <m:r>
                              <a:rPr lang="en-GB" altLang="zh-CN" b="0" i="1" smtClean="0">
                                <a:latin typeface="Cambria Math" panose="02040503050406030204" pitchFamily="18" charset="0"/>
                              </a:rPr>
                              <m:t>𝑥</m:t>
                            </m:r>
                          </m:e>
                          <m:sub>
                            <m:r>
                              <a:rPr lang="en-GB" altLang="zh-CN" b="0" i="1" smtClean="0">
                                <a:latin typeface="Cambria Math" panose="02040503050406030204" pitchFamily="18" charset="0"/>
                              </a:rPr>
                              <m:t>𝑡</m:t>
                            </m:r>
                          </m:sub>
                        </m:sSub>
                      </m:e>
                      <m:e>
                        <m:sSub>
                          <m:sSubPr>
                            <m:ctrlPr>
                              <a:rPr lang="en-GB" altLang="zh-CN" i="1" smtClean="0">
                                <a:solidFill>
                                  <a:schemeClr val="tx1"/>
                                </a:solidFill>
                                <a:latin typeface="Cambria Math" panose="02040503050406030204" pitchFamily="18" charset="0"/>
                              </a:rPr>
                            </m:ctrlPr>
                          </m:sSubPr>
                          <m:e>
                            <m:r>
                              <a:rPr lang="en-GB" altLang="zh-CN" i="1">
                                <a:solidFill>
                                  <a:schemeClr val="tx1"/>
                                </a:solidFill>
                                <a:latin typeface="Cambria Math" panose="02040503050406030204" pitchFamily="18" charset="0"/>
                              </a:rPr>
                              <m:t>𝑢</m:t>
                            </m:r>
                          </m:e>
                          <m:sub>
                            <m:r>
                              <a:rPr lang="en-GB" altLang="zh-CN" b="0" i="1" smtClean="0">
                                <a:solidFill>
                                  <a:schemeClr val="tx1"/>
                                </a:solidFill>
                                <a:latin typeface="Cambria Math" panose="02040503050406030204" pitchFamily="18" charset="0"/>
                              </a:rPr>
                              <m:t>1</m:t>
                            </m:r>
                          </m:sub>
                        </m:sSub>
                        <m:r>
                          <a:rPr lang="en-GB" altLang="zh-CN" i="1">
                            <a:solidFill>
                              <a:schemeClr val="tx1"/>
                            </a:solidFill>
                            <a:latin typeface="Cambria Math" panose="02040503050406030204" pitchFamily="18" charset="0"/>
                          </a:rPr>
                          <m:t>,…,</m:t>
                        </m:r>
                        <m:sSub>
                          <m:sSubPr>
                            <m:ctrlPr>
                              <a:rPr lang="en-GB" altLang="zh-CN" i="1">
                                <a:solidFill>
                                  <a:schemeClr val="tx1"/>
                                </a:solidFill>
                                <a:latin typeface="Cambria Math" panose="02040503050406030204" pitchFamily="18" charset="0"/>
                              </a:rPr>
                            </m:ctrlPr>
                          </m:sSubPr>
                          <m:e>
                            <m:r>
                              <a:rPr lang="en-GB" altLang="zh-CN" i="1">
                                <a:solidFill>
                                  <a:schemeClr val="tx1"/>
                                </a:solidFill>
                                <a:latin typeface="Cambria Math" panose="02040503050406030204" pitchFamily="18" charset="0"/>
                              </a:rPr>
                              <m:t>𝑢</m:t>
                            </m:r>
                          </m:e>
                          <m:sub>
                            <m:r>
                              <a:rPr lang="en-GB" altLang="zh-CN" i="1">
                                <a:solidFill>
                                  <a:schemeClr val="tx1"/>
                                </a:solidFill>
                                <a:latin typeface="Cambria Math" panose="02040503050406030204" pitchFamily="18" charset="0"/>
                              </a:rPr>
                              <m:t>𝑡</m:t>
                            </m:r>
                          </m:sub>
                        </m:sSub>
                        <m:r>
                          <a:rPr lang="en-GB" altLang="zh-CN" b="0" i="1" smtClean="0">
                            <a:solidFill>
                              <a:schemeClr val="tx1"/>
                            </a:solidFill>
                            <a:latin typeface="Cambria Math" panose="02040503050406030204" pitchFamily="18" charset="0"/>
                          </a:rPr>
                          <m:t>,</m:t>
                        </m:r>
                        <m:sSub>
                          <m:sSubPr>
                            <m:ctrlPr>
                              <a:rPr lang="en-GB" altLang="zh-CN" i="1">
                                <a:solidFill>
                                  <a:schemeClr val="tx1"/>
                                </a:solidFill>
                                <a:latin typeface="Cambria Math" panose="02040503050406030204" pitchFamily="18" charset="0"/>
                              </a:rPr>
                            </m:ctrlPr>
                          </m:sSubPr>
                          <m:e>
                            <m:r>
                              <a:rPr lang="en-GB" altLang="zh-CN" i="1">
                                <a:solidFill>
                                  <a:schemeClr val="tx1"/>
                                </a:solidFill>
                                <a:latin typeface="Cambria Math" panose="02040503050406030204" pitchFamily="18" charset="0"/>
                              </a:rPr>
                              <m:t>𝑧</m:t>
                            </m:r>
                          </m:e>
                          <m:sub>
                            <m:r>
                              <a:rPr lang="en-GB" altLang="zh-CN" b="0" i="1" smtClean="0">
                                <a:solidFill>
                                  <a:schemeClr val="tx1"/>
                                </a:solidFill>
                                <a:latin typeface="Cambria Math" panose="02040503050406030204" pitchFamily="18" charset="0"/>
                              </a:rPr>
                              <m:t>1</m:t>
                            </m:r>
                          </m:sub>
                        </m:sSub>
                        <m:r>
                          <a:rPr lang="en-GB" altLang="zh-CN" i="1">
                            <a:solidFill>
                              <a:schemeClr val="tx1"/>
                            </a:solidFill>
                            <a:latin typeface="Cambria Math" panose="02040503050406030204" pitchFamily="18" charset="0"/>
                          </a:rPr>
                          <m:t>,…,</m:t>
                        </m:r>
                        <m:sSub>
                          <m:sSubPr>
                            <m:ctrlPr>
                              <a:rPr lang="en-GB" altLang="zh-CN" i="1">
                                <a:solidFill>
                                  <a:schemeClr val="tx1"/>
                                </a:solidFill>
                                <a:latin typeface="Cambria Math" panose="02040503050406030204" pitchFamily="18" charset="0"/>
                              </a:rPr>
                            </m:ctrlPr>
                          </m:sSubPr>
                          <m:e>
                            <m:r>
                              <a:rPr lang="en-GB" altLang="zh-CN" i="1">
                                <a:solidFill>
                                  <a:schemeClr val="tx1"/>
                                </a:solidFill>
                                <a:latin typeface="Cambria Math" panose="02040503050406030204" pitchFamily="18" charset="0"/>
                              </a:rPr>
                              <m:t>𝑧</m:t>
                            </m:r>
                          </m:e>
                          <m:sub>
                            <m:r>
                              <a:rPr lang="en-GB" altLang="zh-CN" i="1">
                                <a:solidFill>
                                  <a:schemeClr val="tx1"/>
                                </a:solidFill>
                                <a:latin typeface="Cambria Math" panose="02040503050406030204" pitchFamily="18" charset="0"/>
                              </a:rPr>
                              <m:t>𝑡</m:t>
                            </m:r>
                          </m:sub>
                        </m:sSub>
                      </m:e>
                    </m:d>
                  </m:oMath>
                </a14:m>
                <a:r>
                  <a:rPr lang="en-US" altLang="zh-CN" b="0" i="1" dirty="0">
                    <a:solidFill>
                      <a:schemeClr val="tx1"/>
                    </a:solidFill>
                    <a:latin typeface="Cambria Math" panose="02040503050406030204" pitchFamily="18" charset="0"/>
                  </a:rPr>
                  <a:t> </a:t>
                </a:r>
              </a:p>
              <a:p>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m:t>
                      </m:r>
                      <m:r>
                        <a:rPr lang="en-GB" altLang="zh-CN" i="1">
                          <a:latin typeface="Cambria Math" panose="02040503050406030204" pitchFamily="18" charset="0"/>
                        </a:rPr>
                        <m:t>𝑃</m:t>
                      </m:r>
                      <m:d>
                        <m:dPr>
                          <m:ctrlPr>
                            <a:rPr lang="en-GB" altLang="zh-CN" i="1">
                              <a:latin typeface="Cambria Math" panose="02040503050406030204" pitchFamily="18" charset="0"/>
                            </a:rPr>
                          </m:ctrlPr>
                        </m:dPr>
                        <m:e>
                          <m:sSub>
                            <m:sSubPr>
                              <m:ctrlPr>
                                <a:rPr lang="en-GB" altLang="zh-CN" i="1">
                                  <a:latin typeface="Cambria Math" panose="02040503050406030204" pitchFamily="18" charset="0"/>
                                </a:rPr>
                              </m:ctrlPr>
                            </m:sSubPr>
                            <m:e>
                              <m:r>
                                <a:rPr lang="en-GB" altLang="zh-CN" b="0" i="1" smtClean="0">
                                  <a:latin typeface="Cambria Math" panose="02040503050406030204" pitchFamily="18" charset="0"/>
                                </a:rPr>
                                <m:t>𝑧</m:t>
                              </m:r>
                            </m:e>
                            <m:sub>
                              <m:r>
                                <a:rPr lang="en-GB" altLang="zh-CN" i="1">
                                  <a:latin typeface="Cambria Math" panose="02040503050406030204" pitchFamily="18" charset="0"/>
                                </a:rPr>
                                <m:t>𝑡</m:t>
                              </m:r>
                            </m:sub>
                          </m:sSub>
                        </m:e>
                        <m:e>
                          <m:sSub>
                            <m:sSubPr>
                              <m:ctrlPr>
                                <a:rPr lang="en-GB" altLang="zh-CN" i="1">
                                  <a:latin typeface="Cambria Math" panose="02040503050406030204" pitchFamily="18" charset="0"/>
                                </a:rPr>
                              </m:ctrlPr>
                            </m:sSubPr>
                            <m:e>
                              <m:r>
                                <a:rPr lang="en-GB" altLang="zh-CN" i="1">
                                  <a:latin typeface="Cambria Math" panose="02040503050406030204" pitchFamily="18" charset="0"/>
                                </a:rPr>
                                <m:t>𝑥</m:t>
                              </m:r>
                            </m:e>
                            <m:sub>
                              <m:r>
                                <a:rPr lang="en-GB" altLang="zh-CN" i="1">
                                  <a:latin typeface="Cambria Math" panose="02040503050406030204" pitchFamily="18" charset="0"/>
                                </a:rPr>
                                <m:t>𝑡</m:t>
                              </m:r>
                            </m:sub>
                          </m:sSub>
                          <m:r>
                            <a:rPr lang="en-GB" altLang="zh-CN" b="0" i="1" smtClean="0">
                              <a:latin typeface="Cambria Math" panose="02040503050406030204" pitchFamily="18" charset="0"/>
                            </a:rPr>
                            <m:t>,</m:t>
                          </m:r>
                          <m:sSub>
                            <m:sSubPr>
                              <m:ctrlPr>
                                <a:rPr lang="en-GB" altLang="zh-CN" i="1">
                                  <a:latin typeface="Cambria Math" panose="02040503050406030204" pitchFamily="18" charset="0"/>
                                </a:rPr>
                              </m:ctrlPr>
                            </m:sSubPr>
                            <m:e>
                              <m:r>
                                <a:rPr lang="en-GB" altLang="zh-CN" i="1">
                                  <a:latin typeface="Cambria Math" panose="02040503050406030204" pitchFamily="18" charset="0"/>
                                </a:rPr>
                                <m:t>𝑢</m:t>
                              </m:r>
                            </m:e>
                            <m:sub>
                              <m:r>
                                <a:rPr lang="en-GB" altLang="zh-CN" b="0" i="1" smtClean="0">
                                  <a:latin typeface="Cambria Math" panose="02040503050406030204" pitchFamily="18" charset="0"/>
                                </a:rPr>
                                <m:t>1</m:t>
                              </m:r>
                            </m:sub>
                          </m:sSub>
                          <m:r>
                            <a:rPr lang="en-GB" altLang="zh-CN" i="1">
                              <a:latin typeface="Cambria Math" panose="02040503050406030204" pitchFamily="18" charset="0"/>
                            </a:rPr>
                            <m:t>,…,</m:t>
                          </m:r>
                          <m:sSub>
                            <m:sSubPr>
                              <m:ctrlPr>
                                <a:rPr lang="en-GB" altLang="zh-CN" i="1">
                                  <a:latin typeface="Cambria Math" panose="02040503050406030204" pitchFamily="18" charset="0"/>
                                </a:rPr>
                              </m:ctrlPr>
                            </m:sSubPr>
                            <m:e>
                              <m:r>
                                <a:rPr lang="en-GB" altLang="zh-CN" i="1">
                                  <a:latin typeface="Cambria Math" panose="02040503050406030204" pitchFamily="18" charset="0"/>
                                </a:rPr>
                                <m:t>𝑢</m:t>
                              </m:r>
                            </m:e>
                            <m:sub>
                              <m:r>
                                <a:rPr lang="en-GB" altLang="zh-CN" i="1">
                                  <a:latin typeface="Cambria Math" panose="02040503050406030204" pitchFamily="18" charset="0"/>
                                </a:rPr>
                                <m:t>𝑡</m:t>
                              </m:r>
                            </m:sub>
                          </m:sSub>
                          <m:r>
                            <a:rPr lang="en-GB" altLang="zh-CN" i="1">
                              <a:latin typeface="Cambria Math" panose="02040503050406030204" pitchFamily="18" charset="0"/>
                            </a:rPr>
                            <m:t>,</m:t>
                          </m:r>
                          <m:sSub>
                            <m:sSubPr>
                              <m:ctrlPr>
                                <a:rPr lang="en-GB" altLang="zh-CN" i="1">
                                  <a:latin typeface="Cambria Math" panose="02040503050406030204" pitchFamily="18" charset="0"/>
                                </a:rPr>
                              </m:ctrlPr>
                            </m:sSubPr>
                            <m:e>
                              <m:r>
                                <a:rPr lang="en-GB" altLang="zh-CN" i="1">
                                  <a:latin typeface="Cambria Math" panose="02040503050406030204" pitchFamily="18" charset="0"/>
                                </a:rPr>
                                <m:t>𝑧</m:t>
                              </m:r>
                            </m:e>
                            <m:sub>
                              <m:r>
                                <a:rPr lang="en-GB" altLang="zh-CN" b="0" i="1" smtClean="0">
                                  <a:latin typeface="Cambria Math" panose="02040503050406030204" pitchFamily="18" charset="0"/>
                                </a:rPr>
                                <m:t>1</m:t>
                              </m:r>
                            </m:sub>
                          </m:sSub>
                          <m:r>
                            <a:rPr lang="en-GB" altLang="zh-CN" i="1">
                              <a:latin typeface="Cambria Math" panose="02040503050406030204" pitchFamily="18" charset="0"/>
                            </a:rPr>
                            <m:t>,…,</m:t>
                          </m:r>
                          <m:sSub>
                            <m:sSubPr>
                              <m:ctrlPr>
                                <a:rPr lang="en-GB" altLang="zh-CN" i="1">
                                  <a:latin typeface="Cambria Math" panose="02040503050406030204" pitchFamily="18" charset="0"/>
                                </a:rPr>
                              </m:ctrlPr>
                            </m:sSubPr>
                            <m:e>
                              <m:r>
                                <a:rPr lang="en-GB" altLang="zh-CN" i="1">
                                  <a:latin typeface="Cambria Math" panose="02040503050406030204" pitchFamily="18" charset="0"/>
                                </a:rPr>
                                <m:t>𝑧</m:t>
                              </m:r>
                            </m:e>
                            <m:sub>
                              <m:r>
                                <a:rPr lang="en-GB" altLang="zh-CN" i="1">
                                  <a:latin typeface="Cambria Math" panose="02040503050406030204" pitchFamily="18" charset="0"/>
                                </a:rPr>
                                <m:t>𝑡</m:t>
                              </m:r>
                              <m:r>
                                <a:rPr lang="en-GB" altLang="zh-CN" b="0" i="1" smtClean="0">
                                  <a:latin typeface="Cambria Math" panose="02040503050406030204" pitchFamily="18" charset="0"/>
                                </a:rPr>
                                <m:t>−1</m:t>
                              </m:r>
                            </m:sub>
                          </m:sSub>
                        </m:e>
                      </m:d>
                      <m:r>
                        <a:rPr lang="en-GB" altLang="zh-CN" i="1">
                          <a:latin typeface="Cambria Math" panose="02040503050406030204" pitchFamily="18" charset="0"/>
                        </a:rPr>
                        <m:t>𝑃</m:t>
                      </m:r>
                      <m:d>
                        <m:dPr>
                          <m:ctrlPr>
                            <a:rPr lang="en-GB" altLang="zh-CN" i="1">
                              <a:latin typeface="Cambria Math" panose="02040503050406030204" pitchFamily="18" charset="0"/>
                            </a:rPr>
                          </m:ctrlPr>
                        </m:dPr>
                        <m:e>
                          <m:sSub>
                            <m:sSubPr>
                              <m:ctrlPr>
                                <a:rPr lang="en-GB" altLang="zh-CN" i="1">
                                  <a:latin typeface="Cambria Math" panose="02040503050406030204" pitchFamily="18" charset="0"/>
                                </a:rPr>
                              </m:ctrlPr>
                            </m:sSubPr>
                            <m:e>
                              <m:r>
                                <a:rPr lang="en-GB" altLang="zh-CN" i="1">
                                  <a:latin typeface="Cambria Math" panose="02040503050406030204" pitchFamily="18" charset="0"/>
                                </a:rPr>
                                <m:t>𝑥</m:t>
                              </m:r>
                            </m:e>
                            <m:sub>
                              <m:r>
                                <a:rPr lang="en-GB" altLang="zh-CN" i="1">
                                  <a:latin typeface="Cambria Math" panose="02040503050406030204" pitchFamily="18" charset="0"/>
                                </a:rPr>
                                <m:t>𝑡</m:t>
                              </m:r>
                            </m:sub>
                          </m:sSub>
                        </m:e>
                        <m:e>
                          <m:sSub>
                            <m:sSubPr>
                              <m:ctrlPr>
                                <a:rPr lang="en-GB" altLang="zh-CN" i="1">
                                  <a:latin typeface="Cambria Math" panose="02040503050406030204" pitchFamily="18" charset="0"/>
                                </a:rPr>
                              </m:ctrlPr>
                            </m:sSubPr>
                            <m:e>
                              <m:r>
                                <a:rPr lang="en-GB" altLang="zh-CN" i="1">
                                  <a:latin typeface="Cambria Math" panose="02040503050406030204" pitchFamily="18" charset="0"/>
                                </a:rPr>
                                <m:t>𝑢</m:t>
                              </m:r>
                            </m:e>
                            <m:sub>
                              <m:r>
                                <a:rPr lang="en-GB" altLang="zh-CN" b="0" i="1" smtClean="0">
                                  <a:latin typeface="Cambria Math" panose="02040503050406030204" pitchFamily="18" charset="0"/>
                                </a:rPr>
                                <m:t>1</m:t>
                              </m:r>
                            </m:sub>
                          </m:sSub>
                          <m:r>
                            <a:rPr lang="en-GB" altLang="zh-CN" i="1">
                              <a:latin typeface="Cambria Math" panose="02040503050406030204" pitchFamily="18" charset="0"/>
                            </a:rPr>
                            <m:t>,…,</m:t>
                          </m:r>
                          <m:sSub>
                            <m:sSubPr>
                              <m:ctrlPr>
                                <a:rPr lang="en-GB" altLang="zh-CN" i="1">
                                  <a:latin typeface="Cambria Math" panose="02040503050406030204" pitchFamily="18" charset="0"/>
                                </a:rPr>
                              </m:ctrlPr>
                            </m:sSubPr>
                            <m:e>
                              <m:r>
                                <a:rPr lang="en-GB" altLang="zh-CN" i="1">
                                  <a:latin typeface="Cambria Math" panose="02040503050406030204" pitchFamily="18" charset="0"/>
                                </a:rPr>
                                <m:t>𝑢</m:t>
                              </m:r>
                            </m:e>
                            <m:sub>
                              <m:r>
                                <a:rPr lang="en-GB" altLang="zh-CN" i="1">
                                  <a:latin typeface="Cambria Math" panose="02040503050406030204" pitchFamily="18" charset="0"/>
                                </a:rPr>
                                <m:t>𝑡</m:t>
                              </m:r>
                            </m:sub>
                          </m:sSub>
                          <m:r>
                            <a:rPr lang="en-GB" altLang="zh-CN" i="1">
                              <a:latin typeface="Cambria Math" panose="02040503050406030204" pitchFamily="18" charset="0"/>
                            </a:rPr>
                            <m:t>,</m:t>
                          </m:r>
                          <m:sSub>
                            <m:sSubPr>
                              <m:ctrlPr>
                                <a:rPr lang="en-GB" altLang="zh-CN" i="1">
                                  <a:latin typeface="Cambria Math" panose="02040503050406030204" pitchFamily="18" charset="0"/>
                                </a:rPr>
                              </m:ctrlPr>
                            </m:sSubPr>
                            <m:e>
                              <m:r>
                                <a:rPr lang="en-GB" altLang="zh-CN" i="1">
                                  <a:latin typeface="Cambria Math" panose="02040503050406030204" pitchFamily="18" charset="0"/>
                                </a:rPr>
                                <m:t>𝑧</m:t>
                              </m:r>
                            </m:e>
                            <m:sub>
                              <m:r>
                                <a:rPr lang="en-GB" altLang="zh-CN" b="0" i="1" smtClean="0">
                                  <a:latin typeface="Cambria Math" panose="02040503050406030204" pitchFamily="18" charset="0"/>
                                </a:rPr>
                                <m:t>1</m:t>
                              </m:r>
                            </m:sub>
                          </m:sSub>
                          <m:r>
                            <a:rPr lang="en-GB" altLang="zh-CN" i="1">
                              <a:latin typeface="Cambria Math" panose="02040503050406030204" pitchFamily="18" charset="0"/>
                            </a:rPr>
                            <m:t>,…,</m:t>
                          </m:r>
                          <m:sSub>
                            <m:sSubPr>
                              <m:ctrlPr>
                                <a:rPr lang="en-GB" altLang="zh-CN" i="1">
                                  <a:latin typeface="Cambria Math" panose="02040503050406030204" pitchFamily="18" charset="0"/>
                                </a:rPr>
                              </m:ctrlPr>
                            </m:sSubPr>
                            <m:e>
                              <m:r>
                                <a:rPr lang="en-GB" altLang="zh-CN" i="1">
                                  <a:latin typeface="Cambria Math" panose="02040503050406030204" pitchFamily="18" charset="0"/>
                                </a:rPr>
                                <m:t>𝑧</m:t>
                              </m:r>
                            </m:e>
                            <m:sub>
                              <m:r>
                                <a:rPr lang="en-GB" altLang="zh-CN" i="1">
                                  <a:latin typeface="Cambria Math" panose="02040503050406030204" pitchFamily="18" charset="0"/>
                                </a:rPr>
                                <m:t>𝑡</m:t>
                              </m:r>
                              <m:r>
                                <a:rPr lang="en-GB" altLang="zh-CN" b="0" i="1" smtClean="0">
                                  <a:latin typeface="Cambria Math" panose="02040503050406030204" pitchFamily="18" charset="0"/>
                                </a:rPr>
                                <m:t>−1</m:t>
                              </m:r>
                            </m:sub>
                          </m:sSub>
                        </m:e>
                      </m:d>
                      <m:r>
                        <a:rPr lang="en-US" altLang="zh-CN" b="0" i="1" smtClean="0">
                          <a:latin typeface="Cambria Math" panose="02040503050406030204" pitchFamily="18" charset="0"/>
                        </a:rPr>
                        <m:t>/</m:t>
                      </m:r>
                      <m:r>
                        <a:rPr lang="en-GB" altLang="zh-CN" i="1">
                          <a:latin typeface="Cambria Math" panose="02040503050406030204" pitchFamily="18" charset="0"/>
                        </a:rPr>
                        <m:t>𝑃</m:t>
                      </m:r>
                      <m:d>
                        <m:dPr>
                          <m:ctrlPr>
                            <a:rPr lang="en-GB" altLang="zh-CN" i="1">
                              <a:latin typeface="Cambria Math" panose="02040503050406030204" pitchFamily="18" charset="0"/>
                            </a:rPr>
                          </m:ctrlPr>
                        </m:dPr>
                        <m:e>
                          <m:sSub>
                            <m:sSubPr>
                              <m:ctrlPr>
                                <a:rPr lang="en-GB" altLang="zh-CN" i="1">
                                  <a:latin typeface="Cambria Math" panose="02040503050406030204" pitchFamily="18" charset="0"/>
                                </a:rPr>
                              </m:ctrlPr>
                            </m:sSubPr>
                            <m:e>
                              <m:r>
                                <a:rPr lang="en-GB" altLang="zh-CN" b="0" i="1" smtClean="0">
                                  <a:latin typeface="Cambria Math" panose="02040503050406030204" pitchFamily="18" charset="0"/>
                                </a:rPr>
                                <m:t>𝑧</m:t>
                              </m:r>
                            </m:e>
                            <m:sub>
                              <m:r>
                                <a:rPr lang="en-GB" altLang="zh-CN" i="1">
                                  <a:latin typeface="Cambria Math" panose="02040503050406030204" pitchFamily="18" charset="0"/>
                                </a:rPr>
                                <m:t>𝑡</m:t>
                              </m:r>
                            </m:sub>
                          </m:sSub>
                        </m:e>
                        <m:e>
                          <m:sSub>
                            <m:sSubPr>
                              <m:ctrlPr>
                                <a:rPr lang="en-GB" altLang="zh-CN" i="1">
                                  <a:latin typeface="Cambria Math" panose="02040503050406030204" pitchFamily="18" charset="0"/>
                                </a:rPr>
                              </m:ctrlPr>
                            </m:sSubPr>
                            <m:e>
                              <m:r>
                                <a:rPr lang="en-GB" altLang="zh-CN" i="1">
                                  <a:latin typeface="Cambria Math" panose="02040503050406030204" pitchFamily="18" charset="0"/>
                                </a:rPr>
                                <m:t>𝑢</m:t>
                              </m:r>
                            </m:e>
                            <m:sub>
                              <m:r>
                                <a:rPr lang="en-GB" altLang="zh-CN" b="0" i="1" smtClean="0">
                                  <a:latin typeface="Cambria Math" panose="02040503050406030204" pitchFamily="18" charset="0"/>
                                </a:rPr>
                                <m:t>1</m:t>
                              </m:r>
                            </m:sub>
                          </m:sSub>
                          <m:r>
                            <a:rPr lang="en-GB" altLang="zh-CN" i="1">
                              <a:latin typeface="Cambria Math" panose="02040503050406030204" pitchFamily="18" charset="0"/>
                            </a:rPr>
                            <m:t>,…,</m:t>
                          </m:r>
                          <m:sSub>
                            <m:sSubPr>
                              <m:ctrlPr>
                                <a:rPr lang="en-GB" altLang="zh-CN" i="1">
                                  <a:latin typeface="Cambria Math" panose="02040503050406030204" pitchFamily="18" charset="0"/>
                                </a:rPr>
                              </m:ctrlPr>
                            </m:sSubPr>
                            <m:e>
                              <m:r>
                                <a:rPr lang="en-GB" altLang="zh-CN" i="1">
                                  <a:latin typeface="Cambria Math" panose="02040503050406030204" pitchFamily="18" charset="0"/>
                                </a:rPr>
                                <m:t>𝑢</m:t>
                              </m:r>
                            </m:e>
                            <m:sub>
                              <m:r>
                                <a:rPr lang="en-GB" altLang="zh-CN" i="1">
                                  <a:latin typeface="Cambria Math" panose="02040503050406030204" pitchFamily="18" charset="0"/>
                                </a:rPr>
                                <m:t>𝑡</m:t>
                              </m:r>
                            </m:sub>
                          </m:sSub>
                          <m:r>
                            <a:rPr lang="en-GB" altLang="zh-CN" i="1">
                              <a:latin typeface="Cambria Math" panose="02040503050406030204" pitchFamily="18" charset="0"/>
                            </a:rPr>
                            <m:t>,</m:t>
                          </m:r>
                          <m:sSub>
                            <m:sSubPr>
                              <m:ctrlPr>
                                <a:rPr lang="en-GB" altLang="zh-CN" i="1">
                                  <a:latin typeface="Cambria Math" panose="02040503050406030204" pitchFamily="18" charset="0"/>
                                </a:rPr>
                              </m:ctrlPr>
                            </m:sSubPr>
                            <m:e>
                              <m:r>
                                <a:rPr lang="en-GB" altLang="zh-CN" i="1">
                                  <a:latin typeface="Cambria Math" panose="02040503050406030204" pitchFamily="18" charset="0"/>
                                </a:rPr>
                                <m:t>𝑧</m:t>
                              </m:r>
                            </m:e>
                            <m:sub>
                              <m:r>
                                <a:rPr lang="en-GB" altLang="zh-CN" b="0" i="1" smtClean="0">
                                  <a:latin typeface="Cambria Math" panose="02040503050406030204" pitchFamily="18" charset="0"/>
                                </a:rPr>
                                <m:t>1</m:t>
                              </m:r>
                            </m:sub>
                          </m:sSub>
                          <m:r>
                            <a:rPr lang="en-GB" altLang="zh-CN" i="1">
                              <a:latin typeface="Cambria Math" panose="02040503050406030204" pitchFamily="18" charset="0"/>
                            </a:rPr>
                            <m:t>,…,</m:t>
                          </m:r>
                          <m:sSub>
                            <m:sSubPr>
                              <m:ctrlPr>
                                <a:rPr lang="en-GB" altLang="zh-CN" i="1">
                                  <a:latin typeface="Cambria Math" panose="02040503050406030204" pitchFamily="18" charset="0"/>
                                </a:rPr>
                              </m:ctrlPr>
                            </m:sSubPr>
                            <m:e>
                              <m:r>
                                <a:rPr lang="en-GB" altLang="zh-CN" i="1">
                                  <a:latin typeface="Cambria Math" panose="02040503050406030204" pitchFamily="18" charset="0"/>
                                </a:rPr>
                                <m:t>𝑧</m:t>
                              </m:r>
                            </m:e>
                            <m:sub>
                              <m:r>
                                <a:rPr lang="en-GB" altLang="zh-CN" i="1">
                                  <a:latin typeface="Cambria Math" panose="02040503050406030204" pitchFamily="18" charset="0"/>
                                </a:rPr>
                                <m:t>𝑡</m:t>
                              </m:r>
                              <m:r>
                                <a:rPr lang="en-GB" altLang="zh-CN" i="1">
                                  <a:latin typeface="Cambria Math" panose="02040503050406030204" pitchFamily="18" charset="0"/>
                                </a:rPr>
                                <m:t>−1</m:t>
                              </m:r>
                            </m:sub>
                          </m:sSub>
                        </m:e>
                      </m:d>
                    </m:oMath>
                  </m:oMathPara>
                </a14:m>
                <a:endParaRPr lang="en-GB" altLang="zh-CN" dirty="0"/>
              </a:p>
              <a:p>
                <a:r>
                  <a:rPr lang="en-US" altLang="zh-CN" dirty="0"/>
                  <a:t>We assume</a:t>
                </a:r>
                <a:r>
                  <a:rPr lang="en-GB" altLang="zh-CN" dirty="0"/>
                  <a:t> </a:t>
                </a:r>
                <a14:m>
                  <m:oMath xmlns:m="http://schemas.openxmlformats.org/officeDocument/2006/math">
                    <m:sSub>
                      <m:sSubPr>
                        <m:ctrlPr>
                          <a:rPr lang="en-GB" altLang="zh-CN" i="1" smtClean="0">
                            <a:latin typeface="Cambria Math" panose="02040503050406030204" pitchFamily="18" charset="0"/>
                          </a:rPr>
                        </m:ctrlPr>
                      </m:sSubPr>
                      <m:e>
                        <m:r>
                          <a:rPr lang="en-GB" altLang="zh-CN" b="0" i="1" smtClean="0">
                            <a:latin typeface="Cambria Math" panose="02040503050406030204" pitchFamily="18" charset="0"/>
                          </a:rPr>
                          <m:t>𝑧</m:t>
                        </m:r>
                      </m:e>
                      <m:sub>
                        <m:r>
                          <a:rPr lang="en-GB" altLang="zh-CN" i="1">
                            <a:latin typeface="Cambria Math" panose="02040503050406030204" pitchFamily="18" charset="0"/>
                          </a:rPr>
                          <m:t>𝑡</m:t>
                        </m:r>
                      </m:sub>
                    </m:sSub>
                  </m:oMath>
                </a14:m>
                <a:r>
                  <a:rPr lang="en-US" altLang="zh-CN" dirty="0"/>
                  <a:t> only depends on </a:t>
                </a:r>
                <a14:m>
                  <m:oMath xmlns:m="http://schemas.openxmlformats.org/officeDocument/2006/math">
                    <m:sSub>
                      <m:sSubPr>
                        <m:ctrlPr>
                          <a:rPr lang="en-GB" altLang="zh-CN" i="1">
                            <a:latin typeface="Cambria Math" panose="02040503050406030204" pitchFamily="18" charset="0"/>
                          </a:rPr>
                        </m:ctrlPr>
                      </m:sSubPr>
                      <m:e>
                        <m:r>
                          <a:rPr lang="en-GB" altLang="zh-CN" b="0" i="1" smtClean="0">
                            <a:latin typeface="Cambria Math" panose="02040503050406030204" pitchFamily="18" charset="0"/>
                          </a:rPr>
                          <m:t>𝑥</m:t>
                        </m:r>
                      </m:e>
                      <m:sub>
                        <m:r>
                          <a:rPr lang="en-GB" altLang="zh-CN" i="1">
                            <a:latin typeface="Cambria Math" panose="02040503050406030204" pitchFamily="18" charset="0"/>
                          </a:rPr>
                          <m:t>𝑡</m:t>
                        </m:r>
                      </m:sub>
                    </m:sSub>
                  </m:oMath>
                </a14:m>
                <a:r>
                  <a:rPr lang="en-GB" altLang="zh-CN" dirty="0"/>
                  <a:t> (</a:t>
                </a:r>
                <a:r>
                  <a:rPr lang="en-GB" altLang="zh-CN" dirty="0">
                    <a:solidFill>
                      <a:srgbClr val="003399"/>
                    </a:solidFill>
                  </a:rPr>
                  <a:t>Markov assumption</a:t>
                </a:r>
                <a:r>
                  <a:rPr lang="en-GB" altLang="zh-CN" dirty="0"/>
                  <a:t>), then:</a:t>
                </a:r>
              </a:p>
              <a:p>
                <a:pPr marL="285750" indent="-285750">
                  <a:buFont typeface="Arial" panose="020B0604020202020204" pitchFamily="34" charset="0"/>
                  <a:buChar char="•"/>
                </a:pPr>
                <a14:m>
                  <m:oMath xmlns:m="http://schemas.openxmlformats.org/officeDocument/2006/math">
                    <m:r>
                      <a:rPr lang="en-GB" altLang="zh-CN" i="1">
                        <a:latin typeface="Cambria Math" panose="02040503050406030204" pitchFamily="18" charset="0"/>
                      </a:rPr>
                      <m:t>𝑃</m:t>
                    </m:r>
                    <m:d>
                      <m:dPr>
                        <m:ctrlPr>
                          <a:rPr lang="en-GB" altLang="zh-CN" i="1">
                            <a:latin typeface="Cambria Math" panose="02040503050406030204" pitchFamily="18" charset="0"/>
                          </a:rPr>
                        </m:ctrlPr>
                      </m:dPr>
                      <m:e>
                        <m:sSub>
                          <m:sSubPr>
                            <m:ctrlPr>
                              <a:rPr lang="en-GB" altLang="zh-CN" i="1">
                                <a:latin typeface="Cambria Math" panose="02040503050406030204" pitchFamily="18" charset="0"/>
                              </a:rPr>
                            </m:ctrlPr>
                          </m:sSubPr>
                          <m:e>
                            <m:r>
                              <a:rPr lang="en-GB" altLang="zh-CN" i="1">
                                <a:latin typeface="Cambria Math" panose="02040503050406030204" pitchFamily="18" charset="0"/>
                              </a:rPr>
                              <m:t>𝑧</m:t>
                            </m:r>
                          </m:e>
                          <m:sub>
                            <m:r>
                              <a:rPr lang="en-GB" altLang="zh-CN" i="1">
                                <a:latin typeface="Cambria Math" panose="02040503050406030204" pitchFamily="18" charset="0"/>
                              </a:rPr>
                              <m:t>𝑡</m:t>
                            </m:r>
                          </m:sub>
                        </m:sSub>
                      </m:e>
                      <m:e>
                        <m:sSub>
                          <m:sSubPr>
                            <m:ctrlPr>
                              <a:rPr lang="en-GB" altLang="zh-CN" i="1">
                                <a:latin typeface="Cambria Math" panose="02040503050406030204" pitchFamily="18" charset="0"/>
                              </a:rPr>
                            </m:ctrlPr>
                          </m:sSubPr>
                          <m:e>
                            <m:r>
                              <a:rPr lang="en-GB" altLang="zh-CN" i="1">
                                <a:latin typeface="Cambria Math" panose="02040503050406030204" pitchFamily="18" charset="0"/>
                              </a:rPr>
                              <m:t>𝑢</m:t>
                            </m:r>
                          </m:e>
                          <m:sub>
                            <m:r>
                              <a:rPr lang="en-GB" altLang="zh-CN" b="0" i="1" smtClean="0">
                                <a:latin typeface="Cambria Math" panose="02040503050406030204" pitchFamily="18" charset="0"/>
                              </a:rPr>
                              <m:t>1</m:t>
                            </m:r>
                          </m:sub>
                        </m:sSub>
                        <m:r>
                          <a:rPr lang="en-GB" altLang="zh-CN" i="1">
                            <a:latin typeface="Cambria Math" panose="02040503050406030204" pitchFamily="18" charset="0"/>
                          </a:rPr>
                          <m:t>,…,</m:t>
                        </m:r>
                        <m:sSub>
                          <m:sSubPr>
                            <m:ctrlPr>
                              <a:rPr lang="en-GB" altLang="zh-CN" i="1">
                                <a:latin typeface="Cambria Math" panose="02040503050406030204" pitchFamily="18" charset="0"/>
                              </a:rPr>
                            </m:ctrlPr>
                          </m:sSubPr>
                          <m:e>
                            <m:r>
                              <a:rPr lang="en-GB" altLang="zh-CN" i="1">
                                <a:latin typeface="Cambria Math" panose="02040503050406030204" pitchFamily="18" charset="0"/>
                              </a:rPr>
                              <m:t>𝑢</m:t>
                            </m:r>
                          </m:e>
                          <m:sub>
                            <m:r>
                              <a:rPr lang="en-GB" altLang="zh-CN" i="1">
                                <a:latin typeface="Cambria Math" panose="02040503050406030204" pitchFamily="18" charset="0"/>
                              </a:rPr>
                              <m:t>𝑡</m:t>
                            </m:r>
                          </m:sub>
                        </m:sSub>
                        <m:r>
                          <a:rPr lang="en-GB" altLang="zh-CN" i="1">
                            <a:latin typeface="Cambria Math" panose="02040503050406030204" pitchFamily="18" charset="0"/>
                          </a:rPr>
                          <m:t>,</m:t>
                        </m:r>
                        <m:sSub>
                          <m:sSubPr>
                            <m:ctrlPr>
                              <a:rPr lang="en-GB" altLang="zh-CN" i="1">
                                <a:latin typeface="Cambria Math" panose="02040503050406030204" pitchFamily="18" charset="0"/>
                              </a:rPr>
                            </m:ctrlPr>
                          </m:sSubPr>
                          <m:e>
                            <m:r>
                              <a:rPr lang="en-GB" altLang="zh-CN" i="1">
                                <a:latin typeface="Cambria Math" panose="02040503050406030204" pitchFamily="18" charset="0"/>
                              </a:rPr>
                              <m:t>𝑧</m:t>
                            </m:r>
                          </m:e>
                          <m:sub>
                            <m:r>
                              <a:rPr lang="en-GB" altLang="zh-CN" b="0" i="1" smtClean="0">
                                <a:latin typeface="Cambria Math" panose="02040503050406030204" pitchFamily="18" charset="0"/>
                              </a:rPr>
                              <m:t>1</m:t>
                            </m:r>
                          </m:sub>
                        </m:sSub>
                        <m:r>
                          <a:rPr lang="en-GB" altLang="zh-CN" i="1">
                            <a:latin typeface="Cambria Math" panose="02040503050406030204" pitchFamily="18" charset="0"/>
                          </a:rPr>
                          <m:t>,…,</m:t>
                        </m:r>
                        <m:sSub>
                          <m:sSubPr>
                            <m:ctrlPr>
                              <a:rPr lang="en-GB" altLang="zh-CN" i="1">
                                <a:latin typeface="Cambria Math" panose="02040503050406030204" pitchFamily="18" charset="0"/>
                              </a:rPr>
                            </m:ctrlPr>
                          </m:sSubPr>
                          <m:e>
                            <m:r>
                              <a:rPr lang="en-GB" altLang="zh-CN" i="1">
                                <a:latin typeface="Cambria Math" panose="02040503050406030204" pitchFamily="18" charset="0"/>
                              </a:rPr>
                              <m:t>𝑧</m:t>
                            </m:r>
                          </m:e>
                          <m:sub>
                            <m:r>
                              <a:rPr lang="en-GB" altLang="zh-CN" i="1">
                                <a:latin typeface="Cambria Math" panose="02040503050406030204" pitchFamily="18" charset="0"/>
                              </a:rPr>
                              <m:t>𝑡</m:t>
                            </m:r>
                            <m:r>
                              <a:rPr lang="en-GB" altLang="zh-CN" i="1">
                                <a:latin typeface="Cambria Math" panose="02040503050406030204" pitchFamily="18" charset="0"/>
                              </a:rPr>
                              <m:t>−1</m:t>
                            </m:r>
                          </m:sub>
                        </m:sSub>
                      </m:e>
                    </m:d>
                  </m:oMath>
                </a14:m>
                <a:r>
                  <a:rPr lang="en-US" altLang="zh-CN" dirty="0"/>
                  <a:t> can be regarded as a constant, </a:t>
                </a:r>
                <a14:m>
                  <m:oMath xmlns:m="http://schemas.openxmlformats.org/officeDocument/2006/math">
                    <m:r>
                      <a:rPr lang="en-GB" altLang="zh-CN" i="1" smtClean="0">
                        <a:solidFill>
                          <a:schemeClr val="tx1"/>
                        </a:solidFill>
                        <a:latin typeface="Cambria Math" panose="02040503050406030204" pitchFamily="18" charset="0"/>
                      </a:rPr>
                      <m:t>𝑐</m:t>
                    </m:r>
                  </m:oMath>
                </a14:m>
                <a:r>
                  <a:rPr lang="en-US" altLang="zh-CN" dirty="0"/>
                  <a:t>. </a:t>
                </a:r>
                <a:endParaRPr lang="en-GB" altLang="zh-CN" dirty="0"/>
              </a:p>
              <a:p>
                <a:pPr marL="285750" indent="-285750">
                  <a:buFont typeface="Arial" panose="020B0604020202020204" pitchFamily="34" charset="0"/>
                  <a:buChar char="•"/>
                </a:pPr>
                <a14:m>
                  <m:oMath xmlns:m="http://schemas.openxmlformats.org/officeDocument/2006/math">
                    <m:r>
                      <a:rPr lang="en-GB" altLang="zh-CN" i="1" smtClean="0">
                        <a:latin typeface="Cambria Math" panose="02040503050406030204" pitchFamily="18" charset="0"/>
                      </a:rPr>
                      <m:t>𝑃</m:t>
                    </m:r>
                    <m:d>
                      <m:dPr>
                        <m:ctrlPr>
                          <a:rPr lang="en-GB" altLang="zh-CN" i="1">
                            <a:latin typeface="Cambria Math" panose="02040503050406030204" pitchFamily="18" charset="0"/>
                          </a:rPr>
                        </m:ctrlPr>
                      </m:dPr>
                      <m:e>
                        <m:sSub>
                          <m:sSubPr>
                            <m:ctrlPr>
                              <a:rPr lang="en-GB" altLang="zh-CN" i="1">
                                <a:latin typeface="Cambria Math" panose="02040503050406030204" pitchFamily="18" charset="0"/>
                              </a:rPr>
                            </m:ctrlPr>
                          </m:sSubPr>
                          <m:e>
                            <m:r>
                              <a:rPr lang="en-GB" altLang="zh-CN" b="0" i="1" smtClean="0">
                                <a:latin typeface="Cambria Math" panose="02040503050406030204" pitchFamily="18" charset="0"/>
                              </a:rPr>
                              <m:t>𝑧</m:t>
                            </m:r>
                          </m:e>
                          <m:sub>
                            <m:r>
                              <a:rPr lang="en-GB" altLang="zh-CN" i="1">
                                <a:latin typeface="Cambria Math" panose="02040503050406030204" pitchFamily="18" charset="0"/>
                              </a:rPr>
                              <m:t>𝑡</m:t>
                            </m:r>
                          </m:sub>
                        </m:sSub>
                      </m:e>
                      <m:e>
                        <m:sSub>
                          <m:sSubPr>
                            <m:ctrlPr>
                              <a:rPr lang="en-GB" altLang="zh-CN" i="1">
                                <a:latin typeface="Cambria Math" panose="02040503050406030204" pitchFamily="18" charset="0"/>
                              </a:rPr>
                            </m:ctrlPr>
                          </m:sSubPr>
                          <m:e>
                            <m:r>
                              <a:rPr lang="en-GB" altLang="zh-CN" i="1">
                                <a:latin typeface="Cambria Math" panose="02040503050406030204" pitchFamily="18" charset="0"/>
                              </a:rPr>
                              <m:t>𝑥</m:t>
                            </m:r>
                          </m:e>
                          <m:sub>
                            <m:r>
                              <a:rPr lang="en-GB" altLang="zh-CN" i="1">
                                <a:latin typeface="Cambria Math" panose="02040503050406030204" pitchFamily="18" charset="0"/>
                              </a:rPr>
                              <m:t>𝑡</m:t>
                            </m:r>
                          </m:sub>
                        </m:sSub>
                        <m:r>
                          <a:rPr lang="en-GB" altLang="zh-CN" b="0" i="1" smtClean="0">
                            <a:latin typeface="Cambria Math" panose="02040503050406030204" pitchFamily="18" charset="0"/>
                          </a:rPr>
                          <m:t>,</m:t>
                        </m:r>
                        <m:sSub>
                          <m:sSubPr>
                            <m:ctrlPr>
                              <a:rPr lang="en-GB" altLang="zh-CN" i="1">
                                <a:latin typeface="Cambria Math" panose="02040503050406030204" pitchFamily="18" charset="0"/>
                              </a:rPr>
                            </m:ctrlPr>
                          </m:sSubPr>
                          <m:e>
                            <m:r>
                              <a:rPr lang="en-GB" altLang="zh-CN" i="1">
                                <a:latin typeface="Cambria Math" panose="02040503050406030204" pitchFamily="18" charset="0"/>
                              </a:rPr>
                              <m:t>𝑢</m:t>
                            </m:r>
                          </m:e>
                          <m:sub>
                            <m:r>
                              <a:rPr lang="en-GB" altLang="zh-CN" b="0" i="1" smtClean="0">
                                <a:latin typeface="Cambria Math" panose="02040503050406030204" pitchFamily="18" charset="0"/>
                              </a:rPr>
                              <m:t>1</m:t>
                            </m:r>
                          </m:sub>
                        </m:sSub>
                        <m:r>
                          <a:rPr lang="en-GB" altLang="zh-CN" i="1">
                            <a:latin typeface="Cambria Math" panose="02040503050406030204" pitchFamily="18" charset="0"/>
                          </a:rPr>
                          <m:t>,…,</m:t>
                        </m:r>
                        <m:sSub>
                          <m:sSubPr>
                            <m:ctrlPr>
                              <a:rPr lang="en-GB" altLang="zh-CN" i="1">
                                <a:latin typeface="Cambria Math" panose="02040503050406030204" pitchFamily="18" charset="0"/>
                              </a:rPr>
                            </m:ctrlPr>
                          </m:sSubPr>
                          <m:e>
                            <m:r>
                              <a:rPr lang="en-GB" altLang="zh-CN" i="1">
                                <a:latin typeface="Cambria Math" panose="02040503050406030204" pitchFamily="18" charset="0"/>
                              </a:rPr>
                              <m:t>𝑢</m:t>
                            </m:r>
                          </m:e>
                          <m:sub>
                            <m:r>
                              <a:rPr lang="en-GB" altLang="zh-CN" i="1">
                                <a:latin typeface="Cambria Math" panose="02040503050406030204" pitchFamily="18" charset="0"/>
                              </a:rPr>
                              <m:t>𝑡</m:t>
                            </m:r>
                          </m:sub>
                        </m:sSub>
                        <m:r>
                          <a:rPr lang="en-GB" altLang="zh-CN" i="1">
                            <a:latin typeface="Cambria Math" panose="02040503050406030204" pitchFamily="18" charset="0"/>
                          </a:rPr>
                          <m:t>,</m:t>
                        </m:r>
                        <m:sSub>
                          <m:sSubPr>
                            <m:ctrlPr>
                              <a:rPr lang="en-GB" altLang="zh-CN" i="1">
                                <a:latin typeface="Cambria Math" panose="02040503050406030204" pitchFamily="18" charset="0"/>
                              </a:rPr>
                            </m:ctrlPr>
                          </m:sSubPr>
                          <m:e>
                            <m:r>
                              <a:rPr lang="en-GB" altLang="zh-CN" i="1">
                                <a:latin typeface="Cambria Math" panose="02040503050406030204" pitchFamily="18" charset="0"/>
                              </a:rPr>
                              <m:t>𝑧</m:t>
                            </m:r>
                          </m:e>
                          <m:sub>
                            <m:r>
                              <a:rPr lang="en-GB" altLang="zh-CN" b="0" i="1" smtClean="0">
                                <a:latin typeface="Cambria Math" panose="02040503050406030204" pitchFamily="18" charset="0"/>
                              </a:rPr>
                              <m:t>1</m:t>
                            </m:r>
                          </m:sub>
                        </m:sSub>
                        <m:r>
                          <a:rPr lang="en-GB" altLang="zh-CN" i="1">
                            <a:latin typeface="Cambria Math" panose="02040503050406030204" pitchFamily="18" charset="0"/>
                          </a:rPr>
                          <m:t>,…,</m:t>
                        </m:r>
                        <m:sSub>
                          <m:sSubPr>
                            <m:ctrlPr>
                              <a:rPr lang="en-GB" altLang="zh-CN" i="1">
                                <a:latin typeface="Cambria Math" panose="02040503050406030204" pitchFamily="18" charset="0"/>
                              </a:rPr>
                            </m:ctrlPr>
                          </m:sSubPr>
                          <m:e>
                            <m:r>
                              <a:rPr lang="en-GB" altLang="zh-CN" i="1">
                                <a:latin typeface="Cambria Math" panose="02040503050406030204" pitchFamily="18" charset="0"/>
                              </a:rPr>
                              <m:t>𝑧</m:t>
                            </m:r>
                          </m:e>
                          <m:sub>
                            <m:r>
                              <a:rPr lang="en-GB" altLang="zh-CN" i="1">
                                <a:latin typeface="Cambria Math" panose="02040503050406030204" pitchFamily="18" charset="0"/>
                              </a:rPr>
                              <m:t>𝑡</m:t>
                            </m:r>
                            <m:r>
                              <a:rPr lang="en-GB" altLang="zh-CN" b="0" i="1" smtClean="0">
                                <a:latin typeface="Cambria Math" panose="02040503050406030204" pitchFamily="18" charset="0"/>
                              </a:rPr>
                              <m:t>−1</m:t>
                            </m:r>
                          </m:sub>
                        </m:sSub>
                      </m:e>
                    </m:d>
                    <m:r>
                      <a:rPr lang="en-GB" altLang="zh-CN" b="0" i="1" smtClean="0">
                        <a:latin typeface="Cambria Math" panose="02040503050406030204" pitchFamily="18" charset="0"/>
                      </a:rPr>
                      <m:t>=</m:t>
                    </m:r>
                    <m:r>
                      <a:rPr lang="en-GB" altLang="zh-CN" i="1">
                        <a:latin typeface="Cambria Math" panose="02040503050406030204" pitchFamily="18" charset="0"/>
                      </a:rPr>
                      <m:t>𝑃</m:t>
                    </m:r>
                    <m:d>
                      <m:dPr>
                        <m:ctrlPr>
                          <a:rPr lang="en-GB" altLang="zh-CN" i="1">
                            <a:latin typeface="Cambria Math" panose="02040503050406030204" pitchFamily="18" charset="0"/>
                          </a:rPr>
                        </m:ctrlPr>
                      </m:dPr>
                      <m:e>
                        <m:sSub>
                          <m:sSubPr>
                            <m:ctrlPr>
                              <a:rPr lang="en-GB" altLang="zh-CN" i="1">
                                <a:latin typeface="Cambria Math" panose="02040503050406030204" pitchFamily="18" charset="0"/>
                              </a:rPr>
                            </m:ctrlPr>
                          </m:sSubPr>
                          <m:e>
                            <m:r>
                              <a:rPr lang="en-GB" altLang="zh-CN" i="1">
                                <a:latin typeface="Cambria Math" panose="02040503050406030204" pitchFamily="18" charset="0"/>
                              </a:rPr>
                              <m:t>𝑧</m:t>
                            </m:r>
                          </m:e>
                          <m:sub>
                            <m:r>
                              <a:rPr lang="en-GB" altLang="zh-CN" i="1">
                                <a:latin typeface="Cambria Math" panose="02040503050406030204" pitchFamily="18" charset="0"/>
                              </a:rPr>
                              <m:t>𝑡</m:t>
                            </m:r>
                          </m:sub>
                        </m:sSub>
                      </m:e>
                      <m:e>
                        <m:sSub>
                          <m:sSubPr>
                            <m:ctrlPr>
                              <a:rPr lang="en-GB" altLang="zh-CN" i="1">
                                <a:latin typeface="Cambria Math" panose="02040503050406030204" pitchFamily="18" charset="0"/>
                              </a:rPr>
                            </m:ctrlPr>
                          </m:sSubPr>
                          <m:e>
                            <m:r>
                              <a:rPr lang="en-GB" altLang="zh-CN" i="1">
                                <a:latin typeface="Cambria Math" panose="02040503050406030204" pitchFamily="18" charset="0"/>
                              </a:rPr>
                              <m:t>𝑥</m:t>
                            </m:r>
                          </m:e>
                          <m:sub>
                            <m:r>
                              <a:rPr lang="en-GB" altLang="zh-CN" i="1">
                                <a:latin typeface="Cambria Math" panose="02040503050406030204" pitchFamily="18" charset="0"/>
                              </a:rPr>
                              <m:t>𝑡</m:t>
                            </m:r>
                          </m:sub>
                        </m:sSub>
                      </m:e>
                    </m:d>
                  </m:oMath>
                </a14:m>
                <a:endParaRPr lang="en-GB" altLang="zh-CN" dirty="0"/>
              </a:p>
              <a:p>
                <a:r>
                  <a:rPr lang="en-GB" altLang="zh-CN" dirty="0"/>
                  <a:t>They give: </a:t>
                </a:r>
                <a14:m>
                  <m:oMath xmlns:m="http://schemas.openxmlformats.org/officeDocument/2006/math">
                    <m:r>
                      <a:rPr lang="en-GB" altLang="zh-CN" i="1" smtClean="0">
                        <a:solidFill>
                          <a:srgbClr val="003399"/>
                        </a:solidFill>
                        <a:latin typeface="Cambria Math" panose="02040503050406030204" pitchFamily="18" charset="0"/>
                      </a:rPr>
                      <m:t>𝑐</m:t>
                    </m:r>
                    <m:r>
                      <a:rPr lang="en-GB" altLang="zh-CN" i="1" smtClean="0">
                        <a:solidFill>
                          <a:srgbClr val="003399"/>
                        </a:solidFill>
                        <a:latin typeface="Cambria Math" panose="02040503050406030204" pitchFamily="18" charset="0"/>
                      </a:rPr>
                      <m:t>⋅</m:t>
                    </m:r>
                    <m:r>
                      <a:rPr lang="en-GB" altLang="zh-CN" i="1" smtClean="0">
                        <a:solidFill>
                          <a:srgbClr val="003399"/>
                        </a:solidFill>
                        <a:latin typeface="Cambria Math" panose="02040503050406030204" pitchFamily="18" charset="0"/>
                      </a:rPr>
                      <m:t>𝑏𝑒𝑙</m:t>
                    </m:r>
                    <m:d>
                      <m:dPr>
                        <m:ctrlPr>
                          <a:rPr lang="en-GB" altLang="zh-CN" sz="1600" b="0" i="1" smtClean="0">
                            <a:solidFill>
                              <a:srgbClr val="003399"/>
                            </a:solidFill>
                            <a:latin typeface="Cambria Math" panose="02040503050406030204" pitchFamily="18" charset="0"/>
                          </a:rPr>
                        </m:ctrlPr>
                      </m:dPr>
                      <m:e>
                        <m:sSub>
                          <m:sSubPr>
                            <m:ctrlPr>
                              <a:rPr lang="en-GB" altLang="zh-CN" i="1">
                                <a:solidFill>
                                  <a:srgbClr val="003399"/>
                                </a:solidFill>
                                <a:latin typeface="Cambria Math" panose="02040503050406030204" pitchFamily="18" charset="0"/>
                              </a:rPr>
                            </m:ctrlPr>
                          </m:sSubPr>
                          <m:e>
                            <m:r>
                              <a:rPr lang="en-GB" altLang="zh-CN" i="1">
                                <a:solidFill>
                                  <a:srgbClr val="003399"/>
                                </a:solidFill>
                                <a:latin typeface="Cambria Math" panose="02040503050406030204" pitchFamily="18" charset="0"/>
                              </a:rPr>
                              <m:t>𝑥</m:t>
                            </m:r>
                          </m:e>
                          <m:sub>
                            <m:r>
                              <a:rPr lang="en-GB" altLang="zh-CN" i="1">
                                <a:solidFill>
                                  <a:srgbClr val="003399"/>
                                </a:solidFill>
                                <a:latin typeface="Cambria Math" panose="02040503050406030204" pitchFamily="18" charset="0"/>
                              </a:rPr>
                              <m:t>𝑡</m:t>
                            </m:r>
                          </m:sub>
                        </m:sSub>
                      </m:e>
                    </m:d>
                    <m:r>
                      <a:rPr lang="en-GB" altLang="zh-CN" b="0" i="1" smtClean="0">
                        <a:solidFill>
                          <a:srgbClr val="003399"/>
                        </a:solidFill>
                        <a:latin typeface="Cambria Math" panose="02040503050406030204" pitchFamily="18" charset="0"/>
                      </a:rPr>
                      <m:t>=</m:t>
                    </m:r>
                    <m:r>
                      <a:rPr lang="en-GB" altLang="zh-CN" i="1">
                        <a:solidFill>
                          <a:srgbClr val="003399"/>
                        </a:solidFill>
                        <a:latin typeface="Cambria Math" panose="02040503050406030204" pitchFamily="18" charset="0"/>
                      </a:rPr>
                      <m:t>𝑃</m:t>
                    </m:r>
                    <m:d>
                      <m:dPr>
                        <m:ctrlPr>
                          <a:rPr lang="en-GB" altLang="zh-CN" i="1">
                            <a:solidFill>
                              <a:srgbClr val="003399"/>
                            </a:solidFill>
                            <a:latin typeface="Cambria Math" panose="02040503050406030204" pitchFamily="18" charset="0"/>
                          </a:rPr>
                        </m:ctrlPr>
                      </m:dPr>
                      <m:e>
                        <m:sSub>
                          <m:sSubPr>
                            <m:ctrlPr>
                              <a:rPr lang="en-GB" altLang="zh-CN" i="1">
                                <a:solidFill>
                                  <a:srgbClr val="003399"/>
                                </a:solidFill>
                                <a:latin typeface="Cambria Math" panose="02040503050406030204" pitchFamily="18" charset="0"/>
                              </a:rPr>
                            </m:ctrlPr>
                          </m:sSubPr>
                          <m:e>
                            <m:r>
                              <a:rPr lang="en-GB" altLang="zh-CN" i="1">
                                <a:solidFill>
                                  <a:srgbClr val="003399"/>
                                </a:solidFill>
                                <a:latin typeface="Cambria Math" panose="02040503050406030204" pitchFamily="18" charset="0"/>
                              </a:rPr>
                              <m:t>𝑧</m:t>
                            </m:r>
                          </m:e>
                          <m:sub>
                            <m:r>
                              <a:rPr lang="en-GB" altLang="zh-CN" i="1">
                                <a:solidFill>
                                  <a:srgbClr val="003399"/>
                                </a:solidFill>
                                <a:latin typeface="Cambria Math" panose="02040503050406030204" pitchFamily="18" charset="0"/>
                              </a:rPr>
                              <m:t>𝑡</m:t>
                            </m:r>
                          </m:sub>
                        </m:sSub>
                      </m:e>
                      <m:e>
                        <m:sSub>
                          <m:sSubPr>
                            <m:ctrlPr>
                              <a:rPr lang="en-GB" altLang="zh-CN" i="1">
                                <a:solidFill>
                                  <a:srgbClr val="003399"/>
                                </a:solidFill>
                                <a:latin typeface="Cambria Math" panose="02040503050406030204" pitchFamily="18" charset="0"/>
                              </a:rPr>
                            </m:ctrlPr>
                          </m:sSubPr>
                          <m:e>
                            <m:r>
                              <a:rPr lang="en-GB" altLang="zh-CN" i="1">
                                <a:solidFill>
                                  <a:srgbClr val="003399"/>
                                </a:solidFill>
                                <a:latin typeface="Cambria Math" panose="02040503050406030204" pitchFamily="18" charset="0"/>
                              </a:rPr>
                              <m:t>𝑥</m:t>
                            </m:r>
                          </m:e>
                          <m:sub>
                            <m:r>
                              <a:rPr lang="en-GB" altLang="zh-CN" i="1">
                                <a:solidFill>
                                  <a:srgbClr val="003399"/>
                                </a:solidFill>
                                <a:latin typeface="Cambria Math" panose="02040503050406030204" pitchFamily="18" charset="0"/>
                              </a:rPr>
                              <m:t>𝑡</m:t>
                            </m:r>
                          </m:sub>
                        </m:sSub>
                      </m:e>
                    </m:d>
                    <m:r>
                      <a:rPr lang="en-GB" altLang="zh-CN" i="1">
                        <a:solidFill>
                          <a:srgbClr val="003399"/>
                        </a:solidFill>
                        <a:latin typeface="Cambria Math" panose="02040503050406030204" pitchFamily="18" charset="0"/>
                      </a:rPr>
                      <m:t>𝑃</m:t>
                    </m:r>
                    <m:d>
                      <m:dPr>
                        <m:ctrlPr>
                          <a:rPr lang="en-GB" altLang="zh-CN" i="1">
                            <a:solidFill>
                              <a:srgbClr val="003399"/>
                            </a:solidFill>
                            <a:latin typeface="Cambria Math" panose="02040503050406030204" pitchFamily="18" charset="0"/>
                          </a:rPr>
                        </m:ctrlPr>
                      </m:dPr>
                      <m:e>
                        <m:sSub>
                          <m:sSubPr>
                            <m:ctrlPr>
                              <a:rPr lang="en-GB" altLang="zh-CN" i="1">
                                <a:solidFill>
                                  <a:srgbClr val="003399"/>
                                </a:solidFill>
                                <a:latin typeface="Cambria Math" panose="02040503050406030204" pitchFamily="18" charset="0"/>
                              </a:rPr>
                            </m:ctrlPr>
                          </m:sSubPr>
                          <m:e>
                            <m:r>
                              <a:rPr lang="en-GB" altLang="zh-CN" i="1">
                                <a:solidFill>
                                  <a:srgbClr val="003399"/>
                                </a:solidFill>
                                <a:latin typeface="Cambria Math" panose="02040503050406030204" pitchFamily="18" charset="0"/>
                              </a:rPr>
                              <m:t>𝑥</m:t>
                            </m:r>
                          </m:e>
                          <m:sub>
                            <m:r>
                              <a:rPr lang="en-GB" altLang="zh-CN" i="1">
                                <a:solidFill>
                                  <a:srgbClr val="003399"/>
                                </a:solidFill>
                                <a:latin typeface="Cambria Math" panose="02040503050406030204" pitchFamily="18" charset="0"/>
                              </a:rPr>
                              <m:t>𝑡</m:t>
                            </m:r>
                          </m:sub>
                        </m:sSub>
                      </m:e>
                      <m:e>
                        <m:sSub>
                          <m:sSubPr>
                            <m:ctrlPr>
                              <a:rPr lang="en-GB" altLang="zh-CN" i="1">
                                <a:solidFill>
                                  <a:srgbClr val="003399"/>
                                </a:solidFill>
                                <a:latin typeface="Cambria Math" panose="02040503050406030204" pitchFamily="18" charset="0"/>
                              </a:rPr>
                            </m:ctrlPr>
                          </m:sSubPr>
                          <m:e>
                            <m:r>
                              <a:rPr lang="en-GB" altLang="zh-CN" i="1">
                                <a:solidFill>
                                  <a:srgbClr val="003399"/>
                                </a:solidFill>
                                <a:latin typeface="Cambria Math" panose="02040503050406030204" pitchFamily="18" charset="0"/>
                              </a:rPr>
                              <m:t>𝑢</m:t>
                            </m:r>
                          </m:e>
                          <m:sub>
                            <m:r>
                              <a:rPr lang="en-GB" altLang="zh-CN" b="0" i="1" smtClean="0">
                                <a:solidFill>
                                  <a:srgbClr val="003399"/>
                                </a:solidFill>
                                <a:latin typeface="Cambria Math" panose="02040503050406030204" pitchFamily="18" charset="0"/>
                              </a:rPr>
                              <m:t>1</m:t>
                            </m:r>
                          </m:sub>
                        </m:sSub>
                        <m:r>
                          <a:rPr lang="en-GB" altLang="zh-CN" i="1">
                            <a:solidFill>
                              <a:srgbClr val="003399"/>
                            </a:solidFill>
                            <a:latin typeface="Cambria Math" panose="02040503050406030204" pitchFamily="18" charset="0"/>
                          </a:rPr>
                          <m:t>,…,</m:t>
                        </m:r>
                        <m:sSub>
                          <m:sSubPr>
                            <m:ctrlPr>
                              <a:rPr lang="en-GB" altLang="zh-CN" i="1">
                                <a:solidFill>
                                  <a:srgbClr val="003399"/>
                                </a:solidFill>
                                <a:latin typeface="Cambria Math" panose="02040503050406030204" pitchFamily="18" charset="0"/>
                              </a:rPr>
                            </m:ctrlPr>
                          </m:sSubPr>
                          <m:e>
                            <m:r>
                              <a:rPr lang="en-GB" altLang="zh-CN" i="1">
                                <a:solidFill>
                                  <a:srgbClr val="003399"/>
                                </a:solidFill>
                                <a:latin typeface="Cambria Math" panose="02040503050406030204" pitchFamily="18" charset="0"/>
                              </a:rPr>
                              <m:t>𝑢</m:t>
                            </m:r>
                          </m:e>
                          <m:sub>
                            <m:r>
                              <a:rPr lang="en-GB" altLang="zh-CN" i="1">
                                <a:solidFill>
                                  <a:srgbClr val="003399"/>
                                </a:solidFill>
                                <a:latin typeface="Cambria Math" panose="02040503050406030204" pitchFamily="18" charset="0"/>
                              </a:rPr>
                              <m:t>𝑡</m:t>
                            </m:r>
                          </m:sub>
                        </m:sSub>
                        <m:r>
                          <a:rPr lang="en-GB" altLang="zh-CN" i="1">
                            <a:solidFill>
                              <a:srgbClr val="003399"/>
                            </a:solidFill>
                            <a:latin typeface="Cambria Math" panose="02040503050406030204" pitchFamily="18" charset="0"/>
                          </a:rPr>
                          <m:t>,</m:t>
                        </m:r>
                        <m:sSub>
                          <m:sSubPr>
                            <m:ctrlPr>
                              <a:rPr lang="en-GB" altLang="zh-CN" i="1">
                                <a:solidFill>
                                  <a:srgbClr val="003399"/>
                                </a:solidFill>
                                <a:latin typeface="Cambria Math" panose="02040503050406030204" pitchFamily="18" charset="0"/>
                              </a:rPr>
                            </m:ctrlPr>
                          </m:sSubPr>
                          <m:e>
                            <m:r>
                              <a:rPr lang="en-GB" altLang="zh-CN" i="1">
                                <a:solidFill>
                                  <a:srgbClr val="003399"/>
                                </a:solidFill>
                                <a:latin typeface="Cambria Math" panose="02040503050406030204" pitchFamily="18" charset="0"/>
                              </a:rPr>
                              <m:t>𝑧</m:t>
                            </m:r>
                          </m:e>
                          <m:sub>
                            <m:r>
                              <a:rPr lang="en-GB" altLang="zh-CN" b="0" i="1" smtClean="0">
                                <a:solidFill>
                                  <a:srgbClr val="003399"/>
                                </a:solidFill>
                                <a:latin typeface="Cambria Math" panose="02040503050406030204" pitchFamily="18" charset="0"/>
                              </a:rPr>
                              <m:t>1</m:t>
                            </m:r>
                          </m:sub>
                        </m:sSub>
                        <m:r>
                          <a:rPr lang="en-GB" altLang="zh-CN" i="1">
                            <a:solidFill>
                              <a:srgbClr val="003399"/>
                            </a:solidFill>
                            <a:latin typeface="Cambria Math" panose="02040503050406030204" pitchFamily="18" charset="0"/>
                          </a:rPr>
                          <m:t>,…,</m:t>
                        </m:r>
                        <m:sSub>
                          <m:sSubPr>
                            <m:ctrlPr>
                              <a:rPr lang="en-GB" altLang="zh-CN" i="1">
                                <a:solidFill>
                                  <a:srgbClr val="003399"/>
                                </a:solidFill>
                                <a:latin typeface="Cambria Math" panose="02040503050406030204" pitchFamily="18" charset="0"/>
                              </a:rPr>
                            </m:ctrlPr>
                          </m:sSubPr>
                          <m:e>
                            <m:r>
                              <a:rPr lang="en-GB" altLang="zh-CN" i="1">
                                <a:solidFill>
                                  <a:srgbClr val="003399"/>
                                </a:solidFill>
                                <a:latin typeface="Cambria Math" panose="02040503050406030204" pitchFamily="18" charset="0"/>
                              </a:rPr>
                              <m:t>𝑧</m:t>
                            </m:r>
                          </m:e>
                          <m:sub>
                            <m:r>
                              <a:rPr lang="en-GB" altLang="zh-CN" i="1">
                                <a:solidFill>
                                  <a:srgbClr val="003399"/>
                                </a:solidFill>
                                <a:latin typeface="Cambria Math" panose="02040503050406030204" pitchFamily="18" charset="0"/>
                              </a:rPr>
                              <m:t>𝑡</m:t>
                            </m:r>
                            <m:r>
                              <a:rPr lang="en-GB" altLang="zh-CN" i="1">
                                <a:solidFill>
                                  <a:srgbClr val="003399"/>
                                </a:solidFill>
                                <a:latin typeface="Cambria Math" panose="02040503050406030204" pitchFamily="18" charset="0"/>
                              </a:rPr>
                              <m:t>−1</m:t>
                            </m:r>
                          </m:sub>
                        </m:sSub>
                      </m:e>
                    </m:d>
                  </m:oMath>
                </a14:m>
                <a:endParaRPr lang="en-GB" altLang="zh-CN" dirty="0"/>
              </a:p>
            </p:txBody>
          </p:sp>
        </mc:Choice>
        <mc:Fallback xmlns="">
          <p:sp>
            <p:nvSpPr>
              <p:cNvPr id="6" name="文本占位符 5">
                <a:extLst>
                  <a:ext uri="{FF2B5EF4-FFF2-40B4-BE49-F238E27FC236}">
                    <a16:creationId xmlns:a16="http://schemas.microsoft.com/office/drawing/2014/main" id="{41A57552-7486-50C4-4F37-AA79E7A9F51F}"/>
                  </a:ext>
                </a:extLst>
              </p:cNvPr>
              <p:cNvSpPr>
                <a:spLocks noGrp="1" noRot="1" noChangeAspect="1" noMove="1" noResize="1" noEditPoints="1" noAdjustHandles="1" noChangeArrowheads="1" noChangeShapeType="1" noTextEdit="1"/>
              </p:cNvSpPr>
              <p:nvPr>
                <p:ph type="body" sz="quarter" idx="10"/>
              </p:nvPr>
            </p:nvSpPr>
            <p:spPr>
              <a:xfrm>
                <a:off x="628651" y="1465263"/>
                <a:ext cx="7990914" cy="2509887"/>
              </a:xfrm>
              <a:blipFill>
                <a:blip r:embed="rId3"/>
                <a:stretch>
                  <a:fillRect l="-317" t="-2020" b="-202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 name="椭圆 7">
                <a:extLst>
                  <a:ext uri="{FF2B5EF4-FFF2-40B4-BE49-F238E27FC236}">
                    <a16:creationId xmlns:a16="http://schemas.microsoft.com/office/drawing/2014/main" id="{F7AD0794-2A7C-9C62-7129-5717E1F2F100}"/>
                  </a:ext>
                </a:extLst>
              </p:cNvPr>
              <p:cNvSpPr/>
              <p:nvPr/>
            </p:nvSpPr>
            <p:spPr>
              <a:xfrm>
                <a:off x="3111871" y="4095189"/>
                <a:ext cx="437030" cy="437030"/>
              </a:xfrm>
              <a:prstGeom prst="ellipse">
                <a:avLst/>
              </a:prstGeom>
              <a:solidFill>
                <a:schemeClr val="tx2">
                  <a:lumMod val="20000"/>
                  <a:lumOff val="80000"/>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sSub>
                        <m:sSubPr>
                          <m:ctrlPr>
                            <a:rPr lang="en-GB" altLang="zh-CN" sz="1600" i="1" smtClean="0">
                              <a:solidFill>
                                <a:schemeClr val="tx1"/>
                              </a:solidFill>
                              <a:latin typeface="Cambria Math" panose="02040503050406030204" pitchFamily="18" charset="0"/>
                            </a:rPr>
                          </m:ctrlPr>
                        </m:sSubPr>
                        <m:e>
                          <m:r>
                            <a:rPr lang="en-GB" altLang="zh-CN" sz="1600" b="0" i="1" smtClean="0">
                              <a:solidFill>
                                <a:schemeClr val="tx1"/>
                              </a:solidFill>
                              <a:latin typeface="Cambria Math" panose="02040503050406030204" pitchFamily="18" charset="0"/>
                            </a:rPr>
                            <m:t>𝑥</m:t>
                          </m:r>
                        </m:e>
                        <m:sub>
                          <m:r>
                            <a:rPr lang="en-GB" altLang="zh-CN" sz="1600" b="0" i="1" smtClean="0">
                              <a:solidFill>
                                <a:schemeClr val="tx1"/>
                              </a:solidFill>
                              <a:latin typeface="Cambria Math" panose="02040503050406030204" pitchFamily="18" charset="0"/>
                            </a:rPr>
                            <m:t>1</m:t>
                          </m:r>
                        </m:sub>
                      </m:sSub>
                    </m:oMath>
                  </m:oMathPara>
                </a14:m>
                <a:endParaRPr lang="en-GB" sz="1600" dirty="0">
                  <a:solidFill>
                    <a:schemeClr val="tx1"/>
                  </a:solidFill>
                </a:endParaRPr>
              </a:p>
            </p:txBody>
          </p:sp>
        </mc:Choice>
        <mc:Fallback xmlns="">
          <p:sp>
            <p:nvSpPr>
              <p:cNvPr id="8" name="椭圆 7">
                <a:extLst>
                  <a:ext uri="{FF2B5EF4-FFF2-40B4-BE49-F238E27FC236}">
                    <a16:creationId xmlns:a16="http://schemas.microsoft.com/office/drawing/2014/main" id="{F7AD0794-2A7C-9C62-7129-5717E1F2F100}"/>
                  </a:ext>
                </a:extLst>
              </p:cNvPr>
              <p:cNvSpPr>
                <a:spLocks noRot="1" noChangeAspect="1" noMove="1" noResize="1" noEditPoints="1" noAdjustHandles="1" noChangeArrowheads="1" noChangeShapeType="1" noTextEdit="1"/>
              </p:cNvSpPr>
              <p:nvPr/>
            </p:nvSpPr>
            <p:spPr>
              <a:xfrm>
                <a:off x="3111871" y="4095189"/>
                <a:ext cx="437030" cy="437030"/>
              </a:xfrm>
              <a:prstGeom prst="ellipse">
                <a:avLst/>
              </a:prstGeom>
              <a:blipFill>
                <a:blip r:embed="rId4"/>
                <a:stretch>
                  <a:fillRect/>
                </a:stretch>
              </a:blipFill>
              <a:ln>
                <a:solidFill>
                  <a:schemeClr val="tx2"/>
                </a:solid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 name="椭圆 8">
                <a:extLst>
                  <a:ext uri="{FF2B5EF4-FFF2-40B4-BE49-F238E27FC236}">
                    <a16:creationId xmlns:a16="http://schemas.microsoft.com/office/drawing/2014/main" id="{2FB3648F-81B1-ED9C-ECCB-4B81013E22D6}"/>
                  </a:ext>
                </a:extLst>
              </p:cNvPr>
              <p:cNvSpPr/>
              <p:nvPr/>
            </p:nvSpPr>
            <p:spPr>
              <a:xfrm>
                <a:off x="4294091" y="4095189"/>
                <a:ext cx="437030" cy="437030"/>
              </a:xfrm>
              <a:prstGeom prst="ellipse">
                <a:avLst/>
              </a:prstGeom>
              <a:solidFill>
                <a:schemeClr val="tx2">
                  <a:lumMod val="20000"/>
                  <a:lumOff val="80000"/>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sSub>
                        <m:sSubPr>
                          <m:ctrlPr>
                            <a:rPr lang="en-GB" altLang="zh-CN" sz="1600" i="1" smtClean="0">
                              <a:solidFill>
                                <a:schemeClr val="tx1"/>
                              </a:solidFill>
                              <a:latin typeface="Cambria Math" panose="02040503050406030204" pitchFamily="18" charset="0"/>
                            </a:rPr>
                          </m:ctrlPr>
                        </m:sSubPr>
                        <m:e>
                          <m:r>
                            <a:rPr lang="en-GB" altLang="zh-CN" sz="1600" b="0" i="1" smtClean="0">
                              <a:solidFill>
                                <a:schemeClr val="tx1"/>
                              </a:solidFill>
                              <a:latin typeface="Cambria Math" panose="02040503050406030204" pitchFamily="18" charset="0"/>
                            </a:rPr>
                            <m:t>𝑥</m:t>
                          </m:r>
                        </m:e>
                        <m:sub>
                          <m:r>
                            <a:rPr lang="en-GB" altLang="zh-CN" sz="1600" b="0" i="1" smtClean="0">
                              <a:solidFill>
                                <a:schemeClr val="tx1"/>
                              </a:solidFill>
                              <a:latin typeface="Cambria Math" panose="02040503050406030204" pitchFamily="18" charset="0"/>
                            </a:rPr>
                            <m:t>2</m:t>
                          </m:r>
                        </m:sub>
                      </m:sSub>
                    </m:oMath>
                  </m:oMathPara>
                </a14:m>
                <a:endParaRPr lang="en-GB" sz="1600" dirty="0">
                  <a:solidFill>
                    <a:schemeClr val="tx1"/>
                  </a:solidFill>
                </a:endParaRPr>
              </a:p>
            </p:txBody>
          </p:sp>
        </mc:Choice>
        <mc:Fallback xmlns="">
          <p:sp>
            <p:nvSpPr>
              <p:cNvPr id="9" name="椭圆 8">
                <a:extLst>
                  <a:ext uri="{FF2B5EF4-FFF2-40B4-BE49-F238E27FC236}">
                    <a16:creationId xmlns:a16="http://schemas.microsoft.com/office/drawing/2014/main" id="{2FB3648F-81B1-ED9C-ECCB-4B81013E22D6}"/>
                  </a:ext>
                </a:extLst>
              </p:cNvPr>
              <p:cNvSpPr>
                <a:spLocks noRot="1" noChangeAspect="1" noMove="1" noResize="1" noEditPoints="1" noAdjustHandles="1" noChangeArrowheads="1" noChangeShapeType="1" noTextEdit="1"/>
              </p:cNvSpPr>
              <p:nvPr/>
            </p:nvSpPr>
            <p:spPr>
              <a:xfrm>
                <a:off x="4294091" y="4095189"/>
                <a:ext cx="437030" cy="437030"/>
              </a:xfrm>
              <a:prstGeom prst="ellipse">
                <a:avLst/>
              </a:prstGeom>
              <a:blipFill>
                <a:blip r:embed="rId5"/>
                <a:stretch>
                  <a:fillRect/>
                </a:stretch>
              </a:blipFill>
              <a:ln>
                <a:solidFill>
                  <a:schemeClr val="tx2"/>
                </a:solid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0" name="椭圆 9">
                <a:extLst>
                  <a:ext uri="{FF2B5EF4-FFF2-40B4-BE49-F238E27FC236}">
                    <a16:creationId xmlns:a16="http://schemas.microsoft.com/office/drawing/2014/main" id="{416430DD-D327-D34C-0E54-8BB58B727BC1}"/>
                  </a:ext>
                </a:extLst>
              </p:cNvPr>
              <p:cNvSpPr/>
              <p:nvPr/>
            </p:nvSpPr>
            <p:spPr>
              <a:xfrm>
                <a:off x="5476310" y="4095189"/>
                <a:ext cx="437030" cy="437030"/>
              </a:xfrm>
              <a:prstGeom prst="ellipse">
                <a:avLst/>
              </a:prstGeom>
              <a:solidFill>
                <a:schemeClr val="tx2">
                  <a:lumMod val="20000"/>
                  <a:lumOff val="80000"/>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sSub>
                        <m:sSubPr>
                          <m:ctrlPr>
                            <a:rPr lang="en-GB" altLang="zh-CN" sz="1600" i="1" smtClean="0">
                              <a:solidFill>
                                <a:schemeClr val="tx1"/>
                              </a:solidFill>
                              <a:latin typeface="Cambria Math" panose="02040503050406030204" pitchFamily="18" charset="0"/>
                            </a:rPr>
                          </m:ctrlPr>
                        </m:sSubPr>
                        <m:e>
                          <m:r>
                            <a:rPr lang="en-GB" altLang="zh-CN" sz="1600" b="0" i="1" smtClean="0">
                              <a:solidFill>
                                <a:schemeClr val="tx1"/>
                              </a:solidFill>
                              <a:latin typeface="Cambria Math" panose="02040503050406030204" pitchFamily="18" charset="0"/>
                            </a:rPr>
                            <m:t>𝑥</m:t>
                          </m:r>
                        </m:e>
                        <m:sub>
                          <m:r>
                            <a:rPr lang="en-GB" altLang="zh-CN" sz="1600" b="0" i="1" smtClean="0">
                              <a:solidFill>
                                <a:schemeClr val="tx1"/>
                              </a:solidFill>
                              <a:latin typeface="Cambria Math" panose="02040503050406030204" pitchFamily="18" charset="0"/>
                            </a:rPr>
                            <m:t>3</m:t>
                          </m:r>
                        </m:sub>
                      </m:sSub>
                    </m:oMath>
                  </m:oMathPara>
                </a14:m>
                <a:endParaRPr lang="en-GB" sz="1600" dirty="0">
                  <a:solidFill>
                    <a:schemeClr val="tx1"/>
                  </a:solidFill>
                </a:endParaRPr>
              </a:p>
            </p:txBody>
          </p:sp>
        </mc:Choice>
        <mc:Fallback xmlns="">
          <p:sp>
            <p:nvSpPr>
              <p:cNvPr id="10" name="椭圆 9">
                <a:extLst>
                  <a:ext uri="{FF2B5EF4-FFF2-40B4-BE49-F238E27FC236}">
                    <a16:creationId xmlns:a16="http://schemas.microsoft.com/office/drawing/2014/main" id="{416430DD-D327-D34C-0E54-8BB58B727BC1}"/>
                  </a:ext>
                </a:extLst>
              </p:cNvPr>
              <p:cNvSpPr>
                <a:spLocks noRot="1" noChangeAspect="1" noMove="1" noResize="1" noEditPoints="1" noAdjustHandles="1" noChangeArrowheads="1" noChangeShapeType="1" noTextEdit="1"/>
              </p:cNvSpPr>
              <p:nvPr/>
            </p:nvSpPr>
            <p:spPr>
              <a:xfrm>
                <a:off x="5476310" y="4095189"/>
                <a:ext cx="437030" cy="437030"/>
              </a:xfrm>
              <a:prstGeom prst="ellipse">
                <a:avLst/>
              </a:prstGeom>
              <a:blipFill>
                <a:blip r:embed="rId6"/>
                <a:stretch>
                  <a:fillRect/>
                </a:stretch>
              </a:blipFill>
              <a:ln>
                <a:solidFill>
                  <a:schemeClr val="tx2"/>
                </a:solidFill>
              </a:ln>
            </p:spPr>
            <p:txBody>
              <a:bodyPr/>
              <a:lstStyle/>
              <a:p>
                <a:r>
                  <a:rPr lang="zh-CN" altLang="en-US">
                    <a:noFill/>
                  </a:rPr>
                  <a:t> </a:t>
                </a:r>
              </a:p>
            </p:txBody>
          </p:sp>
        </mc:Fallback>
      </mc:AlternateContent>
      <p:cxnSp>
        <p:nvCxnSpPr>
          <p:cNvPr id="11" name="直线箭头连接符 10">
            <a:extLst>
              <a:ext uri="{FF2B5EF4-FFF2-40B4-BE49-F238E27FC236}">
                <a16:creationId xmlns:a16="http://schemas.microsoft.com/office/drawing/2014/main" id="{367AD53A-8AD6-F642-8A15-31678F6E6680}"/>
              </a:ext>
            </a:extLst>
          </p:cNvPr>
          <p:cNvCxnSpPr/>
          <p:nvPr/>
        </p:nvCxnSpPr>
        <p:spPr>
          <a:xfrm>
            <a:off x="2365311" y="4313704"/>
            <a:ext cx="745190" cy="0"/>
          </a:xfrm>
          <a:prstGeom prst="straightConnector1">
            <a:avLst/>
          </a:prstGeom>
          <a:ln w="19050">
            <a:solidFill>
              <a:schemeClr val="tx2"/>
            </a:solidFill>
            <a:tailEnd type="triangle"/>
          </a:ln>
        </p:spPr>
        <p:style>
          <a:lnRef idx="1">
            <a:schemeClr val="accent1"/>
          </a:lnRef>
          <a:fillRef idx="0">
            <a:schemeClr val="accent1"/>
          </a:fillRef>
          <a:effectRef idx="0">
            <a:schemeClr val="accent1"/>
          </a:effectRef>
          <a:fontRef idx="minor">
            <a:schemeClr val="tx1"/>
          </a:fontRef>
        </p:style>
      </p:cxnSp>
      <p:cxnSp>
        <p:nvCxnSpPr>
          <p:cNvPr id="12" name="直线箭头连接符 11">
            <a:extLst>
              <a:ext uri="{FF2B5EF4-FFF2-40B4-BE49-F238E27FC236}">
                <a16:creationId xmlns:a16="http://schemas.microsoft.com/office/drawing/2014/main" id="{F12D891F-504C-9E9F-D695-AC09F38E90B0}"/>
              </a:ext>
            </a:extLst>
          </p:cNvPr>
          <p:cNvCxnSpPr/>
          <p:nvPr/>
        </p:nvCxnSpPr>
        <p:spPr>
          <a:xfrm>
            <a:off x="3547530" y="4313704"/>
            <a:ext cx="745190" cy="0"/>
          </a:xfrm>
          <a:prstGeom prst="straightConnector1">
            <a:avLst/>
          </a:prstGeom>
          <a:ln w="19050">
            <a:solidFill>
              <a:schemeClr val="tx2"/>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3" name="文本框 12">
                <a:extLst>
                  <a:ext uri="{FF2B5EF4-FFF2-40B4-BE49-F238E27FC236}">
                    <a16:creationId xmlns:a16="http://schemas.microsoft.com/office/drawing/2014/main" id="{01878742-DAC2-9ED6-DBE3-BF7AF96D8E67}"/>
                  </a:ext>
                </a:extLst>
              </p:cNvPr>
              <p:cNvSpPr txBox="1"/>
              <p:nvPr/>
            </p:nvSpPr>
            <p:spPr>
              <a:xfrm>
                <a:off x="2506365" y="3975150"/>
                <a:ext cx="438517" cy="33855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GB" altLang="zh-CN" sz="1600" b="0" i="1" smtClean="0">
                              <a:solidFill>
                                <a:schemeClr val="accent4"/>
                              </a:solidFill>
                              <a:latin typeface="Cambria Math" panose="02040503050406030204" pitchFamily="18" charset="0"/>
                            </a:rPr>
                          </m:ctrlPr>
                        </m:sSubPr>
                        <m:e>
                          <m:r>
                            <a:rPr lang="en-GB" altLang="zh-CN" sz="1600" b="0" i="1" smtClean="0">
                              <a:solidFill>
                                <a:schemeClr val="accent4"/>
                              </a:solidFill>
                              <a:latin typeface="Cambria Math" panose="02040503050406030204" pitchFamily="18" charset="0"/>
                            </a:rPr>
                            <m:t>𝑢</m:t>
                          </m:r>
                        </m:e>
                        <m:sub>
                          <m:r>
                            <a:rPr lang="en-GB" altLang="zh-CN" sz="1600" b="0" i="1" smtClean="0">
                              <a:solidFill>
                                <a:schemeClr val="accent4"/>
                              </a:solidFill>
                              <a:latin typeface="Cambria Math" panose="02040503050406030204" pitchFamily="18" charset="0"/>
                            </a:rPr>
                            <m:t>1</m:t>
                          </m:r>
                        </m:sub>
                      </m:sSub>
                    </m:oMath>
                  </m:oMathPara>
                </a14:m>
                <a:endParaRPr lang="en-GB" sz="1600" dirty="0">
                  <a:solidFill>
                    <a:schemeClr val="accent4"/>
                  </a:solidFill>
                </a:endParaRPr>
              </a:p>
            </p:txBody>
          </p:sp>
        </mc:Choice>
        <mc:Fallback xmlns="">
          <p:sp>
            <p:nvSpPr>
              <p:cNvPr id="13" name="文本框 12">
                <a:extLst>
                  <a:ext uri="{FF2B5EF4-FFF2-40B4-BE49-F238E27FC236}">
                    <a16:creationId xmlns:a16="http://schemas.microsoft.com/office/drawing/2014/main" id="{01878742-DAC2-9ED6-DBE3-BF7AF96D8E67}"/>
                  </a:ext>
                </a:extLst>
              </p:cNvPr>
              <p:cNvSpPr txBox="1">
                <a:spLocks noRot="1" noChangeAspect="1" noMove="1" noResize="1" noEditPoints="1" noAdjustHandles="1" noChangeArrowheads="1" noChangeShapeType="1" noTextEdit="1"/>
              </p:cNvSpPr>
              <p:nvPr/>
            </p:nvSpPr>
            <p:spPr>
              <a:xfrm>
                <a:off x="2506365" y="3975150"/>
                <a:ext cx="438517" cy="338554"/>
              </a:xfrm>
              <a:prstGeom prst="rect">
                <a:avLst/>
              </a:prstGeom>
              <a:blipFill>
                <a:blip r:embed="rId7"/>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4" name="文本框 13">
                <a:extLst>
                  <a:ext uri="{FF2B5EF4-FFF2-40B4-BE49-F238E27FC236}">
                    <a16:creationId xmlns:a16="http://schemas.microsoft.com/office/drawing/2014/main" id="{AA533EF9-DBC6-910C-3F5B-54ECB384717B}"/>
                  </a:ext>
                </a:extLst>
              </p:cNvPr>
              <p:cNvSpPr txBox="1"/>
              <p:nvPr/>
            </p:nvSpPr>
            <p:spPr>
              <a:xfrm>
                <a:off x="3700866" y="3975150"/>
                <a:ext cx="443263" cy="33855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GB" altLang="zh-CN" sz="1600" b="0" i="1" smtClean="0">
                              <a:solidFill>
                                <a:schemeClr val="accent4"/>
                              </a:solidFill>
                              <a:latin typeface="Cambria Math" panose="02040503050406030204" pitchFamily="18" charset="0"/>
                            </a:rPr>
                          </m:ctrlPr>
                        </m:sSubPr>
                        <m:e>
                          <m:r>
                            <a:rPr lang="en-GB" altLang="zh-CN" sz="1600" b="0" i="1" smtClean="0">
                              <a:solidFill>
                                <a:schemeClr val="accent4"/>
                              </a:solidFill>
                              <a:latin typeface="Cambria Math" panose="02040503050406030204" pitchFamily="18" charset="0"/>
                            </a:rPr>
                            <m:t>𝑢</m:t>
                          </m:r>
                        </m:e>
                        <m:sub>
                          <m:r>
                            <a:rPr lang="en-GB" altLang="zh-CN" sz="1600" b="0" i="1" smtClean="0">
                              <a:solidFill>
                                <a:schemeClr val="accent4"/>
                              </a:solidFill>
                              <a:latin typeface="Cambria Math" panose="02040503050406030204" pitchFamily="18" charset="0"/>
                            </a:rPr>
                            <m:t>2</m:t>
                          </m:r>
                        </m:sub>
                      </m:sSub>
                    </m:oMath>
                  </m:oMathPara>
                </a14:m>
                <a:endParaRPr lang="en-GB" sz="1600" dirty="0">
                  <a:solidFill>
                    <a:schemeClr val="accent4"/>
                  </a:solidFill>
                </a:endParaRPr>
              </a:p>
            </p:txBody>
          </p:sp>
        </mc:Choice>
        <mc:Fallback xmlns="">
          <p:sp>
            <p:nvSpPr>
              <p:cNvPr id="14" name="文本框 13">
                <a:extLst>
                  <a:ext uri="{FF2B5EF4-FFF2-40B4-BE49-F238E27FC236}">
                    <a16:creationId xmlns:a16="http://schemas.microsoft.com/office/drawing/2014/main" id="{AA533EF9-DBC6-910C-3F5B-54ECB384717B}"/>
                  </a:ext>
                </a:extLst>
              </p:cNvPr>
              <p:cNvSpPr txBox="1">
                <a:spLocks noRot="1" noChangeAspect="1" noMove="1" noResize="1" noEditPoints="1" noAdjustHandles="1" noChangeArrowheads="1" noChangeShapeType="1" noTextEdit="1"/>
              </p:cNvSpPr>
              <p:nvPr/>
            </p:nvSpPr>
            <p:spPr>
              <a:xfrm>
                <a:off x="3700866" y="3975150"/>
                <a:ext cx="443263" cy="338554"/>
              </a:xfrm>
              <a:prstGeom prst="rect">
                <a:avLst/>
              </a:prstGeom>
              <a:blipFill>
                <a:blip r:embed="rId8"/>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5" name="椭圆 14">
                <a:extLst>
                  <a:ext uri="{FF2B5EF4-FFF2-40B4-BE49-F238E27FC236}">
                    <a16:creationId xmlns:a16="http://schemas.microsoft.com/office/drawing/2014/main" id="{BA9F2EF8-E37E-D621-595B-CF021A045456}"/>
                  </a:ext>
                </a:extLst>
              </p:cNvPr>
              <p:cNvSpPr/>
              <p:nvPr/>
            </p:nvSpPr>
            <p:spPr>
              <a:xfrm>
                <a:off x="3111871" y="4794436"/>
                <a:ext cx="437030" cy="437030"/>
              </a:xfrm>
              <a:prstGeom prst="ellipse">
                <a:avLst/>
              </a:prstGeom>
              <a:solidFill>
                <a:schemeClr val="accent6">
                  <a:lumMod val="20000"/>
                  <a:lumOff val="80000"/>
                </a:schemeClr>
              </a:solidFill>
              <a:ln>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sSub>
                        <m:sSubPr>
                          <m:ctrlPr>
                            <a:rPr lang="en-GB" altLang="zh-CN" sz="1600" i="1" smtClean="0">
                              <a:solidFill>
                                <a:schemeClr val="accent4"/>
                              </a:solidFill>
                              <a:latin typeface="Cambria Math" panose="02040503050406030204" pitchFamily="18" charset="0"/>
                            </a:rPr>
                          </m:ctrlPr>
                        </m:sSubPr>
                        <m:e>
                          <m:r>
                            <a:rPr lang="en-GB" altLang="zh-CN" sz="1600" b="0" i="1" smtClean="0">
                              <a:solidFill>
                                <a:schemeClr val="accent4"/>
                              </a:solidFill>
                              <a:latin typeface="Cambria Math" panose="02040503050406030204" pitchFamily="18" charset="0"/>
                            </a:rPr>
                            <m:t>𝑧</m:t>
                          </m:r>
                        </m:e>
                        <m:sub>
                          <m:r>
                            <a:rPr lang="en-GB" altLang="zh-CN" sz="1600" b="0" i="1" smtClean="0">
                              <a:solidFill>
                                <a:schemeClr val="accent4"/>
                              </a:solidFill>
                              <a:latin typeface="Cambria Math" panose="02040503050406030204" pitchFamily="18" charset="0"/>
                            </a:rPr>
                            <m:t>1</m:t>
                          </m:r>
                        </m:sub>
                      </m:sSub>
                    </m:oMath>
                  </m:oMathPara>
                </a14:m>
                <a:endParaRPr lang="en-GB" sz="1600" dirty="0">
                  <a:solidFill>
                    <a:schemeClr val="accent4"/>
                  </a:solidFill>
                </a:endParaRPr>
              </a:p>
            </p:txBody>
          </p:sp>
        </mc:Choice>
        <mc:Fallback xmlns="">
          <p:sp>
            <p:nvSpPr>
              <p:cNvPr id="15" name="椭圆 14">
                <a:extLst>
                  <a:ext uri="{FF2B5EF4-FFF2-40B4-BE49-F238E27FC236}">
                    <a16:creationId xmlns:a16="http://schemas.microsoft.com/office/drawing/2014/main" id="{BA9F2EF8-E37E-D621-595B-CF021A045456}"/>
                  </a:ext>
                </a:extLst>
              </p:cNvPr>
              <p:cNvSpPr>
                <a:spLocks noRot="1" noChangeAspect="1" noMove="1" noResize="1" noEditPoints="1" noAdjustHandles="1" noChangeArrowheads="1" noChangeShapeType="1" noTextEdit="1"/>
              </p:cNvSpPr>
              <p:nvPr/>
            </p:nvSpPr>
            <p:spPr>
              <a:xfrm>
                <a:off x="3111871" y="4794436"/>
                <a:ext cx="437030" cy="437030"/>
              </a:xfrm>
              <a:prstGeom prst="ellipse">
                <a:avLst/>
              </a:prstGeom>
              <a:blipFill>
                <a:blip r:embed="rId9"/>
                <a:stretch>
                  <a:fillRect/>
                </a:stretch>
              </a:blipFill>
              <a:ln>
                <a:solidFill>
                  <a:schemeClr val="accent6"/>
                </a:solid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6" name="椭圆 15">
                <a:extLst>
                  <a:ext uri="{FF2B5EF4-FFF2-40B4-BE49-F238E27FC236}">
                    <a16:creationId xmlns:a16="http://schemas.microsoft.com/office/drawing/2014/main" id="{29B313CA-5325-C388-8EF1-F7BC32C747E7}"/>
                  </a:ext>
                </a:extLst>
              </p:cNvPr>
              <p:cNvSpPr/>
              <p:nvPr/>
            </p:nvSpPr>
            <p:spPr>
              <a:xfrm>
                <a:off x="4294091" y="4794436"/>
                <a:ext cx="437030" cy="437030"/>
              </a:xfrm>
              <a:prstGeom prst="ellipse">
                <a:avLst/>
              </a:prstGeom>
              <a:solidFill>
                <a:schemeClr val="accent6">
                  <a:lumMod val="20000"/>
                  <a:lumOff val="80000"/>
                </a:schemeClr>
              </a:solidFill>
              <a:ln>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sSub>
                        <m:sSubPr>
                          <m:ctrlPr>
                            <a:rPr lang="en-GB" altLang="zh-CN" sz="1600" i="1" smtClean="0">
                              <a:solidFill>
                                <a:schemeClr val="accent4"/>
                              </a:solidFill>
                              <a:latin typeface="Cambria Math" panose="02040503050406030204" pitchFamily="18" charset="0"/>
                            </a:rPr>
                          </m:ctrlPr>
                        </m:sSubPr>
                        <m:e>
                          <m:r>
                            <a:rPr lang="en-GB" altLang="zh-CN" sz="1600" b="0" i="1" smtClean="0">
                              <a:solidFill>
                                <a:schemeClr val="accent4"/>
                              </a:solidFill>
                              <a:latin typeface="Cambria Math" panose="02040503050406030204" pitchFamily="18" charset="0"/>
                            </a:rPr>
                            <m:t>𝑧</m:t>
                          </m:r>
                        </m:e>
                        <m:sub>
                          <m:r>
                            <a:rPr lang="en-GB" altLang="zh-CN" sz="1600" b="0" i="1" smtClean="0">
                              <a:solidFill>
                                <a:schemeClr val="accent4"/>
                              </a:solidFill>
                              <a:latin typeface="Cambria Math" panose="02040503050406030204" pitchFamily="18" charset="0"/>
                            </a:rPr>
                            <m:t>2</m:t>
                          </m:r>
                        </m:sub>
                      </m:sSub>
                    </m:oMath>
                  </m:oMathPara>
                </a14:m>
                <a:endParaRPr lang="en-GB" sz="1600" dirty="0">
                  <a:solidFill>
                    <a:schemeClr val="accent4"/>
                  </a:solidFill>
                </a:endParaRPr>
              </a:p>
            </p:txBody>
          </p:sp>
        </mc:Choice>
        <mc:Fallback xmlns="">
          <p:sp>
            <p:nvSpPr>
              <p:cNvPr id="16" name="椭圆 15">
                <a:extLst>
                  <a:ext uri="{FF2B5EF4-FFF2-40B4-BE49-F238E27FC236}">
                    <a16:creationId xmlns:a16="http://schemas.microsoft.com/office/drawing/2014/main" id="{29B313CA-5325-C388-8EF1-F7BC32C747E7}"/>
                  </a:ext>
                </a:extLst>
              </p:cNvPr>
              <p:cNvSpPr>
                <a:spLocks noRot="1" noChangeAspect="1" noMove="1" noResize="1" noEditPoints="1" noAdjustHandles="1" noChangeArrowheads="1" noChangeShapeType="1" noTextEdit="1"/>
              </p:cNvSpPr>
              <p:nvPr/>
            </p:nvSpPr>
            <p:spPr>
              <a:xfrm>
                <a:off x="4294091" y="4794436"/>
                <a:ext cx="437030" cy="437030"/>
              </a:xfrm>
              <a:prstGeom prst="ellipse">
                <a:avLst/>
              </a:prstGeom>
              <a:blipFill>
                <a:blip r:embed="rId10"/>
                <a:stretch>
                  <a:fillRect/>
                </a:stretch>
              </a:blipFill>
              <a:ln>
                <a:solidFill>
                  <a:schemeClr val="accent6"/>
                </a:solid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7" name="椭圆 16">
                <a:extLst>
                  <a:ext uri="{FF2B5EF4-FFF2-40B4-BE49-F238E27FC236}">
                    <a16:creationId xmlns:a16="http://schemas.microsoft.com/office/drawing/2014/main" id="{930F3673-A315-674B-7089-B062C3CB3F3E}"/>
                  </a:ext>
                </a:extLst>
              </p:cNvPr>
              <p:cNvSpPr/>
              <p:nvPr/>
            </p:nvSpPr>
            <p:spPr>
              <a:xfrm>
                <a:off x="5476310" y="4794436"/>
                <a:ext cx="437030" cy="437030"/>
              </a:xfrm>
              <a:prstGeom prst="ellipse">
                <a:avLst/>
              </a:prstGeom>
              <a:solidFill>
                <a:schemeClr val="accent6">
                  <a:lumMod val="20000"/>
                  <a:lumOff val="80000"/>
                </a:schemeClr>
              </a:solidFill>
              <a:ln>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sSub>
                        <m:sSubPr>
                          <m:ctrlPr>
                            <a:rPr lang="en-GB" altLang="zh-CN" sz="1600" i="1" smtClean="0">
                              <a:solidFill>
                                <a:schemeClr val="accent4"/>
                              </a:solidFill>
                              <a:latin typeface="Cambria Math" panose="02040503050406030204" pitchFamily="18" charset="0"/>
                            </a:rPr>
                          </m:ctrlPr>
                        </m:sSubPr>
                        <m:e>
                          <m:r>
                            <a:rPr lang="en-GB" altLang="zh-CN" sz="1600" b="0" i="1" smtClean="0">
                              <a:solidFill>
                                <a:schemeClr val="accent4"/>
                              </a:solidFill>
                              <a:latin typeface="Cambria Math" panose="02040503050406030204" pitchFamily="18" charset="0"/>
                            </a:rPr>
                            <m:t>𝑧</m:t>
                          </m:r>
                        </m:e>
                        <m:sub>
                          <m:r>
                            <a:rPr lang="en-GB" altLang="zh-CN" sz="1600" b="0" i="1" smtClean="0">
                              <a:solidFill>
                                <a:schemeClr val="accent4"/>
                              </a:solidFill>
                              <a:latin typeface="Cambria Math" panose="02040503050406030204" pitchFamily="18" charset="0"/>
                            </a:rPr>
                            <m:t>3</m:t>
                          </m:r>
                        </m:sub>
                      </m:sSub>
                    </m:oMath>
                  </m:oMathPara>
                </a14:m>
                <a:endParaRPr lang="en-GB" sz="1600" dirty="0">
                  <a:solidFill>
                    <a:schemeClr val="accent4"/>
                  </a:solidFill>
                </a:endParaRPr>
              </a:p>
            </p:txBody>
          </p:sp>
        </mc:Choice>
        <mc:Fallback xmlns="">
          <p:sp>
            <p:nvSpPr>
              <p:cNvPr id="17" name="椭圆 16">
                <a:extLst>
                  <a:ext uri="{FF2B5EF4-FFF2-40B4-BE49-F238E27FC236}">
                    <a16:creationId xmlns:a16="http://schemas.microsoft.com/office/drawing/2014/main" id="{930F3673-A315-674B-7089-B062C3CB3F3E}"/>
                  </a:ext>
                </a:extLst>
              </p:cNvPr>
              <p:cNvSpPr>
                <a:spLocks noRot="1" noChangeAspect="1" noMove="1" noResize="1" noEditPoints="1" noAdjustHandles="1" noChangeArrowheads="1" noChangeShapeType="1" noTextEdit="1"/>
              </p:cNvSpPr>
              <p:nvPr/>
            </p:nvSpPr>
            <p:spPr>
              <a:xfrm>
                <a:off x="5476310" y="4794436"/>
                <a:ext cx="437030" cy="437030"/>
              </a:xfrm>
              <a:prstGeom prst="ellipse">
                <a:avLst/>
              </a:prstGeom>
              <a:blipFill>
                <a:blip r:embed="rId11"/>
                <a:stretch>
                  <a:fillRect/>
                </a:stretch>
              </a:blipFill>
              <a:ln>
                <a:solidFill>
                  <a:schemeClr val="accent6"/>
                </a:solidFill>
              </a:ln>
            </p:spPr>
            <p:txBody>
              <a:bodyPr/>
              <a:lstStyle/>
              <a:p>
                <a:r>
                  <a:rPr lang="zh-CN" altLang="en-US">
                    <a:noFill/>
                  </a:rPr>
                  <a:t> </a:t>
                </a:r>
              </a:p>
            </p:txBody>
          </p:sp>
        </mc:Fallback>
      </mc:AlternateContent>
      <p:cxnSp>
        <p:nvCxnSpPr>
          <p:cNvPr id="18" name="直线箭头连接符 17">
            <a:extLst>
              <a:ext uri="{FF2B5EF4-FFF2-40B4-BE49-F238E27FC236}">
                <a16:creationId xmlns:a16="http://schemas.microsoft.com/office/drawing/2014/main" id="{4DEAC18F-EC2F-9874-97A0-D65EA8140044}"/>
              </a:ext>
            </a:extLst>
          </p:cNvPr>
          <p:cNvCxnSpPr>
            <a:cxnSpLocks/>
            <a:stCxn id="8" idx="4"/>
            <a:endCxn id="15" idx="0"/>
          </p:cNvCxnSpPr>
          <p:nvPr/>
        </p:nvCxnSpPr>
        <p:spPr>
          <a:xfrm>
            <a:off x="3330386" y="4532219"/>
            <a:ext cx="0" cy="262217"/>
          </a:xfrm>
          <a:prstGeom prst="straightConnector1">
            <a:avLst/>
          </a:prstGeom>
          <a:ln w="19050">
            <a:solidFill>
              <a:schemeClr val="tx2"/>
            </a:solidFill>
            <a:tailEnd type="triangle"/>
          </a:ln>
        </p:spPr>
        <p:style>
          <a:lnRef idx="1">
            <a:schemeClr val="accent1"/>
          </a:lnRef>
          <a:fillRef idx="0">
            <a:schemeClr val="accent1"/>
          </a:fillRef>
          <a:effectRef idx="0">
            <a:schemeClr val="accent1"/>
          </a:effectRef>
          <a:fontRef idx="minor">
            <a:schemeClr val="tx1"/>
          </a:fontRef>
        </p:style>
      </p:cxnSp>
      <p:cxnSp>
        <p:nvCxnSpPr>
          <p:cNvPr id="19" name="直线箭头连接符 18">
            <a:extLst>
              <a:ext uri="{FF2B5EF4-FFF2-40B4-BE49-F238E27FC236}">
                <a16:creationId xmlns:a16="http://schemas.microsoft.com/office/drawing/2014/main" id="{9FF89FD5-9251-A7C2-89DB-FAAB4DE07C75}"/>
              </a:ext>
            </a:extLst>
          </p:cNvPr>
          <p:cNvCxnSpPr>
            <a:cxnSpLocks/>
            <a:stCxn id="9" idx="4"/>
            <a:endCxn id="16" idx="0"/>
          </p:cNvCxnSpPr>
          <p:nvPr/>
        </p:nvCxnSpPr>
        <p:spPr>
          <a:xfrm>
            <a:off x="4512606" y="4532219"/>
            <a:ext cx="0" cy="262217"/>
          </a:xfrm>
          <a:prstGeom prst="straightConnector1">
            <a:avLst/>
          </a:prstGeom>
          <a:ln w="19050">
            <a:solidFill>
              <a:schemeClr val="tx2"/>
            </a:solidFill>
            <a:tailEnd type="triangle"/>
          </a:ln>
        </p:spPr>
        <p:style>
          <a:lnRef idx="1">
            <a:schemeClr val="accent1"/>
          </a:lnRef>
          <a:fillRef idx="0">
            <a:schemeClr val="accent1"/>
          </a:fillRef>
          <a:effectRef idx="0">
            <a:schemeClr val="accent1"/>
          </a:effectRef>
          <a:fontRef idx="minor">
            <a:schemeClr val="tx1"/>
          </a:fontRef>
        </p:style>
      </p:cxnSp>
      <p:cxnSp>
        <p:nvCxnSpPr>
          <p:cNvPr id="20" name="直线箭头连接符 19">
            <a:extLst>
              <a:ext uri="{FF2B5EF4-FFF2-40B4-BE49-F238E27FC236}">
                <a16:creationId xmlns:a16="http://schemas.microsoft.com/office/drawing/2014/main" id="{FA2FBC71-9A97-3701-FBB2-0844358A6CD2}"/>
              </a:ext>
            </a:extLst>
          </p:cNvPr>
          <p:cNvCxnSpPr>
            <a:cxnSpLocks/>
            <a:stCxn id="10" idx="4"/>
            <a:endCxn id="17" idx="0"/>
          </p:cNvCxnSpPr>
          <p:nvPr/>
        </p:nvCxnSpPr>
        <p:spPr>
          <a:xfrm>
            <a:off x="5694825" y="4532219"/>
            <a:ext cx="0" cy="262217"/>
          </a:xfrm>
          <a:prstGeom prst="straightConnector1">
            <a:avLst/>
          </a:prstGeom>
          <a:ln w="19050">
            <a:solidFill>
              <a:schemeClr val="tx2"/>
            </a:solidFill>
            <a:tailEnd type="triangle"/>
          </a:ln>
        </p:spPr>
        <p:style>
          <a:lnRef idx="1">
            <a:schemeClr val="accent1"/>
          </a:lnRef>
          <a:fillRef idx="0">
            <a:schemeClr val="accent1"/>
          </a:fillRef>
          <a:effectRef idx="0">
            <a:schemeClr val="accent1"/>
          </a:effectRef>
          <a:fontRef idx="minor">
            <a:schemeClr val="tx1"/>
          </a:fontRef>
        </p:style>
      </p:cxnSp>
      <p:cxnSp>
        <p:nvCxnSpPr>
          <p:cNvPr id="21" name="直线箭头连接符 20">
            <a:extLst>
              <a:ext uri="{FF2B5EF4-FFF2-40B4-BE49-F238E27FC236}">
                <a16:creationId xmlns:a16="http://schemas.microsoft.com/office/drawing/2014/main" id="{9C32BD66-B1DF-7005-5CA4-A12AAFC379B1}"/>
              </a:ext>
            </a:extLst>
          </p:cNvPr>
          <p:cNvCxnSpPr/>
          <p:nvPr/>
        </p:nvCxnSpPr>
        <p:spPr>
          <a:xfrm>
            <a:off x="4729750" y="4313704"/>
            <a:ext cx="745190" cy="0"/>
          </a:xfrm>
          <a:prstGeom prst="straightConnector1">
            <a:avLst/>
          </a:prstGeom>
          <a:ln w="19050">
            <a:solidFill>
              <a:schemeClr val="tx2"/>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2" name="文本框 21">
                <a:extLst>
                  <a:ext uri="{FF2B5EF4-FFF2-40B4-BE49-F238E27FC236}">
                    <a16:creationId xmlns:a16="http://schemas.microsoft.com/office/drawing/2014/main" id="{7265DCEA-FA1D-E1F3-49A1-582558ED30BE}"/>
                  </a:ext>
                </a:extLst>
              </p:cNvPr>
              <p:cNvSpPr txBox="1"/>
              <p:nvPr/>
            </p:nvSpPr>
            <p:spPr>
              <a:xfrm>
                <a:off x="4883086" y="3975150"/>
                <a:ext cx="443263" cy="33855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GB" altLang="zh-CN" sz="1600" b="0" i="1" smtClean="0">
                              <a:solidFill>
                                <a:schemeClr val="accent4"/>
                              </a:solidFill>
                              <a:latin typeface="Cambria Math" panose="02040503050406030204" pitchFamily="18" charset="0"/>
                            </a:rPr>
                          </m:ctrlPr>
                        </m:sSubPr>
                        <m:e>
                          <m:r>
                            <a:rPr lang="en-GB" altLang="zh-CN" sz="1600" b="0" i="1" smtClean="0">
                              <a:solidFill>
                                <a:schemeClr val="accent4"/>
                              </a:solidFill>
                              <a:latin typeface="Cambria Math" panose="02040503050406030204" pitchFamily="18" charset="0"/>
                            </a:rPr>
                            <m:t>𝑢</m:t>
                          </m:r>
                        </m:e>
                        <m:sub>
                          <m:r>
                            <a:rPr lang="en-GB" altLang="zh-CN" sz="1600" b="0" i="1" smtClean="0">
                              <a:solidFill>
                                <a:schemeClr val="accent4"/>
                              </a:solidFill>
                              <a:latin typeface="Cambria Math" panose="02040503050406030204" pitchFamily="18" charset="0"/>
                            </a:rPr>
                            <m:t>3</m:t>
                          </m:r>
                        </m:sub>
                      </m:sSub>
                    </m:oMath>
                  </m:oMathPara>
                </a14:m>
                <a:endParaRPr lang="en-GB" sz="1600" dirty="0">
                  <a:solidFill>
                    <a:schemeClr val="accent4"/>
                  </a:solidFill>
                </a:endParaRPr>
              </a:p>
            </p:txBody>
          </p:sp>
        </mc:Choice>
        <mc:Fallback xmlns="">
          <p:sp>
            <p:nvSpPr>
              <p:cNvPr id="22" name="文本框 21">
                <a:extLst>
                  <a:ext uri="{FF2B5EF4-FFF2-40B4-BE49-F238E27FC236}">
                    <a16:creationId xmlns:a16="http://schemas.microsoft.com/office/drawing/2014/main" id="{7265DCEA-FA1D-E1F3-49A1-582558ED30BE}"/>
                  </a:ext>
                </a:extLst>
              </p:cNvPr>
              <p:cNvSpPr txBox="1">
                <a:spLocks noRot="1" noChangeAspect="1" noMove="1" noResize="1" noEditPoints="1" noAdjustHandles="1" noChangeArrowheads="1" noChangeShapeType="1" noTextEdit="1"/>
              </p:cNvSpPr>
              <p:nvPr/>
            </p:nvSpPr>
            <p:spPr>
              <a:xfrm>
                <a:off x="4883086" y="3975150"/>
                <a:ext cx="443263" cy="338554"/>
              </a:xfrm>
              <a:prstGeom prst="rect">
                <a:avLst/>
              </a:prstGeom>
              <a:blipFill>
                <a:blip r:embed="rId12"/>
                <a:stretch>
                  <a:fillRect/>
                </a:stretch>
              </a:blipFill>
            </p:spPr>
            <p:txBody>
              <a:bodyPr/>
              <a:lstStyle/>
              <a:p>
                <a:r>
                  <a:rPr lang="zh-CN" altLang="en-US">
                    <a:noFill/>
                  </a:rPr>
                  <a:t> </a:t>
                </a:r>
              </a:p>
            </p:txBody>
          </p:sp>
        </mc:Fallback>
      </mc:AlternateContent>
      <p:cxnSp>
        <p:nvCxnSpPr>
          <p:cNvPr id="23" name="直线箭头连接符 22">
            <a:extLst>
              <a:ext uri="{FF2B5EF4-FFF2-40B4-BE49-F238E27FC236}">
                <a16:creationId xmlns:a16="http://schemas.microsoft.com/office/drawing/2014/main" id="{3DD22D66-F76F-A666-664B-768CD38687F3}"/>
              </a:ext>
            </a:extLst>
          </p:cNvPr>
          <p:cNvCxnSpPr/>
          <p:nvPr/>
        </p:nvCxnSpPr>
        <p:spPr>
          <a:xfrm>
            <a:off x="5906368" y="4313704"/>
            <a:ext cx="745190" cy="0"/>
          </a:xfrm>
          <a:prstGeom prst="straightConnector1">
            <a:avLst/>
          </a:prstGeom>
          <a:ln w="19050">
            <a:solidFill>
              <a:schemeClr val="tx2"/>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4" name="文本框 23">
                <a:extLst>
                  <a:ext uri="{FF2B5EF4-FFF2-40B4-BE49-F238E27FC236}">
                    <a16:creationId xmlns:a16="http://schemas.microsoft.com/office/drawing/2014/main" id="{37492D37-5957-33E7-51EC-8959B2E0E30F}"/>
                  </a:ext>
                </a:extLst>
              </p:cNvPr>
              <p:cNvSpPr txBox="1"/>
              <p:nvPr/>
            </p:nvSpPr>
            <p:spPr>
              <a:xfrm>
                <a:off x="6059704" y="3975150"/>
                <a:ext cx="443263" cy="33855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GB" altLang="zh-CN" sz="1600" b="0" i="1" smtClean="0">
                              <a:solidFill>
                                <a:schemeClr val="tx1"/>
                              </a:solidFill>
                              <a:latin typeface="Cambria Math" panose="02040503050406030204" pitchFamily="18" charset="0"/>
                            </a:rPr>
                          </m:ctrlPr>
                        </m:sSubPr>
                        <m:e>
                          <m:r>
                            <a:rPr lang="en-GB" altLang="zh-CN" sz="1600" b="0" i="1" smtClean="0">
                              <a:solidFill>
                                <a:schemeClr val="tx1"/>
                              </a:solidFill>
                              <a:latin typeface="Cambria Math" panose="02040503050406030204" pitchFamily="18" charset="0"/>
                            </a:rPr>
                            <m:t>𝑢</m:t>
                          </m:r>
                        </m:e>
                        <m:sub>
                          <m:r>
                            <a:rPr lang="en-GB" altLang="zh-CN" sz="1600" b="0" i="1" smtClean="0">
                              <a:solidFill>
                                <a:schemeClr val="tx1"/>
                              </a:solidFill>
                              <a:latin typeface="Cambria Math" panose="02040503050406030204" pitchFamily="18" charset="0"/>
                            </a:rPr>
                            <m:t>4</m:t>
                          </m:r>
                        </m:sub>
                      </m:sSub>
                    </m:oMath>
                  </m:oMathPara>
                </a14:m>
                <a:endParaRPr lang="en-GB" sz="1600" dirty="0">
                  <a:solidFill>
                    <a:schemeClr val="tx1"/>
                  </a:solidFill>
                </a:endParaRPr>
              </a:p>
            </p:txBody>
          </p:sp>
        </mc:Choice>
        <mc:Fallback xmlns="">
          <p:sp>
            <p:nvSpPr>
              <p:cNvPr id="24" name="文本框 23">
                <a:extLst>
                  <a:ext uri="{FF2B5EF4-FFF2-40B4-BE49-F238E27FC236}">
                    <a16:creationId xmlns:a16="http://schemas.microsoft.com/office/drawing/2014/main" id="{37492D37-5957-33E7-51EC-8959B2E0E30F}"/>
                  </a:ext>
                </a:extLst>
              </p:cNvPr>
              <p:cNvSpPr txBox="1">
                <a:spLocks noRot="1" noChangeAspect="1" noMove="1" noResize="1" noEditPoints="1" noAdjustHandles="1" noChangeArrowheads="1" noChangeShapeType="1" noTextEdit="1"/>
              </p:cNvSpPr>
              <p:nvPr/>
            </p:nvSpPr>
            <p:spPr>
              <a:xfrm>
                <a:off x="6059704" y="3975150"/>
                <a:ext cx="443263" cy="338554"/>
              </a:xfrm>
              <a:prstGeom prst="rect">
                <a:avLst/>
              </a:prstGeom>
              <a:blipFill>
                <a:blip r:embed="rId13"/>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15402018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a:extLst>
              <a:ext uri="{FF2B5EF4-FFF2-40B4-BE49-F238E27FC236}">
                <a16:creationId xmlns:a16="http://schemas.microsoft.com/office/drawing/2014/main" id="{94AD2C57-F265-8B0A-6998-D09748D5B04C}"/>
              </a:ext>
            </a:extLst>
          </p:cNvPr>
          <p:cNvSpPr>
            <a:spLocks noGrp="1"/>
          </p:cNvSpPr>
          <p:nvPr>
            <p:ph type="title"/>
          </p:nvPr>
        </p:nvSpPr>
        <p:spPr>
          <a:xfrm>
            <a:off x="628649" y="559420"/>
            <a:ext cx="7732925" cy="630335"/>
          </a:xfrm>
        </p:spPr>
        <p:txBody>
          <a:bodyPr/>
          <a:lstStyle/>
          <a:p>
            <a:r>
              <a:rPr lang="en-GB" altLang="zh-CN" dirty="0"/>
              <a:t>The Bayes Filter </a:t>
            </a:r>
          </a:p>
        </p:txBody>
      </p:sp>
      <mc:AlternateContent xmlns:mc="http://schemas.openxmlformats.org/markup-compatibility/2006" xmlns:a14="http://schemas.microsoft.com/office/drawing/2010/main">
        <mc:Choice Requires="a14">
          <p:sp>
            <p:nvSpPr>
              <p:cNvPr id="6" name="文本占位符 5">
                <a:extLst>
                  <a:ext uri="{FF2B5EF4-FFF2-40B4-BE49-F238E27FC236}">
                    <a16:creationId xmlns:a16="http://schemas.microsoft.com/office/drawing/2014/main" id="{41A57552-7486-50C4-4F37-AA79E7A9F51F}"/>
                  </a:ext>
                </a:extLst>
              </p:cNvPr>
              <p:cNvSpPr>
                <a:spLocks noGrp="1"/>
              </p:cNvSpPr>
              <p:nvPr>
                <p:ph type="body" sz="quarter" idx="10"/>
              </p:nvPr>
            </p:nvSpPr>
            <p:spPr>
              <a:xfrm>
                <a:off x="628651" y="1465263"/>
                <a:ext cx="7990914" cy="2509887"/>
              </a:xfrm>
            </p:spPr>
            <p:txBody>
              <a:bodyPr/>
              <a:lstStyle/>
              <a:p>
                <a14:m>
                  <m:oMath xmlns:m="http://schemas.openxmlformats.org/officeDocument/2006/math">
                    <m:r>
                      <a:rPr lang="en-GB" altLang="zh-CN" i="1" smtClean="0">
                        <a:solidFill>
                          <a:schemeClr val="tx1"/>
                        </a:solidFill>
                        <a:latin typeface="Cambria Math" panose="02040503050406030204" pitchFamily="18" charset="0"/>
                      </a:rPr>
                      <m:t>𝑐</m:t>
                    </m:r>
                    <m:r>
                      <a:rPr lang="en-GB" altLang="zh-CN" i="1">
                        <a:solidFill>
                          <a:schemeClr val="tx1"/>
                        </a:solidFill>
                        <a:latin typeface="Cambria Math" panose="02040503050406030204" pitchFamily="18" charset="0"/>
                      </a:rPr>
                      <m:t>⋅</m:t>
                    </m:r>
                    <m:r>
                      <a:rPr lang="en-GB" altLang="zh-CN" i="1">
                        <a:latin typeface="Cambria Math" panose="02040503050406030204" pitchFamily="18" charset="0"/>
                      </a:rPr>
                      <m:t>𝑏𝑒𝑙</m:t>
                    </m:r>
                    <m:d>
                      <m:dPr>
                        <m:ctrlPr>
                          <a:rPr lang="en-GB" altLang="zh-CN" sz="1600" b="0" i="1" smtClean="0">
                            <a:solidFill>
                              <a:schemeClr val="tx1"/>
                            </a:solidFill>
                            <a:latin typeface="Cambria Math" panose="02040503050406030204" pitchFamily="18" charset="0"/>
                          </a:rPr>
                        </m:ctrlPr>
                      </m:dPr>
                      <m:e>
                        <m:sSub>
                          <m:sSubPr>
                            <m:ctrlPr>
                              <a:rPr lang="en-GB" altLang="zh-CN" i="1">
                                <a:solidFill>
                                  <a:schemeClr val="tx1"/>
                                </a:solidFill>
                                <a:latin typeface="Cambria Math" panose="02040503050406030204" pitchFamily="18" charset="0"/>
                              </a:rPr>
                            </m:ctrlPr>
                          </m:sSubPr>
                          <m:e>
                            <m:r>
                              <a:rPr lang="en-GB" altLang="zh-CN" i="1">
                                <a:solidFill>
                                  <a:schemeClr val="tx1"/>
                                </a:solidFill>
                                <a:latin typeface="Cambria Math" panose="02040503050406030204" pitchFamily="18" charset="0"/>
                              </a:rPr>
                              <m:t>𝑥</m:t>
                            </m:r>
                          </m:e>
                          <m:sub>
                            <m:r>
                              <a:rPr lang="en-GB" altLang="zh-CN" i="1">
                                <a:solidFill>
                                  <a:schemeClr val="tx1"/>
                                </a:solidFill>
                                <a:latin typeface="Cambria Math" panose="02040503050406030204" pitchFamily="18" charset="0"/>
                              </a:rPr>
                              <m:t>𝑡</m:t>
                            </m:r>
                          </m:sub>
                        </m:sSub>
                      </m:e>
                    </m:d>
                    <m:r>
                      <a:rPr lang="en-GB" altLang="zh-CN" b="0" i="1" smtClean="0">
                        <a:solidFill>
                          <a:schemeClr val="tx1"/>
                        </a:solidFill>
                        <a:latin typeface="Cambria Math" panose="02040503050406030204" pitchFamily="18" charset="0"/>
                      </a:rPr>
                      <m:t>=</m:t>
                    </m:r>
                    <m:r>
                      <a:rPr lang="en-GB" altLang="zh-CN" i="1">
                        <a:solidFill>
                          <a:schemeClr val="tx1"/>
                        </a:solidFill>
                        <a:latin typeface="Cambria Math" panose="02040503050406030204" pitchFamily="18" charset="0"/>
                      </a:rPr>
                      <m:t>𝑃</m:t>
                    </m:r>
                    <m:d>
                      <m:dPr>
                        <m:ctrlPr>
                          <a:rPr lang="en-GB" altLang="zh-CN" i="1">
                            <a:solidFill>
                              <a:schemeClr val="tx1"/>
                            </a:solidFill>
                            <a:latin typeface="Cambria Math" panose="02040503050406030204" pitchFamily="18" charset="0"/>
                          </a:rPr>
                        </m:ctrlPr>
                      </m:dPr>
                      <m:e>
                        <m:sSub>
                          <m:sSubPr>
                            <m:ctrlPr>
                              <a:rPr lang="en-GB" altLang="zh-CN" i="1">
                                <a:solidFill>
                                  <a:schemeClr val="tx1"/>
                                </a:solidFill>
                                <a:latin typeface="Cambria Math" panose="02040503050406030204" pitchFamily="18" charset="0"/>
                              </a:rPr>
                            </m:ctrlPr>
                          </m:sSubPr>
                          <m:e>
                            <m:r>
                              <a:rPr lang="en-GB" altLang="zh-CN" i="1">
                                <a:solidFill>
                                  <a:schemeClr val="tx1"/>
                                </a:solidFill>
                                <a:latin typeface="Cambria Math" panose="02040503050406030204" pitchFamily="18" charset="0"/>
                              </a:rPr>
                              <m:t>𝑧</m:t>
                            </m:r>
                          </m:e>
                          <m:sub>
                            <m:r>
                              <a:rPr lang="en-GB" altLang="zh-CN" i="1">
                                <a:solidFill>
                                  <a:schemeClr val="tx1"/>
                                </a:solidFill>
                                <a:latin typeface="Cambria Math" panose="02040503050406030204" pitchFamily="18" charset="0"/>
                              </a:rPr>
                              <m:t>𝑡</m:t>
                            </m:r>
                          </m:sub>
                        </m:sSub>
                      </m:e>
                      <m:e>
                        <m:sSub>
                          <m:sSubPr>
                            <m:ctrlPr>
                              <a:rPr lang="en-GB" altLang="zh-CN" i="1">
                                <a:solidFill>
                                  <a:schemeClr val="tx1"/>
                                </a:solidFill>
                                <a:latin typeface="Cambria Math" panose="02040503050406030204" pitchFamily="18" charset="0"/>
                              </a:rPr>
                            </m:ctrlPr>
                          </m:sSubPr>
                          <m:e>
                            <m:r>
                              <a:rPr lang="en-GB" altLang="zh-CN" i="1">
                                <a:solidFill>
                                  <a:schemeClr val="tx1"/>
                                </a:solidFill>
                                <a:latin typeface="Cambria Math" panose="02040503050406030204" pitchFamily="18" charset="0"/>
                              </a:rPr>
                              <m:t>𝑥</m:t>
                            </m:r>
                          </m:e>
                          <m:sub>
                            <m:r>
                              <a:rPr lang="en-GB" altLang="zh-CN" i="1">
                                <a:solidFill>
                                  <a:schemeClr val="tx1"/>
                                </a:solidFill>
                                <a:latin typeface="Cambria Math" panose="02040503050406030204" pitchFamily="18" charset="0"/>
                              </a:rPr>
                              <m:t>𝑡</m:t>
                            </m:r>
                          </m:sub>
                        </m:sSub>
                      </m:e>
                    </m:d>
                    <m:r>
                      <a:rPr lang="en-GB" altLang="zh-CN" i="1">
                        <a:solidFill>
                          <a:schemeClr val="tx1"/>
                        </a:solidFill>
                        <a:latin typeface="Cambria Math" panose="02040503050406030204" pitchFamily="18" charset="0"/>
                      </a:rPr>
                      <m:t>𝑃</m:t>
                    </m:r>
                    <m:d>
                      <m:dPr>
                        <m:ctrlPr>
                          <a:rPr lang="en-GB" altLang="zh-CN" i="1">
                            <a:solidFill>
                              <a:schemeClr val="tx1"/>
                            </a:solidFill>
                            <a:latin typeface="Cambria Math" panose="02040503050406030204" pitchFamily="18" charset="0"/>
                          </a:rPr>
                        </m:ctrlPr>
                      </m:dPr>
                      <m:e>
                        <m:sSub>
                          <m:sSubPr>
                            <m:ctrlPr>
                              <a:rPr lang="en-GB" altLang="zh-CN" i="1">
                                <a:solidFill>
                                  <a:schemeClr val="tx1"/>
                                </a:solidFill>
                                <a:latin typeface="Cambria Math" panose="02040503050406030204" pitchFamily="18" charset="0"/>
                              </a:rPr>
                            </m:ctrlPr>
                          </m:sSubPr>
                          <m:e>
                            <m:r>
                              <a:rPr lang="en-GB" altLang="zh-CN" i="1">
                                <a:solidFill>
                                  <a:schemeClr val="tx1"/>
                                </a:solidFill>
                                <a:latin typeface="Cambria Math" panose="02040503050406030204" pitchFamily="18" charset="0"/>
                              </a:rPr>
                              <m:t>𝑥</m:t>
                            </m:r>
                          </m:e>
                          <m:sub>
                            <m:r>
                              <a:rPr lang="en-GB" altLang="zh-CN" i="1">
                                <a:solidFill>
                                  <a:schemeClr val="tx1"/>
                                </a:solidFill>
                                <a:latin typeface="Cambria Math" panose="02040503050406030204" pitchFamily="18" charset="0"/>
                              </a:rPr>
                              <m:t>𝑡</m:t>
                            </m:r>
                          </m:sub>
                        </m:sSub>
                      </m:e>
                      <m:e>
                        <m:sSub>
                          <m:sSubPr>
                            <m:ctrlPr>
                              <a:rPr lang="en-GB" altLang="zh-CN" i="1">
                                <a:solidFill>
                                  <a:schemeClr val="tx1"/>
                                </a:solidFill>
                                <a:latin typeface="Cambria Math" panose="02040503050406030204" pitchFamily="18" charset="0"/>
                              </a:rPr>
                            </m:ctrlPr>
                          </m:sSubPr>
                          <m:e>
                            <m:r>
                              <a:rPr lang="en-GB" altLang="zh-CN" i="1">
                                <a:solidFill>
                                  <a:schemeClr val="tx1"/>
                                </a:solidFill>
                                <a:latin typeface="Cambria Math" panose="02040503050406030204" pitchFamily="18" charset="0"/>
                              </a:rPr>
                              <m:t>𝑢</m:t>
                            </m:r>
                          </m:e>
                          <m:sub>
                            <m:r>
                              <a:rPr lang="en-US" altLang="zh-CN" b="0" i="1" smtClean="0">
                                <a:solidFill>
                                  <a:schemeClr val="tx1"/>
                                </a:solidFill>
                                <a:latin typeface="Cambria Math" panose="02040503050406030204" pitchFamily="18" charset="0"/>
                              </a:rPr>
                              <m:t>1</m:t>
                            </m:r>
                          </m:sub>
                        </m:sSub>
                        <m:r>
                          <a:rPr lang="en-GB" altLang="zh-CN" i="1">
                            <a:solidFill>
                              <a:schemeClr val="tx1"/>
                            </a:solidFill>
                            <a:latin typeface="Cambria Math" panose="02040503050406030204" pitchFamily="18" charset="0"/>
                          </a:rPr>
                          <m:t>,…,</m:t>
                        </m:r>
                        <m:sSub>
                          <m:sSubPr>
                            <m:ctrlPr>
                              <a:rPr lang="en-GB" altLang="zh-CN" i="1">
                                <a:solidFill>
                                  <a:schemeClr val="tx1"/>
                                </a:solidFill>
                                <a:latin typeface="Cambria Math" panose="02040503050406030204" pitchFamily="18" charset="0"/>
                              </a:rPr>
                            </m:ctrlPr>
                          </m:sSubPr>
                          <m:e>
                            <m:r>
                              <a:rPr lang="en-GB" altLang="zh-CN" i="1">
                                <a:solidFill>
                                  <a:schemeClr val="tx1"/>
                                </a:solidFill>
                                <a:latin typeface="Cambria Math" panose="02040503050406030204" pitchFamily="18" charset="0"/>
                              </a:rPr>
                              <m:t>𝑢</m:t>
                            </m:r>
                          </m:e>
                          <m:sub>
                            <m:r>
                              <a:rPr lang="en-GB" altLang="zh-CN" i="1">
                                <a:solidFill>
                                  <a:schemeClr val="tx1"/>
                                </a:solidFill>
                                <a:latin typeface="Cambria Math" panose="02040503050406030204" pitchFamily="18" charset="0"/>
                              </a:rPr>
                              <m:t>𝑡</m:t>
                            </m:r>
                          </m:sub>
                        </m:sSub>
                        <m:r>
                          <a:rPr lang="en-GB" altLang="zh-CN" i="1">
                            <a:solidFill>
                              <a:schemeClr val="tx1"/>
                            </a:solidFill>
                            <a:latin typeface="Cambria Math" panose="02040503050406030204" pitchFamily="18" charset="0"/>
                          </a:rPr>
                          <m:t>,</m:t>
                        </m:r>
                        <m:sSub>
                          <m:sSubPr>
                            <m:ctrlPr>
                              <a:rPr lang="en-GB" altLang="zh-CN" i="1">
                                <a:solidFill>
                                  <a:schemeClr val="tx1"/>
                                </a:solidFill>
                                <a:latin typeface="Cambria Math" panose="02040503050406030204" pitchFamily="18" charset="0"/>
                              </a:rPr>
                            </m:ctrlPr>
                          </m:sSubPr>
                          <m:e>
                            <m:r>
                              <a:rPr lang="en-GB" altLang="zh-CN" i="1">
                                <a:solidFill>
                                  <a:schemeClr val="tx1"/>
                                </a:solidFill>
                                <a:latin typeface="Cambria Math" panose="02040503050406030204" pitchFamily="18" charset="0"/>
                              </a:rPr>
                              <m:t>𝑧</m:t>
                            </m:r>
                          </m:e>
                          <m:sub>
                            <m:r>
                              <a:rPr lang="en-US" altLang="zh-CN" b="0" i="1" smtClean="0">
                                <a:solidFill>
                                  <a:schemeClr val="tx1"/>
                                </a:solidFill>
                                <a:latin typeface="Cambria Math" panose="02040503050406030204" pitchFamily="18" charset="0"/>
                              </a:rPr>
                              <m:t>1</m:t>
                            </m:r>
                          </m:sub>
                        </m:sSub>
                        <m:r>
                          <a:rPr lang="en-GB" altLang="zh-CN" i="1">
                            <a:solidFill>
                              <a:schemeClr val="tx1"/>
                            </a:solidFill>
                            <a:latin typeface="Cambria Math" panose="02040503050406030204" pitchFamily="18" charset="0"/>
                          </a:rPr>
                          <m:t>,…,</m:t>
                        </m:r>
                        <m:sSub>
                          <m:sSubPr>
                            <m:ctrlPr>
                              <a:rPr lang="en-GB" altLang="zh-CN" i="1">
                                <a:solidFill>
                                  <a:schemeClr val="tx1"/>
                                </a:solidFill>
                                <a:latin typeface="Cambria Math" panose="02040503050406030204" pitchFamily="18" charset="0"/>
                              </a:rPr>
                            </m:ctrlPr>
                          </m:sSubPr>
                          <m:e>
                            <m:r>
                              <a:rPr lang="en-GB" altLang="zh-CN" i="1">
                                <a:solidFill>
                                  <a:schemeClr val="tx1"/>
                                </a:solidFill>
                                <a:latin typeface="Cambria Math" panose="02040503050406030204" pitchFamily="18" charset="0"/>
                              </a:rPr>
                              <m:t>𝑧</m:t>
                            </m:r>
                          </m:e>
                          <m:sub>
                            <m:r>
                              <a:rPr lang="en-GB" altLang="zh-CN" i="1">
                                <a:solidFill>
                                  <a:schemeClr val="tx1"/>
                                </a:solidFill>
                                <a:latin typeface="Cambria Math" panose="02040503050406030204" pitchFamily="18" charset="0"/>
                              </a:rPr>
                              <m:t>𝑡</m:t>
                            </m:r>
                            <m:r>
                              <a:rPr lang="en-GB" altLang="zh-CN" i="1">
                                <a:solidFill>
                                  <a:schemeClr val="tx1"/>
                                </a:solidFill>
                                <a:latin typeface="Cambria Math" panose="02040503050406030204" pitchFamily="18" charset="0"/>
                              </a:rPr>
                              <m:t>−1</m:t>
                            </m:r>
                          </m:sub>
                        </m:sSub>
                      </m:e>
                    </m:d>
                  </m:oMath>
                </a14:m>
                <a:r>
                  <a:rPr lang="en-GB" altLang="zh-CN" i="1" dirty="0">
                    <a:solidFill>
                      <a:schemeClr val="tx1"/>
                    </a:solidFill>
                    <a:latin typeface="Cambria Math" panose="02040503050406030204" pitchFamily="18" charset="0"/>
                  </a:rPr>
                  <a:t> </a:t>
                </a:r>
              </a:p>
              <a:p>
                <a14:m>
                  <m:oMath xmlns:m="http://schemas.openxmlformats.org/officeDocument/2006/math">
                    <m:r>
                      <a:rPr lang="en-GB" altLang="zh-CN" i="1">
                        <a:latin typeface="Cambria Math" panose="02040503050406030204" pitchFamily="18" charset="0"/>
                      </a:rPr>
                      <m:t>𝑐</m:t>
                    </m:r>
                    <m:r>
                      <a:rPr lang="en-GB" altLang="zh-CN" i="1">
                        <a:latin typeface="Cambria Math" panose="02040503050406030204" pitchFamily="18" charset="0"/>
                      </a:rPr>
                      <m:t>⋅</m:t>
                    </m:r>
                    <m:r>
                      <a:rPr lang="en-GB" altLang="zh-CN" i="1">
                        <a:latin typeface="Cambria Math" panose="02040503050406030204" pitchFamily="18" charset="0"/>
                      </a:rPr>
                      <m:t>𝑏𝑒𝑙</m:t>
                    </m:r>
                    <m:d>
                      <m:dPr>
                        <m:ctrlPr>
                          <a:rPr lang="en-GB" altLang="zh-CN" i="1">
                            <a:latin typeface="Cambria Math" panose="02040503050406030204" pitchFamily="18" charset="0"/>
                          </a:rPr>
                        </m:ctrlPr>
                      </m:dPr>
                      <m:e>
                        <m:sSub>
                          <m:sSubPr>
                            <m:ctrlPr>
                              <a:rPr lang="en-GB" altLang="zh-CN" i="1">
                                <a:latin typeface="Cambria Math" panose="02040503050406030204" pitchFamily="18" charset="0"/>
                              </a:rPr>
                            </m:ctrlPr>
                          </m:sSubPr>
                          <m:e>
                            <m:r>
                              <a:rPr lang="en-GB" altLang="zh-CN" i="1">
                                <a:latin typeface="Cambria Math" panose="02040503050406030204" pitchFamily="18" charset="0"/>
                              </a:rPr>
                              <m:t>𝑥</m:t>
                            </m:r>
                          </m:e>
                          <m:sub>
                            <m:r>
                              <a:rPr lang="en-GB" altLang="zh-CN" i="1">
                                <a:latin typeface="Cambria Math" panose="02040503050406030204" pitchFamily="18" charset="0"/>
                              </a:rPr>
                              <m:t>𝑡</m:t>
                            </m:r>
                          </m:sub>
                        </m:sSub>
                      </m:e>
                    </m:d>
                    <m:r>
                      <a:rPr lang="en-GB" altLang="zh-CN" b="0" i="1" smtClean="0">
                        <a:solidFill>
                          <a:schemeClr val="tx1"/>
                        </a:solidFill>
                        <a:latin typeface="Cambria Math" panose="02040503050406030204" pitchFamily="18" charset="0"/>
                      </a:rPr>
                      <m:t>=</m:t>
                    </m:r>
                    <m:r>
                      <a:rPr lang="en-GB" altLang="zh-CN" i="1">
                        <a:solidFill>
                          <a:schemeClr val="tx1"/>
                        </a:solidFill>
                        <a:latin typeface="Cambria Math" panose="02040503050406030204" pitchFamily="18" charset="0"/>
                      </a:rPr>
                      <m:t>𝑃</m:t>
                    </m:r>
                    <m:d>
                      <m:dPr>
                        <m:ctrlPr>
                          <a:rPr lang="en-GB" altLang="zh-CN" i="1">
                            <a:solidFill>
                              <a:schemeClr val="tx1"/>
                            </a:solidFill>
                            <a:latin typeface="Cambria Math" panose="02040503050406030204" pitchFamily="18" charset="0"/>
                          </a:rPr>
                        </m:ctrlPr>
                      </m:dPr>
                      <m:e>
                        <m:sSub>
                          <m:sSubPr>
                            <m:ctrlPr>
                              <a:rPr lang="en-GB" altLang="zh-CN" i="1">
                                <a:solidFill>
                                  <a:schemeClr val="tx1"/>
                                </a:solidFill>
                                <a:latin typeface="Cambria Math" panose="02040503050406030204" pitchFamily="18" charset="0"/>
                              </a:rPr>
                            </m:ctrlPr>
                          </m:sSubPr>
                          <m:e>
                            <m:r>
                              <a:rPr lang="en-GB" altLang="zh-CN" i="1">
                                <a:solidFill>
                                  <a:schemeClr val="tx1"/>
                                </a:solidFill>
                                <a:latin typeface="Cambria Math" panose="02040503050406030204" pitchFamily="18" charset="0"/>
                              </a:rPr>
                              <m:t>𝑧</m:t>
                            </m:r>
                          </m:e>
                          <m:sub>
                            <m:r>
                              <a:rPr lang="en-GB" altLang="zh-CN" i="1">
                                <a:solidFill>
                                  <a:schemeClr val="tx1"/>
                                </a:solidFill>
                                <a:latin typeface="Cambria Math" panose="02040503050406030204" pitchFamily="18" charset="0"/>
                              </a:rPr>
                              <m:t>𝑡</m:t>
                            </m:r>
                          </m:sub>
                        </m:sSub>
                      </m:e>
                      <m:e>
                        <m:sSub>
                          <m:sSubPr>
                            <m:ctrlPr>
                              <a:rPr lang="en-GB" altLang="zh-CN" i="1">
                                <a:solidFill>
                                  <a:schemeClr val="tx1"/>
                                </a:solidFill>
                                <a:latin typeface="Cambria Math" panose="02040503050406030204" pitchFamily="18" charset="0"/>
                              </a:rPr>
                            </m:ctrlPr>
                          </m:sSubPr>
                          <m:e>
                            <m:r>
                              <a:rPr lang="en-GB" altLang="zh-CN" i="1">
                                <a:solidFill>
                                  <a:schemeClr val="tx1"/>
                                </a:solidFill>
                                <a:latin typeface="Cambria Math" panose="02040503050406030204" pitchFamily="18" charset="0"/>
                              </a:rPr>
                              <m:t>𝑥</m:t>
                            </m:r>
                          </m:e>
                          <m:sub>
                            <m:r>
                              <a:rPr lang="en-GB" altLang="zh-CN" i="1">
                                <a:solidFill>
                                  <a:schemeClr val="tx1"/>
                                </a:solidFill>
                                <a:latin typeface="Cambria Math" panose="02040503050406030204" pitchFamily="18" charset="0"/>
                              </a:rPr>
                              <m:t>𝑡</m:t>
                            </m:r>
                          </m:sub>
                        </m:sSub>
                      </m:e>
                    </m:d>
                    <m:nary>
                      <m:naryPr>
                        <m:chr m:val="∑"/>
                        <m:supHide m:val="on"/>
                        <m:ctrlPr>
                          <a:rPr lang="en-GB" altLang="zh-CN" i="1" smtClean="0">
                            <a:solidFill>
                              <a:schemeClr val="tx1"/>
                            </a:solidFill>
                            <a:latin typeface="Cambria Math" panose="02040503050406030204" pitchFamily="18" charset="0"/>
                          </a:rPr>
                        </m:ctrlPr>
                      </m:naryPr>
                      <m:sub>
                        <m:sSub>
                          <m:sSubPr>
                            <m:ctrlPr>
                              <a:rPr lang="en-GB" altLang="zh-CN" b="0" i="1" smtClean="0">
                                <a:solidFill>
                                  <a:schemeClr val="tx1"/>
                                </a:solidFill>
                                <a:latin typeface="Cambria Math" panose="02040503050406030204" pitchFamily="18" charset="0"/>
                              </a:rPr>
                            </m:ctrlPr>
                          </m:sSubPr>
                          <m:e>
                            <m:r>
                              <m:rPr>
                                <m:brk m:alnAt="7"/>
                              </m:rPr>
                              <a:rPr lang="en-GB" altLang="zh-CN" b="0" i="1" smtClean="0">
                                <a:solidFill>
                                  <a:schemeClr val="tx1"/>
                                </a:solidFill>
                                <a:latin typeface="Cambria Math" panose="02040503050406030204" pitchFamily="18" charset="0"/>
                              </a:rPr>
                              <m:t>𝑥</m:t>
                            </m:r>
                          </m:e>
                          <m:sub>
                            <m:r>
                              <m:rPr>
                                <m:brk m:alnAt="7"/>
                              </m:rPr>
                              <a:rPr lang="en-GB" altLang="zh-CN" b="0" i="1" smtClean="0">
                                <a:solidFill>
                                  <a:schemeClr val="tx1"/>
                                </a:solidFill>
                                <a:latin typeface="Cambria Math" panose="02040503050406030204" pitchFamily="18" charset="0"/>
                              </a:rPr>
                              <m:t>𝑡</m:t>
                            </m:r>
                            <m:r>
                              <a:rPr lang="en-GB" altLang="zh-CN" b="0" i="1" smtClean="0">
                                <a:solidFill>
                                  <a:schemeClr val="tx1"/>
                                </a:solidFill>
                                <a:latin typeface="Cambria Math" panose="02040503050406030204" pitchFamily="18" charset="0"/>
                              </a:rPr>
                              <m:t>−1</m:t>
                            </m:r>
                          </m:sub>
                        </m:sSub>
                        <m:r>
                          <m:rPr>
                            <m:brk m:alnAt="7"/>
                          </m:rPr>
                          <a:rPr lang="en-GB" altLang="zh-CN" b="0" i="1" smtClean="0">
                            <a:solidFill>
                              <a:schemeClr val="tx1"/>
                            </a:solidFill>
                            <a:latin typeface="Cambria Math" panose="02040503050406030204" pitchFamily="18" charset="0"/>
                            <a:ea typeface="Cambria Math" panose="02040503050406030204" pitchFamily="18" charset="0"/>
                          </a:rPr>
                          <m:t>∈</m:t>
                        </m:r>
                        <m:sSub>
                          <m:sSubPr>
                            <m:ctrlPr>
                              <a:rPr lang="en-GB" altLang="zh-CN" b="0" i="1" smtClean="0">
                                <a:solidFill>
                                  <a:schemeClr val="tx1"/>
                                </a:solidFill>
                                <a:latin typeface="Cambria Math" panose="02040503050406030204" pitchFamily="18" charset="0"/>
                                <a:ea typeface="Cambria Math" panose="02040503050406030204" pitchFamily="18" charset="0"/>
                              </a:rPr>
                            </m:ctrlPr>
                          </m:sSubPr>
                          <m:e>
                            <m:r>
                              <m:rPr>
                                <m:brk m:alnAt="7"/>
                              </m:rPr>
                              <a:rPr lang="en-GB" altLang="zh-CN" b="0" i="1" smtClean="0">
                                <a:solidFill>
                                  <a:schemeClr val="tx1"/>
                                </a:solidFill>
                                <a:latin typeface="Cambria Math" panose="02040503050406030204" pitchFamily="18" charset="0"/>
                                <a:ea typeface="Cambria Math" panose="02040503050406030204" pitchFamily="18" charset="0"/>
                              </a:rPr>
                              <m:t>𝑋</m:t>
                            </m:r>
                          </m:e>
                          <m:sub>
                            <m:r>
                              <m:rPr>
                                <m:brk m:alnAt="7"/>
                              </m:rPr>
                              <a:rPr lang="en-GB" altLang="zh-CN" b="0" i="1" smtClean="0">
                                <a:solidFill>
                                  <a:schemeClr val="tx1"/>
                                </a:solidFill>
                                <a:latin typeface="Cambria Math" panose="02040503050406030204" pitchFamily="18" charset="0"/>
                                <a:ea typeface="Cambria Math" panose="02040503050406030204" pitchFamily="18" charset="0"/>
                              </a:rPr>
                              <m:t>𝑡</m:t>
                            </m:r>
                            <m:r>
                              <a:rPr lang="en-GB" altLang="zh-CN" b="0" i="1" smtClean="0">
                                <a:solidFill>
                                  <a:schemeClr val="tx1"/>
                                </a:solidFill>
                                <a:latin typeface="Cambria Math" panose="02040503050406030204" pitchFamily="18" charset="0"/>
                                <a:ea typeface="Cambria Math" panose="02040503050406030204" pitchFamily="18" charset="0"/>
                              </a:rPr>
                              <m:t>−1</m:t>
                            </m:r>
                          </m:sub>
                        </m:sSub>
                      </m:sub>
                      <m:sup/>
                      <m:e>
                        <m:r>
                          <a:rPr lang="en-GB" altLang="zh-CN" i="1">
                            <a:solidFill>
                              <a:schemeClr val="tx1"/>
                            </a:solidFill>
                            <a:latin typeface="Cambria Math" panose="02040503050406030204" pitchFamily="18" charset="0"/>
                          </a:rPr>
                          <m:t>𝑃</m:t>
                        </m:r>
                        <m:d>
                          <m:dPr>
                            <m:ctrlPr>
                              <a:rPr lang="en-GB" altLang="zh-CN" i="1">
                                <a:latin typeface="Cambria Math" panose="02040503050406030204" pitchFamily="18" charset="0"/>
                              </a:rPr>
                            </m:ctrlPr>
                          </m:dPr>
                          <m:e>
                            <m:sSub>
                              <m:sSubPr>
                                <m:ctrlPr>
                                  <a:rPr lang="en-GB" altLang="zh-CN" i="1">
                                    <a:latin typeface="Cambria Math" panose="02040503050406030204" pitchFamily="18" charset="0"/>
                                  </a:rPr>
                                </m:ctrlPr>
                              </m:sSubPr>
                              <m:e>
                                <m:r>
                                  <a:rPr lang="en-GB" altLang="zh-CN" i="1">
                                    <a:latin typeface="Cambria Math" panose="02040503050406030204" pitchFamily="18" charset="0"/>
                                  </a:rPr>
                                  <m:t>𝑥</m:t>
                                </m:r>
                              </m:e>
                              <m:sub>
                                <m:r>
                                  <a:rPr lang="en-GB" altLang="zh-CN" i="1">
                                    <a:latin typeface="Cambria Math" panose="02040503050406030204" pitchFamily="18" charset="0"/>
                                  </a:rPr>
                                  <m:t>𝑡</m:t>
                                </m:r>
                              </m:sub>
                            </m:sSub>
                          </m:e>
                          <m:e>
                            <m:sSub>
                              <m:sSubPr>
                                <m:ctrlPr>
                                  <a:rPr lang="en-GB" altLang="zh-CN" i="1">
                                    <a:latin typeface="Cambria Math" panose="02040503050406030204" pitchFamily="18" charset="0"/>
                                  </a:rPr>
                                </m:ctrlPr>
                              </m:sSubPr>
                              <m:e>
                                <m:r>
                                  <a:rPr lang="en-GB" altLang="zh-CN" i="1">
                                    <a:latin typeface="Cambria Math" panose="02040503050406030204" pitchFamily="18" charset="0"/>
                                  </a:rPr>
                                  <m:t>𝑢</m:t>
                                </m:r>
                              </m:e>
                              <m:sub>
                                <m:r>
                                  <a:rPr lang="en-GB" altLang="zh-CN" i="1">
                                    <a:latin typeface="Cambria Math" panose="02040503050406030204" pitchFamily="18" charset="0"/>
                                  </a:rPr>
                                  <m:t>𝑡</m:t>
                                </m:r>
                              </m:sub>
                            </m:sSub>
                            <m:r>
                              <a:rPr lang="en-GB" altLang="zh-CN" i="1">
                                <a:latin typeface="Cambria Math" panose="02040503050406030204" pitchFamily="18" charset="0"/>
                              </a:rPr>
                              <m:t>, </m:t>
                            </m:r>
                            <m:sSub>
                              <m:sSubPr>
                                <m:ctrlPr>
                                  <a:rPr lang="en-GB" altLang="zh-CN" i="1">
                                    <a:latin typeface="Cambria Math" panose="02040503050406030204" pitchFamily="18" charset="0"/>
                                  </a:rPr>
                                </m:ctrlPr>
                              </m:sSubPr>
                              <m:e>
                                <m:r>
                                  <a:rPr lang="en-GB" altLang="zh-CN" i="1">
                                    <a:latin typeface="Cambria Math" panose="02040503050406030204" pitchFamily="18" charset="0"/>
                                  </a:rPr>
                                  <m:t>𝑥</m:t>
                                </m:r>
                              </m:e>
                              <m:sub>
                                <m:r>
                                  <a:rPr lang="en-GB" altLang="zh-CN" i="1">
                                    <a:latin typeface="Cambria Math" panose="02040503050406030204" pitchFamily="18" charset="0"/>
                                  </a:rPr>
                                  <m:t>𝑡</m:t>
                                </m:r>
                                <m:r>
                                  <a:rPr lang="en-GB" altLang="zh-CN" i="1">
                                    <a:latin typeface="Cambria Math" panose="02040503050406030204" pitchFamily="18" charset="0"/>
                                  </a:rPr>
                                  <m:t>−1</m:t>
                                </m:r>
                              </m:sub>
                            </m:sSub>
                          </m:e>
                        </m:d>
                        <m:r>
                          <a:rPr lang="en-GB" altLang="zh-CN" i="1">
                            <a:solidFill>
                              <a:schemeClr val="tx1"/>
                            </a:solidFill>
                            <a:latin typeface="Cambria Math" panose="02040503050406030204" pitchFamily="18" charset="0"/>
                          </a:rPr>
                          <m:t>𝑃</m:t>
                        </m:r>
                        <m:d>
                          <m:dPr>
                            <m:ctrlPr>
                              <a:rPr lang="en-GB" altLang="zh-CN" i="1">
                                <a:solidFill>
                                  <a:schemeClr val="tx1"/>
                                </a:solidFill>
                                <a:latin typeface="Cambria Math" panose="02040503050406030204" pitchFamily="18" charset="0"/>
                              </a:rPr>
                            </m:ctrlPr>
                          </m:dPr>
                          <m:e>
                            <m:sSub>
                              <m:sSubPr>
                                <m:ctrlPr>
                                  <a:rPr lang="en-GB" altLang="zh-CN" i="1">
                                    <a:solidFill>
                                      <a:schemeClr val="tx1"/>
                                    </a:solidFill>
                                    <a:latin typeface="Cambria Math" panose="02040503050406030204" pitchFamily="18" charset="0"/>
                                  </a:rPr>
                                </m:ctrlPr>
                              </m:sSubPr>
                              <m:e>
                                <m:r>
                                  <a:rPr lang="en-GB" altLang="zh-CN" i="1">
                                    <a:solidFill>
                                      <a:schemeClr val="tx1"/>
                                    </a:solidFill>
                                    <a:latin typeface="Cambria Math" panose="02040503050406030204" pitchFamily="18" charset="0"/>
                                  </a:rPr>
                                  <m:t>𝑥</m:t>
                                </m:r>
                              </m:e>
                              <m:sub>
                                <m:r>
                                  <a:rPr lang="en-GB" altLang="zh-CN" i="1">
                                    <a:solidFill>
                                      <a:schemeClr val="tx1"/>
                                    </a:solidFill>
                                    <a:latin typeface="Cambria Math" panose="02040503050406030204" pitchFamily="18" charset="0"/>
                                  </a:rPr>
                                  <m:t>𝑡</m:t>
                                </m:r>
                                <m:r>
                                  <a:rPr lang="en-GB" altLang="zh-CN" b="0" i="1" smtClean="0">
                                    <a:solidFill>
                                      <a:schemeClr val="tx1"/>
                                    </a:solidFill>
                                    <a:latin typeface="Cambria Math" panose="02040503050406030204" pitchFamily="18" charset="0"/>
                                  </a:rPr>
                                  <m:t>−1</m:t>
                                </m:r>
                              </m:sub>
                            </m:sSub>
                          </m:e>
                          <m:e>
                            <m:sSub>
                              <m:sSubPr>
                                <m:ctrlPr>
                                  <a:rPr lang="en-GB" altLang="zh-CN" i="1">
                                    <a:solidFill>
                                      <a:schemeClr val="tx1"/>
                                    </a:solidFill>
                                    <a:latin typeface="Cambria Math" panose="02040503050406030204" pitchFamily="18" charset="0"/>
                                  </a:rPr>
                                </m:ctrlPr>
                              </m:sSubPr>
                              <m:e>
                                <m:r>
                                  <a:rPr lang="en-GB" altLang="zh-CN" i="1">
                                    <a:solidFill>
                                      <a:schemeClr val="tx1"/>
                                    </a:solidFill>
                                    <a:latin typeface="Cambria Math" panose="02040503050406030204" pitchFamily="18" charset="0"/>
                                  </a:rPr>
                                  <m:t>𝑢</m:t>
                                </m:r>
                              </m:e>
                              <m:sub>
                                <m:r>
                                  <a:rPr lang="en-US" altLang="zh-CN" b="0" i="1" smtClean="0">
                                    <a:solidFill>
                                      <a:schemeClr val="tx1"/>
                                    </a:solidFill>
                                    <a:latin typeface="Cambria Math" panose="02040503050406030204" pitchFamily="18" charset="0"/>
                                  </a:rPr>
                                  <m:t>1</m:t>
                                </m:r>
                              </m:sub>
                            </m:sSub>
                            <m:r>
                              <a:rPr lang="en-GB" altLang="zh-CN" i="1">
                                <a:solidFill>
                                  <a:schemeClr val="tx1"/>
                                </a:solidFill>
                                <a:latin typeface="Cambria Math" panose="02040503050406030204" pitchFamily="18" charset="0"/>
                              </a:rPr>
                              <m:t>,…,</m:t>
                            </m:r>
                            <m:sSub>
                              <m:sSubPr>
                                <m:ctrlPr>
                                  <a:rPr lang="en-GB" altLang="zh-CN" i="1">
                                    <a:solidFill>
                                      <a:schemeClr val="tx1"/>
                                    </a:solidFill>
                                    <a:latin typeface="Cambria Math" panose="02040503050406030204" pitchFamily="18" charset="0"/>
                                  </a:rPr>
                                </m:ctrlPr>
                              </m:sSubPr>
                              <m:e>
                                <m:r>
                                  <a:rPr lang="en-GB" altLang="zh-CN" i="1">
                                    <a:solidFill>
                                      <a:schemeClr val="tx1"/>
                                    </a:solidFill>
                                    <a:latin typeface="Cambria Math" panose="02040503050406030204" pitchFamily="18" charset="0"/>
                                  </a:rPr>
                                  <m:t>𝑢</m:t>
                                </m:r>
                              </m:e>
                              <m:sub>
                                <m:r>
                                  <a:rPr lang="en-GB" altLang="zh-CN" i="1">
                                    <a:solidFill>
                                      <a:schemeClr val="tx1"/>
                                    </a:solidFill>
                                    <a:latin typeface="Cambria Math" panose="02040503050406030204" pitchFamily="18" charset="0"/>
                                  </a:rPr>
                                  <m:t>𝑡</m:t>
                                </m:r>
                              </m:sub>
                            </m:sSub>
                            <m:r>
                              <a:rPr lang="en-GB" altLang="zh-CN" i="1">
                                <a:solidFill>
                                  <a:schemeClr val="tx1"/>
                                </a:solidFill>
                                <a:latin typeface="Cambria Math" panose="02040503050406030204" pitchFamily="18" charset="0"/>
                              </a:rPr>
                              <m:t>,</m:t>
                            </m:r>
                            <m:sSub>
                              <m:sSubPr>
                                <m:ctrlPr>
                                  <a:rPr lang="en-GB" altLang="zh-CN" i="1">
                                    <a:solidFill>
                                      <a:schemeClr val="tx1"/>
                                    </a:solidFill>
                                    <a:latin typeface="Cambria Math" panose="02040503050406030204" pitchFamily="18" charset="0"/>
                                  </a:rPr>
                                </m:ctrlPr>
                              </m:sSubPr>
                              <m:e>
                                <m:r>
                                  <a:rPr lang="en-GB" altLang="zh-CN" i="1">
                                    <a:solidFill>
                                      <a:schemeClr val="tx1"/>
                                    </a:solidFill>
                                    <a:latin typeface="Cambria Math" panose="02040503050406030204" pitchFamily="18" charset="0"/>
                                  </a:rPr>
                                  <m:t>𝑧</m:t>
                                </m:r>
                              </m:e>
                              <m:sub>
                                <m:r>
                                  <a:rPr lang="en-US" altLang="zh-CN" b="0" i="1" smtClean="0">
                                    <a:solidFill>
                                      <a:schemeClr val="tx1"/>
                                    </a:solidFill>
                                    <a:latin typeface="Cambria Math" panose="02040503050406030204" pitchFamily="18" charset="0"/>
                                  </a:rPr>
                                  <m:t>1</m:t>
                                </m:r>
                              </m:sub>
                            </m:sSub>
                            <m:r>
                              <a:rPr lang="en-GB" altLang="zh-CN" i="1">
                                <a:solidFill>
                                  <a:schemeClr val="tx1"/>
                                </a:solidFill>
                                <a:latin typeface="Cambria Math" panose="02040503050406030204" pitchFamily="18" charset="0"/>
                              </a:rPr>
                              <m:t>,…,</m:t>
                            </m:r>
                            <m:sSub>
                              <m:sSubPr>
                                <m:ctrlPr>
                                  <a:rPr lang="en-GB" altLang="zh-CN" i="1">
                                    <a:solidFill>
                                      <a:schemeClr val="tx1"/>
                                    </a:solidFill>
                                    <a:latin typeface="Cambria Math" panose="02040503050406030204" pitchFamily="18" charset="0"/>
                                  </a:rPr>
                                </m:ctrlPr>
                              </m:sSubPr>
                              <m:e>
                                <m:r>
                                  <a:rPr lang="en-GB" altLang="zh-CN" i="1">
                                    <a:solidFill>
                                      <a:schemeClr val="tx1"/>
                                    </a:solidFill>
                                    <a:latin typeface="Cambria Math" panose="02040503050406030204" pitchFamily="18" charset="0"/>
                                  </a:rPr>
                                  <m:t>𝑧</m:t>
                                </m:r>
                              </m:e>
                              <m:sub>
                                <m:r>
                                  <a:rPr lang="en-GB" altLang="zh-CN" i="1">
                                    <a:solidFill>
                                      <a:schemeClr val="tx1"/>
                                    </a:solidFill>
                                    <a:latin typeface="Cambria Math" panose="02040503050406030204" pitchFamily="18" charset="0"/>
                                  </a:rPr>
                                  <m:t>𝑡</m:t>
                                </m:r>
                                <m:r>
                                  <a:rPr lang="en-GB" altLang="zh-CN" i="1">
                                    <a:solidFill>
                                      <a:schemeClr val="tx1"/>
                                    </a:solidFill>
                                    <a:latin typeface="Cambria Math" panose="02040503050406030204" pitchFamily="18" charset="0"/>
                                  </a:rPr>
                                  <m:t>−1</m:t>
                                </m:r>
                              </m:sub>
                            </m:sSub>
                          </m:e>
                        </m:d>
                      </m:e>
                    </m:nary>
                  </m:oMath>
                </a14:m>
                <a:r>
                  <a:rPr lang="en-GB" altLang="zh-CN" i="1" dirty="0">
                    <a:solidFill>
                      <a:schemeClr val="tx1"/>
                    </a:solidFill>
                    <a:latin typeface="Cambria Math" panose="02040503050406030204" pitchFamily="18" charset="0"/>
                  </a:rPr>
                  <a:t> </a:t>
                </a:r>
              </a:p>
              <a:p>
                <a14:m>
                  <m:oMath xmlns:m="http://schemas.openxmlformats.org/officeDocument/2006/math">
                    <m:r>
                      <a:rPr lang="en-GB" altLang="zh-CN" i="1">
                        <a:latin typeface="Cambria Math" panose="02040503050406030204" pitchFamily="18" charset="0"/>
                      </a:rPr>
                      <m:t>𝑐</m:t>
                    </m:r>
                    <m:r>
                      <a:rPr lang="en-GB" altLang="zh-CN" i="1">
                        <a:latin typeface="Cambria Math" panose="02040503050406030204" pitchFamily="18" charset="0"/>
                      </a:rPr>
                      <m:t>⋅</m:t>
                    </m:r>
                    <m:r>
                      <a:rPr lang="en-GB" altLang="zh-CN" i="1">
                        <a:latin typeface="Cambria Math" panose="02040503050406030204" pitchFamily="18" charset="0"/>
                      </a:rPr>
                      <m:t>𝑏𝑒𝑙</m:t>
                    </m:r>
                    <m:d>
                      <m:dPr>
                        <m:ctrlPr>
                          <a:rPr lang="en-GB" altLang="zh-CN" i="1">
                            <a:latin typeface="Cambria Math" panose="02040503050406030204" pitchFamily="18" charset="0"/>
                          </a:rPr>
                        </m:ctrlPr>
                      </m:dPr>
                      <m:e>
                        <m:sSub>
                          <m:sSubPr>
                            <m:ctrlPr>
                              <a:rPr lang="en-GB" altLang="zh-CN" i="1">
                                <a:latin typeface="Cambria Math" panose="02040503050406030204" pitchFamily="18" charset="0"/>
                              </a:rPr>
                            </m:ctrlPr>
                          </m:sSubPr>
                          <m:e>
                            <m:r>
                              <a:rPr lang="en-GB" altLang="zh-CN" i="1">
                                <a:latin typeface="Cambria Math" panose="02040503050406030204" pitchFamily="18" charset="0"/>
                              </a:rPr>
                              <m:t>𝑥</m:t>
                            </m:r>
                          </m:e>
                          <m:sub>
                            <m:r>
                              <a:rPr lang="en-GB" altLang="zh-CN" i="1">
                                <a:latin typeface="Cambria Math" panose="02040503050406030204" pitchFamily="18" charset="0"/>
                              </a:rPr>
                              <m:t>𝑡</m:t>
                            </m:r>
                          </m:sub>
                        </m:sSub>
                      </m:e>
                    </m:d>
                    <m:r>
                      <a:rPr lang="en-GB" altLang="zh-CN" b="0" i="1" smtClean="0">
                        <a:solidFill>
                          <a:schemeClr val="tx1"/>
                        </a:solidFill>
                        <a:latin typeface="Cambria Math" panose="02040503050406030204" pitchFamily="18" charset="0"/>
                      </a:rPr>
                      <m:t>=</m:t>
                    </m:r>
                    <m:r>
                      <a:rPr lang="en-GB" altLang="zh-CN" i="1">
                        <a:solidFill>
                          <a:schemeClr val="tx1"/>
                        </a:solidFill>
                        <a:latin typeface="Cambria Math" panose="02040503050406030204" pitchFamily="18" charset="0"/>
                      </a:rPr>
                      <m:t>𝑃</m:t>
                    </m:r>
                    <m:d>
                      <m:dPr>
                        <m:ctrlPr>
                          <a:rPr lang="en-GB" altLang="zh-CN" i="1">
                            <a:solidFill>
                              <a:schemeClr val="tx1"/>
                            </a:solidFill>
                            <a:latin typeface="Cambria Math" panose="02040503050406030204" pitchFamily="18" charset="0"/>
                          </a:rPr>
                        </m:ctrlPr>
                      </m:dPr>
                      <m:e>
                        <m:sSub>
                          <m:sSubPr>
                            <m:ctrlPr>
                              <a:rPr lang="en-GB" altLang="zh-CN" i="1">
                                <a:solidFill>
                                  <a:schemeClr val="tx1"/>
                                </a:solidFill>
                                <a:latin typeface="Cambria Math" panose="02040503050406030204" pitchFamily="18" charset="0"/>
                              </a:rPr>
                            </m:ctrlPr>
                          </m:sSubPr>
                          <m:e>
                            <m:r>
                              <a:rPr lang="en-GB" altLang="zh-CN" i="1">
                                <a:solidFill>
                                  <a:schemeClr val="tx1"/>
                                </a:solidFill>
                                <a:latin typeface="Cambria Math" panose="02040503050406030204" pitchFamily="18" charset="0"/>
                              </a:rPr>
                              <m:t>𝑧</m:t>
                            </m:r>
                          </m:e>
                          <m:sub>
                            <m:r>
                              <a:rPr lang="en-GB" altLang="zh-CN" i="1">
                                <a:solidFill>
                                  <a:schemeClr val="tx1"/>
                                </a:solidFill>
                                <a:latin typeface="Cambria Math" panose="02040503050406030204" pitchFamily="18" charset="0"/>
                              </a:rPr>
                              <m:t>𝑡</m:t>
                            </m:r>
                          </m:sub>
                        </m:sSub>
                      </m:e>
                      <m:e>
                        <m:sSub>
                          <m:sSubPr>
                            <m:ctrlPr>
                              <a:rPr lang="en-GB" altLang="zh-CN" i="1">
                                <a:solidFill>
                                  <a:schemeClr val="tx1"/>
                                </a:solidFill>
                                <a:latin typeface="Cambria Math" panose="02040503050406030204" pitchFamily="18" charset="0"/>
                              </a:rPr>
                            </m:ctrlPr>
                          </m:sSubPr>
                          <m:e>
                            <m:r>
                              <a:rPr lang="en-GB" altLang="zh-CN" i="1">
                                <a:solidFill>
                                  <a:schemeClr val="tx1"/>
                                </a:solidFill>
                                <a:latin typeface="Cambria Math" panose="02040503050406030204" pitchFamily="18" charset="0"/>
                              </a:rPr>
                              <m:t>𝑥</m:t>
                            </m:r>
                          </m:e>
                          <m:sub>
                            <m:r>
                              <a:rPr lang="en-GB" altLang="zh-CN" i="1">
                                <a:solidFill>
                                  <a:schemeClr val="tx1"/>
                                </a:solidFill>
                                <a:latin typeface="Cambria Math" panose="02040503050406030204" pitchFamily="18" charset="0"/>
                              </a:rPr>
                              <m:t>𝑡</m:t>
                            </m:r>
                          </m:sub>
                        </m:sSub>
                      </m:e>
                    </m:d>
                    <m:nary>
                      <m:naryPr>
                        <m:chr m:val="∑"/>
                        <m:supHide m:val="on"/>
                        <m:ctrlPr>
                          <a:rPr lang="en-GB" altLang="zh-CN" i="1">
                            <a:solidFill>
                              <a:schemeClr val="tx1"/>
                            </a:solidFill>
                            <a:latin typeface="Cambria Math" panose="02040503050406030204" pitchFamily="18" charset="0"/>
                          </a:rPr>
                        </m:ctrlPr>
                      </m:naryPr>
                      <m:sub>
                        <m:sSub>
                          <m:sSubPr>
                            <m:ctrlPr>
                              <a:rPr lang="en-GB" altLang="zh-CN" i="1">
                                <a:solidFill>
                                  <a:schemeClr val="tx1"/>
                                </a:solidFill>
                                <a:latin typeface="Cambria Math" panose="02040503050406030204" pitchFamily="18" charset="0"/>
                              </a:rPr>
                            </m:ctrlPr>
                          </m:sSubPr>
                          <m:e>
                            <m:r>
                              <m:rPr>
                                <m:brk m:alnAt="7"/>
                              </m:rPr>
                              <a:rPr lang="en-GB" altLang="zh-CN" i="1">
                                <a:solidFill>
                                  <a:schemeClr val="tx1"/>
                                </a:solidFill>
                                <a:latin typeface="Cambria Math" panose="02040503050406030204" pitchFamily="18" charset="0"/>
                              </a:rPr>
                              <m:t>𝑥</m:t>
                            </m:r>
                          </m:e>
                          <m:sub>
                            <m:r>
                              <m:rPr>
                                <m:brk m:alnAt="7"/>
                              </m:rPr>
                              <a:rPr lang="en-GB" altLang="zh-CN" i="1">
                                <a:solidFill>
                                  <a:schemeClr val="tx1"/>
                                </a:solidFill>
                                <a:latin typeface="Cambria Math" panose="02040503050406030204" pitchFamily="18" charset="0"/>
                              </a:rPr>
                              <m:t>𝑡</m:t>
                            </m:r>
                            <m:r>
                              <a:rPr lang="en-GB" altLang="zh-CN" i="1">
                                <a:solidFill>
                                  <a:schemeClr val="tx1"/>
                                </a:solidFill>
                                <a:latin typeface="Cambria Math" panose="02040503050406030204" pitchFamily="18" charset="0"/>
                              </a:rPr>
                              <m:t>−1</m:t>
                            </m:r>
                          </m:sub>
                        </m:sSub>
                        <m:r>
                          <m:rPr>
                            <m:brk m:alnAt="7"/>
                          </m:rPr>
                          <a:rPr lang="en-GB" altLang="zh-CN" i="1">
                            <a:solidFill>
                              <a:schemeClr val="tx1"/>
                            </a:solidFill>
                            <a:latin typeface="Cambria Math" panose="02040503050406030204" pitchFamily="18" charset="0"/>
                            <a:ea typeface="Cambria Math" panose="02040503050406030204" pitchFamily="18" charset="0"/>
                          </a:rPr>
                          <m:t>∈</m:t>
                        </m:r>
                        <m:sSub>
                          <m:sSubPr>
                            <m:ctrlPr>
                              <a:rPr lang="en-GB" altLang="zh-CN" i="1">
                                <a:solidFill>
                                  <a:schemeClr val="tx1"/>
                                </a:solidFill>
                                <a:latin typeface="Cambria Math" panose="02040503050406030204" pitchFamily="18" charset="0"/>
                                <a:ea typeface="Cambria Math" panose="02040503050406030204" pitchFamily="18" charset="0"/>
                              </a:rPr>
                            </m:ctrlPr>
                          </m:sSubPr>
                          <m:e>
                            <m:r>
                              <m:rPr>
                                <m:brk m:alnAt="7"/>
                              </m:rPr>
                              <a:rPr lang="en-GB" altLang="zh-CN" i="1">
                                <a:solidFill>
                                  <a:schemeClr val="tx1"/>
                                </a:solidFill>
                                <a:latin typeface="Cambria Math" panose="02040503050406030204" pitchFamily="18" charset="0"/>
                                <a:ea typeface="Cambria Math" panose="02040503050406030204" pitchFamily="18" charset="0"/>
                              </a:rPr>
                              <m:t>𝑋</m:t>
                            </m:r>
                          </m:e>
                          <m:sub>
                            <m:r>
                              <m:rPr>
                                <m:brk m:alnAt="7"/>
                              </m:rPr>
                              <a:rPr lang="en-GB" altLang="zh-CN" i="1">
                                <a:solidFill>
                                  <a:schemeClr val="tx1"/>
                                </a:solidFill>
                                <a:latin typeface="Cambria Math" panose="02040503050406030204" pitchFamily="18" charset="0"/>
                                <a:ea typeface="Cambria Math" panose="02040503050406030204" pitchFamily="18" charset="0"/>
                              </a:rPr>
                              <m:t>𝑡</m:t>
                            </m:r>
                            <m:r>
                              <a:rPr lang="en-GB" altLang="zh-CN" i="1">
                                <a:solidFill>
                                  <a:schemeClr val="tx1"/>
                                </a:solidFill>
                                <a:latin typeface="Cambria Math" panose="02040503050406030204" pitchFamily="18" charset="0"/>
                                <a:ea typeface="Cambria Math" panose="02040503050406030204" pitchFamily="18" charset="0"/>
                              </a:rPr>
                              <m:t>−1</m:t>
                            </m:r>
                          </m:sub>
                        </m:sSub>
                      </m:sub>
                      <m:sup/>
                      <m:e>
                        <m:r>
                          <a:rPr lang="en-GB" altLang="zh-CN" i="1">
                            <a:solidFill>
                              <a:schemeClr val="tx1"/>
                            </a:solidFill>
                            <a:latin typeface="Cambria Math" panose="02040503050406030204" pitchFamily="18" charset="0"/>
                          </a:rPr>
                          <m:t>𝑃</m:t>
                        </m:r>
                        <m:d>
                          <m:dPr>
                            <m:ctrlPr>
                              <a:rPr lang="en-GB" altLang="zh-CN" i="1">
                                <a:solidFill>
                                  <a:schemeClr val="tx1"/>
                                </a:solidFill>
                                <a:latin typeface="Cambria Math" panose="02040503050406030204" pitchFamily="18" charset="0"/>
                              </a:rPr>
                            </m:ctrlPr>
                          </m:dPr>
                          <m:e>
                            <m:sSub>
                              <m:sSubPr>
                                <m:ctrlPr>
                                  <a:rPr lang="en-GB" altLang="zh-CN" i="1">
                                    <a:solidFill>
                                      <a:schemeClr val="tx1"/>
                                    </a:solidFill>
                                    <a:latin typeface="Cambria Math" panose="02040503050406030204" pitchFamily="18" charset="0"/>
                                  </a:rPr>
                                </m:ctrlPr>
                              </m:sSubPr>
                              <m:e>
                                <m:r>
                                  <a:rPr lang="en-GB" altLang="zh-CN" i="1">
                                    <a:solidFill>
                                      <a:schemeClr val="tx1"/>
                                    </a:solidFill>
                                    <a:latin typeface="Cambria Math" panose="02040503050406030204" pitchFamily="18" charset="0"/>
                                  </a:rPr>
                                  <m:t>𝑥</m:t>
                                </m:r>
                              </m:e>
                              <m:sub>
                                <m:r>
                                  <a:rPr lang="en-GB" altLang="zh-CN" i="1">
                                    <a:solidFill>
                                      <a:schemeClr val="tx1"/>
                                    </a:solidFill>
                                    <a:latin typeface="Cambria Math" panose="02040503050406030204" pitchFamily="18" charset="0"/>
                                  </a:rPr>
                                  <m:t>𝑡</m:t>
                                </m:r>
                              </m:sub>
                            </m:sSub>
                          </m:e>
                          <m:e>
                            <m:sSub>
                              <m:sSubPr>
                                <m:ctrlPr>
                                  <a:rPr lang="en-GB" altLang="zh-CN" i="1">
                                    <a:solidFill>
                                      <a:schemeClr val="tx1"/>
                                    </a:solidFill>
                                    <a:latin typeface="Cambria Math" panose="02040503050406030204" pitchFamily="18" charset="0"/>
                                  </a:rPr>
                                </m:ctrlPr>
                              </m:sSubPr>
                              <m:e>
                                <m:r>
                                  <a:rPr lang="en-GB" altLang="zh-CN" i="1">
                                    <a:solidFill>
                                      <a:schemeClr val="tx1"/>
                                    </a:solidFill>
                                    <a:latin typeface="Cambria Math" panose="02040503050406030204" pitchFamily="18" charset="0"/>
                                  </a:rPr>
                                  <m:t>𝑢</m:t>
                                </m:r>
                              </m:e>
                              <m:sub>
                                <m:r>
                                  <a:rPr lang="en-GB" altLang="zh-CN" i="1">
                                    <a:solidFill>
                                      <a:schemeClr val="tx1"/>
                                    </a:solidFill>
                                    <a:latin typeface="Cambria Math" panose="02040503050406030204" pitchFamily="18" charset="0"/>
                                  </a:rPr>
                                  <m:t>𝑡</m:t>
                                </m:r>
                              </m:sub>
                            </m:sSub>
                            <m:r>
                              <a:rPr lang="en-GB" altLang="zh-CN" i="1">
                                <a:solidFill>
                                  <a:schemeClr val="tx1"/>
                                </a:solidFill>
                                <a:latin typeface="Cambria Math" panose="02040503050406030204" pitchFamily="18" charset="0"/>
                              </a:rPr>
                              <m:t>,</m:t>
                            </m:r>
                            <m:r>
                              <a:rPr lang="en-GB" altLang="zh-CN" i="1" smtClean="0">
                                <a:solidFill>
                                  <a:schemeClr val="tx1"/>
                                </a:solidFill>
                                <a:latin typeface="Cambria Math" panose="02040503050406030204" pitchFamily="18" charset="0"/>
                              </a:rPr>
                              <m:t> </m:t>
                            </m:r>
                            <m:sSub>
                              <m:sSubPr>
                                <m:ctrlPr>
                                  <a:rPr lang="en-GB" altLang="zh-CN" i="1">
                                    <a:solidFill>
                                      <a:schemeClr val="tx1"/>
                                    </a:solidFill>
                                    <a:latin typeface="Cambria Math" panose="02040503050406030204" pitchFamily="18" charset="0"/>
                                  </a:rPr>
                                </m:ctrlPr>
                              </m:sSubPr>
                              <m:e>
                                <m:r>
                                  <a:rPr lang="en-GB" altLang="zh-CN" i="1">
                                    <a:solidFill>
                                      <a:schemeClr val="tx1"/>
                                    </a:solidFill>
                                    <a:latin typeface="Cambria Math" panose="02040503050406030204" pitchFamily="18" charset="0"/>
                                  </a:rPr>
                                  <m:t>𝑥</m:t>
                                </m:r>
                              </m:e>
                              <m:sub>
                                <m:r>
                                  <a:rPr lang="en-GB" altLang="zh-CN" i="1">
                                    <a:solidFill>
                                      <a:schemeClr val="tx1"/>
                                    </a:solidFill>
                                    <a:latin typeface="Cambria Math" panose="02040503050406030204" pitchFamily="18" charset="0"/>
                                  </a:rPr>
                                  <m:t>𝑡</m:t>
                                </m:r>
                                <m:r>
                                  <a:rPr lang="en-GB" altLang="zh-CN" i="1">
                                    <a:solidFill>
                                      <a:schemeClr val="tx1"/>
                                    </a:solidFill>
                                    <a:latin typeface="Cambria Math" panose="02040503050406030204" pitchFamily="18" charset="0"/>
                                  </a:rPr>
                                  <m:t>−1</m:t>
                                </m:r>
                              </m:sub>
                            </m:sSub>
                          </m:e>
                        </m:d>
                        <m:r>
                          <a:rPr lang="en-GB" altLang="zh-CN" i="1">
                            <a:solidFill>
                              <a:schemeClr val="tx1"/>
                            </a:solidFill>
                            <a:latin typeface="Cambria Math" panose="02040503050406030204" pitchFamily="18" charset="0"/>
                          </a:rPr>
                          <m:t>𝑃</m:t>
                        </m:r>
                        <m:d>
                          <m:dPr>
                            <m:ctrlPr>
                              <a:rPr lang="en-GB" altLang="zh-CN" i="1">
                                <a:solidFill>
                                  <a:schemeClr val="tx1"/>
                                </a:solidFill>
                                <a:latin typeface="Cambria Math" panose="02040503050406030204" pitchFamily="18" charset="0"/>
                              </a:rPr>
                            </m:ctrlPr>
                          </m:dPr>
                          <m:e>
                            <m:sSub>
                              <m:sSubPr>
                                <m:ctrlPr>
                                  <a:rPr lang="en-GB" altLang="zh-CN" i="1">
                                    <a:solidFill>
                                      <a:schemeClr val="tx1"/>
                                    </a:solidFill>
                                    <a:latin typeface="Cambria Math" panose="02040503050406030204" pitchFamily="18" charset="0"/>
                                  </a:rPr>
                                </m:ctrlPr>
                              </m:sSubPr>
                              <m:e>
                                <m:r>
                                  <a:rPr lang="en-GB" altLang="zh-CN" i="1">
                                    <a:solidFill>
                                      <a:schemeClr val="tx1"/>
                                    </a:solidFill>
                                    <a:latin typeface="Cambria Math" panose="02040503050406030204" pitchFamily="18" charset="0"/>
                                  </a:rPr>
                                  <m:t>𝑥</m:t>
                                </m:r>
                              </m:e>
                              <m:sub>
                                <m:r>
                                  <a:rPr lang="en-GB" altLang="zh-CN" i="1">
                                    <a:solidFill>
                                      <a:schemeClr val="tx1"/>
                                    </a:solidFill>
                                    <a:latin typeface="Cambria Math" panose="02040503050406030204" pitchFamily="18" charset="0"/>
                                  </a:rPr>
                                  <m:t>𝑡</m:t>
                                </m:r>
                                <m:r>
                                  <a:rPr lang="en-GB" altLang="zh-CN" i="1">
                                    <a:solidFill>
                                      <a:schemeClr val="tx1"/>
                                    </a:solidFill>
                                    <a:latin typeface="Cambria Math" panose="02040503050406030204" pitchFamily="18" charset="0"/>
                                  </a:rPr>
                                  <m:t>−1</m:t>
                                </m:r>
                              </m:sub>
                            </m:sSub>
                          </m:e>
                          <m:e>
                            <m:sSub>
                              <m:sSubPr>
                                <m:ctrlPr>
                                  <a:rPr lang="en-GB" altLang="zh-CN" i="1">
                                    <a:solidFill>
                                      <a:schemeClr val="tx1"/>
                                    </a:solidFill>
                                    <a:latin typeface="Cambria Math" panose="02040503050406030204" pitchFamily="18" charset="0"/>
                                  </a:rPr>
                                </m:ctrlPr>
                              </m:sSubPr>
                              <m:e>
                                <m:r>
                                  <a:rPr lang="en-GB" altLang="zh-CN" i="1">
                                    <a:solidFill>
                                      <a:schemeClr val="tx1"/>
                                    </a:solidFill>
                                    <a:latin typeface="Cambria Math" panose="02040503050406030204" pitchFamily="18" charset="0"/>
                                  </a:rPr>
                                  <m:t>𝑢</m:t>
                                </m:r>
                              </m:e>
                              <m:sub>
                                <m:r>
                                  <a:rPr lang="en-US" altLang="zh-CN" b="0" i="1" smtClean="0">
                                    <a:solidFill>
                                      <a:schemeClr val="tx1"/>
                                    </a:solidFill>
                                    <a:latin typeface="Cambria Math" panose="02040503050406030204" pitchFamily="18" charset="0"/>
                                  </a:rPr>
                                  <m:t>1</m:t>
                                </m:r>
                              </m:sub>
                            </m:sSub>
                            <m:r>
                              <a:rPr lang="en-GB" altLang="zh-CN" i="1">
                                <a:solidFill>
                                  <a:schemeClr val="tx1"/>
                                </a:solidFill>
                                <a:latin typeface="Cambria Math" panose="02040503050406030204" pitchFamily="18" charset="0"/>
                              </a:rPr>
                              <m:t>,…,</m:t>
                            </m:r>
                            <m:sSub>
                              <m:sSubPr>
                                <m:ctrlPr>
                                  <a:rPr lang="en-GB" altLang="zh-CN" i="1" smtClean="0">
                                    <a:solidFill>
                                      <a:srgbClr val="003399"/>
                                    </a:solidFill>
                                    <a:latin typeface="Cambria Math" panose="02040503050406030204" pitchFamily="18" charset="0"/>
                                  </a:rPr>
                                </m:ctrlPr>
                              </m:sSubPr>
                              <m:e>
                                <m:r>
                                  <a:rPr lang="en-GB" altLang="zh-CN" i="1">
                                    <a:solidFill>
                                      <a:srgbClr val="003399"/>
                                    </a:solidFill>
                                    <a:latin typeface="Cambria Math" panose="02040503050406030204" pitchFamily="18" charset="0"/>
                                  </a:rPr>
                                  <m:t>𝑢</m:t>
                                </m:r>
                              </m:e>
                              <m:sub>
                                <m:r>
                                  <a:rPr lang="en-GB" altLang="zh-CN" i="1">
                                    <a:solidFill>
                                      <a:srgbClr val="003399"/>
                                    </a:solidFill>
                                    <a:latin typeface="Cambria Math" panose="02040503050406030204" pitchFamily="18" charset="0"/>
                                  </a:rPr>
                                  <m:t>𝑡</m:t>
                                </m:r>
                                <m:r>
                                  <a:rPr lang="en-GB" altLang="zh-CN" b="0" i="1" smtClean="0">
                                    <a:solidFill>
                                      <a:srgbClr val="003399"/>
                                    </a:solidFill>
                                    <a:latin typeface="Cambria Math" panose="02040503050406030204" pitchFamily="18" charset="0"/>
                                  </a:rPr>
                                  <m:t>−1</m:t>
                                </m:r>
                              </m:sub>
                            </m:sSub>
                            <m:r>
                              <a:rPr lang="en-GB" altLang="zh-CN" i="1">
                                <a:solidFill>
                                  <a:schemeClr val="tx1"/>
                                </a:solidFill>
                                <a:latin typeface="Cambria Math" panose="02040503050406030204" pitchFamily="18" charset="0"/>
                              </a:rPr>
                              <m:t>,</m:t>
                            </m:r>
                            <m:sSub>
                              <m:sSubPr>
                                <m:ctrlPr>
                                  <a:rPr lang="en-GB" altLang="zh-CN" i="1">
                                    <a:solidFill>
                                      <a:schemeClr val="tx1"/>
                                    </a:solidFill>
                                    <a:latin typeface="Cambria Math" panose="02040503050406030204" pitchFamily="18" charset="0"/>
                                  </a:rPr>
                                </m:ctrlPr>
                              </m:sSubPr>
                              <m:e>
                                <m:r>
                                  <a:rPr lang="en-GB" altLang="zh-CN" i="1">
                                    <a:solidFill>
                                      <a:schemeClr val="tx1"/>
                                    </a:solidFill>
                                    <a:latin typeface="Cambria Math" panose="02040503050406030204" pitchFamily="18" charset="0"/>
                                  </a:rPr>
                                  <m:t>𝑧</m:t>
                                </m:r>
                              </m:e>
                              <m:sub>
                                <m:r>
                                  <a:rPr lang="en-US" altLang="zh-CN" b="0" i="1" smtClean="0">
                                    <a:solidFill>
                                      <a:schemeClr val="tx1"/>
                                    </a:solidFill>
                                    <a:latin typeface="Cambria Math" panose="02040503050406030204" pitchFamily="18" charset="0"/>
                                  </a:rPr>
                                  <m:t>1</m:t>
                                </m:r>
                              </m:sub>
                            </m:sSub>
                            <m:r>
                              <a:rPr lang="en-GB" altLang="zh-CN" i="1">
                                <a:solidFill>
                                  <a:schemeClr val="tx1"/>
                                </a:solidFill>
                                <a:latin typeface="Cambria Math" panose="02040503050406030204" pitchFamily="18" charset="0"/>
                              </a:rPr>
                              <m:t>,…,</m:t>
                            </m:r>
                            <m:sSub>
                              <m:sSubPr>
                                <m:ctrlPr>
                                  <a:rPr lang="en-GB" altLang="zh-CN" i="1">
                                    <a:solidFill>
                                      <a:schemeClr val="tx1"/>
                                    </a:solidFill>
                                    <a:latin typeface="Cambria Math" panose="02040503050406030204" pitchFamily="18" charset="0"/>
                                  </a:rPr>
                                </m:ctrlPr>
                              </m:sSubPr>
                              <m:e>
                                <m:r>
                                  <a:rPr lang="en-GB" altLang="zh-CN" i="1">
                                    <a:solidFill>
                                      <a:schemeClr val="tx1"/>
                                    </a:solidFill>
                                    <a:latin typeface="Cambria Math" panose="02040503050406030204" pitchFamily="18" charset="0"/>
                                  </a:rPr>
                                  <m:t>𝑧</m:t>
                                </m:r>
                              </m:e>
                              <m:sub>
                                <m:r>
                                  <a:rPr lang="en-GB" altLang="zh-CN" i="1">
                                    <a:solidFill>
                                      <a:schemeClr val="tx1"/>
                                    </a:solidFill>
                                    <a:latin typeface="Cambria Math" panose="02040503050406030204" pitchFamily="18" charset="0"/>
                                  </a:rPr>
                                  <m:t>𝑡</m:t>
                                </m:r>
                                <m:r>
                                  <a:rPr lang="en-GB" altLang="zh-CN" i="1">
                                    <a:solidFill>
                                      <a:schemeClr val="tx1"/>
                                    </a:solidFill>
                                    <a:latin typeface="Cambria Math" panose="02040503050406030204" pitchFamily="18" charset="0"/>
                                  </a:rPr>
                                  <m:t>−1</m:t>
                                </m:r>
                              </m:sub>
                            </m:sSub>
                          </m:e>
                        </m:d>
                      </m:e>
                    </m:nary>
                  </m:oMath>
                </a14:m>
                <a:r>
                  <a:rPr lang="en-GB" altLang="zh-CN" i="1" dirty="0">
                    <a:solidFill>
                      <a:schemeClr val="tx1"/>
                    </a:solidFill>
                  </a:rPr>
                  <a:t> </a:t>
                </a:r>
              </a:p>
              <a:p>
                <a14:m>
                  <m:oMath xmlns:m="http://schemas.openxmlformats.org/officeDocument/2006/math">
                    <m:r>
                      <a:rPr lang="en-GB" altLang="zh-CN" i="1" smtClean="0">
                        <a:solidFill>
                          <a:srgbClr val="003399"/>
                        </a:solidFill>
                        <a:latin typeface="Cambria Math" panose="02040503050406030204" pitchFamily="18" charset="0"/>
                      </a:rPr>
                      <m:t>𝑐</m:t>
                    </m:r>
                    <m:r>
                      <a:rPr lang="en-GB" altLang="zh-CN" i="1">
                        <a:solidFill>
                          <a:srgbClr val="003399"/>
                        </a:solidFill>
                        <a:latin typeface="Cambria Math" panose="02040503050406030204" pitchFamily="18" charset="0"/>
                      </a:rPr>
                      <m:t>⋅</m:t>
                    </m:r>
                    <m:r>
                      <a:rPr lang="en-GB" altLang="zh-CN" i="1">
                        <a:solidFill>
                          <a:srgbClr val="003399"/>
                        </a:solidFill>
                        <a:latin typeface="Cambria Math" panose="02040503050406030204" pitchFamily="18" charset="0"/>
                      </a:rPr>
                      <m:t>𝑏𝑒𝑙</m:t>
                    </m:r>
                    <m:d>
                      <m:dPr>
                        <m:ctrlPr>
                          <a:rPr lang="en-GB" altLang="zh-CN" i="1">
                            <a:solidFill>
                              <a:srgbClr val="003399"/>
                            </a:solidFill>
                            <a:latin typeface="Cambria Math" panose="02040503050406030204" pitchFamily="18" charset="0"/>
                          </a:rPr>
                        </m:ctrlPr>
                      </m:dPr>
                      <m:e>
                        <m:sSub>
                          <m:sSubPr>
                            <m:ctrlPr>
                              <a:rPr lang="en-GB" altLang="zh-CN" i="1">
                                <a:solidFill>
                                  <a:srgbClr val="003399"/>
                                </a:solidFill>
                                <a:latin typeface="Cambria Math" panose="02040503050406030204" pitchFamily="18" charset="0"/>
                              </a:rPr>
                            </m:ctrlPr>
                          </m:sSubPr>
                          <m:e>
                            <m:r>
                              <a:rPr lang="en-GB" altLang="zh-CN" i="1">
                                <a:solidFill>
                                  <a:srgbClr val="003399"/>
                                </a:solidFill>
                                <a:latin typeface="Cambria Math" panose="02040503050406030204" pitchFamily="18" charset="0"/>
                              </a:rPr>
                              <m:t>𝑥</m:t>
                            </m:r>
                          </m:e>
                          <m:sub>
                            <m:r>
                              <a:rPr lang="en-GB" altLang="zh-CN" i="1">
                                <a:solidFill>
                                  <a:srgbClr val="003399"/>
                                </a:solidFill>
                                <a:latin typeface="Cambria Math" panose="02040503050406030204" pitchFamily="18" charset="0"/>
                              </a:rPr>
                              <m:t>𝑡</m:t>
                            </m:r>
                          </m:sub>
                        </m:sSub>
                      </m:e>
                    </m:d>
                    <m:r>
                      <a:rPr lang="en-GB" altLang="zh-CN" b="0" i="1" smtClean="0">
                        <a:solidFill>
                          <a:srgbClr val="003399"/>
                        </a:solidFill>
                        <a:latin typeface="Cambria Math" panose="02040503050406030204" pitchFamily="18" charset="0"/>
                      </a:rPr>
                      <m:t>=</m:t>
                    </m:r>
                    <m:r>
                      <a:rPr lang="en-GB" altLang="zh-CN" i="1">
                        <a:solidFill>
                          <a:srgbClr val="003399"/>
                        </a:solidFill>
                        <a:latin typeface="Cambria Math" panose="02040503050406030204" pitchFamily="18" charset="0"/>
                      </a:rPr>
                      <m:t>𝑃</m:t>
                    </m:r>
                    <m:d>
                      <m:dPr>
                        <m:ctrlPr>
                          <a:rPr lang="en-GB" altLang="zh-CN" i="1">
                            <a:solidFill>
                              <a:srgbClr val="003399"/>
                            </a:solidFill>
                            <a:latin typeface="Cambria Math" panose="02040503050406030204" pitchFamily="18" charset="0"/>
                          </a:rPr>
                        </m:ctrlPr>
                      </m:dPr>
                      <m:e>
                        <m:sSub>
                          <m:sSubPr>
                            <m:ctrlPr>
                              <a:rPr lang="en-GB" altLang="zh-CN" i="1">
                                <a:solidFill>
                                  <a:srgbClr val="003399"/>
                                </a:solidFill>
                                <a:latin typeface="Cambria Math" panose="02040503050406030204" pitchFamily="18" charset="0"/>
                              </a:rPr>
                            </m:ctrlPr>
                          </m:sSubPr>
                          <m:e>
                            <m:r>
                              <a:rPr lang="en-GB" altLang="zh-CN" i="1">
                                <a:solidFill>
                                  <a:srgbClr val="003399"/>
                                </a:solidFill>
                                <a:latin typeface="Cambria Math" panose="02040503050406030204" pitchFamily="18" charset="0"/>
                              </a:rPr>
                              <m:t>𝑧</m:t>
                            </m:r>
                          </m:e>
                          <m:sub>
                            <m:r>
                              <a:rPr lang="en-GB" altLang="zh-CN" i="1">
                                <a:solidFill>
                                  <a:srgbClr val="003399"/>
                                </a:solidFill>
                                <a:latin typeface="Cambria Math" panose="02040503050406030204" pitchFamily="18" charset="0"/>
                              </a:rPr>
                              <m:t>𝑡</m:t>
                            </m:r>
                          </m:sub>
                        </m:sSub>
                      </m:e>
                      <m:e>
                        <m:sSub>
                          <m:sSubPr>
                            <m:ctrlPr>
                              <a:rPr lang="en-GB" altLang="zh-CN" i="1">
                                <a:solidFill>
                                  <a:srgbClr val="003399"/>
                                </a:solidFill>
                                <a:latin typeface="Cambria Math" panose="02040503050406030204" pitchFamily="18" charset="0"/>
                              </a:rPr>
                            </m:ctrlPr>
                          </m:sSubPr>
                          <m:e>
                            <m:r>
                              <a:rPr lang="en-GB" altLang="zh-CN" i="1">
                                <a:solidFill>
                                  <a:srgbClr val="003399"/>
                                </a:solidFill>
                                <a:latin typeface="Cambria Math" panose="02040503050406030204" pitchFamily="18" charset="0"/>
                              </a:rPr>
                              <m:t>𝑥</m:t>
                            </m:r>
                          </m:e>
                          <m:sub>
                            <m:r>
                              <a:rPr lang="en-GB" altLang="zh-CN" i="1">
                                <a:solidFill>
                                  <a:srgbClr val="003399"/>
                                </a:solidFill>
                                <a:latin typeface="Cambria Math" panose="02040503050406030204" pitchFamily="18" charset="0"/>
                              </a:rPr>
                              <m:t>𝑡</m:t>
                            </m:r>
                          </m:sub>
                        </m:sSub>
                      </m:e>
                    </m:d>
                    <m:nary>
                      <m:naryPr>
                        <m:chr m:val="∑"/>
                        <m:supHide m:val="on"/>
                        <m:ctrlPr>
                          <a:rPr lang="en-GB" altLang="zh-CN" i="1">
                            <a:solidFill>
                              <a:srgbClr val="003399"/>
                            </a:solidFill>
                            <a:latin typeface="Cambria Math" panose="02040503050406030204" pitchFamily="18" charset="0"/>
                          </a:rPr>
                        </m:ctrlPr>
                      </m:naryPr>
                      <m:sub>
                        <m:sSub>
                          <m:sSubPr>
                            <m:ctrlPr>
                              <a:rPr lang="en-GB" altLang="zh-CN" i="1">
                                <a:solidFill>
                                  <a:srgbClr val="003399"/>
                                </a:solidFill>
                                <a:latin typeface="Cambria Math" panose="02040503050406030204" pitchFamily="18" charset="0"/>
                              </a:rPr>
                            </m:ctrlPr>
                          </m:sSubPr>
                          <m:e>
                            <m:r>
                              <m:rPr>
                                <m:brk m:alnAt="7"/>
                              </m:rPr>
                              <a:rPr lang="en-GB" altLang="zh-CN" i="1">
                                <a:solidFill>
                                  <a:srgbClr val="003399"/>
                                </a:solidFill>
                                <a:latin typeface="Cambria Math" panose="02040503050406030204" pitchFamily="18" charset="0"/>
                              </a:rPr>
                              <m:t>𝑥</m:t>
                            </m:r>
                          </m:e>
                          <m:sub>
                            <m:r>
                              <m:rPr>
                                <m:brk m:alnAt="7"/>
                              </m:rPr>
                              <a:rPr lang="en-GB" altLang="zh-CN" i="1">
                                <a:solidFill>
                                  <a:srgbClr val="003399"/>
                                </a:solidFill>
                                <a:latin typeface="Cambria Math" panose="02040503050406030204" pitchFamily="18" charset="0"/>
                              </a:rPr>
                              <m:t>𝑡</m:t>
                            </m:r>
                            <m:r>
                              <a:rPr lang="en-GB" altLang="zh-CN" i="1">
                                <a:solidFill>
                                  <a:srgbClr val="003399"/>
                                </a:solidFill>
                                <a:latin typeface="Cambria Math" panose="02040503050406030204" pitchFamily="18" charset="0"/>
                              </a:rPr>
                              <m:t>−1</m:t>
                            </m:r>
                          </m:sub>
                        </m:sSub>
                        <m:r>
                          <m:rPr>
                            <m:brk m:alnAt="7"/>
                          </m:rPr>
                          <a:rPr lang="en-GB" altLang="zh-CN" i="1">
                            <a:solidFill>
                              <a:srgbClr val="003399"/>
                            </a:solidFill>
                            <a:latin typeface="Cambria Math" panose="02040503050406030204" pitchFamily="18" charset="0"/>
                            <a:ea typeface="Cambria Math" panose="02040503050406030204" pitchFamily="18" charset="0"/>
                          </a:rPr>
                          <m:t>∈</m:t>
                        </m:r>
                        <m:sSub>
                          <m:sSubPr>
                            <m:ctrlPr>
                              <a:rPr lang="en-GB" altLang="zh-CN" i="1">
                                <a:solidFill>
                                  <a:srgbClr val="003399"/>
                                </a:solidFill>
                                <a:latin typeface="Cambria Math" panose="02040503050406030204" pitchFamily="18" charset="0"/>
                                <a:ea typeface="Cambria Math" panose="02040503050406030204" pitchFamily="18" charset="0"/>
                              </a:rPr>
                            </m:ctrlPr>
                          </m:sSubPr>
                          <m:e>
                            <m:r>
                              <m:rPr>
                                <m:brk m:alnAt="7"/>
                              </m:rPr>
                              <a:rPr lang="en-GB" altLang="zh-CN" i="1">
                                <a:solidFill>
                                  <a:srgbClr val="003399"/>
                                </a:solidFill>
                                <a:latin typeface="Cambria Math" panose="02040503050406030204" pitchFamily="18" charset="0"/>
                                <a:ea typeface="Cambria Math" panose="02040503050406030204" pitchFamily="18" charset="0"/>
                              </a:rPr>
                              <m:t>𝑋</m:t>
                            </m:r>
                          </m:e>
                          <m:sub>
                            <m:r>
                              <m:rPr>
                                <m:brk m:alnAt="7"/>
                              </m:rPr>
                              <a:rPr lang="en-GB" altLang="zh-CN" i="1">
                                <a:solidFill>
                                  <a:srgbClr val="003399"/>
                                </a:solidFill>
                                <a:latin typeface="Cambria Math" panose="02040503050406030204" pitchFamily="18" charset="0"/>
                                <a:ea typeface="Cambria Math" panose="02040503050406030204" pitchFamily="18" charset="0"/>
                              </a:rPr>
                              <m:t>𝑡</m:t>
                            </m:r>
                            <m:r>
                              <a:rPr lang="en-GB" altLang="zh-CN" i="1">
                                <a:solidFill>
                                  <a:srgbClr val="003399"/>
                                </a:solidFill>
                                <a:latin typeface="Cambria Math" panose="02040503050406030204" pitchFamily="18" charset="0"/>
                                <a:ea typeface="Cambria Math" panose="02040503050406030204" pitchFamily="18" charset="0"/>
                              </a:rPr>
                              <m:t>−1</m:t>
                            </m:r>
                          </m:sub>
                        </m:sSub>
                      </m:sub>
                      <m:sup/>
                      <m:e>
                        <m:r>
                          <a:rPr lang="en-GB" altLang="zh-CN" i="1">
                            <a:solidFill>
                              <a:srgbClr val="003399"/>
                            </a:solidFill>
                            <a:latin typeface="Cambria Math" panose="02040503050406030204" pitchFamily="18" charset="0"/>
                          </a:rPr>
                          <m:t>𝑃</m:t>
                        </m:r>
                        <m:d>
                          <m:dPr>
                            <m:ctrlPr>
                              <a:rPr lang="en-GB" altLang="zh-CN" i="1">
                                <a:solidFill>
                                  <a:srgbClr val="003399"/>
                                </a:solidFill>
                                <a:latin typeface="Cambria Math" panose="02040503050406030204" pitchFamily="18" charset="0"/>
                              </a:rPr>
                            </m:ctrlPr>
                          </m:dPr>
                          <m:e>
                            <m:sSub>
                              <m:sSubPr>
                                <m:ctrlPr>
                                  <a:rPr lang="en-GB" altLang="zh-CN" i="1">
                                    <a:solidFill>
                                      <a:srgbClr val="003399"/>
                                    </a:solidFill>
                                    <a:latin typeface="Cambria Math" panose="02040503050406030204" pitchFamily="18" charset="0"/>
                                  </a:rPr>
                                </m:ctrlPr>
                              </m:sSubPr>
                              <m:e>
                                <m:r>
                                  <a:rPr lang="en-GB" altLang="zh-CN" i="1">
                                    <a:solidFill>
                                      <a:srgbClr val="003399"/>
                                    </a:solidFill>
                                    <a:latin typeface="Cambria Math" panose="02040503050406030204" pitchFamily="18" charset="0"/>
                                  </a:rPr>
                                  <m:t>𝑥</m:t>
                                </m:r>
                              </m:e>
                              <m:sub>
                                <m:r>
                                  <a:rPr lang="en-GB" altLang="zh-CN" i="1">
                                    <a:solidFill>
                                      <a:srgbClr val="003399"/>
                                    </a:solidFill>
                                    <a:latin typeface="Cambria Math" panose="02040503050406030204" pitchFamily="18" charset="0"/>
                                  </a:rPr>
                                  <m:t>𝑡</m:t>
                                </m:r>
                              </m:sub>
                            </m:sSub>
                          </m:e>
                          <m:e>
                            <m:sSub>
                              <m:sSubPr>
                                <m:ctrlPr>
                                  <a:rPr lang="en-GB" altLang="zh-CN" i="1">
                                    <a:solidFill>
                                      <a:srgbClr val="003399"/>
                                    </a:solidFill>
                                    <a:latin typeface="Cambria Math" panose="02040503050406030204" pitchFamily="18" charset="0"/>
                                  </a:rPr>
                                </m:ctrlPr>
                              </m:sSubPr>
                              <m:e>
                                <m:r>
                                  <a:rPr lang="en-GB" altLang="zh-CN" i="1">
                                    <a:solidFill>
                                      <a:srgbClr val="003399"/>
                                    </a:solidFill>
                                    <a:latin typeface="Cambria Math" panose="02040503050406030204" pitchFamily="18" charset="0"/>
                                  </a:rPr>
                                  <m:t>𝑢</m:t>
                                </m:r>
                              </m:e>
                              <m:sub>
                                <m:r>
                                  <a:rPr lang="en-GB" altLang="zh-CN" i="1">
                                    <a:solidFill>
                                      <a:srgbClr val="003399"/>
                                    </a:solidFill>
                                    <a:latin typeface="Cambria Math" panose="02040503050406030204" pitchFamily="18" charset="0"/>
                                  </a:rPr>
                                  <m:t>𝑡</m:t>
                                </m:r>
                              </m:sub>
                            </m:sSub>
                            <m:r>
                              <a:rPr lang="en-GB" altLang="zh-CN" i="1">
                                <a:solidFill>
                                  <a:srgbClr val="003399"/>
                                </a:solidFill>
                                <a:latin typeface="Cambria Math" panose="02040503050406030204" pitchFamily="18" charset="0"/>
                              </a:rPr>
                              <m:t>,</m:t>
                            </m:r>
                            <m:r>
                              <a:rPr lang="en-GB" altLang="zh-CN" i="1" smtClean="0">
                                <a:solidFill>
                                  <a:srgbClr val="003399"/>
                                </a:solidFill>
                                <a:latin typeface="Cambria Math" panose="02040503050406030204" pitchFamily="18" charset="0"/>
                              </a:rPr>
                              <m:t> </m:t>
                            </m:r>
                            <m:sSub>
                              <m:sSubPr>
                                <m:ctrlPr>
                                  <a:rPr lang="en-GB" altLang="zh-CN" i="1">
                                    <a:solidFill>
                                      <a:srgbClr val="003399"/>
                                    </a:solidFill>
                                    <a:latin typeface="Cambria Math" panose="02040503050406030204" pitchFamily="18" charset="0"/>
                                  </a:rPr>
                                </m:ctrlPr>
                              </m:sSubPr>
                              <m:e>
                                <m:r>
                                  <a:rPr lang="en-GB" altLang="zh-CN" i="1">
                                    <a:solidFill>
                                      <a:srgbClr val="003399"/>
                                    </a:solidFill>
                                    <a:latin typeface="Cambria Math" panose="02040503050406030204" pitchFamily="18" charset="0"/>
                                  </a:rPr>
                                  <m:t>𝑥</m:t>
                                </m:r>
                              </m:e>
                              <m:sub>
                                <m:r>
                                  <a:rPr lang="en-GB" altLang="zh-CN" i="1">
                                    <a:solidFill>
                                      <a:srgbClr val="003399"/>
                                    </a:solidFill>
                                    <a:latin typeface="Cambria Math" panose="02040503050406030204" pitchFamily="18" charset="0"/>
                                  </a:rPr>
                                  <m:t>𝑡</m:t>
                                </m:r>
                                <m:r>
                                  <a:rPr lang="en-GB" altLang="zh-CN" i="1">
                                    <a:solidFill>
                                      <a:srgbClr val="003399"/>
                                    </a:solidFill>
                                    <a:latin typeface="Cambria Math" panose="02040503050406030204" pitchFamily="18" charset="0"/>
                                  </a:rPr>
                                  <m:t>−1</m:t>
                                </m:r>
                              </m:sub>
                            </m:sSub>
                          </m:e>
                        </m:d>
                        <m:r>
                          <a:rPr lang="en-GB" altLang="zh-CN" i="1">
                            <a:solidFill>
                              <a:srgbClr val="003399"/>
                            </a:solidFill>
                            <a:latin typeface="Cambria Math" panose="02040503050406030204" pitchFamily="18" charset="0"/>
                          </a:rPr>
                          <m:t>𝑏𝑒𝑙</m:t>
                        </m:r>
                        <m:d>
                          <m:dPr>
                            <m:ctrlPr>
                              <a:rPr lang="en-GB" altLang="zh-CN" i="1">
                                <a:solidFill>
                                  <a:srgbClr val="003399"/>
                                </a:solidFill>
                                <a:latin typeface="Cambria Math" panose="02040503050406030204" pitchFamily="18" charset="0"/>
                              </a:rPr>
                            </m:ctrlPr>
                          </m:dPr>
                          <m:e>
                            <m:sSub>
                              <m:sSubPr>
                                <m:ctrlPr>
                                  <a:rPr lang="en-GB" altLang="zh-CN" i="1">
                                    <a:solidFill>
                                      <a:srgbClr val="003399"/>
                                    </a:solidFill>
                                    <a:latin typeface="Cambria Math" panose="02040503050406030204" pitchFamily="18" charset="0"/>
                                  </a:rPr>
                                </m:ctrlPr>
                              </m:sSubPr>
                              <m:e>
                                <m:r>
                                  <a:rPr lang="en-GB" altLang="zh-CN" i="1">
                                    <a:solidFill>
                                      <a:srgbClr val="003399"/>
                                    </a:solidFill>
                                    <a:latin typeface="Cambria Math" panose="02040503050406030204" pitchFamily="18" charset="0"/>
                                  </a:rPr>
                                  <m:t>𝑥</m:t>
                                </m:r>
                              </m:e>
                              <m:sub>
                                <m:r>
                                  <a:rPr lang="en-GB" altLang="zh-CN" i="1">
                                    <a:solidFill>
                                      <a:srgbClr val="003399"/>
                                    </a:solidFill>
                                    <a:latin typeface="Cambria Math" panose="02040503050406030204" pitchFamily="18" charset="0"/>
                                  </a:rPr>
                                  <m:t>𝑡</m:t>
                                </m:r>
                                <m:r>
                                  <a:rPr lang="en-US" altLang="zh-CN" b="0" i="1" smtClean="0">
                                    <a:solidFill>
                                      <a:srgbClr val="003399"/>
                                    </a:solidFill>
                                    <a:latin typeface="Cambria Math" panose="02040503050406030204" pitchFamily="18" charset="0"/>
                                  </a:rPr>
                                  <m:t>−1</m:t>
                                </m:r>
                              </m:sub>
                            </m:sSub>
                          </m:e>
                        </m:d>
                      </m:e>
                    </m:nary>
                  </m:oMath>
                </a14:m>
                <a:r>
                  <a:rPr lang="en-GB" altLang="zh-CN" i="1" dirty="0">
                    <a:solidFill>
                      <a:srgbClr val="003399"/>
                    </a:solidFill>
                  </a:rPr>
                  <a:t> </a:t>
                </a:r>
              </a:p>
              <a:p>
                <a:r>
                  <a:rPr lang="en-GB" altLang="zh-CN" dirty="0">
                    <a:solidFill>
                      <a:schemeClr val="tx1"/>
                    </a:solidFill>
                  </a:rPr>
                  <a:t>This final equation is remarkable because it allows us to perform a </a:t>
                </a:r>
                <a:r>
                  <a:rPr lang="en-GB" altLang="zh-CN" dirty="0">
                    <a:solidFill>
                      <a:srgbClr val="003399"/>
                    </a:solidFill>
                  </a:rPr>
                  <a:t>belief update </a:t>
                </a:r>
                <a:r>
                  <a:rPr lang="en-GB" altLang="zh-CN" dirty="0">
                    <a:solidFill>
                      <a:schemeClr val="tx1"/>
                    </a:solidFill>
                  </a:rPr>
                  <a:t>for a given state by incorporating a sensor measurement and/or a motion prediction based on an action we took. </a:t>
                </a:r>
              </a:p>
              <a:p>
                <a:endParaRPr lang="en-GB" altLang="zh-CN" dirty="0">
                  <a:solidFill>
                    <a:schemeClr val="tx1"/>
                  </a:solidFill>
                </a:endParaRPr>
              </a:p>
              <a:p>
                <a:endParaRPr lang="en-GB" altLang="zh-CN" dirty="0"/>
              </a:p>
            </p:txBody>
          </p:sp>
        </mc:Choice>
        <mc:Fallback xmlns="">
          <p:sp>
            <p:nvSpPr>
              <p:cNvPr id="6" name="文本占位符 5">
                <a:extLst>
                  <a:ext uri="{FF2B5EF4-FFF2-40B4-BE49-F238E27FC236}">
                    <a16:creationId xmlns:a16="http://schemas.microsoft.com/office/drawing/2014/main" id="{41A57552-7486-50C4-4F37-AA79E7A9F51F}"/>
                  </a:ext>
                </a:extLst>
              </p:cNvPr>
              <p:cNvSpPr>
                <a:spLocks noGrp="1" noRot="1" noChangeAspect="1" noMove="1" noResize="1" noEditPoints="1" noAdjustHandles="1" noChangeArrowheads="1" noChangeShapeType="1" noTextEdit="1"/>
              </p:cNvSpPr>
              <p:nvPr>
                <p:ph type="body" sz="quarter" idx="10"/>
              </p:nvPr>
            </p:nvSpPr>
            <p:spPr>
              <a:xfrm>
                <a:off x="628651" y="1465263"/>
                <a:ext cx="7990914" cy="2509887"/>
              </a:xfrm>
              <a:blipFill>
                <a:blip r:embed="rId3"/>
                <a:stretch>
                  <a:fillRect l="-317" t="-252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3" name="椭圆 22">
                <a:extLst>
                  <a:ext uri="{FF2B5EF4-FFF2-40B4-BE49-F238E27FC236}">
                    <a16:creationId xmlns:a16="http://schemas.microsoft.com/office/drawing/2014/main" id="{8D4B2B3A-8751-0647-8284-405712EC5823}"/>
                  </a:ext>
                </a:extLst>
              </p:cNvPr>
              <p:cNvSpPr/>
              <p:nvPr/>
            </p:nvSpPr>
            <p:spPr>
              <a:xfrm>
                <a:off x="3111871" y="3832973"/>
                <a:ext cx="437030" cy="437030"/>
              </a:xfrm>
              <a:prstGeom prst="ellipse">
                <a:avLst/>
              </a:prstGeom>
              <a:solidFill>
                <a:schemeClr val="tx2">
                  <a:lumMod val="20000"/>
                  <a:lumOff val="80000"/>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sSub>
                        <m:sSubPr>
                          <m:ctrlPr>
                            <a:rPr lang="en-GB" altLang="zh-CN" sz="1600" i="1" smtClean="0">
                              <a:solidFill>
                                <a:schemeClr val="tx1"/>
                              </a:solidFill>
                              <a:latin typeface="Cambria Math" panose="02040503050406030204" pitchFamily="18" charset="0"/>
                            </a:rPr>
                          </m:ctrlPr>
                        </m:sSubPr>
                        <m:e>
                          <m:r>
                            <a:rPr lang="en-GB" altLang="zh-CN" sz="1600" b="0" i="1" smtClean="0">
                              <a:solidFill>
                                <a:schemeClr val="tx1"/>
                              </a:solidFill>
                              <a:latin typeface="Cambria Math" panose="02040503050406030204" pitchFamily="18" charset="0"/>
                            </a:rPr>
                            <m:t>𝑥</m:t>
                          </m:r>
                        </m:e>
                        <m:sub>
                          <m:r>
                            <a:rPr lang="en-GB" altLang="zh-CN" sz="1600" b="0" i="1" smtClean="0">
                              <a:solidFill>
                                <a:schemeClr val="tx1"/>
                              </a:solidFill>
                              <a:latin typeface="Cambria Math" panose="02040503050406030204" pitchFamily="18" charset="0"/>
                            </a:rPr>
                            <m:t>1</m:t>
                          </m:r>
                        </m:sub>
                      </m:sSub>
                    </m:oMath>
                  </m:oMathPara>
                </a14:m>
                <a:endParaRPr lang="en-GB" sz="1600" dirty="0">
                  <a:solidFill>
                    <a:schemeClr val="tx1"/>
                  </a:solidFill>
                </a:endParaRPr>
              </a:p>
            </p:txBody>
          </p:sp>
        </mc:Choice>
        <mc:Fallback xmlns="">
          <p:sp>
            <p:nvSpPr>
              <p:cNvPr id="23" name="椭圆 22">
                <a:extLst>
                  <a:ext uri="{FF2B5EF4-FFF2-40B4-BE49-F238E27FC236}">
                    <a16:creationId xmlns:a16="http://schemas.microsoft.com/office/drawing/2014/main" id="{8D4B2B3A-8751-0647-8284-405712EC5823}"/>
                  </a:ext>
                </a:extLst>
              </p:cNvPr>
              <p:cNvSpPr>
                <a:spLocks noRot="1" noChangeAspect="1" noMove="1" noResize="1" noEditPoints="1" noAdjustHandles="1" noChangeArrowheads="1" noChangeShapeType="1" noTextEdit="1"/>
              </p:cNvSpPr>
              <p:nvPr/>
            </p:nvSpPr>
            <p:spPr>
              <a:xfrm>
                <a:off x="3111871" y="3832973"/>
                <a:ext cx="437030" cy="437030"/>
              </a:xfrm>
              <a:prstGeom prst="ellipse">
                <a:avLst/>
              </a:prstGeom>
              <a:blipFill>
                <a:blip r:embed="rId4"/>
                <a:stretch>
                  <a:fillRect/>
                </a:stretch>
              </a:blipFill>
              <a:ln>
                <a:solidFill>
                  <a:schemeClr val="tx2"/>
                </a:solid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4" name="椭圆 23">
                <a:extLst>
                  <a:ext uri="{FF2B5EF4-FFF2-40B4-BE49-F238E27FC236}">
                    <a16:creationId xmlns:a16="http://schemas.microsoft.com/office/drawing/2014/main" id="{65FA840A-05FA-BD50-97B4-18C8D4C1D371}"/>
                  </a:ext>
                </a:extLst>
              </p:cNvPr>
              <p:cNvSpPr/>
              <p:nvPr/>
            </p:nvSpPr>
            <p:spPr>
              <a:xfrm>
                <a:off x="4294091" y="3832973"/>
                <a:ext cx="437030" cy="437030"/>
              </a:xfrm>
              <a:prstGeom prst="ellipse">
                <a:avLst/>
              </a:prstGeom>
              <a:solidFill>
                <a:schemeClr val="tx2">
                  <a:lumMod val="20000"/>
                  <a:lumOff val="80000"/>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sSub>
                        <m:sSubPr>
                          <m:ctrlPr>
                            <a:rPr lang="en-GB" altLang="zh-CN" sz="1600" i="1" smtClean="0">
                              <a:solidFill>
                                <a:schemeClr val="accent4"/>
                              </a:solidFill>
                              <a:latin typeface="Cambria Math" panose="02040503050406030204" pitchFamily="18" charset="0"/>
                            </a:rPr>
                          </m:ctrlPr>
                        </m:sSubPr>
                        <m:e>
                          <m:r>
                            <a:rPr lang="en-GB" altLang="zh-CN" sz="1600" b="0" i="1" smtClean="0">
                              <a:solidFill>
                                <a:schemeClr val="accent4"/>
                              </a:solidFill>
                              <a:latin typeface="Cambria Math" panose="02040503050406030204" pitchFamily="18" charset="0"/>
                            </a:rPr>
                            <m:t>𝑥</m:t>
                          </m:r>
                        </m:e>
                        <m:sub>
                          <m:r>
                            <a:rPr lang="en-GB" altLang="zh-CN" sz="1600" b="0" i="1" smtClean="0">
                              <a:solidFill>
                                <a:schemeClr val="accent4"/>
                              </a:solidFill>
                              <a:latin typeface="Cambria Math" panose="02040503050406030204" pitchFamily="18" charset="0"/>
                            </a:rPr>
                            <m:t>2</m:t>
                          </m:r>
                        </m:sub>
                      </m:sSub>
                    </m:oMath>
                  </m:oMathPara>
                </a14:m>
                <a:endParaRPr lang="en-GB" sz="1600" dirty="0">
                  <a:solidFill>
                    <a:schemeClr val="accent4"/>
                  </a:solidFill>
                </a:endParaRPr>
              </a:p>
            </p:txBody>
          </p:sp>
        </mc:Choice>
        <mc:Fallback xmlns="">
          <p:sp>
            <p:nvSpPr>
              <p:cNvPr id="24" name="椭圆 23">
                <a:extLst>
                  <a:ext uri="{FF2B5EF4-FFF2-40B4-BE49-F238E27FC236}">
                    <a16:creationId xmlns:a16="http://schemas.microsoft.com/office/drawing/2014/main" id="{65FA840A-05FA-BD50-97B4-18C8D4C1D371}"/>
                  </a:ext>
                </a:extLst>
              </p:cNvPr>
              <p:cNvSpPr>
                <a:spLocks noRot="1" noChangeAspect="1" noMove="1" noResize="1" noEditPoints="1" noAdjustHandles="1" noChangeArrowheads="1" noChangeShapeType="1" noTextEdit="1"/>
              </p:cNvSpPr>
              <p:nvPr/>
            </p:nvSpPr>
            <p:spPr>
              <a:xfrm>
                <a:off x="4294091" y="3832973"/>
                <a:ext cx="437030" cy="437030"/>
              </a:xfrm>
              <a:prstGeom prst="ellipse">
                <a:avLst/>
              </a:prstGeom>
              <a:blipFill>
                <a:blip r:embed="rId5"/>
                <a:stretch>
                  <a:fillRect/>
                </a:stretch>
              </a:blipFill>
              <a:ln>
                <a:solidFill>
                  <a:schemeClr val="tx2"/>
                </a:solid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5" name="椭圆 24">
                <a:extLst>
                  <a:ext uri="{FF2B5EF4-FFF2-40B4-BE49-F238E27FC236}">
                    <a16:creationId xmlns:a16="http://schemas.microsoft.com/office/drawing/2014/main" id="{D4775E9D-340F-3A4D-5DDB-2D8D0812600B}"/>
                  </a:ext>
                </a:extLst>
              </p:cNvPr>
              <p:cNvSpPr/>
              <p:nvPr/>
            </p:nvSpPr>
            <p:spPr>
              <a:xfrm>
                <a:off x="5476310" y="3832973"/>
                <a:ext cx="437030" cy="437030"/>
              </a:xfrm>
              <a:prstGeom prst="ellipse">
                <a:avLst/>
              </a:prstGeom>
              <a:solidFill>
                <a:schemeClr val="tx2">
                  <a:lumMod val="20000"/>
                  <a:lumOff val="80000"/>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sSub>
                        <m:sSubPr>
                          <m:ctrlPr>
                            <a:rPr lang="en-GB" altLang="zh-CN" sz="1600" i="1" smtClean="0">
                              <a:solidFill>
                                <a:schemeClr val="tx1"/>
                              </a:solidFill>
                              <a:latin typeface="Cambria Math" panose="02040503050406030204" pitchFamily="18" charset="0"/>
                            </a:rPr>
                          </m:ctrlPr>
                        </m:sSubPr>
                        <m:e>
                          <m:r>
                            <a:rPr lang="en-GB" altLang="zh-CN" sz="1600" b="0" i="1" smtClean="0">
                              <a:solidFill>
                                <a:schemeClr val="tx1"/>
                              </a:solidFill>
                              <a:latin typeface="Cambria Math" panose="02040503050406030204" pitchFamily="18" charset="0"/>
                            </a:rPr>
                            <m:t>𝑥</m:t>
                          </m:r>
                        </m:e>
                        <m:sub>
                          <m:r>
                            <a:rPr lang="en-GB" altLang="zh-CN" sz="1600" b="0" i="1" smtClean="0">
                              <a:solidFill>
                                <a:schemeClr val="tx1"/>
                              </a:solidFill>
                              <a:latin typeface="Cambria Math" panose="02040503050406030204" pitchFamily="18" charset="0"/>
                            </a:rPr>
                            <m:t>3</m:t>
                          </m:r>
                        </m:sub>
                      </m:sSub>
                    </m:oMath>
                  </m:oMathPara>
                </a14:m>
                <a:endParaRPr lang="en-GB" sz="1600" dirty="0">
                  <a:solidFill>
                    <a:schemeClr val="tx1"/>
                  </a:solidFill>
                </a:endParaRPr>
              </a:p>
            </p:txBody>
          </p:sp>
        </mc:Choice>
        <mc:Fallback xmlns="">
          <p:sp>
            <p:nvSpPr>
              <p:cNvPr id="25" name="椭圆 24">
                <a:extLst>
                  <a:ext uri="{FF2B5EF4-FFF2-40B4-BE49-F238E27FC236}">
                    <a16:creationId xmlns:a16="http://schemas.microsoft.com/office/drawing/2014/main" id="{D4775E9D-340F-3A4D-5DDB-2D8D0812600B}"/>
                  </a:ext>
                </a:extLst>
              </p:cNvPr>
              <p:cNvSpPr>
                <a:spLocks noRot="1" noChangeAspect="1" noMove="1" noResize="1" noEditPoints="1" noAdjustHandles="1" noChangeArrowheads="1" noChangeShapeType="1" noTextEdit="1"/>
              </p:cNvSpPr>
              <p:nvPr/>
            </p:nvSpPr>
            <p:spPr>
              <a:xfrm>
                <a:off x="5476310" y="3832973"/>
                <a:ext cx="437030" cy="437030"/>
              </a:xfrm>
              <a:prstGeom prst="ellipse">
                <a:avLst/>
              </a:prstGeom>
              <a:blipFill>
                <a:blip r:embed="rId6"/>
                <a:stretch>
                  <a:fillRect/>
                </a:stretch>
              </a:blipFill>
              <a:ln>
                <a:solidFill>
                  <a:schemeClr val="tx2"/>
                </a:solidFill>
              </a:ln>
            </p:spPr>
            <p:txBody>
              <a:bodyPr/>
              <a:lstStyle/>
              <a:p>
                <a:r>
                  <a:rPr lang="zh-CN" altLang="en-US">
                    <a:noFill/>
                  </a:rPr>
                  <a:t> </a:t>
                </a:r>
              </a:p>
            </p:txBody>
          </p:sp>
        </mc:Fallback>
      </mc:AlternateContent>
      <p:cxnSp>
        <p:nvCxnSpPr>
          <p:cNvPr id="26" name="直线箭头连接符 25">
            <a:extLst>
              <a:ext uri="{FF2B5EF4-FFF2-40B4-BE49-F238E27FC236}">
                <a16:creationId xmlns:a16="http://schemas.microsoft.com/office/drawing/2014/main" id="{E399F6F9-DEBA-DDC1-DAF8-659D2EA62C5E}"/>
              </a:ext>
            </a:extLst>
          </p:cNvPr>
          <p:cNvCxnSpPr/>
          <p:nvPr/>
        </p:nvCxnSpPr>
        <p:spPr>
          <a:xfrm>
            <a:off x="2365311" y="4051488"/>
            <a:ext cx="745190" cy="0"/>
          </a:xfrm>
          <a:prstGeom prst="straightConnector1">
            <a:avLst/>
          </a:prstGeom>
          <a:ln w="19050">
            <a:solidFill>
              <a:schemeClr val="tx2"/>
            </a:solidFill>
            <a:tailEnd type="triangle"/>
          </a:ln>
        </p:spPr>
        <p:style>
          <a:lnRef idx="1">
            <a:schemeClr val="accent1"/>
          </a:lnRef>
          <a:fillRef idx="0">
            <a:schemeClr val="accent1"/>
          </a:fillRef>
          <a:effectRef idx="0">
            <a:schemeClr val="accent1"/>
          </a:effectRef>
          <a:fontRef idx="minor">
            <a:schemeClr val="tx1"/>
          </a:fontRef>
        </p:style>
      </p:cxnSp>
      <p:cxnSp>
        <p:nvCxnSpPr>
          <p:cNvPr id="27" name="直线箭头连接符 26">
            <a:extLst>
              <a:ext uri="{FF2B5EF4-FFF2-40B4-BE49-F238E27FC236}">
                <a16:creationId xmlns:a16="http://schemas.microsoft.com/office/drawing/2014/main" id="{0858AE69-B318-4A1C-329A-8C5FC9CE412A}"/>
              </a:ext>
            </a:extLst>
          </p:cNvPr>
          <p:cNvCxnSpPr/>
          <p:nvPr/>
        </p:nvCxnSpPr>
        <p:spPr>
          <a:xfrm>
            <a:off x="3547530" y="4051488"/>
            <a:ext cx="745190" cy="0"/>
          </a:xfrm>
          <a:prstGeom prst="straightConnector1">
            <a:avLst/>
          </a:prstGeom>
          <a:ln w="19050">
            <a:solidFill>
              <a:schemeClr val="tx2"/>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8" name="文本框 27">
                <a:extLst>
                  <a:ext uri="{FF2B5EF4-FFF2-40B4-BE49-F238E27FC236}">
                    <a16:creationId xmlns:a16="http://schemas.microsoft.com/office/drawing/2014/main" id="{29D8A154-3F92-543F-74B6-A0C9C3C7BB7E}"/>
                  </a:ext>
                </a:extLst>
              </p:cNvPr>
              <p:cNvSpPr txBox="1"/>
              <p:nvPr/>
            </p:nvSpPr>
            <p:spPr>
              <a:xfrm>
                <a:off x="2506365" y="3712934"/>
                <a:ext cx="438517" cy="33855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GB" altLang="zh-CN" sz="1600" b="0" i="1" smtClean="0">
                              <a:solidFill>
                                <a:schemeClr val="tx1"/>
                              </a:solidFill>
                              <a:latin typeface="Cambria Math" panose="02040503050406030204" pitchFamily="18" charset="0"/>
                            </a:rPr>
                          </m:ctrlPr>
                        </m:sSubPr>
                        <m:e>
                          <m:r>
                            <a:rPr lang="en-GB" altLang="zh-CN" sz="1600" b="0" i="1" smtClean="0">
                              <a:solidFill>
                                <a:schemeClr val="tx1"/>
                              </a:solidFill>
                              <a:latin typeface="Cambria Math" panose="02040503050406030204" pitchFamily="18" charset="0"/>
                            </a:rPr>
                            <m:t>𝑢</m:t>
                          </m:r>
                        </m:e>
                        <m:sub>
                          <m:r>
                            <a:rPr lang="en-GB" altLang="zh-CN" sz="1600" b="0" i="1" smtClean="0">
                              <a:solidFill>
                                <a:schemeClr val="tx1"/>
                              </a:solidFill>
                              <a:latin typeface="Cambria Math" panose="02040503050406030204" pitchFamily="18" charset="0"/>
                            </a:rPr>
                            <m:t>1</m:t>
                          </m:r>
                        </m:sub>
                      </m:sSub>
                    </m:oMath>
                  </m:oMathPara>
                </a14:m>
                <a:endParaRPr lang="en-GB" sz="1600" dirty="0">
                  <a:solidFill>
                    <a:schemeClr val="tx1"/>
                  </a:solidFill>
                </a:endParaRPr>
              </a:p>
            </p:txBody>
          </p:sp>
        </mc:Choice>
        <mc:Fallback xmlns="">
          <p:sp>
            <p:nvSpPr>
              <p:cNvPr id="28" name="文本框 27">
                <a:extLst>
                  <a:ext uri="{FF2B5EF4-FFF2-40B4-BE49-F238E27FC236}">
                    <a16:creationId xmlns:a16="http://schemas.microsoft.com/office/drawing/2014/main" id="{29D8A154-3F92-543F-74B6-A0C9C3C7BB7E}"/>
                  </a:ext>
                </a:extLst>
              </p:cNvPr>
              <p:cNvSpPr txBox="1">
                <a:spLocks noRot="1" noChangeAspect="1" noMove="1" noResize="1" noEditPoints="1" noAdjustHandles="1" noChangeArrowheads="1" noChangeShapeType="1" noTextEdit="1"/>
              </p:cNvSpPr>
              <p:nvPr/>
            </p:nvSpPr>
            <p:spPr>
              <a:xfrm>
                <a:off x="2506365" y="3712934"/>
                <a:ext cx="438517" cy="338554"/>
              </a:xfrm>
              <a:prstGeom prst="rect">
                <a:avLst/>
              </a:prstGeom>
              <a:blipFill>
                <a:blip r:embed="rId7"/>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9" name="文本框 28">
                <a:extLst>
                  <a:ext uri="{FF2B5EF4-FFF2-40B4-BE49-F238E27FC236}">
                    <a16:creationId xmlns:a16="http://schemas.microsoft.com/office/drawing/2014/main" id="{DC638E6C-CE9E-6129-EB21-DD11CE55FD8B}"/>
                  </a:ext>
                </a:extLst>
              </p:cNvPr>
              <p:cNvSpPr txBox="1"/>
              <p:nvPr/>
            </p:nvSpPr>
            <p:spPr>
              <a:xfrm>
                <a:off x="3700866" y="3712934"/>
                <a:ext cx="443263" cy="33855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GB" altLang="zh-CN" sz="1600" b="0" i="1" smtClean="0">
                              <a:solidFill>
                                <a:schemeClr val="tx1"/>
                              </a:solidFill>
                              <a:latin typeface="Cambria Math" panose="02040503050406030204" pitchFamily="18" charset="0"/>
                            </a:rPr>
                          </m:ctrlPr>
                        </m:sSubPr>
                        <m:e>
                          <m:r>
                            <a:rPr lang="en-GB" altLang="zh-CN" sz="1600" b="0" i="1" smtClean="0">
                              <a:solidFill>
                                <a:schemeClr val="tx1"/>
                              </a:solidFill>
                              <a:latin typeface="Cambria Math" panose="02040503050406030204" pitchFamily="18" charset="0"/>
                            </a:rPr>
                            <m:t>𝑢</m:t>
                          </m:r>
                        </m:e>
                        <m:sub>
                          <m:r>
                            <a:rPr lang="en-GB" altLang="zh-CN" sz="1600" b="0" i="1" smtClean="0">
                              <a:solidFill>
                                <a:schemeClr val="tx1"/>
                              </a:solidFill>
                              <a:latin typeface="Cambria Math" panose="02040503050406030204" pitchFamily="18" charset="0"/>
                            </a:rPr>
                            <m:t>2</m:t>
                          </m:r>
                        </m:sub>
                      </m:sSub>
                    </m:oMath>
                  </m:oMathPara>
                </a14:m>
                <a:endParaRPr lang="en-GB" sz="1600" dirty="0">
                  <a:solidFill>
                    <a:schemeClr val="tx1"/>
                  </a:solidFill>
                </a:endParaRPr>
              </a:p>
            </p:txBody>
          </p:sp>
        </mc:Choice>
        <mc:Fallback xmlns="">
          <p:sp>
            <p:nvSpPr>
              <p:cNvPr id="29" name="文本框 28">
                <a:extLst>
                  <a:ext uri="{FF2B5EF4-FFF2-40B4-BE49-F238E27FC236}">
                    <a16:creationId xmlns:a16="http://schemas.microsoft.com/office/drawing/2014/main" id="{DC638E6C-CE9E-6129-EB21-DD11CE55FD8B}"/>
                  </a:ext>
                </a:extLst>
              </p:cNvPr>
              <p:cNvSpPr txBox="1">
                <a:spLocks noRot="1" noChangeAspect="1" noMove="1" noResize="1" noEditPoints="1" noAdjustHandles="1" noChangeArrowheads="1" noChangeShapeType="1" noTextEdit="1"/>
              </p:cNvSpPr>
              <p:nvPr/>
            </p:nvSpPr>
            <p:spPr>
              <a:xfrm>
                <a:off x="3700866" y="3712934"/>
                <a:ext cx="443263" cy="338554"/>
              </a:xfrm>
              <a:prstGeom prst="rect">
                <a:avLst/>
              </a:prstGeom>
              <a:blipFill>
                <a:blip r:embed="rId8"/>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0" name="椭圆 29">
                <a:extLst>
                  <a:ext uri="{FF2B5EF4-FFF2-40B4-BE49-F238E27FC236}">
                    <a16:creationId xmlns:a16="http://schemas.microsoft.com/office/drawing/2014/main" id="{22021C01-2AB2-45D9-8D37-8027F614E889}"/>
                  </a:ext>
                </a:extLst>
              </p:cNvPr>
              <p:cNvSpPr/>
              <p:nvPr/>
            </p:nvSpPr>
            <p:spPr>
              <a:xfrm>
                <a:off x="3111871" y="4532220"/>
                <a:ext cx="437030" cy="437030"/>
              </a:xfrm>
              <a:prstGeom prst="ellipse">
                <a:avLst/>
              </a:prstGeom>
              <a:solidFill>
                <a:schemeClr val="accent6">
                  <a:lumMod val="20000"/>
                  <a:lumOff val="80000"/>
                </a:schemeClr>
              </a:solidFill>
              <a:ln>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sSub>
                        <m:sSubPr>
                          <m:ctrlPr>
                            <a:rPr lang="en-GB" altLang="zh-CN" sz="1600" i="1" smtClean="0">
                              <a:solidFill>
                                <a:schemeClr val="tx1"/>
                              </a:solidFill>
                              <a:latin typeface="Cambria Math" panose="02040503050406030204" pitchFamily="18" charset="0"/>
                            </a:rPr>
                          </m:ctrlPr>
                        </m:sSubPr>
                        <m:e>
                          <m:r>
                            <a:rPr lang="en-GB" altLang="zh-CN" sz="1600" b="0" i="1" smtClean="0">
                              <a:solidFill>
                                <a:schemeClr val="tx1"/>
                              </a:solidFill>
                              <a:latin typeface="Cambria Math" panose="02040503050406030204" pitchFamily="18" charset="0"/>
                            </a:rPr>
                            <m:t>𝑧</m:t>
                          </m:r>
                        </m:e>
                        <m:sub>
                          <m:r>
                            <a:rPr lang="en-GB" altLang="zh-CN" sz="1600" b="0" i="1" smtClean="0">
                              <a:solidFill>
                                <a:schemeClr val="tx1"/>
                              </a:solidFill>
                              <a:latin typeface="Cambria Math" panose="02040503050406030204" pitchFamily="18" charset="0"/>
                            </a:rPr>
                            <m:t>1</m:t>
                          </m:r>
                        </m:sub>
                      </m:sSub>
                    </m:oMath>
                  </m:oMathPara>
                </a14:m>
                <a:endParaRPr lang="en-GB" sz="1600" dirty="0">
                  <a:solidFill>
                    <a:schemeClr val="tx1"/>
                  </a:solidFill>
                </a:endParaRPr>
              </a:p>
            </p:txBody>
          </p:sp>
        </mc:Choice>
        <mc:Fallback xmlns="">
          <p:sp>
            <p:nvSpPr>
              <p:cNvPr id="30" name="椭圆 29">
                <a:extLst>
                  <a:ext uri="{FF2B5EF4-FFF2-40B4-BE49-F238E27FC236}">
                    <a16:creationId xmlns:a16="http://schemas.microsoft.com/office/drawing/2014/main" id="{22021C01-2AB2-45D9-8D37-8027F614E889}"/>
                  </a:ext>
                </a:extLst>
              </p:cNvPr>
              <p:cNvSpPr>
                <a:spLocks noRot="1" noChangeAspect="1" noMove="1" noResize="1" noEditPoints="1" noAdjustHandles="1" noChangeArrowheads="1" noChangeShapeType="1" noTextEdit="1"/>
              </p:cNvSpPr>
              <p:nvPr/>
            </p:nvSpPr>
            <p:spPr>
              <a:xfrm>
                <a:off x="3111871" y="4532220"/>
                <a:ext cx="437030" cy="437030"/>
              </a:xfrm>
              <a:prstGeom prst="ellipse">
                <a:avLst/>
              </a:prstGeom>
              <a:blipFill>
                <a:blip r:embed="rId9"/>
                <a:stretch>
                  <a:fillRect/>
                </a:stretch>
              </a:blipFill>
              <a:ln>
                <a:solidFill>
                  <a:schemeClr val="accent6"/>
                </a:solid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1" name="椭圆 30">
                <a:extLst>
                  <a:ext uri="{FF2B5EF4-FFF2-40B4-BE49-F238E27FC236}">
                    <a16:creationId xmlns:a16="http://schemas.microsoft.com/office/drawing/2014/main" id="{67AAF5D2-C5DD-20AD-511B-815A012D114C}"/>
                  </a:ext>
                </a:extLst>
              </p:cNvPr>
              <p:cNvSpPr/>
              <p:nvPr/>
            </p:nvSpPr>
            <p:spPr>
              <a:xfrm>
                <a:off x="4294091" y="4532220"/>
                <a:ext cx="437030" cy="437030"/>
              </a:xfrm>
              <a:prstGeom prst="ellipse">
                <a:avLst/>
              </a:prstGeom>
              <a:solidFill>
                <a:schemeClr val="accent6">
                  <a:lumMod val="20000"/>
                  <a:lumOff val="80000"/>
                </a:schemeClr>
              </a:solidFill>
              <a:ln>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sSub>
                        <m:sSubPr>
                          <m:ctrlPr>
                            <a:rPr lang="en-GB" altLang="zh-CN" sz="1600" i="1" smtClean="0">
                              <a:solidFill>
                                <a:schemeClr val="tx1"/>
                              </a:solidFill>
                              <a:latin typeface="Cambria Math" panose="02040503050406030204" pitchFamily="18" charset="0"/>
                            </a:rPr>
                          </m:ctrlPr>
                        </m:sSubPr>
                        <m:e>
                          <m:r>
                            <a:rPr lang="en-GB" altLang="zh-CN" sz="1600" b="0" i="1" smtClean="0">
                              <a:solidFill>
                                <a:schemeClr val="tx1"/>
                              </a:solidFill>
                              <a:latin typeface="Cambria Math" panose="02040503050406030204" pitchFamily="18" charset="0"/>
                            </a:rPr>
                            <m:t>𝑧</m:t>
                          </m:r>
                        </m:e>
                        <m:sub>
                          <m:r>
                            <a:rPr lang="en-GB" altLang="zh-CN" sz="1600" b="0" i="1" smtClean="0">
                              <a:solidFill>
                                <a:schemeClr val="tx1"/>
                              </a:solidFill>
                              <a:latin typeface="Cambria Math" panose="02040503050406030204" pitchFamily="18" charset="0"/>
                            </a:rPr>
                            <m:t>2</m:t>
                          </m:r>
                        </m:sub>
                      </m:sSub>
                    </m:oMath>
                  </m:oMathPara>
                </a14:m>
                <a:endParaRPr lang="en-GB" sz="1600" dirty="0">
                  <a:solidFill>
                    <a:schemeClr val="tx1"/>
                  </a:solidFill>
                </a:endParaRPr>
              </a:p>
            </p:txBody>
          </p:sp>
        </mc:Choice>
        <mc:Fallback xmlns="">
          <p:sp>
            <p:nvSpPr>
              <p:cNvPr id="31" name="椭圆 30">
                <a:extLst>
                  <a:ext uri="{FF2B5EF4-FFF2-40B4-BE49-F238E27FC236}">
                    <a16:creationId xmlns:a16="http://schemas.microsoft.com/office/drawing/2014/main" id="{67AAF5D2-C5DD-20AD-511B-815A012D114C}"/>
                  </a:ext>
                </a:extLst>
              </p:cNvPr>
              <p:cNvSpPr>
                <a:spLocks noRot="1" noChangeAspect="1" noMove="1" noResize="1" noEditPoints="1" noAdjustHandles="1" noChangeArrowheads="1" noChangeShapeType="1" noTextEdit="1"/>
              </p:cNvSpPr>
              <p:nvPr/>
            </p:nvSpPr>
            <p:spPr>
              <a:xfrm>
                <a:off x="4294091" y="4532220"/>
                <a:ext cx="437030" cy="437030"/>
              </a:xfrm>
              <a:prstGeom prst="ellipse">
                <a:avLst/>
              </a:prstGeom>
              <a:blipFill>
                <a:blip r:embed="rId10"/>
                <a:stretch>
                  <a:fillRect/>
                </a:stretch>
              </a:blipFill>
              <a:ln>
                <a:solidFill>
                  <a:schemeClr val="accent6"/>
                </a:solid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2" name="椭圆 31">
                <a:extLst>
                  <a:ext uri="{FF2B5EF4-FFF2-40B4-BE49-F238E27FC236}">
                    <a16:creationId xmlns:a16="http://schemas.microsoft.com/office/drawing/2014/main" id="{C93777E9-5E2B-334C-84C4-B10042525B72}"/>
                  </a:ext>
                </a:extLst>
              </p:cNvPr>
              <p:cNvSpPr/>
              <p:nvPr/>
            </p:nvSpPr>
            <p:spPr>
              <a:xfrm>
                <a:off x="5476310" y="4532220"/>
                <a:ext cx="437030" cy="437030"/>
              </a:xfrm>
              <a:prstGeom prst="ellipse">
                <a:avLst/>
              </a:prstGeom>
              <a:solidFill>
                <a:schemeClr val="accent6">
                  <a:lumMod val="20000"/>
                  <a:lumOff val="80000"/>
                </a:schemeClr>
              </a:solidFill>
              <a:ln>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sSub>
                        <m:sSubPr>
                          <m:ctrlPr>
                            <a:rPr lang="en-GB" altLang="zh-CN" sz="1600" i="1" smtClean="0">
                              <a:solidFill>
                                <a:schemeClr val="accent4"/>
                              </a:solidFill>
                              <a:latin typeface="Cambria Math" panose="02040503050406030204" pitchFamily="18" charset="0"/>
                            </a:rPr>
                          </m:ctrlPr>
                        </m:sSubPr>
                        <m:e>
                          <m:r>
                            <a:rPr lang="en-GB" altLang="zh-CN" sz="1600" b="0" i="1" smtClean="0">
                              <a:solidFill>
                                <a:schemeClr val="accent4"/>
                              </a:solidFill>
                              <a:latin typeface="Cambria Math" panose="02040503050406030204" pitchFamily="18" charset="0"/>
                            </a:rPr>
                            <m:t>𝑧</m:t>
                          </m:r>
                        </m:e>
                        <m:sub>
                          <m:r>
                            <a:rPr lang="en-GB" altLang="zh-CN" sz="1600" b="0" i="1" smtClean="0">
                              <a:solidFill>
                                <a:schemeClr val="accent4"/>
                              </a:solidFill>
                              <a:latin typeface="Cambria Math" panose="02040503050406030204" pitchFamily="18" charset="0"/>
                            </a:rPr>
                            <m:t>3</m:t>
                          </m:r>
                        </m:sub>
                      </m:sSub>
                    </m:oMath>
                  </m:oMathPara>
                </a14:m>
                <a:endParaRPr lang="en-GB" sz="1600" dirty="0">
                  <a:solidFill>
                    <a:schemeClr val="accent4"/>
                  </a:solidFill>
                </a:endParaRPr>
              </a:p>
            </p:txBody>
          </p:sp>
        </mc:Choice>
        <mc:Fallback xmlns="">
          <p:sp>
            <p:nvSpPr>
              <p:cNvPr id="32" name="椭圆 31">
                <a:extLst>
                  <a:ext uri="{FF2B5EF4-FFF2-40B4-BE49-F238E27FC236}">
                    <a16:creationId xmlns:a16="http://schemas.microsoft.com/office/drawing/2014/main" id="{C93777E9-5E2B-334C-84C4-B10042525B72}"/>
                  </a:ext>
                </a:extLst>
              </p:cNvPr>
              <p:cNvSpPr>
                <a:spLocks noRot="1" noChangeAspect="1" noMove="1" noResize="1" noEditPoints="1" noAdjustHandles="1" noChangeArrowheads="1" noChangeShapeType="1" noTextEdit="1"/>
              </p:cNvSpPr>
              <p:nvPr/>
            </p:nvSpPr>
            <p:spPr>
              <a:xfrm>
                <a:off x="5476310" y="4532220"/>
                <a:ext cx="437030" cy="437030"/>
              </a:xfrm>
              <a:prstGeom prst="ellipse">
                <a:avLst/>
              </a:prstGeom>
              <a:blipFill>
                <a:blip r:embed="rId11"/>
                <a:stretch>
                  <a:fillRect/>
                </a:stretch>
              </a:blipFill>
              <a:ln>
                <a:solidFill>
                  <a:schemeClr val="accent6"/>
                </a:solidFill>
              </a:ln>
            </p:spPr>
            <p:txBody>
              <a:bodyPr/>
              <a:lstStyle/>
              <a:p>
                <a:r>
                  <a:rPr lang="zh-CN" altLang="en-US">
                    <a:noFill/>
                  </a:rPr>
                  <a:t> </a:t>
                </a:r>
              </a:p>
            </p:txBody>
          </p:sp>
        </mc:Fallback>
      </mc:AlternateContent>
      <p:cxnSp>
        <p:nvCxnSpPr>
          <p:cNvPr id="33" name="直线箭头连接符 32">
            <a:extLst>
              <a:ext uri="{FF2B5EF4-FFF2-40B4-BE49-F238E27FC236}">
                <a16:creationId xmlns:a16="http://schemas.microsoft.com/office/drawing/2014/main" id="{1040083F-5829-76B1-56A9-A5D932F05794}"/>
              </a:ext>
            </a:extLst>
          </p:cNvPr>
          <p:cNvCxnSpPr>
            <a:cxnSpLocks/>
            <a:stCxn id="23" idx="4"/>
            <a:endCxn id="30" idx="0"/>
          </p:cNvCxnSpPr>
          <p:nvPr/>
        </p:nvCxnSpPr>
        <p:spPr>
          <a:xfrm>
            <a:off x="3330386" y="4270003"/>
            <a:ext cx="0" cy="262217"/>
          </a:xfrm>
          <a:prstGeom prst="straightConnector1">
            <a:avLst/>
          </a:prstGeom>
          <a:ln w="19050">
            <a:solidFill>
              <a:schemeClr val="tx2"/>
            </a:solidFill>
            <a:tailEnd type="triangle"/>
          </a:ln>
        </p:spPr>
        <p:style>
          <a:lnRef idx="1">
            <a:schemeClr val="accent1"/>
          </a:lnRef>
          <a:fillRef idx="0">
            <a:schemeClr val="accent1"/>
          </a:fillRef>
          <a:effectRef idx="0">
            <a:schemeClr val="accent1"/>
          </a:effectRef>
          <a:fontRef idx="minor">
            <a:schemeClr val="tx1"/>
          </a:fontRef>
        </p:style>
      </p:cxnSp>
      <p:cxnSp>
        <p:nvCxnSpPr>
          <p:cNvPr id="34" name="直线箭头连接符 33">
            <a:extLst>
              <a:ext uri="{FF2B5EF4-FFF2-40B4-BE49-F238E27FC236}">
                <a16:creationId xmlns:a16="http://schemas.microsoft.com/office/drawing/2014/main" id="{5CFE4AEA-69C5-91CB-940A-908D5F58E7BB}"/>
              </a:ext>
            </a:extLst>
          </p:cNvPr>
          <p:cNvCxnSpPr>
            <a:cxnSpLocks/>
            <a:stCxn id="24" idx="4"/>
            <a:endCxn id="31" idx="0"/>
          </p:cNvCxnSpPr>
          <p:nvPr/>
        </p:nvCxnSpPr>
        <p:spPr>
          <a:xfrm>
            <a:off x="4512606" y="4270003"/>
            <a:ext cx="0" cy="262217"/>
          </a:xfrm>
          <a:prstGeom prst="straightConnector1">
            <a:avLst/>
          </a:prstGeom>
          <a:ln w="19050">
            <a:solidFill>
              <a:schemeClr val="tx2"/>
            </a:solidFill>
            <a:tailEnd type="triangle"/>
          </a:ln>
        </p:spPr>
        <p:style>
          <a:lnRef idx="1">
            <a:schemeClr val="accent1"/>
          </a:lnRef>
          <a:fillRef idx="0">
            <a:schemeClr val="accent1"/>
          </a:fillRef>
          <a:effectRef idx="0">
            <a:schemeClr val="accent1"/>
          </a:effectRef>
          <a:fontRef idx="minor">
            <a:schemeClr val="tx1"/>
          </a:fontRef>
        </p:style>
      </p:cxnSp>
      <p:cxnSp>
        <p:nvCxnSpPr>
          <p:cNvPr id="35" name="直线箭头连接符 34">
            <a:extLst>
              <a:ext uri="{FF2B5EF4-FFF2-40B4-BE49-F238E27FC236}">
                <a16:creationId xmlns:a16="http://schemas.microsoft.com/office/drawing/2014/main" id="{C62A1E18-1B73-0A47-B661-5D4238FE80CC}"/>
              </a:ext>
            </a:extLst>
          </p:cNvPr>
          <p:cNvCxnSpPr>
            <a:cxnSpLocks/>
            <a:stCxn id="25" idx="4"/>
            <a:endCxn id="32" idx="0"/>
          </p:cNvCxnSpPr>
          <p:nvPr/>
        </p:nvCxnSpPr>
        <p:spPr>
          <a:xfrm>
            <a:off x="5694825" y="4270003"/>
            <a:ext cx="0" cy="262217"/>
          </a:xfrm>
          <a:prstGeom prst="straightConnector1">
            <a:avLst/>
          </a:prstGeom>
          <a:ln w="19050">
            <a:solidFill>
              <a:schemeClr val="tx2"/>
            </a:solidFill>
            <a:tailEnd type="triangle"/>
          </a:ln>
        </p:spPr>
        <p:style>
          <a:lnRef idx="1">
            <a:schemeClr val="accent1"/>
          </a:lnRef>
          <a:fillRef idx="0">
            <a:schemeClr val="accent1"/>
          </a:fillRef>
          <a:effectRef idx="0">
            <a:schemeClr val="accent1"/>
          </a:effectRef>
          <a:fontRef idx="minor">
            <a:schemeClr val="tx1"/>
          </a:fontRef>
        </p:style>
      </p:cxnSp>
      <p:cxnSp>
        <p:nvCxnSpPr>
          <p:cNvPr id="36" name="直线箭头连接符 35">
            <a:extLst>
              <a:ext uri="{FF2B5EF4-FFF2-40B4-BE49-F238E27FC236}">
                <a16:creationId xmlns:a16="http://schemas.microsoft.com/office/drawing/2014/main" id="{886E59C1-3A0F-123E-2ED4-133CF17D1474}"/>
              </a:ext>
            </a:extLst>
          </p:cNvPr>
          <p:cNvCxnSpPr/>
          <p:nvPr/>
        </p:nvCxnSpPr>
        <p:spPr>
          <a:xfrm>
            <a:off x="4729750" y="4051488"/>
            <a:ext cx="745190" cy="0"/>
          </a:xfrm>
          <a:prstGeom prst="straightConnector1">
            <a:avLst/>
          </a:prstGeom>
          <a:ln w="19050">
            <a:solidFill>
              <a:schemeClr val="tx2"/>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7" name="文本框 36">
                <a:extLst>
                  <a:ext uri="{FF2B5EF4-FFF2-40B4-BE49-F238E27FC236}">
                    <a16:creationId xmlns:a16="http://schemas.microsoft.com/office/drawing/2014/main" id="{A417D80A-A3CE-9107-7ED2-0F8979FC10BC}"/>
                  </a:ext>
                </a:extLst>
              </p:cNvPr>
              <p:cNvSpPr txBox="1"/>
              <p:nvPr/>
            </p:nvSpPr>
            <p:spPr>
              <a:xfrm>
                <a:off x="4883086" y="3712934"/>
                <a:ext cx="443263" cy="33855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GB" altLang="zh-CN" sz="1600" b="0" i="1" smtClean="0">
                              <a:solidFill>
                                <a:schemeClr val="accent4"/>
                              </a:solidFill>
                              <a:latin typeface="Cambria Math" panose="02040503050406030204" pitchFamily="18" charset="0"/>
                            </a:rPr>
                          </m:ctrlPr>
                        </m:sSubPr>
                        <m:e>
                          <m:r>
                            <a:rPr lang="en-GB" altLang="zh-CN" sz="1600" b="0" i="1" smtClean="0">
                              <a:solidFill>
                                <a:schemeClr val="accent4"/>
                              </a:solidFill>
                              <a:latin typeface="Cambria Math" panose="02040503050406030204" pitchFamily="18" charset="0"/>
                            </a:rPr>
                            <m:t>𝑢</m:t>
                          </m:r>
                        </m:e>
                        <m:sub>
                          <m:r>
                            <a:rPr lang="en-GB" altLang="zh-CN" sz="1600" b="0" i="1" smtClean="0">
                              <a:solidFill>
                                <a:schemeClr val="accent4"/>
                              </a:solidFill>
                              <a:latin typeface="Cambria Math" panose="02040503050406030204" pitchFamily="18" charset="0"/>
                            </a:rPr>
                            <m:t>3</m:t>
                          </m:r>
                        </m:sub>
                      </m:sSub>
                    </m:oMath>
                  </m:oMathPara>
                </a14:m>
                <a:endParaRPr lang="en-GB" sz="1600" dirty="0">
                  <a:solidFill>
                    <a:schemeClr val="accent4"/>
                  </a:solidFill>
                </a:endParaRPr>
              </a:p>
            </p:txBody>
          </p:sp>
        </mc:Choice>
        <mc:Fallback xmlns="">
          <p:sp>
            <p:nvSpPr>
              <p:cNvPr id="37" name="文本框 36">
                <a:extLst>
                  <a:ext uri="{FF2B5EF4-FFF2-40B4-BE49-F238E27FC236}">
                    <a16:creationId xmlns:a16="http://schemas.microsoft.com/office/drawing/2014/main" id="{A417D80A-A3CE-9107-7ED2-0F8979FC10BC}"/>
                  </a:ext>
                </a:extLst>
              </p:cNvPr>
              <p:cNvSpPr txBox="1">
                <a:spLocks noRot="1" noChangeAspect="1" noMove="1" noResize="1" noEditPoints="1" noAdjustHandles="1" noChangeArrowheads="1" noChangeShapeType="1" noTextEdit="1"/>
              </p:cNvSpPr>
              <p:nvPr/>
            </p:nvSpPr>
            <p:spPr>
              <a:xfrm>
                <a:off x="4883086" y="3712934"/>
                <a:ext cx="443263" cy="338554"/>
              </a:xfrm>
              <a:prstGeom prst="rect">
                <a:avLst/>
              </a:prstGeom>
              <a:blipFill>
                <a:blip r:embed="rId12"/>
                <a:stretch>
                  <a:fillRect/>
                </a:stretch>
              </a:blipFill>
            </p:spPr>
            <p:txBody>
              <a:bodyPr/>
              <a:lstStyle/>
              <a:p>
                <a:r>
                  <a:rPr lang="zh-CN" altLang="en-US">
                    <a:noFill/>
                  </a:rPr>
                  <a:t> </a:t>
                </a:r>
              </a:p>
            </p:txBody>
          </p:sp>
        </mc:Fallback>
      </mc:AlternateContent>
      <p:cxnSp>
        <p:nvCxnSpPr>
          <p:cNvPr id="38" name="直线箭头连接符 37">
            <a:extLst>
              <a:ext uri="{FF2B5EF4-FFF2-40B4-BE49-F238E27FC236}">
                <a16:creationId xmlns:a16="http://schemas.microsoft.com/office/drawing/2014/main" id="{0EAC84F8-F5BB-3A18-8EA8-CDF551488532}"/>
              </a:ext>
            </a:extLst>
          </p:cNvPr>
          <p:cNvCxnSpPr/>
          <p:nvPr/>
        </p:nvCxnSpPr>
        <p:spPr>
          <a:xfrm>
            <a:off x="5906368" y="4051488"/>
            <a:ext cx="745190" cy="0"/>
          </a:xfrm>
          <a:prstGeom prst="straightConnector1">
            <a:avLst/>
          </a:prstGeom>
          <a:ln w="19050">
            <a:solidFill>
              <a:schemeClr val="tx2"/>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9" name="文本框 38">
                <a:extLst>
                  <a:ext uri="{FF2B5EF4-FFF2-40B4-BE49-F238E27FC236}">
                    <a16:creationId xmlns:a16="http://schemas.microsoft.com/office/drawing/2014/main" id="{2A0A6088-E6D5-AF0E-BF54-AF20AB5CE42B}"/>
                  </a:ext>
                </a:extLst>
              </p:cNvPr>
              <p:cNvSpPr txBox="1"/>
              <p:nvPr/>
            </p:nvSpPr>
            <p:spPr>
              <a:xfrm>
                <a:off x="6059704" y="3712934"/>
                <a:ext cx="443263" cy="33855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GB" altLang="zh-CN" sz="1600" b="0" i="1" smtClean="0">
                              <a:solidFill>
                                <a:schemeClr val="tx1"/>
                              </a:solidFill>
                              <a:latin typeface="Cambria Math" panose="02040503050406030204" pitchFamily="18" charset="0"/>
                            </a:rPr>
                          </m:ctrlPr>
                        </m:sSubPr>
                        <m:e>
                          <m:r>
                            <a:rPr lang="en-GB" altLang="zh-CN" sz="1600" b="0" i="1" smtClean="0">
                              <a:solidFill>
                                <a:schemeClr val="tx1"/>
                              </a:solidFill>
                              <a:latin typeface="Cambria Math" panose="02040503050406030204" pitchFamily="18" charset="0"/>
                            </a:rPr>
                            <m:t>𝑢</m:t>
                          </m:r>
                        </m:e>
                        <m:sub>
                          <m:r>
                            <a:rPr lang="en-GB" altLang="zh-CN" sz="1600" b="0" i="1" smtClean="0">
                              <a:solidFill>
                                <a:schemeClr val="tx1"/>
                              </a:solidFill>
                              <a:latin typeface="Cambria Math" panose="02040503050406030204" pitchFamily="18" charset="0"/>
                            </a:rPr>
                            <m:t>4</m:t>
                          </m:r>
                        </m:sub>
                      </m:sSub>
                    </m:oMath>
                  </m:oMathPara>
                </a14:m>
                <a:endParaRPr lang="en-GB" sz="1600" dirty="0">
                  <a:solidFill>
                    <a:schemeClr val="tx1"/>
                  </a:solidFill>
                </a:endParaRPr>
              </a:p>
            </p:txBody>
          </p:sp>
        </mc:Choice>
        <mc:Fallback xmlns="">
          <p:sp>
            <p:nvSpPr>
              <p:cNvPr id="39" name="文本框 38">
                <a:extLst>
                  <a:ext uri="{FF2B5EF4-FFF2-40B4-BE49-F238E27FC236}">
                    <a16:creationId xmlns:a16="http://schemas.microsoft.com/office/drawing/2014/main" id="{2A0A6088-E6D5-AF0E-BF54-AF20AB5CE42B}"/>
                  </a:ext>
                </a:extLst>
              </p:cNvPr>
              <p:cNvSpPr txBox="1">
                <a:spLocks noRot="1" noChangeAspect="1" noMove="1" noResize="1" noEditPoints="1" noAdjustHandles="1" noChangeArrowheads="1" noChangeShapeType="1" noTextEdit="1"/>
              </p:cNvSpPr>
              <p:nvPr/>
            </p:nvSpPr>
            <p:spPr>
              <a:xfrm>
                <a:off x="6059704" y="3712934"/>
                <a:ext cx="443263" cy="338554"/>
              </a:xfrm>
              <a:prstGeom prst="rect">
                <a:avLst/>
              </a:prstGeom>
              <a:blipFill>
                <a:blip r:embed="rId13"/>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61897222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a:extLst>
              <a:ext uri="{FF2B5EF4-FFF2-40B4-BE49-F238E27FC236}">
                <a16:creationId xmlns:a16="http://schemas.microsoft.com/office/drawing/2014/main" id="{94AD2C57-F265-8B0A-6998-D09748D5B04C}"/>
              </a:ext>
            </a:extLst>
          </p:cNvPr>
          <p:cNvSpPr>
            <a:spLocks noGrp="1"/>
          </p:cNvSpPr>
          <p:nvPr>
            <p:ph type="title"/>
          </p:nvPr>
        </p:nvSpPr>
        <p:spPr>
          <a:xfrm>
            <a:off x="628649" y="559420"/>
            <a:ext cx="7732925" cy="630335"/>
          </a:xfrm>
        </p:spPr>
        <p:txBody>
          <a:bodyPr/>
          <a:lstStyle/>
          <a:p>
            <a:r>
              <a:rPr lang="en-GB" altLang="zh-CN" b="0" dirty="0"/>
              <a:t>Example: Bayes Filter on a Grid </a:t>
            </a:r>
          </a:p>
        </p:txBody>
      </p:sp>
      <p:sp>
        <p:nvSpPr>
          <p:cNvPr id="7" name="文本占位符 6">
            <a:extLst>
              <a:ext uri="{FF2B5EF4-FFF2-40B4-BE49-F238E27FC236}">
                <a16:creationId xmlns:a16="http://schemas.microsoft.com/office/drawing/2014/main" id="{41E7D224-33C4-102F-2F66-ECDA152FA40B}"/>
              </a:ext>
            </a:extLst>
          </p:cNvPr>
          <p:cNvSpPr>
            <a:spLocks noGrp="1"/>
          </p:cNvSpPr>
          <p:nvPr>
            <p:ph type="body" sz="quarter" idx="10"/>
          </p:nvPr>
        </p:nvSpPr>
        <p:spPr>
          <a:xfrm>
            <a:off x="628650" y="1465729"/>
            <a:ext cx="7732924" cy="2841951"/>
          </a:xfrm>
        </p:spPr>
        <p:txBody>
          <a:bodyPr/>
          <a:lstStyle/>
          <a:p>
            <a:r>
              <a:rPr lang="en-GB" altLang="zh-CN" dirty="0"/>
              <a:t>Instead of using a coarse topological map, we can model the environment as a fine-grained </a:t>
            </a:r>
            <a:r>
              <a:rPr lang="en-GB" altLang="zh-CN" dirty="0">
                <a:solidFill>
                  <a:srgbClr val="003399"/>
                </a:solidFill>
              </a:rPr>
              <a:t>grid</a:t>
            </a:r>
            <a:r>
              <a:rPr lang="en-GB" altLang="zh-CN" dirty="0"/>
              <a:t>. We assume that the robot is able to detect </a:t>
            </a:r>
            <a:r>
              <a:rPr lang="en-GB" altLang="zh-CN" dirty="0">
                <a:solidFill>
                  <a:schemeClr val="accent1"/>
                </a:solidFill>
              </a:rPr>
              <a:t>walls</a:t>
            </a:r>
            <a:r>
              <a:rPr lang="en-GB" altLang="zh-CN" dirty="0"/>
              <a:t> around it with </a:t>
            </a:r>
            <a:r>
              <a:rPr lang="en-GB" altLang="zh-CN" dirty="0">
                <a:solidFill>
                  <a:srgbClr val="003399"/>
                </a:solidFill>
              </a:rPr>
              <a:t>short-range sensors</a:t>
            </a:r>
            <a:r>
              <a:rPr lang="en-GB" altLang="zh-CN" dirty="0"/>
              <a:t>.</a:t>
            </a:r>
          </a:p>
        </p:txBody>
      </p:sp>
      <p:sp>
        <p:nvSpPr>
          <p:cNvPr id="81" name="矩形 80">
            <a:extLst>
              <a:ext uri="{FF2B5EF4-FFF2-40B4-BE49-F238E27FC236}">
                <a16:creationId xmlns:a16="http://schemas.microsoft.com/office/drawing/2014/main" id="{FA86B625-9340-3712-E028-F7226DE97150}"/>
              </a:ext>
            </a:extLst>
          </p:cNvPr>
          <p:cNvSpPr/>
          <p:nvPr/>
        </p:nvSpPr>
        <p:spPr>
          <a:xfrm>
            <a:off x="1380763" y="2186869"/>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2" name="矩形 81">
            <a:extLst>
              <a:ext uri="{FF2B5EF4-FFF2-40B4-BE49-F238E27FC236}">
                <a16:creationId xmlns:a16="http://schemas.microsoft.com/office/drawing/2014/main" id="{7D5B5B73-9561-7327-FACE-2C1A844B5DC4}"/>
              </a:ext>
            </a:extLst>
          </p:cNvPr>
          <p:cNvSpPr/>
          <p:nvPr/>
        </p:nvSpPr>
        <p:spPr>
          <a:xfrm>
            <a:off x="1552989" y="2186869"/>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3" name="矩形 82">
            <a:extLst>
              <a:ext uri="{FF2B5EF4-FFF2-40B4-BE49-F238E27FC236}">
                <a16:creationId xmlns:a16="http://schemas.microsoft.com/office/drawing/2014/main" id="{D8EB9593-ADB5-C7A7-4EA6-5948BF59BC00}"/>
              </a:ext>
            </a:extLst>
          </p:cNvPr>
          <p:cNvSpPr/>
          <p:nvPr/>
        </p:nvSpPr>
        <p:spPr>
          <a:xfrm>
            <a:off x="1725215" y="2186869"/>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4" name="矩形 83">
            <a:extLst>
              <a:ext uri="{FF2B5EF4-FFF2-40B4-BE49-F238E27FC236}">
                <a16:creationId xmlns:a16="http://schemas.microsoft.com/office/drawing/2014/main" id="{8FFA145A-97D6-DE13-07F2-83720D6FBF88}"/>
              </a:ext>
            </a:extLst>
          </p:cNvPr>
          <p:cNvSpPr/>
          <p:nvPr/>
        </p:nvSpPr>
        <p:spPr>
          <a:xfrm>
            <a:off x="1897441" y="2186869"/>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5" name="矩形 84">
            <a:extLst>
              <a:ext uri="{FF2B5EF4-FFF2-40B4-BE49-F238E27FC236}">
                <a16:creationId xmlns:a16="http://schemas.microsoft.com/office/drawing/2014/main" id="{6AE309C4-3425-B6DF-0563-35ACD5C9477B}"/>
              </a:ext>
            </a:extLst>
          </p:cNvPr>
          <p:cNvSpPr/>
          <p:nvPr/>
        </p:nvSpPr>
        <p:spPr>
          <a:xfrm>
            <a:off x="2069667" y="2186869"/>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6" name="矩形 85">
            <a:extLst>
              <a:ext uri="{FF2B5EF4-FFF2-40B4-BE49-F238E27FC236}">
                <a16:creationId xmlns:a16="http://schemas.microsoft.com/office/drawing/2014/main" id="{31816598-AA46-66D1-6E7E-0CAB5CFB4A92}"/>
              </a:ext>
            </a:extLst>
          </p:cNvPr>
          <p:cNvSpPr/>
          <p:nvPr/>
        </p:nvSpPr>
        <p:spPr>
          <a:xfrm>
            <a:off x="2241893" y="2186869"/>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7" name="矩形 86">
            <a:extLst>
              <a:ext uri="{FF2B5EF4-FFF2-40B4-BE49-F238E27FC236}">
                <a16:creationId xmlns:a16="http://schemas.microsoft.com/office/drawing/2014/main" id="{15FA27C9-E27B-D651-0702-0B9F3B475F83}"/>
              </a:ext>
            </a:extLst>
          </p:cNvPr>
          <p:cNvSpPr/>
          <p:nvPr/>
        </p:nvSpPr>
        <p:spPr>
          <a:xfrm>
            <a:off x="2414119" y="2186869"/>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8" name="矩形 87">
            <a:extLst>
              <a:ext uri="{FF2B5EF4-FFF2-40B4-BE49-F238E27FC236}">
                <a16:creationId xmlns:a16="http://schemas.microsoft.com/office/drawing/2014/main" id="{ECA1A14C-BE49-D730-B31B-81784EEDAF8E}"/>
              </a:ext>
            </a:extLst>
          </p:cNvPr>
          <p:cNvSpPr/>
          <p:nvPr/>
        </p:nvSpPr>
        <p:spPr>
          <a:xfrm>
            <a:off x="2583688" y="2186869"/>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9" name="矩形 88">
            <a:extLst>
              <a:ext uri="{FF2B5EF4-FFF2-40B4-BE49-F238E27FC236}">
                <a16:creationId xmlns:a16="http://schemas.microsoft.com/office/drawing/2014/main" id="{DD61CAF2-B030-7EC4-1E85-EFA778307B9D}"/>
              </a:ext>
            </a:extLst>
          </p:cNvPr>
          <p:cNvSpPr/>
          <p:nvPr/>
        </p:nvSpPr>
        <p:spPr>
          <a:xfrm>
            <a:off x="2755914" y="2186869"/>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0" name="矩形 89">
            <a:extLst>
              <a:ext uri="{FF2B5EF4-FFF2-40B4-BE49-F238E27FC236}">
                <a16:creationId xmlns:a16="http://schemas.microsoft.com/office/drawing/2014/main" id="{77D275B5-1DFE-D621-53C9-2DE25D0DCC26}"/>
              </a:ext>
            </a:extLst>
          </p:cNvPr>
          <p:cNvSpPr/>
          <p:nvPr/>
        </p:nvSpPr>
        <p:spPr>
          <a:xfrm>
            <a:off x="2928140" y="2186869"/>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1" name="矩形 90">
            <a:extLst>
              <a:ext uri="{FF2B5EF4-FFF2-40B4-BE49-F238E27FC236}">
                <a16:creationId xmlns:a16="http://schemas.microsoft.com/office/drawing/2014/main" id="{638F48B6-1106-9B44-C3AA-6B4F759E82FA}"/>
              </a:ext>
            </a:extLst>
          </p:cNvPr>
          <p:cNvSpPr/>
          <p:nvPr/>
        </p:nvSpPr>
        <p:spPr>
          <a:xfrm>
            <a:off x="3100366" y="2186869"/>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2" name="矩形 91">
            <a:extLst>
              <a:ext uri="{FF2B5EF4-FFF2-40B4-BE49-F238E27FC236}">
                <a16:creationId xmlns:a16="http://schemas.microsoft.com/office/drawing/2014/main" id="{DDA7C2A5-DCEE-E3D8-3197-1F0B79A39213}"/>
              </a:ext>
            </a:extLst>
          </p:cNvPr>
          <p:cNvSpPr/>
          <p:nvPr/>
        </p:nvSpPr>
        <p:spPr>
          <a:xfrm>
            <a:off x="3272592" y="2186869"/>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3" name="矩形 92">
            <a:extLst>
              <a:ext uri="{FF2B5EF4-FFF2-40B4-BE49-F238E27FC236}">
                <a16:creationId xmlns:a16="http://schemas.microsoft.com/office/drawing/2014/main" id="{5B8E9638-A5AA-7C0F-E4F3-06F22A181F42}"/>
              </a:ext>
            </a:extLst>
          </p:cNvPr>
          <p:cNvSpPr/>
          <p:nvPr/>
        </p:nvSpPr>
        <p:spPr>
          <a:xfrm>
            <a:off x="3444818" y="2186869"/>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7" name="矩形 96">
            <a:extLst>
              <a:ext uri="{FF2B5EF4-FFF2-40B4-BE49-F238E27FC236}">
                <a16:creationId xmlns:a16="http://schemas.microsoft.com/office/drawing/2014/main" id="{130283A0-A0F6-9A70-606F-AEC1710D7A91}"/>
              </a:ext>
            </a:extLst>
          </p:cNvPr>
          <p:cNvSpPr/>
          <p:nvPr/>
        </p:nvSpPr>
        <p:spPr>
          <a:xfrm>
            <a:off x="1380763" y="2359095"/>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8" name="矩形 97">
            <a:extLst>
              <a:ext uri="{FF2B5EF4-FFF2-40B4-BE49-F238E27FC236}">
                <a16:creationId xmlns:a16="http://schemas.microsoft.com/office/drawing/2014/main" id="{5677DA52-7FF0-52CA-0CD4-9CD3E176ED0B}"/>
              </a:ext>
            </a:extLst>
          </p:cNvPr>
          <p:cNvSpPr/>
          <p:nvPr/>
        </p:nvSpPr>
        <p:spPr>
          <a:xfrm>
            <a:off x="1552989" y="235909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9" name="矩形 98">
            <a:extLst>
              <a:ext uri="{FF2B5EF4-FFF2-40B4-BE49-F238E27FC236}">
                <a16:creationId xmlns:a16="http://schemas.microsoft.com/office/drawing/2014/main" id="{69EB70BF-8A20-1E7B-D62C-EC92BE3F4EE9}"/>
              </a:ext>
            </a:extLst>
          </p:cNvPr>
          <p:cNvSpPr/>
          <p:nvPr/>
        </p:nvSpPr>
        <p:spPr>
          <a:xfrm>
            <a:off x="1725215" y="235909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0" name="矩形 99">
            <a:extLst>
              <a:ext uri="{FF2B5EF4-FFF2-40B4-BE49-F238E27FC236}">
                <a16:creationId xmlns:a16="http://schemas.microsoft.com/office/drawing/2014/main" id="{8B9DC2E6-3C10-6BB7-657F-C81EA8AB3B30}"/>
              </a:ext>
            </a:extLst>
          </p:cNvPr>
          <p:cNvSpPr/>
          <p:nvPr/>
        </p:nvSpPr>
        <p:spPr>
          <a:xfrm>
            <a:off x="1897441" y="235909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1" name="矩形 100">
            <a:extLst>
              <a:ext uri="{FF2B5EF4-FFF2-40B4-BE49-F238E27FC236}">
                <a16:creationId xmlns:a16="http://schemas.microsoft.com/office/drawing/2014/main" id="{D55A5DC3-0A15-CC9B-5DA5-DAAAE5F08E2E}"/>
              </a:ext>
            </a:extLst>
          </p:cNvPr>
          <p:cNvSpPr/>
          <p:nvPr/>
        </p:nvSpPr>
        <p:spPr>
          <a:xfrm>
            <a:off x="2069667" y="235909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2" name="矩形 101">
            <a:extLst>
              <a:ext uri="{FF2B5EF4-FFF2-40B4-BE49-F238E27FC236}">
                <a16:creationId xmlns:a16="http://schemas.microsoft.com/office/drawing/2014/main" id="{BC396056-3D53-C3E4-E907-6971AC24283B}"/>
              </a:ext>
            </a:extLst>
          </p:cNvPr>
          <p:cNvSpPr/>
          <p:nvPr/>
        </p:nvSpPr>
        <p:spPr>
          <a:xfrm>
            <a:off x="2241893" y="235909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3" name="矩形 102">
            <a:extLst>
              <a:ext uri="{FF2B5EF4-FFF2-40B4-BE49-F238E27FC236}">
                <a16:creationId xmlns:a16="http://schemas.microsoft.com/office/drawing/2014/main" id="{542AADB9-9F83-0BED-A7BA-34BDDFB088A1}"/>
              </a:ext>
            </a:extLst>
          </p:cNvPr>
          <p:cNvSpPr/>
          <p:nvPr/>
        </p:nvSpPr>
        <p:spPr>
          <a:xfrm>
            <a:off x="2414119" y="235909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4" name="矩形 103">
            <a:extLst>
              <a:ext uri="{FF2B5EF4-FFF2-40B4-BE49-F238E27FC236}">
                <a16:creationId xmlns:a16="http://schemas.microsoft.com/office/drawing/2014/main" id="{2FFB8A55-8740-D3AF-D977-0FBC9FE14734}"/>
              </a:ext>
            </a:extLst>
          </p:cNvPr>
          <p:cNvSpPr/>
          <p:nvPr/>
        </p:nvSpPr>
        <p:spPr>
          <a:xfrm>
            <a:off x="2583688" y="235909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5" name="矩形 104">
            <a:extLst>
              <a:ext uri="{FF2B5EF4-FFF2-40B4-BE49-F238E27FC236}">
                <a16:creationId xmlns:a16="http://schemas.microsoft.com/office/drawing/2014/main" id="{CEE93981-2713-FB82-7693-FF179CF05BD7}"/>
              </a:ext>
            </a:extLst>
          </p:cNvPr>
          <p:cNvSpPr/>
          <p:nvPr/>
        </p:nvSpPr>
        <p:spPr>
          <a:xfrm>
            <a:off x="2755914" y="235909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6" name="矩形 105">
            <a:extLst>
              <a:ext uri="{FF2B5EF4-FFF2-40B4-BE49-F238E27FC236}">
                <a16:creationId xmlns:a16="http://schemas.microsoft.com/office/drawing/2014/main" id="{82E3A5F7-D9F2-DC66-0364-D61D4AFD9BE1}"/>
              </a:ext>
            </a:extLst>
          </p:cNvPr>
          <p:cNvSpPr/>
          <p:nvPr/>
        </p:nvSpPr>
        <p:spPr>
          <a:xfrm>
            <a:off x="2928140" y="235909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7" name="矩形 106">
            <a:extLst>
              <a:ext uri="{FF2B5EF4-FFF2-40B4-BE49-F238E27FC236}">
                <a16:creationId xmlns:a16="http://schemas.microsoft.com/office/drawing/2014/main" id="{B3C4AD60-FF59-03AC-6A2B-72558B8C010C}"/>
              </a:ext>
            </a:extLst>
          </p:cNvPr>
          <p:cNvSpPr/>
          <p:nvPr/>
        </p:nvSpPr>
        <p:spPr>
          <a:xfrm>
            <a:off x="3100366" y="235909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8" name="矩形 107">
            <a:extLst>
              <a:ext uri="{FF2B5EF4-FFF2-40B4-BE49-F238E27FC236}">
                <a16:creationId xmlns:a16="http://schemas.microsoft.com/office/drawing/2014/main" id="{A7E282F8-9712-9618-CA30-CBE57F1DC995}"/>
              </a:ext>
            </a:extLst>
          </p:cNvPr>
          <p:cNvSpPr/>
          <p:nvPr/>
        </p:nvSpPr>
        <p:spPr>
          <a:xfrm>
            <a:off x="3272592" y="235909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9" name="矩形 108">
            <a:extLst>
              <a:ext uri="{FF2B5EF4-FFF2-40B4-BE49-F238E27FC236}">
                <a16:creationId xmlns:a16="http://schemas.microsoft.com/office/drawing/2014/main" id="{D23C109F-CC7D-3023-245C-681CDEDB9F4F}"/>
              </a:ext>
            </a:extLst>
          </p:cNvPr>
          <p:cNvSpPr/>
          <p:nvPr/>
        </p:nvSpPr>
        <p:spPr>
          <a:xfrm>
            <a:off x="3444818" y="2359095"/>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3" name="矩形 112">
            <a:extLst>
              <a:ext uri="{FF2B5EF4-FFF2-40B4-BE49-F238E27FC236}">
                <a16:creationId xmlns:a16="http://schemas.microsoft.com/office/drawing/2014/main" id="{2F1C59B9-4298-FCE8-072D-A01C1000ACF5}"/>
              </a:ext>
            </a:extLst>
          </p:cNvPr>
          <p:cNvSpPr/>
          <p:nvPr/>
        </p:nvSpPr>
        <p:spPr>
          <a:xfrm>
            <a:off x="1380763" y="2531321"/>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4" name="矩形 113">
            <a:extLst>
              <a:ext uri="{FF2B5EF4-FFF2-40B4-BE49-F238E27FC236}">
                <a16:creationId xmlns:a16="http://schemas.microsoft.com/office/drawing/2014/main" id="{0F2EB630-C260-BD67-373C-CC026B2ED878}"/>
              </a:ext>
            </a:extLst>
          </p:cNvPr>
          <p:cNvSpPr/>
          <p:nvPr/>
        </p:nvSpPr>
        <p:spPr>
          <a:xfrm>
            <a:off x="1552989" y="2531321"/>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5" name="矩形 114">
            <a:extLst>
              <a:ext uri="{FF2B5EF4-FFF2-40B4-BE49-F238E27FC236}">
                <a16:creationId xmlns:a16="http://schemas.microsoft.com/office/drawing/2014/main" id="{0A4233A0-A7A1-8F0C-5DD1-A675C29C5351}"/>
              </a:ext>
            </a:extLst>
          </p:cNvPr>
          <p:cNvSpPr/>
          <p:nvPr/>
        </p:nvSpPr>
        <p:spPr>
          <a:xfrm>
            <a:off x="1725215" y="2531321"/>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6" name="矩形 115">
            <a:extLst>
              <a:ext uri="{FF2B5EF4-FFF2-40B4-BE49-F238E27FC236}">
                <a16:creationId xmlns:a16="http://schemas.microsoft.com/office/drawing/2014/main" id="{48648F6E-F153-CAC7-09E8-5BFC712D5DCA}"/>
              </a:ext>
            </a:extLst>
          </p:cNvPr>
          <p:cNvSpPr/>
          <p:nvPr/>
        </p:nvSpPr>
        <p:spPr>
          <a:xfrm>
            <a:off x="1897441" y="2531321"/>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7" name="矩形 116">
            <a:extLst>
              <a:ext uri="{FF2B5EF4-FFF2-40B4-BE49-F238E27FC236}">
                <a16:creationId xmlns:a16="http://schemas.microsoft.com/office/drawing/2014/main" id="{A90D02AF-7796-B17B-434F-D40ABFBEFC49}"/>
              </a:ext>
            </a:extLst>
          </p:cNvPr>
          <p:cNvSpPr/>
          <p:nvPr/>
        </p:nvSpPr>
        <p:spPr>
          <a:xfrm>
            <a:off x="2069667" y="2531321"/>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8" name="矩形 117">
            <a:extLst>
              <a:ext uri="{FF2B5EF4-FFF2-40B4-BE49-F238E27FC236}">
                <a16:creationId xmlns:a16="http://schemas.microsoft.com/office/drawing/2014/main" id="{C52921F1-62BB-5849-7654-56D44E91546E}"/>
              </a:ext>
            </a:extLst>
          </p:cNvPr>
          <p:cNvSpPr/>
          <p:nvPr/>
        </p:nvSpPr>
        <p:spPr>
          <a:xfrm>
            <a:off x="2241893" y="2531321"/>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9" name="矩形 118">
            <a:extLst>
              <a:ext uri="{FF2B5EF4-FFF2-40B4-BE49-F238E27FC236}">
                <a16:creationId xmlns:a16="http://schemas.microsoft.com/office/drawing/2014/main" id="{BB8F7EE6-0B97-49B5-BD4F-3EE97C2330E4}"/>
              </a:ext>
            </a:extLst>
          </p:cNvPr>
          <p:cNvSpPr/>
          <p:nvPr/>
        </p:nvSpPr>
        <p:spPr>
          <a:xfrm>
            <a:off x="2414119" y="2531321"/>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0" name="矩形 119">
            <a:extLst>
              <a:ext uri="{FF2B5EF4-FFF2-40B4-BE49-F238E27FC236}">
                <a16:creationId xmlns:a16="http://schemas.microsoft.com/office/drawing/2014/main" id="{59A09662-458D-0BC2-9FB8-DA71E656D283}"/>
              </a:ext>
            </a:extLst>
          </p:cNvPr>
          <p:cNvSpPr/>
          <p:nvPr/>
        </p:nvSpPr>
        <p:spPr>
          <a:xfrm>
            <a:off x="2583688" y="2531321"/>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1" name="矩形 120">
            <a:extLst>
              <a:ext uri="{FF2B5EF4-FFF2-40B4-BE49-F238E27FC236}">
                <a16:creationId xmlns:a16="http://schemas.microsoft.com/office/drawing/2014/main" id="{A64B0828-F0B5-4E19-FCB8-7FBCF7502A99}"/>
              </a:ext>
            </a:extLst>
          </p:cNvPr>
          <p:cNvSpPr/>
          <p:nvPr/>
        </p:nvSpPr>
        <p:spPr>
          <a:xfrm>
            <a:off x="2755914" y="2531321"/>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2" name="矩形 121">
            <a:extLst>
              <a:ext uri="{FF2B5EF4-FFF2-40B4-BE49-F238E27FC236}">
                <a16:creationId xmlns:a16="http://schemas.microsoft.com/office/drawing/2014/main" id="{A93C4D13-7A7D-12EB-0899-8B62B76F30B9}"/>
              </a:ext>
            </a:extLst>
          </p:cNvPr>
          <p:cNvSpPr/>
          <p:nvPr/>
        </p:nvSpPr>
        <p:spPr>
          <a:xfrm>
            <a:off x="2928140" y="2531321"/>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3" name="矩形 122">
            <a:extLst>
              <a:ext uri="{FF2B5EF4-FFF2-40B4-BE49-F238E27FC236}">
                <a16:creationId xmlns:a16="http://schemas.microsoft.com/office/drawing/2014/main" id="{55B1FB2C-A497-8E39-A6E5-31C38BF5E163}"/>
              </a:ext>
            </a:extLst>
          </p:cNvPr>
          <p:cNvSpPr/>
          <p:nvPr/>
        </p:nvSpPr>
        <p:spPr>
          <a:xfrm>
            <a:off x="3100366" y="2531321"/>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4" name="矩形 123">
            <a:extLst>
              <a:ext uri="{FF2B5EF4-FFF2-40B4-BE49-F238E27FC236}">
                <a16:creationId xmlns:a16="http://schemas.microsoft.com/office/drawing/2014/main" id="{58023706-6CA6-E439-2B26-A9FA223D8055}"/>
              </a:ext>
            </a:extLst>
          </p:cNvPr>
          <p:cNvSpPr/>
          <p:nvPr/>
        </p:nvSpPr>
        <p:spPr>
          <a:xfrm>
            <a:off x="3272592" y="2531321"/>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5" name="矩形 124">
            <a:extLst>
              <a:ext uri="{FF2B5EF4-FFF2-40B4-BE49-F238E27FC236}">
                <a16:creationId xmlns:a16="http://schemas.microsoft.com/office/drawing/2014/main" id="{7805DB05-44EF-58FC-9233-922446702E1E}"/>
              </a:ext>
            </a:extLst>
          </p:cNvPr>
          <p:cNvSpPr/>
          <p:nvPr/>
        </p:nvSpPr>
        <p:spPr>
          <a:xfrm>
            <a:off x="3444818" y="2531321"/>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9" name="矩形 128">
            <a:extLst>
              <a:ext uri="{FF2B5EF4-FFF2-40B4-BE49-F238E27FC236}">
                <a16:creationId xmlns:a16="http://schemas.microsoft.com/office/drawing/2014/main" id="{5ABF2960-8329-69F9-067A-9426FC6B4FC1}"/>
              </a:ext>
            </a:extLst>
          </p:cNvPr>
          <p:cNvSpPr/>
          <p:nvPr/>
        </p:nvSpPr>
        <p:spPr>
          <a:xfrm>
            <a:off x="1380763" y="2703547"/>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0" name="矩形 129">
            <a:extLst>
              <a:ext uri="{FF2B5EF4-FFF2-40B4-BE49-F238E27FC236}">
                <a16:creationId xmlns:a16="http://schemas.microsoft.com/office/drawing/2014/main" id="{C7604F56-A0F2-D70D-D9AC-689FFDA35390}"/>
              </a:ext>
            </a:extLst>
          </p:cNvPr>
          <p:cNvSpPr/>
          <p:nvPr/>
        </p:nvSpPr>
        <p:spPr>
          <a:xfrm>
            <a:off x="1552989" y="2703547"/>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1" name="矩形 130">
            <a:extLst>
              <a:ext uri="{FF2B5EF4-FFF2-40B4-BE49-F238E27FC236}">
                <a16:creationId xmlns:a16="http://schemas.microsoft.com/office/drawing/2014/main" id="{371B52BB-CE87-86BA-7597-1DBE01027B06}"/>
              </a:ext>
            </a:extLst>
          </p:cNvPr>
          <p:cNvSpPr/>
          <p:nvPr/>
        </p:nvSpPr>
        <p:spPr>
          <a:xfrm>
            <a:off x="1725215" y="2703547"/>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2" name="矩形 131">
            <a:extLst>
              <a:ext uri="{FF2B5EF4-FFF2-40B4-BE49-F238E27FC236}">
                <a16:creationId xmlns:a16="http://schemas.microsoft.com/office/drawing/2014/main" id="{18C16894-376C-F3F4-9E93-D9ED5C2EF272}"/>
              </a:ext>
            </a:extLst>
          </p:cNvPr>
          <p:cNvSpPr/>
          <p:nvPr/>
        </p:nvSpPr>
        <p:spPr>
          <a:xfrm>
            <a:off x="1897441" y="2703547"/>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3" name="矩形 132">
            <a:extLst>
              <a:ext uri="{FF2B5EF4-FFF2-40B4-BE49-F238E27FC236}">
                <a16:creationId xmlns:a16="http://schemas.microsoft.com/office/drawing/2014/main" id="{DD38CA72-8195-8122-1522-621051505C34}"/>
              </a:ext>
            </a:extLst>
          </p:cNvPr>
          <p:cNvSpPr/>
          <p:nvPr/>
        </p:nvSpPr>
        <p:spPr>
          <a:xfrm>
            <a:off x="2069667" y="2703547"/>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4" name="矩形 133">
            <a:extLst>
              <a:ext uri="{FF2B5EF4-FFF2-40B4-BE49-F238E27FC236}">
                <a16:creationId xmlns:a16="http://schemas.microsoft.com/office/drawing/2014/main" id="{F95624B5-510D-8788-7507-E846063E3A68}"/>
              </a:ext>
            </a:extLst>
          </p:cNvPr>
          <p:cNvSpPr/>
          <p:nvPr/>
        </p:nvSpPr>
        <p:spPr>
          <a:xfrm>
            <a:off x="2241893" y="2703547"/>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5" name="矩形 134">
            <a:extLst>
              <a:ext uri="{FF2B5EF4-FFF2-40B4-BE49-F238E27FC236}">
                <a16:creationId xmlns:a16="http://schemas.microsoft.com/office/drawing/2014/main" id="{3CE4DDB1-0F2B-77D3-04DE-E1DCB6F894E5}"/>
              </a:ext>
            </a:extLst>
          </p:cNvPr>
          <p:cNvSpPr/>
          <p:nvPr/>
        </p:nvSpPr>
        <p:spPr>
          <a:xfrm>
            <a:off x="2414119" y="2703547"/>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6" name="矩形 135">
            <a:extLst>
              <a:ext uri="{FF2B5EF4-FFF2-40B4-BE49-F238E27FC236}">
                <a16:creationId xmlns:a16="http://schemas.microsoft.com/office/drawing/2014/main" id="{DC6312D8-12C5-F83B-ECA5-A65F25ED4FDB}"/>
              </a:ext>
            </a:extLst>
          </p:cNvPr>
          <p:cNvSpPr/>
          <p:nvPr/>
        </p:nvSpPr>
        <p:spPr>
          <a:xfrm>
            <a:off x="2583688" y="2703547"/>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7" name="矩形 136">
            <a:extLst>
              <a:ext uri="{FF2B5EF4-FFF2-40B4-BE49-F238E27FC236}">
                <a16:creationId xmlns:a16="http://schemas.microsoft.com/office/drawing/2014/main" id="{F44EA424-7986-95D6-48D7-A12D5B69D482}"/>
              </a:ext>
            </a:extLst>
          </p:cNvPr>
          <p:cNvSpPr/>
          <p:nvPr/>
        </p:nvSpPr>
        <p:spPr>
          <a:xfrm>
            <a:off x="2755914" y="2703547"/>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8" name="矩形 137">
            <a:extLst>
              <a:ext uri="{FF2B5EF4-FFF2-40B4-BE49-F238E27FC236}">
                <a16:creationId xmlns:a16="http://schemas.microsoft.com/office/drawing/2014/main" id="{1C21B06A-6686-FFF0-ECAA-8192120E260A}"/>
              </a:ext>
            </a:extLst>
          </p:cNvPr>
          <p:cNvSpPr/>
          <p:nvPr/>
        </p:nvSpPr>
        <p:spPr>
          <a:xfrm>
            <a:off x="2928140" y="2703547"/>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9" name="矩形 138">
            <a:extLst>
              <a:ext uri="{FF2B5EF4-FFF2-40B4-BE49-F238E27FC236}">
                <a16:creationId xmlns:a16="http://schemas.microsoft.com/office/drawing/2014/main" id="{ED176B0B-C836-C27A-621D-B9AF5EFE57D0}"/>
              </a:ext>
            </a:extLst>
          </p:cNvPr>
          <p:cNvSpPr/>
          <p:nvPr/>
        </p:nvSpPr>
        <p:spPr>
          <a:xfrm>
            <a:off x="3100366" y="2703547"/>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0" name="矩形 139">
            <a:extLst>
              <a:ext uri="{FF2B5EF4-FFF2-40B4-BE49-F238E27FC236}">
                <a16:creationId xmlns:a16="http://schemas.microsoft.com/office/drawing/2014/main" id="{8F9F8EFD-FD3A-0CF5-1234-E6A82D4917C5}"/>
              </a:ext>
            </a:extLst>
          </p:cNvPr>
          <p:cNvSpPr/>
          <p:nvPr/>
        </p:nvSpPr>
        <p:spPr>
          <a:xfrm>
            <a:off x="3272592" y="2703547"/>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1" name="矩形 140">
            <a:extLst>
              <a:ext uri="{FF2B5EF4-FFF2-40B4-BE49-F238E27FC236}">
                <a16:creationId xmlns:a16="http://schemas.microsoft.com/office/drawing/2014/main" id="{C02FE464-4D3B-B0FE-743B-B81F77C0F0B0}"/>
              </a:ext>
            </a:extLst>
          </p:cNvPr>
          <p:cNvSpPr/>
          <p:nvPr/>
        </p:nvSpPr>
        <p:spPr>
          <a:xfrm>
            <a:off x="3444818" y="2703547"/>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5" name="矩形 144">
            <a:extLst>
              <a:ext uri="{FF2B5EF4-FFF2-40B4-BE49-F238E27FC236}">
                <a16:creationId xmlns:a16="http://schemas.microsoft.com/office/drawing/2014/main" id="{BA5F3B0C-7D05-FEFF-A3E5-E62436394352}"/>
              </a:ext>
            </a:extLst>
          </p:cNvPr>
          <p:cNvSpPr/>
          <p:nvPr/>
        </p:nvSpPr>
        <p:spPr>
          <a:xfrm>
            <a:off x="1380763" y="2875773"/>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6" name="矩形 145">
            <a:extLst>
              <a:ext uri="{FF2B5EF4-FFF2-40B4-BE49-F238E27FC236}">
                <a16:creationId xmlns:a16="http://schemas.microsoft.com/office/drawing/2014/main" id="{68410E65-222C-6050-73BF-207C51CE05F6}"/>
              </a:ext>
            </a:extLst>
          </p:cNvPr>
          <p:cNvSpPr/>
          <p:nvPr/>
        </p:nvSpPr>
        <p:spPr>
          <a:xfrm>
            <a:off x="1552989" y="2875773"/>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7" name="矩形 146">
            <a:extLst>
              <a:ext uri="{FF2B5EF4-FFF2-40B4-BE49-F238E27FC236}">
                <a16:creationId xmlns:a16="http://schemas.microsoft.com/office/drawing/2014/main" id="{83A0F8D2-7083-3448-6E20-677BA1CD7AF9}"/>
              </a:ext>
            </a:extLst>
          </p:cNvPr>
          <p:cNvSpPr/>
          <p:nvPr/>
        </p:nvSpPr>
        <p:spPr>
          <a:xfrm>
            <a:off x="1725215" y="2875773"/>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8" name="矩形 147">
            <a:extLst>
              <a:ext uri="{FF2B5EF4-FFF2-40B4-BE49-F238E27FC236}">
                <a16:creationId xmlns:a16="http://schemas.microsoft.com/office/drawing/2014/main" id="{BDF66DDD-EE57-DCEA-B462-DDB3EFC72E24}"/>
              </a:ext>
            </a:extLst>
          </p:cNvPr>
          <p:cNvSpPr/>
          <p:nvPr/>
        </p:nvSpPr>
        <p:spPr>
          <a:xfrm>
            <a:off x="1897441" y="2875773"/>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9" name="矩形 148">
            <a:extLst>
              <a:ext uri="{FF2B5EF4-FFF2-40B4-BE49-F238E27FC236}">
                <a16:creationId xmlns:a16="http://schemas.microsoft.com/office/drawing/2014/main" id="{0CBD7607-3008-6226-6570-B81193BCAC7C}"/>
              </a:ext>
            </a:extLst>
          </p:cNvPr>
          <p:cNvSpPr/>
          <p:nvPr/>
        </p:nvSpPr>
        <p:spPr>
          <a:xfrm>
            <a:off x="2069667" y="2875773"/>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0" name="矩形 149">
            <a:extLst>
              <a:ext uri="{FF2B5EF4-FFF2-40B4-BE49-F238E27FC236}">
                <a16:creationId xmlns:a16="http://schemas.microsoft.com/office/drawing/2014/main" id="{B45CDBBA-1E7D-6369-1BDB-BE94EDB1E203}"/>
              </a:ext>
            </a:extLst>
          </p:cNvPr>
          <p:cNvSpPr/>
          <p:nvPr/>
        </p:nvSpPr>
        <p:spPr>
          <a:xfrm>
            <a:off x="2241893" y="2875773"/>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1" name="矩形 150">
            <a:extLst>
              <a:ext uri="{FF2B5EF4-FFF2-40B4-BE49-F238E27FC236}">
                <a16:creationId xmlns:a16="http://schemas.microsoft.com/office/drawing/2014/main" id="{601C078B-63B2-5395-92DD-C7C191264F18}"/>
              </a:ext>
            </a:extLst>
          </p:cNvPr>
          <p:cNvSpPr/>
          <p:nvPr/>
        </p:nvSpPr>
        <p:spPr>
          <a:xfrm>
            <a:off x="2414119" y="2875773"/>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2" name="矩形 151">
            <a:extLst>
              <a:ext uri="{FF2B5EF4-FFF2-40B4-BE49-F238E27FC236}">
                <a16:creationId xmlns:a16="http://schemas.microsoft.com/office/drawing/2014/main" id="{162BAB68-1BF2-F081-3104-9AEF33A18B69}"/>
              </a:ext>
            </a:extLst>
          </p:cNvPr>
          <p:cNvSpPr/>
          <p:nvPr/>
        </p:nvSpPr>
        <p:spPr>
          <a:xfrm>
            <a:off x="2583688" y="2875773"/>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3" name="矩形 152">
            <a:extLst>
              <a:ext uri="{FF2B5EF4-FFF2-40B4-BE49-F238E27FC236}">
                <a16:creationId xmlns:a16="http://schemas.microsoft.com/office/drawing/2014/main" id="{A72174F0-4F58-1850-D696-190F2E5DB065}"/>
              </a:ext>
            </a:extLst>
          </p:cNvPr>
          <p:cNvSpPr/>
          <p:nvPr/>
        </p:nvSpPr>
        <p:spPr>
          <a:xfrm>
            <a:off x="2755914" y="2875773"/>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4" name="矩形 153">
            <a:extLst>
              <a:ext uri="{FF2B5EF4-FFF2-40B4-BE49-F238E27FC236}">
                <a16:creationId xmlns:a16="http://schemas.microsoft.com/office/drawing/2014/main" id="{4F8F89B5-D263-BF0F-A054-5A38A470F9F2}"/>
              </a:ext>
            </a:extLst>
          </p:cNvPr>
          <p:cNvSpPr/>
          <p:nvPr/>
        </p:nvSpPr>
        <p:spPr>
          <a:xfrm>
            <a:off x="2928140" y="2875773"/>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5" name="矩形 154">
            <a:extLst>
              <a:ext uri="{FF2B5EF4-FFF2-40B4-BE49-F238E27FC236}">
                <a16:creationId xmlns:a16="http://schemas.microsoft.com/office/drawing/2014/main" id="{799F3AA4-32B9-640F-8E38-13848EDD675F}"/>
              </a:ext>
            </a:extLst>
          </p:cNvPr>
          <p:cNvSpPr/>
          <p:nvPr/>
        </p:nvSpPr>
        <p:spPr>
          <a:xfrm>
            <a:off x="3100366" y="2875773"/>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6" name="矩形 155">
            <a:extLst>
              <a:ext uri="{FF2B5EF4-FFF2-40B4-BE49-F238E27FC236}">
                <a16:creationId xmlns:a16="http://schemas.microsoft.com/office/drawing/2014/main" id="{FF18DBD3-6DC0-A70C-EA56-624A799890F6}"/>
              </a:ext>
            </a:extLst>
          </p:cNvPr>
          <p:cNvSpPr/>
          <p:nvPr/>
        </p:nvSpPr>
        <p:spPr>
          <a:xfrm>
            <a:off x="3272592" y="2875773"/>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7" name="矩形 156">
            <a:extLst>
              <a:ext uri="{FF2B5EF4-FFF2-40B4-BE49-F238E27FC236}">
                <a16:creationId xmlns:a16="http://schemas.microsoft.com/office/drawing/2014/main" id="{AD8D1085-B391-1876-0ABC-1A4C7664EDAE}"/>
              </a:ext>
            </a:extLst>
          </p:cNvPr>
          <p:cNvSpPr/>
          <p:nvPr/>
        </p:nvSpPr>
        <p:spPr>
          <a:xfrm>
            <a:off x="3444818" y="2875773"/>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1" name="矩形 160">
            <a:extLst>
              <a:ext uri="{FF2B5EF4-FFF2-40B4-BE49-F238E27FC236}">
                <a16:creationId xmlns:a16="http://schemas.microsoft.com/office/drawing/2014/main" id="{36BB9C3B-221F-6054-67DC-0494B662897E}"/>
              </a:ext>
            </a:extLst>
          </p:cNvPr>
          <p:cNvSpPr/>
          <p:nvPr/>
        </p:nvSpPr>
        <p:spPr>
          <a:xfrm>
            <a:off x="1380763" y="3047999"/>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2" name="矩形 161">
            <a:extLst>
              <a:ext uri="{FF2B5EF4-FFF2-40B4-BE49-F238E27FC236}">
                <a16:creationId xmlns:a16="http://schemas.microsoft.com/office/drawing/2014/main" id="{46E41DB0-B436-41DF-9F5F-42141AA53BEC}"/>
              </a:ext>
            </a:extLst>
          </p:cNvPr>
          <p:cNvSpPr/>
          <p:nvPr/>
        </p:nvSpPr>
        <p:spPr>
          <a:xfrm>
            <a:off x="1552989" y="3047999"/>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3" name="矩形 162">
            <a:extLst>
              <a:ext uri="{FF2B5EF4-FFF2-40B4-BE49-F238E27FC236}">
                <a16:creationId xmlns:a16="http://schemas.microsoft.com/office/drawing/2014/main" id="{6B3A3F04-8AE6-E972-2A83-B9434286E12D}"/>
              </a:ext>
            </a:extLst>
          </p:cNvPr>
          <p:cNvSpPr/>
          <p:nvPr/>
        </p:nvSpPr>
        <p:spPr>
          <a:xfrm>
            <a:off x="1725215" y="3047999"/>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4" name="矩形 163">
            <a:extLst>
              <a:ext uri="{FF2B5EF4-FFF2-40B4-BE49-F238E27FC236}">
                <a16:creationId xmlns:a16="http://schemas.microsoft.com/office/drawing/2014/main" id="{1DDDBB0B-8D46-4C0D-2F53-EAAD6A64489E}"/>
              </a:ext>
            </a:extLst>
          </p:cNvPr>
          <p:cNvSpPr/>
          <p:nvPr/>
        </p:nvSpPr>
        <p:spPr>
          <a:xfrm>
            <a:off x="1897441" y="3047999"/>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5" name="矩形 164">
            <a:extLst>
              <a:ext uri="{FF2B5EF4-FFF2-40B4-BE49-F238E27FC236}">
                <a16:creationId xmlns:a16="http://schemas.microsoft.com/office/drawing/2014/main" id="{2D92D901-9302-A8CB-9D98-0DAF14F144CE}"/>
              </a:ext>
            </a:extLst>
          </p:cNvPr>
          <p:cNvSpPr/>
          <p:nvPr/>
        </p:nvSpPr>
        <p:spPr>
          <a:xfrm>
            <a:off x="2069667" y="3047999"/>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6" name="矩形 165">
            <a:extLst>
              <a:ext uri="{FF2B5EF4-FFF2-40B4-BE49-F238E27FC236}">
                <a16:creationId xmlns:a16="http://schemas.microsoft.com/office/drawing/2014/main" id="{ABD5DA64-C8AD-984E-A6BE-C1EE9B7DE3A4}"/>
              </a:ext>
            </a:extLst>
          </p:cNvPr>
          <p:cNvSpPr/>
          <p:nvPr/>
        </p:nvSpPr>
        <p:spPr>
          <a:xfrm>
            <a:off x="2241893" y="3047999"/>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7" name="矩形 166">
            <a:extLst>
              <a:ext uri="{FF2B5EF4-FFF2-40B4-BE49-F238E27FC236}">
                <a16:creationId xmlns:a16="http://schemas.microsoft.com/office/drawing/2014/main" id="{C7FD3C5A-08E6-7E4C-AA24-8BB6443213F5}"/>
              </a:ext>
            </a:extLst>
          </p:cNvPr>
          <p:cNvSpPr/>
          <p:nvPr/>
        </p:nvSpPr>
        <p:spPr>
          <a:xfrm>
            <a:off x="2414119" y="3047999"/>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8" name="矩形 167">
            <a:extLst>
              <a:ext uri="{FF2B5EF4-FFF2-40B4-BE49-F238E27FC236}">
                <a16:creationId xmlns:a16="http://schemas.microsoft.com/office/drawing/2014/main" id="{4FD35D79-DB89-105B-2E32-8AC7FC240DD2}"/>
              </a:ext>
            </a:extLst>
          </p:cNvPr>
          <p:cNvSpPr/>
          <p:nvPr/>
        </p:nvSpPr>
        <p:spPr>
          <a:xfrm>
            <a:off x="2583688" y="3047999"/>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9" name="矩形 168">
            <a:extLst>
              <a:ext uri="{FF2B5EF4-FFF2-40B4-BE49-F238E27FC236}">
                <a16:creationId xmlns:a16="http://schemas.microsoft.com/office/drawing/2014/main" id="{89F3CFB1-66B6-CC74-D544-92B3F5F5C2DE}"/>
              </a:ext>
            </a:extLst>
          </p:cNvPr>
          <p:cNvSpPr/>
          <p:nvPr/>
        </p:nvSpPr>
        <p:spPr>
          <a:xfrm>
            <a:off x="2755914" y="3047999"/>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0" name="矩形 169">
            <a:extLst>
              <a:ext uri="{FF2B5EF4-FFF2-40B4-BE49-F238E27FC236}">
                <a16:creationId xmlns:a16="http://schemas.microsoft.com/office/drawing/2014/main" id="{4C1D4B02-51DC-DC3F-CB4F-AF27A755DB52}"/>
              </a:ext>
            </a:extLst>
          </p:cNvPr>
          <p:cNvSpPr/>
          <p:nvPr/>
        </p:nvSpPr>
        <p:spPr>
          <a:xfrm>
            <a:off x="2928140" y="3047999"/>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1" name="矩形 170">
            <a:extLst>
              <a:ext uri="{FF2B5EF4-FFF2-40B4-BE49-F238E27FC236}">
                <a16:creationId xmlns:a16="http://schemas.microsoft.com/office/drawing/2014/main" id="{3513874E-3BE7-1D6B-E347-2B59FEB2B48A}"/>
              </a:ext>
            </a:extLst>
          </p:cNvPr>
          <p:cNvSpPr/>
          <p:nvPr/>
        </p:nvSpPr>
        <p:spPr>
          <a:xfrm>
            <a:off x="3100366" y="3047999"/>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2" name="矩形 171">
            <a:extLst>
              <a:ext uri="{FF2B5EF4-FFF2-40B4-BE49-F238E27FC236}">
                <a16:creationId xmlns:a16="http://schemas.microsoft.com/office/drawing/2014/main" id="{62BFF4E7-C60A-E865-D8CB-84E33C07D02F}"/>
              </a:ext>
            </a:extLst>
          </p:cNvPr>
          <p:cNvSpPr/>
          <p:nvPr/>
        </p:nvSpPr>
        <p:spPr>
          <a:xfrm>
            <a:off x="3272592" y="3047999"/>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3" name="矩形 172">
            <a:extLst>
              <a:ext uri="{FF2B5EF4-FFF2-40B4-BE49-F238E27FC236}">
                <a16:creationId xmlns:a16="http://schemas.microsoft.com/office/drawing/2014/main" id="{86CA7959-EBF7-8B0D-A966-338989D3109A}"/>
              </a:ext>
            </a:extLst>
          </p:cNvPr>
          <p:cNvSpPr/>
          <p:nvPr/>
        </p:nvSpPr>
        <p:spPr>
          <a:xfrm>
            <a:off x="3444818" y="3047999"/>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7" name="矩形 176">
            <a:extLst>
              <a:ext uri="{FF2B5EF4-FFF2-40B4-BE49-F238E27FC236}">
                <a16:creationId xmlns:a16="http://schemas.microsoft.com/office/drawing/2014/main" id="{221454AF-9F2D-3184-5503-D0144526F37E}"/>
              </a:ext>
            </a:extLst>
          </p:cNvPr>
          <p:cNvSpPr/>
          <p:nvPr/>
        </p:nvSpPr>
        <p:spPr>
          <a:xfrm>
            <a:off x="1380763" y="3220225"/>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8" name="矩形 177">
            <a:extLst>
              <a:ext uri="{FF2B5EF4-FFF2-40B4-BE49-F238E27FC236}">
                <a16:creationId xmlns:a16="http://schemas.microsoft.com/office/drawing/2014/main" id="{A928912B-4094-9C20-A8EA-EBCEFD5C99A7}"/>
              </a:ext>
            </a:extLst>
          </p:cNvPr>
          <p:cNvSpPr/>
          <p:nvPr/>
        </p:nvSpPr>
        <p:spPr>
          <a:xfrm>
            <a:off x="1552989" y="322022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9" name="矩形 178">
            <a:extLst>
              <a:ext uri="{FF2B5EF4-FFF2-40B4-BE49-F238E27FC236}">
                <a16:creationId xmlns:a16="http://schemas.microsoft.com/office/drawing/2014/main" id="{069A9FE1-B2E6-DC26-EA0B-5FCC8BD502C9}"/>
              </a:ext>
            </a:extLst>
          </p:cNvPr>
          <p:cNvSpPr/>
          <p:nvPr/>
        </p:nvSpPr>
        <p:spPr>
          <a:xfrm>
            <a:off x="1725215" y="322022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80" name="矩形 179">
            <a:extLst>
              <a:ext uri="{FF2B5EF4-FFF2-40B4-BE49-F238E27FC236}">
                <a16:creationId xmlns:a16="http://schemas.microsoft.com/office/drawing/2014/main" id="{0B8FEF7B-198B-7D91-78E5-38D02FE7DAEC}"/>
              </a:ext>
            </a:extLst>
          </p:cNvPr>
          <p:cNvSpPr/>
          <p:nvPr/>
        </p:nvSpPr>
        <p:spPr>
          <a:xfrm>
            <a:off x="1897441" y="322022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81" name="矩形 180">
            <a:extLst>
              <a:ext uri="{FF2B5EF4-FFF2-40B4-BE49-F238E27FC236}">
                <a16:creationId xmlns:a16="http://schemas.microsoft.com/office/drawing/2014/main" id="{C4324AE4-2A10-A19A-8D33-05891BD8DD11}"/>
              </a:ext>
            </a:extLst>
          </p:cNvPr>
          <p:cNvSpPr/>
          <p:nvPr/>
        </p:nvSpPr>
        <p:spPr>
          <a:xfrm>
            <a:off x="2069667" y="322022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82" name="矩形 181">
            <a:extLst>
              <a:ext uri="{FF2B5EF4-FFF2-40B4-BE49-F238E27FC236}">
                <a16:creationId xmlns:a16="http://schemas.microsoft.com/office/drawing/2014/main" id="{A871B42C-44C8-7D1B-00BA-C99BC7069FD9}"/>
              </a:ext>
            </a:extLst>
          </p:cNvPr>
          <p:cNvSpPr/>
          <p:nvPr/>
        </p:nvSpPr>
        <p:spPr>
          <a:xfrm>
            <a:off x="2241893" y="322022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83" name="矩形 182">
            <a:extLst>
              <a:ext uri="{FF2B5EF4-FFF2-40B4-BE49-F238E27FC236}">
                <a16:creationId xmlns:a16="http://schemas.microsoft.com/office/drawing/2014/main" id="{0475B36D-AED0-09C2-EC24-063009744F76}"/>
              </a:ext>
            </a:extLst>
          </p:cNvPr>
          <p:cNvSpPr/>
          <p:nvPr/>
        </p:nvSpPr>
        <p:spPr>
          <a:xfrm>
            <a:off x="2414119" y="322022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84" name="矩形 183">
            <a:extLst>
              <a:ext uri="{FF2B5EF4-FFF2-40B4-BE49-F238E27FC236}">
                <a16:creationId xmlns:a16="http://schemas.microsoft.com/office/drawing/2014/main" id="{61A1D462-787F-5360-EAE1-1E3D5C99A87B}"/>
              </a:ext>
            </a:extLst>
          </p:cNvPr>
          <p:cNvSpPr/>
          <p:nvPr/>
        </p:nvSpPr>
        <p:spPr>
          <a:xfrm>
            <a:off x="2583688" y="322022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85" name="矩形 184">
            <a:extLst>
              <a:ext uri="{FF2B5EF4-FFF2-40B4-BE49-F238E27FC236}">
                <a16:creationId xmlns:a16="http://schemas.microsoft.com/office/drawing/2014/main" id="{D098AA51-7FED-489B-052D-274FE571A6DA}"/>
              </a:ext>
            </a:extLst>
          </p:cNvPr>
          <p:cNvSpPr/>
          <p:nvPr/>
        </p:nvSpPr>
        <p:spPr>
          <a:xfrm>
            <a:off x="2755914" y="322022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86" name="矩形 185">
            <a:extLst>
              <a:ext uri="{FF2B5EF4-FFF2-40B4-BE49-F238E27FC236}">
                <a16:creationId xmlns:a16="http://schemas.microsoft.com/office/drawing/2014/main" id="{B1E69BCE-F4B9-6FB7-2C2B-D091D6271CAE}"/>
              </a:ext>
            </a:extLst>
          </p:cNvPr>
          <p:cNvSpPr/>
          <p:nvPr/>
        </p:nvSpPr>
        <p:spPr>
          <a:xfrm>
            <a:off x="2928140" y="322022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87" name="矩形 186">
            <a:extLst>
              <a:ext uri="{FF2B5EF4-FFF2-40B4-BE49-F238E27FC236}">
                <a16:creationId xmlns:a16="http://schemas.microsoft.com/office/drawing/2014/main" id="{1798D433-6CCA-E0F2-4C8D-5B9A719E2311}"/>
              </a:ext>
            </a:extLst>
          </p:cNvPr>
          <p:cNvSpPr/>
          <p:nvPr/>
        </p:nvSpPr>
        <p:spPr>
          <a:xfrm>
            <a:off x="3100366" y="322022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88" name="矩形 187">
            <a:extLst>
              <a:ext uri="{FF2B5EF4-FFF2-40B4-BE49-F238E27FC236}">
                <a16:creationId xmlns:a16="http://schemas.microsoft.com/office/drawing/2014/main" id="{E3F4C390-B598-54D3-1150-3D2C03DEBF98}"/>
              </a:ext>
            </a:extLst>
          </p:cNvPr>
          <p:cNvSpPr/>
          <p:nvPr/>
        </p:nvSpPr>
        <p:spPr>
          <a:xfrm>
            <a:off x="3272592" y="322022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89" name="矩形 188">
            <a:extLst>
              <a:ext uri="{FF2B5EF4-FFF2-40B4-BE49-F238E27FC236}">
                <a16:creationId xmlns:a16="http://schemas.microsoft.com/office/drawing/2014/main" id="{C2349BFC-ED35-4600-3B78-1B943BD73560}"/>
              </a:ext>
            </a:extLst>
          </p:cNvPr>
          <p:cNvSpPr/>
          <p:nvPr/>
        </p:nvSpPr>
        <p:spPr>
          <a:xfrm>
            <a:off x="3444818" y="322022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93" name="矩形 192">
            <a:extLst>
              <a:ext uri="{FF2B5EF4-FFF2-40B4-BE49-F238E27FC236}">
                <a16:creationId xmlns:a16="http://schemas.microsoft.com/office/drawing/2014/main" id="{1E0AEF9B-3271-FB51-BC1C-1A5F54B25C03}"/>
              </a:ext>
            </a:extLst>
          </p:cNvPr>
          <p:cNvSpPr/>
          <p:nvPr/>
        </p:nvSpPr>
        <p:spPr>
          <a:xfrm>
            <a:off x="1380763" y="3392451"/>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94" name="矩形 193">
            <a:extLst>
              <a:ext uri="{FF2B5EF4-FFF2-40B4-BE49-F238E27FC236}">
                <a16:creationId xmlns:a16="http://schemas.microsoft.com/office/drawing/2014/main" id="{B6EC868D-17D2-2725-6618-F2313C258AF3}"/>
              </a:ext>
            </a:extLst>
          </p:cNvPr>
          <p:cNvSpPr/>
          <p:nvPr/>
        </p:nvSpPr>
        <p:spPr>
          <a:xfrm>
            <a:off x="1552989" y="3392451"/>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95" name="矩形 194">
            <a:extLst>
              <a:ext uri="{FF2B5EF4-FFF2-40B4-BE49-F238E27FC236}">
                <a16:creationId xmlns:a16="http://schemas.microsoft.com/office/drawing/2014/main" id="{80375A0C-1819-6A87-E6DC-34F3FB41229D}"/>
              </a:ext>
            </a:extLst>
          </p:cNvPr>
          <p:cNvSpPr/>
          <p:nvPr/>
        </p:nvSpPr>
        <p:spPr>
          <a:xfrm>
            <a:off x="1725215" y="3392451"/>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96" name="矩形 195">
            <a:extLst>
              <a:ext uri="{FF2B5EF4-FFF2-40B4-BE49-F238E27FC236}">
                <a16:creationId xmlns:a16="http://schemas.microsoft.com/office/drawing/2014/main" id="{E3CAA8FF-A48B-6097-35C5-A1B20067DDE4}"/>
              </a:ext>
            </a:extLst>
          </p:cNvPr>
          <p:cNvSpPr/>
          <p:nvPr/>
        </p:nvSpPr>
        <p:spPr>
          <a:xfrm>
            <a:off x="1897441" y="3392451"/>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97" name="矩形 196">
            <a:extLst>
              <a:ext uri="{FF2B5EF4-FFF2-40B4-BE49-F238E27FC236}">
                <a16:creationId xmlns:a16="http://schemas.microsoft.com/office/drawing/2014/main" id="{5EE5D825-7D60-D2D6-577E-F880C209C3AC}"/>
              </a:ext>
            </a:extLst>
          </p:cNvPr>
          <p:cNvSpPr/>
          <p:nvPr/>
        </p:nvSpPr>
        <p:spPr>
          <a:xfrm>
            <a:off x="2069667" y="3392451"/>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98" name="矩形 197">
            <a:extLst>
              <a:ext uri="{FF2B5EF4-FFF2-40B4-BE49-F238E27FC236}">
                <a16:creationId xmlns:a16="http://schemas.microsoft.com/office/drawing/2014/main" id="{501E9B20-4A62-F662-8158-6A9E619595A0}"/>
              </a:ext>
            </a:extLst>
          </p:cNvPr>
          <p:cNvSpPr/>
          <p:nvPr/>
        </p:nvSpPr>
        <p:spPr>
          <a:xfrm>
            <a:off x="2241893" y="3392451"/>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99" name="矩形 198">
            <a:extLst>
              <a:ext uri="{FF2B5EF4-FFF2-40B4-BE49-F238E27FC236}">
                <a16:creationId xmlns:a16="http://schemas.microsoft.com/office/drawing/2014/main" id="{7CFD155D-FBD5-3375-52D4-0BEC25F1C875}"/>
              </a:ext>
            </a:extLst>
          </p:cNvPr>
          <p:cNvSpPr/>
          <p:nvPr/>
        </p:nvSpPr>
        <p:spPr>
          <a:xfrm>
            <a:off x="2414119" y="3392451"/>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00" name="矩形 199">
            <a:extLst>
              <a:ext uri="{FF2B5EF4-FFF2-40B4-BE49-F238E27FC236}">
                <a16:creationId xmlns:a16="http://schemas.microsoft.com/office/drawing/2014/main" id="{307B0A3E-64EA-A31A-8F8E-892632BC4161}"/>
              </a:ext>
            </a:extLst>
          </p:cNvPr>
          <p:cNvSpPr/>
          <p:nvPr/>
        </p:nvSpPr>
        <p:spPr>
          <a:xfrm>
            <a:off x="2583688" y="3392451"/>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01" name="矩形 200">
            <a:extLst>
              <a:ext uri="{FF2B5EF4-FFF2-40B4-BE49-F238E27FC236}">
                <a16:creationId xmlns:a16="http://schemas.microsoft.com/office/drawing/2014/main" id="{CADD4D62-6E71-52DA-311D-663AD8BF0053}"/>
              </a:ext>
            </a:extLst>
          </p:cNvPr>
          <p:cNvSpPr/>
          <p:nvPr/>
        </p:nvSpPr>
        <p:spPr>
          <a:xfrm>
            <a:off x="2755914" y="3392451"/>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02" name="矩形 201">
            <a:extLst>
              <a:ext uri="{FF2B5EF4-FFF2-40B4-BE49-F238E27FC236}">
                <a16:creationId xmlns:a16="http://schemas.microsoft.com/office/drawing/2014/main" id="{6F8793DF-CC55-CF3F-31B6-A3644F3B97D9}"/>
              </a:ext>
            </a:extLst>
          </p:cNvPr>
          <p:cNvSpPr/>
          <p:nvPr/>
        </p:nvSpPr>
        <p:spPr>
          <a:xfrm>
            <a:off x="2928140" y="3392451"/>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03" name="矩形 202">
            <a:extLst>
              <a:ext uri="{FF2B5EF4-FFF2-40B4-BE49-F238E27FC236}">
                <a16:creationId xmlns:a16="http://schemas.microsoft.com/office/drawing/2014/main" id="{F82E049D-09C2-2A6F-522D-D381C9CC8C2E}"/>
              </a:ext>
            </a:extLst>
          </p:cNvPr>
          <p:cNvSpPr/>
          <p:nvPr/>
        </p:nvSpPr>
        <p:spPr>
          <a:xfrm>
            <a:off x="3100366" y="3392451"/>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04" name="矩形 203">
            <a:extLst>
              <a:ext uri="{FF2B5EF4-FFF2-40B4-BE49-F238E27FC236}">
                <a16:creationId xmlns:a16="http://schemas.microsoft.com/office/drawing/2014/main" id="{783272ED-B730-B39C-75C4-E30F8925CE65}"/>
              </a:ext>
            </a:extLst>
          </p:cNvPr>
          <p:cNvSpPr/>
          <p:nvPr/>
        </p:nvSpPr>
        <p:spPr>
          <a:xfrm>
            <a:off x="3272592" y="3392451"/>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05" name="矩形 204">
            <a:extLst>
              <a:ext uri="{FF2B5EF4-FFF2-40B4-BE49-F238E27FC236}">
                <a16:creationId xmlns:a16="http://schemas.microsoft.com/office/drawing/2014/main" id="{49FAF00E-38F3-1086-3A89-54B35EC59CD2}"/>
              </a:ext>
            </a:extLst>
          </p:cNvPr>
          <p:cNvSpPr/>
          <p:nvPr/>
        </p:nvSpPr>
        <p:spPr>
          <a:xfrm>
            <a:off x="3444818" y="3392451"/>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09" name="矩形 208">
            <a:extLst>
              <a:ext uri="{FF2B5EF4-FFF2-40B4-BE49-F238E27FC236}">
                <a16:creationId xmlns:a16="http://schemas.microsoft.com/office/drawing/2014/main" id="{63F53DFA-2FD0-F559-C95E-68813C848752}"/>
              </a:ext>
            </a:extLst>
          </p:cNvPr>
          <p:cNvSpPr/>
          <p:nvPr/>
        </p:nvSpPr>
        <p:spPr>
          <a:xfrm>
            <a:off x="1380763" y="3564677"/>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10" name="矩形 209">
            <a:extLst>
              <a:ext uri="{FF2B5EF4-FFF2-40B4-BE49-F238E27FC236}">
                <a16:creationId xmlns:a16="http://schemas.microsoft.com/office/drawing/2014/main" id="{D22862BE-AAF6-FC6D-E812-9B5C185F2D7C}"/>
              </a:ext>
            </a:extLst>
          </p:cNvPr>
          <p:cNvSpPr/>
          <p:nvPr/>
        </p:nvSpPr>
        <p:spPr>
          <a:xfrm>
            <a:off x="1552989" y="3564677"/>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11" name="矩形 210">
            <a:extLst>
              <a:ext uri="{FF2B5EF4-FFF2-40B4-BE49-F238E27FC236}">
                <a16:creationId xmlns:a16="http://schemas.microsoft.com/office/drawing/2014/main" id="{511732B0-4E42-38DB-E3CC-5DA2C1D18743}"/>
              </a:ext>
            </a:extLst>
          </p:cNvPr>
          <p:cNvSpPr/>
          <p:nvPr/>
        </p:nvSpPr>
        <p:spPr>
          <a:xfrm>
            <a:off x="1725215" y="3564677"/>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12" name="矩形 211">
            <a:extLst>
              <a:ext uri="{FF2B5EF4-FFF2-40B4-BE49-F238E27FC236}">
                <a16:creationId xmlns:a16="http://schemas.microsoft.com/office/drawing/2014/main" id="{B9174772-4D86-2AE3-C80E-193623F8E188}"/>
              </a:ext>
            </a:extLst>
          </p:cNvPr>
          <p:cNvSpPr/>
          <p:nvPr/>
        </p:nvSpPr>
        <p:spPr>
          <a:xfrm>
            <a:off x="1897441" y="3564677"/>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13" name="矩形 212">
            <a:extLst>
              <a:ext uri="{FF2B5EF4-FFF2-40B4-BE49-F238E27FC236}">
                <a16:creationId xmlns:a16="http://schemas.microsoft.com/office/drawing/2014/main" id="{D023700C-B029-7149-FAFB-F7AE855470B4}"/>
              </a:ext>
            </a:extLst>
          </p:cNvPr>
          <p:cNvSpPr/>
          <p:nvPr/>
        </p:nvSpPr>
        <p:spPr>
          <a:xfrm>
            <a:off x="2069667" y="3564677"/>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14" name="矩形 213">
            <a:extLst>
              <a:ext uri="{FF2B5EF4-FFF2-40B4-BE49-F238E27FC236}">
                <a16:creationId xmlns:a16="http://schemas.microsoft.com/office/drawing/2014/main" id="{CF720C75-2329-DFD0-A7BD-2D50FB30BE29}"/>
              </a:ext>
            </a:extLst>
          </p:cNvPr>
          <p:cNvSpPr/>
          <p:nvPr/>
        </p:nvSpPr>
        <p:spPr>
          <a:xfrm>
            <a:off x="2241893" y="3564677"/>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15" name="矩形 214">
            <a:extLst>
              <a:ext uri="{FF2B5EF4-FFF2-40B4-BE49-F238E27FC236}">
                <a16:creationId xmlns:a16="http://schemas.microsoft.com/office/drawing/2014/main" id="{EC810D51-9F56-1E50-B605-B0E420CF02B4}"/>
              </a:ext>
            </a:extLst>
          </p:cNvPr>
          <p:cNvSpPr/>
          <p:nvPr/>
        </p:nvSpPr>
        <p:spPr>
          <a:xfrm>
            <a:off x="2414119" y="3564677"/>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16" name="矩形 215">
            <a:extLst>
              <a:ext uri="{FF2B5EF4-FFF2-40B4-BE49-F238E27FC236}">
                <a16:creationId xmlns:a16="http://schemas.microsoft.com/office/drawing/2014/main" id="{26B7BC11-4452-FA26-BB7B-4EE7A1F9FC94}"/>
              </a:ext>
            </a:extLst>
          </p:cNvPr>
          <p:cNvSpPr/>
          <p:nvPr/>
        </p:nvSpPr>
        <p:spPr>
          <a:xfrm>
            <a:off x="2583688" y="3564677"/>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17" name="矩形 216">
            <a:extLst>
              <a:ext uri="{FF2B5EF4-FFF2-40B4-BE49-F238E27FC236}">
                <a16:creationId xmlns:a16="http://schemas.microsoft.com/office/drawing/2014/main" id="{C521D6FF-B11E-E9F9-758C-7AA1A04EA6FF}"/>
              </a:ext>
            </a:extLst>
          </p:cNvPr>
          <p:cNvSpPr/>
          <p:nvPr/>
        </p:nvSpPr>
        <p:spPr>
          <a:xfrm>
            <a:off x="2755914" y="3564677"/>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18" name="矩形 217">
            <a:extLst>
              <a:ext uri="{FF2B5EF4-FFF2-40B4-BE49-F238E27FC236}">
                <a16:creationId xmlns:a16="http://schemas.microsoft.com/office/drawing/2014/main" id="{9B541223-7BED-0F35-6490-E61413F05D6C}"/>
              </a:ext>
            </a:extLst>
          </p:cNvPr>
          <p:cNvSpPr/>
          <p:nvPr/>
        </p:nvSpPr>
        <p:spPr>
          <a:xfrm>
            <a:off x="2928140" y="3564677"/>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19" name="矩形 218">
            <a:extLst>
              <a:ext uri="{FF2B5EF4-FFF2-40B4-BE49-F238E27FC236}">
                <a16:creationId xmlns:a16="http://schemas.microsoft.com/office/drawing/2014/main" id="{924C07B7-3237-641F-7271-08901EFBEA02}"/>
              </a:ext>
            </a:extLst>
          </p:cNvPr>
          <p:cNvSpPr/>
          <p:nvPr/>
        </p:nvSpPr>
        <p:spPr>
          <a:xfrm>
            <a:off x="3100366" y="3564677"/>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20" name="矩形 219">
            <a:extLst>
              <a:ext uri="{FF2B5EF4-FFF2-40B4-BE49-F238E27FC236}">
                <a16:creationId xmlns:a16="http://schemas.microsoft.com/office/drawing/2014/main" id="{246FA059-71D8-331C-F4AB-45483C5FF94D}"/>
              </a:ext>
            </a:extLst>
          </p:cNvPr>
          <p:cNvSpPr/>
          <p:nvPr/>
        </p:nvSpPr>
        <p:spPr>
          <a:xfrm>
            <a:off x="3272592" y="3564677"/>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21" name="矩形 220">
            <a:extLst>
              <a:ext uri="{FF2B5EF4-FFF2-40B4-BE49-F238E27FC236}">
                <a16:creationId xmlns:a16="http://schemas.microsoft.com/office/drawing/2014/main" id="{11E30D20-49A7-1747-0434-CBC0E76423BF}"/>
              </a:ext>
            </a:extLst>
          </p:cNvPr>
          <p:cNvSpPr/>
          <p:nvPr/>
        </p:nvSpPr>
        <p:spPr>
          <a:xfrm>
            <a:off x="3444818" y="3564677"/>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25" name="矩形 224">
            <a:extLst>
              <a:ext uri="{FF2B5EF4-FFF2-40B4-BE49-F238E27FC236}">
                <a16:creationId xmlns:a16="http://schemas.microsoft.com/office/drawing/2014/main" id="{4D380D49-C64C-BDEA-C947-31B252EC2335}"/>
              </a:ext>
            </a:extLst>
          </p:cNvPr>
          <p:cNvSpPr/>
          <p:nvPr/>
        </p:nvSpPr>
        <p:spPr>
          <a:xfrm>
            <a:off x="1380763" y="3736903"/>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26" name="矩形 225">
            <a:extLst>
              <a:ext uri="{FF2B5EF4-FFF2-40B4-BE49-F238E27FC236}">
                <a16:creationId xmlns:a16="http://schemas.microsoft.com/office/drawing/2014/main" id="{85E158F1-B452-7B27-3DAD-E0DF1923F689}"/>
              </a:ext>
            </a:extLst>
          </p:cNvPr>
          <p:cNvSpPr/>
          <p:nvPr/>
        </p:nvSpPr>
        <p:spPr>
          <a:xfrm>
            <a:off x="1552989" y="3736903"/>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27" name="矩形 226">
            <a:extLst>
              <a:ext uri="{FF2B5EF4-FFF2-40B4-BE49-F238E27FC236}">
                <a16:creationId xmlns:a16="http://schemas.microsoft.com/office/drawing/2014/main" id="{24144261-3FD4-5E8E-88A5-E2BA2B113DAA}"/>
              </a:ext>
            </a:extLst>
          </p:cNvPr>
          <p:cNvSpPr/>
          <p:nvPr/>
        </p:nvSpPr>
        <p:spPr>
          <a:xfrm>
            <a:off x="1725215" y="3736903"/>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28" name="矩形 227">
            <a:extLst>
              <a:ext uri="{FF2B5EF4-FFF2-40B4-BE49-F238E27FC236}">
                <a16:creationId xmlns:a16="http://schemas.microsoft.com/office/drawing/2014/main" id="{8A63F871-2AFC-993C-0BBC-DD85F0413DEE}"/>
              </a:ext>
            </a:extLst>
          </p:cNvPr>
          <p:cNvSpPr/>
          <p:nvPr/>
        </p:nvSpPr>
        <p:spPr>
          <a:xfrm>
            <a:off x="1897441" y="3736903"/>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29" name="矩形 228">
            <a:extLst>
              <a:ext uri="{FF2B5EF4-FFF2-40B4-BE49-F238E27FC236}">
                <a16:creationId xmlns:a16="http://schemas.microsoft.com/office/drawing/2014/main" id="{814F4628-1CDE-5471-A108-FCDFE7C37481}"/>
              </a:ext>
            </a:extLst>
          </p:cNvPr>
          <p:cNvSpPr/>
          <p:nvPr/>
        </p:nvSpPr>
        <p:spPr>
          <a:xfrm>
            <a:off x="2069667" y="3736903"/>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30" name="矩形 229">
            <a:extLst>
              <a:ext uri="{FF2B5EF4-FFF2-40B4-BE49-F238E27FC236}">
                <a16:creationId xmlns:a16="http://schemas.microsoft.com/office/drawing/2014/main" id="{7AD3E989-8C68-9900-1926-59F477A28E16}"/>
              </a:ext>
            </a:extLst>
          </p:cNvPr>
          <p:cNvSpPr/>
          <p:nvPr/>
        </p:nvSpPr>
        <p:spPr>
          <a:xfrm>
            <a:off x="2241893" y="3736903"/>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31" name="矩形 230">
            <a:extLst>
              <a:ext uri="{FF2B5EF4-FFF2-40B4-BE49-F238E27FC236}">
                <a16:creationId xmlns:a16="http://schemas.microsoft.com/office/drawing/2014/main" id="{405238F5-7B38-E635-51FC-F194DBA88153}"/>
              </a:ext>
            </a:extLst>
          </p:cNvPr>
          <p:cNvSpPr/>
          <p:nvPr/>
        </p:nvSpPr>
        <p:spPr>
          <a:xfrm>
            <a:off x="2414119" y="3736903"/>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32" name="矩形 231">
            <a:extLst>
              <a:ext uri="{FF2B5EF4-FFF2-40B4-BE49-F238E27FC236}">
                <a16:creationId xmlns:a16="http://schemas.microsoft.com/office/drawing/2014/main" id="{BC41EF97-50E7-A8BA-2C6C-D462E6B7E8A0}"/>
              </a:ext>
            </a:extLst>
          </p:cNvPr>
          <p:cNvSpPr/>
          <p:nvPr/>
        </p:nvSpPr>
        <p:spPr>
          <a:xfrm>
            <a:off x="2583688" y="3736903"/>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33" name="矩形 232">
            <a:extLst>
              <a:ext uri="{FF2B5EF4-FFF2-40B4-BE49-F238E27FC236}">
                <a16:creationId xmlns:a16="http://schemas.microsoft.com/office/drawing/2014/main" id="{73438E84-2C1A-4D9F-3A24-824AA35BCBC7}"/>
              </a:ext>
            </a:extLst>
          </p:cNvPr>
          <p:cNvSpPr/>
          <p:nvPr/>
        </p:nvSpPr>
        <p:spPr>
          <a:xfrm>
            <a:off x="2755914" y="3736903"/>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34" name="矩形 233">
            <a:extLst>
              <a:ext uri="{FF2B5EF4-FFF2-40B4-BE49-F238E27FC236}">
                <a16:creationId xmlns:a16="http://schemas.microsoft.com/office/drawing/2014/main" id="{40E52211-4BF8-0166-0F32-D07571C70CF5}"/>
              </a:ext>
            </a:extLst>
          </p:cNvPr>
          <p:cNvSpPr/>
          <p:nvPr/>
        </p:nvSpPr>
        <p:spPr>
          <a:xfrm>
            <a:off x="2928140" y="3736903"/>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35" name="矩形 234">
            <a:extLst>
              <a:ext uri="{FF2B5EF4-FFF2-40B4-BE49-F238E27FC236}">
                <a16:creationId xmlns:a16="http://schemas.microsoft.com/office/drawing/2014/main" id="{4EDD5285-3D40-EAE7-C542-786A6D829197}"/>
              </a:ext>
            </a:extLst>
          </p:cNvPr>
          <p:cNvSpPr/>
          <p:nvPr/>
        </p:nvSpPr>
        <p:spPr>
          <a:xfrm>
            <a:off x="3100366" y="3736903"/>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36" name="矩形 235">
            <a:extLst>
              <a:ext uri="{FF2B5EF4-FFF2-40B4-BE49-F238E27FC236}">
                <a16:creationId xmlns:a16="http://schemas.microsoft.com/office/drawing/2014/main" id="{F1A01163-BE90-1001-9F9C-CCCC4EE80B56}"/>
              </a:ext>
            </a:extLst>
          </p:cNvPr>
          <p:cNvSpPr/>
          <p:nvPr/>
        </p:nvSpPr>
        <p:spPr>
          <a:xfrm>
            <a:off x="3272592" y="3736903"/>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37" name="矩形 236">
            <a:extLst>
              <a:ext uri="{FF2B5EF4-FFF2-40B4-BE49-F238E27FC236}">
                <a16:creationId xmlns:a16="http://schemas.microsoft.com/office/drawing/2014/main" id="{941557BB-D51C-CB1D-075B-407042CAE9E7}"/>
              </a:ext>
            </a:extLst>
          </p:cNvPr>
          <p:cNvSpPr/>
          <p:nvPr/>
        </p:nvSpPr>
        <p:spPr>
          <a:xfrm>
            <a:off x="3444818" y="3736903"/>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41" name="矩形 240">
            <a:extLst>
              <a:ext uri="{FF2B5EF4-FFF2-40B4-BE49-F238E27FC236}">
                <a16:creationId xmlns:a16="http://schemas.microsoft.com/office/drawing/2014/main" id="{D52C9CE6-4861-6D5D-B158-D1F7F694BE77}"/>
              </a:ext>
            </a:extLst>
          </p:cNvPr>
          <p:cNvSpPr/>
          <p:nvPr/>
        </p:nvSpPr>
        <p:spPr>
          <a:xfrm>
            <a:off x="1380763" y="3909129"/>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42" name="矩形 241">
            <a:extLst>
              <a:ext uri="{FF2B5EF4-FFF2-40B4-BE49-F238E27FC236}">
                <a16:creationId xmlns:a16="http://schemas.microsoft.com/office/drawing/2014/main" id="{F7C19CD2-297F-99E3-933F-AF322013430A}"/>
              </a:ext>
            </a:extLst>
          </p:cNvPr>
          <p:cNvSpPr/>
          <p:nvPr/>
        </p:nvSpPr>
        <p:spPr>
          <a:xfrm>
            <a:off x="1552989" y="3909129"/>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43" name="矩形 242">
            <a:extLst>
              <a:ext uri="{FF2B5EF4-FFF2-40B4-BE49-F238E27FC236}">
                <a16:creationId xmlns:a16="http://schemas.microsoft.com/office/drawing/2014/main" id="{0C6733B1-FC32-F36E-E540-8E956877F01E}"/>
              </a:ext>
            </a:extLst>
          </p:cNvPr>
          <p:cNvSpPr/>
          <p:nvPr/>
        </p:nvSpPr>
        <p:spPr>
          <a:xfrm>
            <a:off x="1725215" y="3909129"/>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44" name="矩形 243">
            <a:extLst>
              <a:ext uri="{FF2B5EF4-FFF2-40B4-BE49-F238E27FC236}">
                <a16:creationId xmlns:a16="http://schemas.microsoft.com/office/drawing/2014/main" id="{1F67462B-D351-6CD5-9F17-6FB00D6A6894}"/>
              </a:ext>
            </a:extLst>
          </p:cNvPr>
          <p:cNvSpPr/>
          <p:nvPr/>
        </p:nvSpPr>
        <p:spPr>
          <a:xfrm>
            <a:off x="1897441" y="3909129"/>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45" name="矩形 244">
            <a:extLst>
              <a:ext uri="{FF2B5EF4-FFF2-40B4-BE49-F238E27FC236}">
                <a16:creationId xmlns:a16="http://schemas.microsoft.com/office/drawing/2014/main" id="{22B9BD38-F703-2C2F-98E3-2DB191339D69}"/>
              </a:ext>
            </a:extLst>
          </p:cNvPr>
          <p:cNvSpPr/>
          <p:nvPr/>
        </p:nvSpPr>
        <p:spPr>
          <a:xfrm>
            <a:off x="2069667" y="3909129"/>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46" name="矩形 245">
            <a:extLst>
              <a:ext uri="{FF2B5EF4-FFF2-40B4-BE49-F238E27FC236}">
                <a16:creationId xmlns:a16="http://schemas.microsoft.com/office/drawing/2014/main" id="{03989518-1BBE-0E3A-1406-A652F6210652}"/>
              </a:ext>
            </a:extLst>
          </p:cNvPr>
          <p:cNvSpPr/>
          <p:nvPr/>
        </p:nvSpPr>
        <p:spPr>
          <a:xfrm>
            <a:off x="2241893" y="3909129"/>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47" name="矩形 246">
            <a:extLst>
              <a:ext uri="{FF2B5EF4-FFF2-40B4-BE49-F238E27FC236}">
                <a16:creationId xmlns:a16="http://schemas.microsoft.com/office/drawing/2014/main" id="{20148471-C46E-28A4-BBFB-B66A614CA6E0}"/>
              </a:ext>
            </a:extLst>
          </p:cNvPr>
          <p:cNvSpPr/>
          <p:nvPr/>
        </p:nvSpPr>
        <p:spPr>
          <a:xfrm>
            <a:off x="2414119" y="3909129"/>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48" name="矩形 247">
            <a:extLst>
              <a:ext uri="{FF2B5EF4-FFF2-40B4-BE49-F238E27FC236}">
                <a16:creationId xmlns:a16="http://schemas.microsoft.com/office/drawing/2014/main" id="{29D52307-9CFA-0798-854D-F7E460A655AF}"/>
              </a:ext>
            </a:extLst>
          </p:cNvPr>
          <p:cNvSpPr/>
          <p:nvPr/>
        </p:nvSpPr>
        <p:spPr>
          <a:xfrm>
            <a:off x="2583688" y="3909129"/>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49" name="矩形 248">
            <a:extLst>
              <a:ext uri="{FF2B5EF4-FFF2-40B4-BE49-F238E27FC236}">
                <a16:creationId xmlns:a16="http://schemas.microsoft.com/office/drawing/2014/main" id="{F6956A5C-9E56-EC13-855C-CC0A99388F65}"/>
              </a:ext>
            </a:extLst>
          </p:cNvPr>
          <p:cNvSpPr/>
          <p:nvPr/>
        </p:nvSpPr>
        <p:spPr>
          <a:xfrm>
            <a:off x="2755914" y="3909129"/>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50" name="矩形 249">
            <a:extLst>
              <a:ext uri="{FF2B5EF4-FFF2-40B4-BE49-F238E27FC236}">
                <a16:creationId xmlns:a16="http://schemas.microsoft.com/office/drawing/2014/main" id="{EDBDD29B-3123-D011-8F3C-41F0DBCBC46A}"/>
              </a:ext>
            </a:extLst>
          </p:cNvPr>
          <p:cNvSpPr/>
          <p:nvPr/>
        </p:nvSpPr>
        <p:spPr>
          <a:xfrm>
            <a:off x="2928140" y="3909129"/>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51" name="矩形 250">
            <a:extLst>
              <a:ext uri="{FF2B5EF4-FFF2-40B4-BE49-F238E27FC236}">
                <a16:creationId xmlns:a16="http://schemas.microsoft.com/office/drawing/2014/main" id="{51E3FDD3-31B9-24C0-5090-933D82DAA367}"/>
              </a:ext>
            </a:extLst>
          </p:cNvPr>
          <p:cNvSpPr/>
          <p:nvPr/>
        </p:nvSpPr>
        <p:spPr>
          <a:xfrm>
            <a:off x="3100366" y="3909129"/>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52" name="矩形 251">
            <a:extLst>
              <a:ext uri="{FF2B5EF4-FFF2-40B4-BE49-F238E27FC236}">
                <a16:creationId xmlns:a16="http://schemas.microsoft.com/office/drawing/2014/main" id="{CFE14809-DBE2-F479-FD48-858C2831B0AD}"/>
              </a:ext>
            </a:extLst>
          </p:cNvPr>
          <p:cNvSpPr/>
          <p:nvPr/>
        </p:nvSpPr>
        <p:spPr>
          <a:xfrm>
            <a:off x="3272592" y="3909129"/>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53" name="矩形 252">
            <a:extLst>
              <a:ext uri="{FF2B5EF4-FFF2-40B4-BE49-F238E27FC236}">
                <a16:creationId xmlns:a16="http://schemas.microsoft.com/office/drawing/2014/main" id="{98DEBBDA-FBA0-C385-5232-2BE688588C1B}"/>
              </a:ext>
            </a:extLst>
          </p:cNvPr>
          <p:cNvSpPr/>
          <p:nvPr/>
        </p:nvSpPr>
        <p:spPr>
          <a:xfrm>
            <a:off x="3444818" y="3909129"/>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57" name="矩形 256">
            <a:extLst>
              <a:ext uri="{FF2B5EF4-FFF2-40B4-BE49-F238E27FC236}">
                <a16:creationId xmlns:a16="http://schemas.microsoft.com/office/drawing/2014/main" id="{C815E2BD-D466-D2AD-F387-561182144A41}"/>
              </a:ext>
            </a:extLst>
          </p:cNvPr>
          <p:cNvSpPr/>
          <p:nvPr/>
        </p:nvSpPr>
        <p:spPr>
          <a:xfrm>
            <a:off x="1380763" y="4081355"/>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58" name="矩形 257">
            <a:extLst>
              <a:ext uri="{FF2B5EF4-FFF2-40B4-BE49-F238E27FC236}">
                <a16:creationId xmlns:a16="http://schemas.microsoft.com/office/drawing/2014/main" id="{B14A190C-5C88-CC41-D6EE-123E3A292A2D}"/>
              </a:ext>
            </a:extLst>
          </p:cNvPr>
          <p:cNvSpPr/>
          <p:nvPr/>
        </p:nvSpPr>
        <p:spPr>
          <a:xfrm>
            <a:off x="1552989" y="408135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59" name="矩形 258">
            <a:extLst>
              <a:ext uri="{FF2B5EF4-FFF2-40B4-BE49-F238E27FC236}">
                <a16:creationId xmlns:a16="http://schemas.microsoft.com/office/drawing/2014/main" id="{9CA39EDA-7C4A-3E06-66B0-9C532C4B940C}"/>
              </a:ext>
            </a:extLst>
          </p:cNvPr>
          <p:cNvSpPr/>
          <p:nvPr/>
        </p:nvSpPr>
        <p:spPr>
          <a:xfrm>
            <a:off x="1725215" y="408135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60" name="矩形 259">
            <a:extLst>
              <a:ext uri="{FF2B5EF4-FFF2-40B4-BE49-F238E27FC236}">
                <a16:creationId xmlns:a16="http://schemas.microsoft.com/office/drawing/2014/main" id="{6B57FF41-D3C4-BC84-509B-68D5634B2E7C}"/>
              </a:ext>
            </a:extLst>
          </p:cNvPr>
          <p:cNvSpPr/>
          <p:nvPr/>
        </p:nvSpPr>
        <p:spPr>
          <a:xfrm>
            <a:off x="1897441" y="408135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61" name="矩形 260">
            <a:extLst>
              <a:ext uri="{FF2B5EF4-FFF2-40B4-BE49-F238E27FC236}">
                <a16:creationId xmlns:a16="http://schemas.microsoft.com/office/drawing/2014/main" id="{593B3357-2960-CAD2-D942-EA245590C366}"/>
              </a:ext>
            </a:extLst>
          </p:cNvPr>
          <p:cNvSpPr/>
          <p:nvPr/>
        </p:nvSpPr>
        <p:spPr>
          <a:xfrm>
            <a:off x="2069667" y="408135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62" name="矩形 261">
            <a:extLst>
              <a:ext uri="{FF2B5EF4-FFF2-40B4-BE49-F238E27FC236}">
                <a16:creationId xmlns:a16="http://schemas.microsoft.com/office/drawing/2014/main" id="{F33EA6DE-CDD5-C02F-7216-EABE49140C0C}"/>
              </a:ext>
            </a:extLst>
          </p:cNvPr>
          <p:cNvSpPr/>
          <p:nvPr/>
        </p:nvSpPr>
        <p:spPr>
          <a:xfrm>
            <a:off x="2241893" y="408135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63" name="矩形 262">
            <a:extLst>
              <a:ext uri="{FF2B5EF4-FFF2-40B4-BE49-F238E27FC236}">
                <a16:creationId xmlns:a16="http://schemas.microsoft.com/office/drawing/2014/main" id="{2A70BE5C-7B2C-88F2-35C5-02E92B3C2F19}"/>
              </a:ext>
            </a:extLst>
          </p:cNvPr>
          <p:cNvSpPr/>
          <p:nvPr/>
        </p:nvSpPr>
        <p:spPr>
          <a:xfrm>
            <a:off x="2414119" y="408135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64" name="矩形 263">
            <a:extLst>
              <a:ext uri="{FF2B5EF4-FFF2-40B4-BE49-F238E27FC236}">
                <a16:creationId xmlns:a16="http://schemas.microsoft.com/office/drawing/2014/main" id="{31622DE8-9225-BA3C-8AAE-90B83819C6CF}"/>
              </a:ext>
            </a:extLst>
          </p:cNvPr>
          <p:cNvSpPr/>
          <p:nvPr/>
        </p:nvSpPr>
        <p:spPr>
          <a:xfrm>
            <a:off x="2583688" y="408135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65" name="矩形 264">
            <a:extLst>
              <a:ext uri="{FF2B5EF4-FFF2-40B4-BE49-F238E27FC236}">
                <a16:creationId xmlns:a16="http://schemas.microsoft.com/office/drawing/2014/main" id="{C3572FF2-C553-8925-E2BF-91A02DDB4CB0}"/>
              </a:ext>
            </a:extLst>
          </p:cNvPr>
          <p:cNvSpPr/>
          <p:nvPr/>
        </p:nvSpPr>
        <p:spPr>
          <a:xfrm>
            <a:off x="2755914" y="408135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66" name="矩形 265">
            <a:extLst>
              <a:ext uri="{FF2B5EF4-FFF2-40B4-BE49-F238E27FC236}">
                <a16:creationId xmlns:a16="http://schemas.microsoft.com/office/drawing/2014/main" id="{B30F548E-E5F1-522F-1866-26FBEEC8B248}"/>
              </a:ext>
            </a:extLst>
          </p:cNvPr>
          <p:cNvSpPr/>
          <p:nvPr/>
        </p:nvSpPr>
        <p:spPr>
          <a:xfrm>
            <a:off x="2928140" y="408135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67" name="矩形 266">
            <a:extLst>
              <a:ext uri="{FF2B5EF4-FFF2-40B4-BE49-F238E27FC236}">
                <a16:creationId xmlns:a16="http://schemas.microsoft.com/office/drawing/2014/main" id="{9DE1FCB9-7A14-FA12-89A7-0E1F3EFEE954}"/>
              </a:ext>
            </a:extLst>
          </p:cNvPr>
          <p:cNvSpPr/>
          <p:nvPr/>
        </p:nvSpPr>
        <p:spPr>
          <a:xfrm>
            <a:off x="3100366" y="408135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68" name="矩形 267">
            <a:extLst>
              <a:ext uri="{FF2B5EF4-FFF2-40B4-BE49-F238E27FC236}">
                <a16:creationId xmlns:a16="http://schemas.microsoft.com/office/drawing/2014/main" id="{308103E2-BC21-03ED-8D6C-68BF9E893C95}"/>
              </a:ext>
            </a:extLst>
          </p:cNvPr>
          <p:cNvSpPr/>
          <p:nvPr/>
        </p:nvSpPr>
        <p:spPr>
          <a:xfrm>
            <a:off x="3272592" y="408135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69" name="矩形 268">
            <a:extLst>
              <a:ext uri="{FF2B5EF4-FFF2-40B4-BE49-F238E27FC236}">
                <a16:creationId xmlns:a16="http://schemas.microsoft.com/office/drawing/2014/main" id="{31304C33-7452-D2CC-DBAC-693F3C1D4212}"/>
              </a:ext>
            </a:extLst>
          </p:cNvPr>
          <p:cNvSpPr/>
          <p:nvPr/>
        </p:nvSpPr>
        <p:spPr>
          <a:xfrm>
            <a:off x="3444818" y="4081355"/>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73" name="矩形 272">
            <a:extLst>
              <a:ext uri="{FF2B5EF4-FFF2-40B4-BE49-F238E27FC236}">
                <a16:creationId xmlns:a16="http://schemas.microsoft.com/office/drawing/2014/main" id="{FAD8BB2D-257E-68E6-2CA2-90C08D0E9F00}"/>
              </a:ext>
            </a:extLst>
          </p:cNvPr>
          <p:cNvSpPr/>
          <p:nvPr/>
        </p:nvSpPr>
        <p:spPr>
          <a:xfrm>
            <a:off x="1380763" y="4253581"/>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74" name="矩形 273">
            <a:extLst>
              <a:ext uri="{FF2B5EF4-FFF2-40B4-BE49-F238E27FC236}">
                <a16:creationId xmlns:a16="http://schemas.microsoft.com/office/drawing/2014/main" id="{FC354FBE-A4C2-33CE-C85F-97E0522204B3}"/>
              </a:ext>
            </a:extLst>
          </p:cNvPr>
          <p:cNvSpPr/>
          <p:nvPr/>
        </p:nvSpPr>
        <p:spPr>
          <a:xfrm>
            <a:off x="1552989" y="4253581"/>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75" name="矩形 274">
            <a:extLst>
              <a:ext uri="{FF2B5EF4-FFF2-40B4-BE49-F238E27FC236}">
                <a16:creationId xmlns:a16="http://schemas.microsoft.com/office/drawing/2014/main" id="{FC97E59B-5497-9B50-5C84-1B14D39243A4}"/>
              </a:ext>
            </a:extLst>
          </p:cNvPr>
          <p:cNvSpPr/>
          <p:nvPr/>
        </p:nvSpPr>
        <p:spPr>
          <a:xfrm>
            <a:off x="1725215" y="4253581"/>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76" name="矩形 275">
            <a:extLst>
              <a:ext uri="{FF2B5EF4-FFF2-40B4-BE49-F238E27FC236}">
                <a16:creationId xmlns:a16="http://schemas.microsoft.com/office/drawing/2014/main" id="{1A2B2F5A-A4DC-5A8F-0081-327561941EEE}"/>
              </a:ext>
            </a:extLst>
          </p:cNvPr>
          <p:cNvSpPr/>
          <p:nvPr/>
        </p:nvSpPr>
        <p:spPr>
          <a:xfrm>
            <a:off x="1897441" y="4253581"/>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77" name="矩形 276">
            <a:extLst>
              <a:ext uri="{FF2B5EF4-FFF2-40B4-BE49-F238E27FC236}">
                <a16:creationId xmlns:a16="http://schemas.microsoft.com/office/drawing/2014/main" id="{1E609464-0E41-6861-41AF-B70B8751B6C7}"/>
              </a:ext>
            </a:extLst>
          </p:cNvPr>
          <p:cNvSpPr/>
          <p:nvPr/>
        </p:nvSpPr>
        <p:spPr>
          <a:xfrm>
            <a:off x="2069667" y="4253581"/>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78" name="矩形 277">
            <a:extLst>
              <a:ext uri="{FF2B5EF4-FFF2-40B4-BE49-F238E27FC236}">
                <a16:creationId xmlns:a16="http://schemas.microsoft.com/office/drawing/2014/main" id="{245CAD8D-17EE-D592-8ED0-605A38F65702}"/>
              </a:ext>
            </a:extLst>
          </p:cNvPr>
          <p:cNvSpPr/>
          <p:nvPr/>
        </p:nvSpPr>
        <p:spPr>
          <a:xfrm>
            <a:off x="2241893" y="4253581"/>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79" name="矩形 278">
            <a:extLst>
              <a:ext uri="{FF2B5EF4-FFF2-40B4-BE49-F238E27FC236}">
                <a16:creationId xmlns:a16="http://schemas.microsoft.com/office/drawing/2014/main" id="{5285568B-35F0-C353-0391-95A82A3C61E5}"/>
              </a:ext>
            </a:extLst>
          </p:cNvPr>
          <p:cNvSpPr/>
          <p:nvPr/>
        </p:nvSpPr>
        <p:spPr>
          <a:xfrm>
            <a:off x="2414119" y="4253581"/>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80" name="矩形 279">
            <a:extLst>
              <a:ext uri="{FF2B5EF4-FFF2-40B4-BE49-F238E27FC236}">
                <a16:creationId xmlns:a16="http://schemas.microsoft.com/office/drawing/2014/main" id="{01EB4774-C78C-53B2-69A0-81E88B966AD0}"/>
              </a:ext>
            </a:extLst>
          </p:cNvPr>
          <p:cNvSpPr/>
          <p:nvPr/>
        </p:nvSpPr>
        <p:spPr>
          <a:xfrm>
            <a:off x="2583688" y="4253581"/>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81" name="矩形 280">
            <a:extLst>
              <a:ext uri="{FF2B5EF4-FFF2-40B4-BE49-F238E27FC236}">
                <a16:creationId xmlns:a16="http://schemas.microsoft.com/office/drawing/2014/main" id="{7BBBC64B-7A97-A95A-9226-092D718D2C31}"/>
              </a:ext>
            </a:extLst>
          </p:cNvPr>
          <p:cNvSpPr/>
          <p:nvPr/>
        </p:nvSpPr>
        <p:spPr>
          <a:xfrm>
            <a:off x="2755914" y="4253581"/>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82" name="矩形 281">
            <a:extLst>
              <a:ext uri="{FF2B5EF4-FFF2-40B4-BE49-F238E27FC236}">
                <a16:creationId xmlns:a16="http://schemas.microsoft.com/office/drawing/2014/main" id="{34C86712-B62E-6045-89D9-B1C21C178D93}"/>
              </a:ext>
            </a:extLst>
          </p:cNvPr>
          <p:cNvSpPr/>
          <p:nvPr/>
        </p:nvSpPr>
        <p:spPr>
          <a:xfrm>
            <a:off x="2928140" y="4253581"/>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83" name="矩形 282">
            <a:extLst>
              <a:ext uri="{FF2B5EF4-FFF2-40B4-BE49-F238E27FC236}">
                <a16:creationId xmlns:a16="http://schemas.microsoft.com/office/drawing/2014/main" id="{0F4DEAB9-0624-57EF-4C1E-A7A34B6362F4}"/>
              </a:ext>
            </a:extLst>
          </p:cNvPr>
          <p:cNvSpPr/>
          <p:nvPr/>
        </p:nvSpPr>
        <p:spPr>
          <a:xfrm>
            <a:off x="3100366" y="4253581"/>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84" name="矩形 283">
            <a:extLst>
              <a:ext uri="{FF2B5EF4-FFF2-40B4-BE49-F238E27FC236}">
                <a16:creationId xmlns:a16="http://schemas.microsoft.com/office/drawing/2014/main" id="{8522A5EB-9B90-3D7F-0F63-468D66917678}"/>
              </a:ext>
            </a:extLst>
          </p:cNvPr>
          <p:cNvSpPr/>
          <p:nvPr/>
        </p:nvSpPr>
        <p:spPr>
          <a:xfrm>
            <a:off x="3272592" y="4253581"/>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85" name="矩形 284">
            <a:extLst>
              <a:ext uri="{FF2B5EF4-FFF2-40B4-BE49-F238E27FC236}">
                <a16:creationId xmlns:a16="http://schemas.microsoft.com/office/drawing/2014/main" id="{0C172E08-E85F-7953-9F66-B6874A2FAEA3}"/>
              </a:ext>
            </a:extLst>
          </p:cNvPr>
          <p:cNvSpPr/>
          <p:nvPr/>
        </p:nvSpPr>
        <p:spPr>
          <a:xfrm>
            <a:off x="3444818" y="4253581"/>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29698" name="Picture 2" descr="Pop! Wall-E (Facet) — Double Boxed Toys">
            <a:extLst>
              <a:ext uri="{FF2B5EF4-FFF2-40B4-BE49-F238E27FC236}">
                <a16:creationId xmlns:a16="http://schemas.microsoft.com/office/drawing/2014/main" id="{10507E34-FCDF-5F8B-56DC-F1F4CE805C63}"/>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2782" t="8914" r="12960" b="8907"/>
          <a:stretch/>
        </p:blipFill>
        <p:spPr bwMode="auto">
          <a:xfrm>
            <a:off x="4568848" y="2961886"/>
            <a:ext cx="699030" cy="77359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1814259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a:extLst>
              <a:ext uri="{FF2B5EF4-FFF2-40B4-BE49-F238E27FC236}">
                <a16:creationId xmlns:a16="http://schemas.microsoft.com/office/drawing/2014/main" id="{94AD2C57-F265-8B0A-6998-D09748D5B04C}"/>
              </a:ext>
            </a:extLst>
          </p:cNvPr>
          <p:cNvSpPr>
            <a:spLocks noGrp="1"/>
          </p:cNvSpPr>
          <p:nvPr>
            <p:ph type="title"/>
          </p:nvPr>
        </p:nvSpPr>
        <p:spPr>
          <a:xfrm>
            <a:off x="628649" y="559420"/>
            <a:ext cx="7732925" cy="630335"/>
          </a:xfrm>
        </p:spPr>
        <p:txBody>
          <a:bodyPr/>
          <a:lstStyle/>
          <a:p>
            <a:r>
              <a:rPr lang="en-GB" altLang="zh-CN" b="0" dirty="0"/>
              <a:t>Example: Bayes Filter on a Grid </a:t>
            </a:r>
          </a:p>
        </p:txBody>
      </p:sp>
      <p:sp>
        <p:nvSpPr>
          <p:cNvPr id="7" name="文本占位符 6">
            <a:extLst>
              <a:ext uri="{FF2B5EF4-FFF2-40B4-BE49-F238E27FC236}">
                <a16:creationId xmlns:a16="http://schemas.microsoft.com/office/drawing/2014/main" id="{41E7D224-33C4-102F-2F66-ECDA152FA40B}"/>
              </a:ext>
            </a:extLst>
          </p:cNvPr>
          <p:cNvSpPr>
            <a:spLocks noGrp="1"/>
          </p:cNvSpPr>
          <p:nvPr>
            <p:ph type="body" sz="quarter" idx="10"/>
          </p:nvPr>
        </p:nvSpPr>
        <p:spPr>
          <a:xfrm>
            <a:off x="628650" y="1465263"/>
            <a:ext cx="7732713" cy="669397"/>
          </a:xfrm>
        </p:spPr>
        <p:txBody>
          <a:bodyPr/>
          <a:lstStyle/>
          <a:p>
            <a:r>
              <a:rPr lang="en-GB" altLang="zh-CN" dirty="0"/>
              <a:t>Initially, the robot does not see a wall and therefore could be almost anywhere. </a:t>
            </a:r>
          </a:p>
        </p:txBody>
      </p:sp>
      <p:sp>
        <p:nvSpPr>
          <p:cNvPr id="81" name="矩形 80">
            <a:extLst>
              <a:ext uri="{FF2B5EF4-FFF2-40B4-BE49-F238E27FC236}">
                <a16:creationId xmlns:a16="http://schemas.microsoft.com/office/drawing/2014/main" id="{FA86B625-9340-3712-E028-F7226DE97150}"/>
              </a:ext>
            </a:extLst>
          </p:cNvPr>
          <p:cNvSpPr/>
          <p:nvPr/>
        </p:nvSpPr>
        <p:spPr>
          <a:xfrm>
            <a:off x="1380763" y="2186869"/>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2" name="矩形 81">
            <a:extLst>
              <a:ext uri="{FF2B5EF4-FFF2-40B4-BE49-F238E27FC236}">
                <a16:creationId xmlns:a16="http://schemas.microsoft.com/office/drawing/2014/main" id="{7D5B5B73-9561-7327-FACE-2C1A844B5DC4}"/>
              </a:ext>
            </a:extLst>
          </p:cNvPr>
          <p:cNvSpPr/>
          <p:nvPr/>
        </p:nvSpPr>
        <p:spPr>
          <a:xfrm>
            <a:off x="1552989" y="2186869"/>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3" name="矩形 82">
            <a:extLst>
              <a:ext uri="{FF2B5EF4-FFF2-40B4-BE49-F238E27FC236}">
                <a16:creationId xmlns:a16="http://schemas.microsoft.com/office/drawing/2014/main" id="{D8EB9593-ADB5-C7A7-4EA6-5948BF59BC00}"/>
              </a:ext>
            </a:extLst>
          </p:cNvPr>
          <p:cNvSpPr/>
          <p:nvPr/>
        </p:nvSpPr>
        <p:spPr>
          <a:xfrm>
            <a:off x="1725215" y="2186869"/>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4" name="矩形 83">
            <a:extLst>
              <a:ext uri="{FF2B5EF4-FFF2-40B4-BE49-F238E27FC236}">
                <a16:creationId xmlns:a16="http://schemas.microsoft.com/office/drawing/2014/main" id="{8FFA145A-97D6-DE13-07F2-83720D6FBF88}"/>
              </a:ext>
            </a:extLst>
          </p:cNvPr>
          <p:cNvSpPr/>
          <p:nvPr/>
        </p:nvSpPr>
        <p:spPr>
          <a:xfrm>
            <a:off x="1897441" y="2186869"/>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5" name="矩形 84">
            <a:extLst>
              <a:ext uri="{FF2B5EF4-FFF2-40B4-BE49-F238E27FC236}">
                <a16:creationId xmlns:a16="http://schemas.microsoft.com/office/drawing/2014/main" id="{6AE309C4-3425-B6DF-0563-35ACD5C9477B}"/>
              </a:ext>
            </a:extLst>
          </p:cNvPr>
          <p:cNvSpPr/>
          <p:nvPr/>
        </p:nvSpPr>
        <p:spPr>
          <a:xfrm>
            <a:off x="2069667" y="2186869"/>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6" name="矩形 85">
            <a:extLst>
              <a:ext uri="{FF2B5EF4-FFF2-40B4-BE49-F238E27FC236}">
                <a16:creationId xmlns:a16="http://schemas.microsoft.com/office/drawing/2014/main" id="{31816598-AA46-66D1-6E7E-0CAB5CFB4A92}"/>
              </a:ext>
            </a:extLst>
          </p:cNvPr>
          <p:cNvSpPr/>
          <p:nvPr/>
        </p:nvSpPr>
        <p:spPr>
          <a:xfrm>
            <a:off x="2241893" y="2186869"/>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7" name="矩形 86">
            <a:extLst>
              <a:ext uri="{FF2B5EF4-FFF2-40B4-BE49-F238E27FC236}">
                <a16:creationId xmlns:a16="http://schemas.microsoft.com/office/drawing/2014/main" id="{15FA27C9-E27B-D651-0702-0B9F3B475F83}"/>
              </a:ext>
            </a:extLst>
          </p:cNvPr>
          <p:cNvSpPr/>
          <p:nvPr/>
        </p:nvSpPr>
        <p:spPr>
          <a:xfrm>
            <a:off x="2414119" y="2186869"/>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8" name="矩形 87">
            <a:extLst>
              <a:ext uri="{FF2B5EF4-FFF2-40B4-BE49-F238E27FC236}">
                <a16:creationId xmlns:a16="http://schemas.microsoft.com/office/drawing/2014/main" id="{ECA1A14C-BE49-D730-B31B-81784EEDAF8E}"/>
              </a:ext>
            </a:extLst>
          </p:cNvPr>
          <p:cNvSpPr/>
          <p:nvPr/>
        </p:nvSpPr>
        <p:spPr>
          <a:xfrm>
            <a:off x="2583688" y="2186869"/>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9" name="矩形 88">
            <a:extLst>
              <a:ext uri="{FF2B5EF4-FFF2-40B4-BE49-F238E27FC236}">
                <a16:creationId xmlns:a16="http://schemas.microsoft.com/office/drawing/2014/main" id="{DD61CAF2-B030-7EC4-1E85-EFA778307B9D}"/>
              </a:ext>
            </a:extLst>
          </p:cNvPr>
          <p:cNvSpPr/>
          <p:nvPr/>
        </p:nvSpPr>
        <p:spPr>
          <a:xfrm>
            <a:off x="2755914" y="2186869"/>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0" name="矩形 89">
            <a:extLst>
              <a:ext uri="{FF2B5EF4-FFF2-40B4-BE49-F238E27FC236}">
                <a16:creationId xmlns:a16="http://schemas.microsoft.com/office/drawing/2014/main" id="{77D275B5-1DFE-D621-53C9-2DE25D0DCC26}"/>
              </a:ext>
            </a:extLst>
          </p:cNvPr>
          <p:cNvSpPr/>
          <p:nvPr/>
        </p:nvSpPr>
        <p:spPr>
          <a:xfrm>
            <a:off x="2928140" y="2186869"/>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1" name="矩形 90">
            <a:extLst>
              <a:ext uri="{FF2B5EF4-FFF2-40B4-BE49-F238E27FC236}">
                <a16:creationId xmlns:a16="http://schemas.microsoft.com/office/drawing/2014/main" id="{638F48B6-1106-9B44-C3AA-6B4F759E82FA}"/>
              </a:ext>
            </a:extLst>
          </p:cNvPr>
          <p:cNvSpPr/>
          <p:nvPr/>
        </p:nvSpPr>
        <p:spPr>
          <a:xfrm>
            <a:off x="3100366" y="2186869"/>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2" name="矩形 91">
            <a:extLst>
              <a:ext uri="{FF2B5EF4-FFF2-40B4-BE49-F238E27FC236}">
                <a16:creationId xmlns:a16="http://schemas.microsoft.com/office/drawing/2014/main" id="{DDA7C2A5-DCEE-E3D8-3197-1F0B79A39213}"/>
              </a:ext>
            </a:extLst>
          </p:cNvPr>
          <p:cNvSpPr/>
          <p:nvPr/>
        </p:nvSpPr>
        <p:spPr>
          <a:xfrm>
            <a:off x="3272592" y="2186869"/>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3" name="矩形 92">
            <a:extLst>
              <a:ext uri="{FF2B5EF4-FFF2-40B4-BE49-F238E27FC236}">
                <a16:creationId xmlns:a16="http://schemas.microsoft.com/office/drawing/2014/main" id="{5B8E9638-A5AA-7C0F-E4F3-06F22A181F42}"/>
              </a:ext>
            </a:extLst>
          </p:cNvPr>
          <p:cNvSpPr/>
          <p:nvPr/>
        </p:nvSpPr>
        <p:spPr>
          <a:xfrm>
            <a:off x="3444818" y="2186869"/>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7" name="矩形 96">
            <a:extLst>
              <a:ext uri="{FF2B5EF4-FFF2-40B4-BE49-F238E27FC236}">
                <a16:creationId xmlns:a16="http://schemas.microsoft.com/office/drawing/2014/main" id="{130283A0-A0F6-9A70-606F-AEC1710D7A91}"/>
              </a:ext>
            </a:extLst>
          </p:cNvPr>
          <p:cNvSpPr/>
          <p:nvPr/>
        </p:nvSpPr>
        <p:spPr>
          <a:xfrm>
            <a:off x="1380763" y="2359095"/>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8" name="矩形 97">
            <a:extLst>
              <a:ext uri="{FF2B5EF4-FFF2-40B4-BE49-F238E27FC236}">
                <a16:creationId xmlns:a16="http://schemas.microsoft.com/office/drawing/2014/main" id="{5677DA52-7FF0-52CA-0CD4-9CD3E176ED0B}"/>
              </a:ext>
            </a:extLst>
          </p:cNvPr>
          <p:cNvSpPr/>
          <p:nvPr/>
        </p:nvSpPr>
        <p:spPr>
          <a:xfrm>
            <a:off x="1552989" y="235909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9" name="矩形 98">
            <a:extLst>
              <a:ext uri="{FF2B5EF4-FFF2-40B4-BE49-F238E27FC236}">
                <a16:creationId xmlns:a16="http://schemas.microsoft.com/office/drawing/2014/main" id="{69EB70BF-8A20-1E7B-D62C-EC92BE3F4EE9}"/>
              </a:ext>
            </a:extLst>
          </p:cNvPr>
          <p:cNvSpPr/>
          <p:nvPr/>
        </p:nvSpPr>
        <p:spPr>
          <a:xfrm>
            <a:off x="1725215" y="235909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0" name="矩形 99">
            <a:extLst>
              <a:ext uri="{FF2B5EF4-FFF2-40B4-BE49-F238E27FC236}">
                <a16:creationId xmlns:a16="http://schemas.microsoft.com/office/drawing/2014/main" id="{8B9DC2E6-3C10-6BB7-657F-C81EA8AB3B30}"/>
              </a:ext>
            </a:extLst>
          </p:cNvPr>
          <p:cNvSpPr/>
          <p:nvPr/>
        </p:nvSpPr>
        <p:spPr>
          <a:xfrm>
            <a:off x="1897441" y="235909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1" name="矩形 100">
            <a:extLst>
              <a:ext uri="{FF2B5EF4-FFF2-40B4-BE49-F238E27FC236}">
                <a16:creationId xmlns:a16="http://schemas.microsoft.com/office/drawing/2014/main" id="{D55A5DC3-0A15-CC9B-5DA5-DAAAE5F08E2E}"/>
              </a:ext>
            </a:extLst>
          </p:cNvPr>
          <p:cNvSpPr/>
          <p:nvPr/>
        </p:nvSpPr>
        <p:spPr>
          <a:xfrm>
            <a:off x="2069667" y="235909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2" name="矩形 101">
            <a:extLst>
              <a:ext uri="{FF2B5EF4-FFF2-40B4-BE49-F238E27FC236}">
                <a16:creationId xmlns:a16="http://schemas.microsoft.com/office/drawing/2014/main" id="{BC396056-3D53-C3E4-E907-6971AC24283B}"/>
              </a:ext>
            </a:extLst>
          </p:cNvPr>
          <p:cNvSpPr/>
          <p:nvPr/>
        </p:nvSpPr>
        <p:spPr>
          <a:xfrm>
            <a:off x="2241893" y="235909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3" name="矩形 102">
            <a:extLst>
              <a:ext uri="{FF2B5EF4-FFF2-40B4-BE49-F238E27FC236}">
                <a16:creationId xmlns:a16="http://schemas.microsoft.com/office/drawing/2014/main" id="{542AADB9-9F83-0BED-A7BA-34BDDFB088A1}"/>
              </a:ext>
            </a:extLst>
          </p:cNvPr>
          <p:cNvSpPr/>
          <p:nvPr/>
        </p:nvSpPr>
        <p:spPr>
          <a:xfrm>
            <a:off x="2414119" y="235909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4" name="矩形 103">
            <a:extLst>
              <a:ext uri="{FF2B5EF4-FFF2-40B4-BE49-F238E27FC236}">
                <a16:creationId xmlns:a16="http://schemas.microsoft.com/office/drawing/2014/main" id="{2FFB8A55-8740-D3AF-D977-0FBC9FE14734}"/>
              </a:ext>
            </a:extLst>
          </p:cNvPr>
          <p:cNvSpPr/>
          <p:nvPr/>
        </p:nvSpPr>
        <p:spPr>
          <a:xfrm>
            <a:off x="2583688" y="235909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5" name="矩形 104">
            <a:extLst>
              <a:ext uri="{FF2B5EF4-FFF2-40B4-BE49-F238E27FC236}">
                <a16:creationId xmlns:a16="http://schemas.microsoft.com/office/drawing/2014/main" id="{CEE93981-2713-FB82-7693-FF179CF05BD7}"/>
              </a:ext>
            </a:extLst>
          </p:cNvPr>
          <p:cNvSpPr/>
          <p:nvPr/>
        </p:nvSpPr>
        <p:spPr>
          <a:xfrm>
            <a:off x="2755914" y="235909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6" name="矩形 105">
            <a:extLst>
              <a:ext uri="{FF2B5EF4-FFF2-40B4-BE49-F238E27FC236}">
                <a16:creationId xmlns:a16="http://schemas.microsoft.com/office/drawing/2014/main" id="{82E3A5F7-D9F2-DC66-0364-D61D4AFD9BE1}"/>
              </a:ext>
            </a:extLst>
          </p:cNvPr>
          <p:cNvSpPr/>
          <p:nvPr/>
        </p:nvSpPr>
        <p:spPr>
          <a:xfrm>
            <a:off x="2928140" y="235909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7" name="矩形 106">
            <a:extLst>
              <a:ext uri="{FF2B5EF4-FFF2-40B4-BE49-F238E27FC236}">
                <a16:creationId xmlns:a16="http://schemas.microsoft.com/office/drawing/2014/main" id="{B3C4AD60-FF59-03AC-6A2B-72558B8C010C}"/>
              </a:ext>
            </a:extLst>
          </p:cNvPr>
          <p:cNvSpPr/>
          <p:nvPr/>
        </p:nvSpPr>
        <p:spPr>
          <a:xfrm>
            <a:off x="3100366" y="235909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8" name="矩形 107">
            <a:extLst>
              <a:ext uri="{FF2B5EF4-FFF2-40B4-BE49-F238E27FC236}">
                <a16:creationId xmlns:a16="http://schemas.microsoft.com/office/drawing/2014/main" id="{A7E282F8-9712-9618-CA30-CBE57F1DC995}"/>
              </a:ext>
            </a:extLst>
          </p:cNvPr>
          <p:cNvSpPr/>
          <p:nvPr/>
        </p:nvSpPr>
        <p:spPr>
          <a:xfrm>
            <a:off x="3272592" y="235909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9" name="矩形 108">
            <a:extLst>
              <a:ext uri="{FF2B5EF4-FFF2-40B4-BE49-F238E27FC236}">
                <a16:creationId xmlns:a16="http://schemas.microsoft.com/office/drawing/2014/main" id="{D23C109F-CC7D-3023-245C-681CDEDB9F4F}"/>
              </a:ext>
            </a:extLst>
          </p:cNvPr>
          <p:cNvSpPr/>
          <p:nvPr/>
        </p:nvSpPr>
        <p:spPr>
          <a:xfrm>
            <a:off x="3444818" y="2359095"/>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3" name="矩形 112">
            <a:extLst>
              <a:ext uri="{FF2B5EF4-FFF2-40B4-BE49-F238E27FC236}">
                <a16:creationId xmlns:a16="http://schemas.microsoft.com/office/drawing/2014/main" id="{2F1C59B9-4298-FCE8-072D-A01C1000ACF5}"/>
              </a:ext>
            </a:extLst>
          </p:cNvPr>
          <p:cNvSpPr/>
          <p:nvPr/>
        </p:nvSpPr>
        <p:spPr>
          <a:xfrm>
            <a:off x="1380763" y="2531321"/>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4" name="矩形 113">
            <a:extLst>
              <a:ext uri="{FF2B5EF4-FFF2-40B4-BE49-F238E27FC236}">
                <a16:creationId xmlns:a16="http://schemas.microsoft.com/office/drawing/2014/main" id="{0F2EB630-C260-BD67-373C-CC026B2ED878}"/>
              </a:ext>
            </a:extLst>
          </p:cNvPr>
          <p:cNvSpPr/>
          <p:nvPr/>
        </p:nvSpPr>
        <p:spPr>
          <a:xfrm>
            <a:off x="1552989" y="2531321"/>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5" name="矩形 114">
            <a:extLst>
              <a:ext uri="{FF2B5EF4-FFF2-40B4-BE49-F238E27FC236}">
                <a16:creationId xmlns:a16="http://schemas.microsoft.com/office/drawing/2014/main" id="{0A4233A0-A7A1-8F0C-5DD1-A675C29C5351}"/>
              </a:ext>
            </a:extLst>
          </p:cNvPr>
          <p:cNvSpPr/>
          <p:nvPr/>
        </p:nvSpPr>
        <p:spPr>
          <a:xfrm>
            <a:off x="1725215" y="2531321"/>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6" name="矩形 115">
            <a:extLst>
              <a:ext uri="{FF2B5EF4-FFF2-40B4-BE49-F238E27FC236}">
                <a16:creationId xmlns:a16="http://schemas.microsoft.com/office/drawing/2014/main" id="{48648F6E-F153-CAC7-09E8-5BFC712D5DCA}"/>
              </a:ext>
            </a:extLst>
          </p:cNvPr>
          <p:cNvSpPr/>
          <p:nvPr/>
        </p:nvSpPr>
        <p:spPr>
          <a:xfrm>
            <a:off x="1897441" y="2531321"/>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7" name="矩形 116">
            <a:extLst>
              <a:ext uri="{FF2B5EF4-FFF2-40B4-BE49-F238E27FC236}">
                <a16:creationId xmlns:a16="http://schemas.microsoft.com/office/drawing/2014/main" id="{A90D02AF-7796-B17B-434F-D40ABFBEFC49}"/>
              </a:ext>
            </a:extLst>
          </p:cNvPr>
          <p:cNvSpPr/>
          <p:nvPr/>
        </p:nvSpPr>
        <p:spPr>
          <a:xfrm>
            <a:off x="2069667" y="2531321"/>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8" name="矩形 117">
            <a:extLst>
              <a:ext uri="{FF2B5EF4-FFF2-40B4-BE49-F238E27FC236}">
                <a16:creationId xmlns:a16="http://schemas.microsoft.com/office/drawing/2014/main" id="{C52921F1-62BB-5849-7654-56D44E91546E}"/>
              </a:ext>
            </a:extLst>
          </p:cNvPr>
          <p:cNvSpPr/>
          <p:nvPr/>
        </p:nvSpPr>
        <p:spPr>
          <a:xfrm>
            <a:off x="2241893" y="2531321"/>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9" name="矩形 118">
            <a:extLst>
              <a:ext uri="{FF2B5EF4-FFF2-40B4-BE49-F238E27FC236}">
                <a16:creationId xmlns:a16="http://schemas.microsoft.com/office/drawing/2014/main" id="{BB8F7EE6-0B97-49B5-BD4F-3EE97C2330E4}"/>
              </a:ext>
            </a:extLst>
          </p:cNvPr>
          <p:cNvSpPr/>
          <p:nvPr/>
        </p:nvSpPr>
        <p:spPr>
          <a:xfrm>
            <a:off x="2414119" y="2531321"/>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0" name="矩形 119">
            <a:extLst>
              <a:ext uri="{FF2B5EF4-FFF2-40B4-BE49-F238E27FC236}">
                <a16:creationId xmlns:a16="http://schemas.microsoft.com/office/drawing/2014/main" id="{59A09662-458D-0BC2-9FB8-DA71E656D283}"/>
              </a:ext>
            </a:extLst>
          </p:cNvPr>
          <p:cNvSpPr/>
          <p:nvPr/>
        </p:nvSpPr>
        <p:spPr>
          <a:xfrm>
            <a:off x="2583688" y="2531321"/>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1" name="矩形 120">
            <a:extLst>
              <a:ext uri="{FF2B5EF4-FFF2-40B4-BE49-F238E27FC236}">
                <a16:creationId xmlns:a16="http://schemas.microsoft.com/office/drawing/2014/main" id="{A64B0828-F0B5-4E19-FCB8-7FBCF7502A99}"/>
              </a:ext>
            </a:extLst>
          </p:cNvPr>
          <p:cNvSpPr/>
          <p:nvPr/>
        </p:nvSpPr>
        <p:spPr>
          <a:xfrm>
            <a:off x="2755914" y="2531321"/>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2" name="矩形 121">
            <a:extLst>
              <a:ext uri="{FF2B5EF4-FFF2-40B4-BE49-F238E27FC236}">
                <a16:creationId xmlns:a16="http://schemas.microsoft.com/office/drawing/2014/main" id="{A93C4D13-7A7D-12EB-0899-8B62B76F30B9}"/>
              </a:ext>
            </a:extLst>
          </p:cNvPr>
          <p:cNvSpPr/>
          <p:nvPr/>
        </p:nvSpPr>
        <p:spPr>
          <a:xfrm>
            <a:off x="2928140" y="2531321"/>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3" name="矩形 122">
            <a:extLst>
              <a:ext uri="{FF2B5EF4-FFF2-40B4-BE49-F238E27FC236}">
                <a16:creationId xmlns:a16="http://schemas.microsoft.com/office/drawing/2014/main" id="{55B1FB2C-A497-8E39-A6E5-31C38BF5E163}"/>
              </a:ext>
            </a:extLst>
          </p:cNvPr>
          <p:cNvSpPr/>
          <p:nvPr/>
        </p:nvSpPr>
        <p:spPr>
          <a:xfrm>
            <a:off x="3100366" y="2531321"/>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4" name="矩形 123">
            <a:extLst>
              <a:ext uri="{FF2B5EF4-FFF2-40B4-BE49-F238E27FC236}">
                <a16:creationId xmlns:a16="http://schemas.microsoft.com/office/drawing/2014/main" id="{58023706-6CA6-E439-2B26-A9FA223D8055}"/>
              </a:ext>
            </a:extLst>
          </p:cNvPr>
          <p:cNvSpPr/>
          <p:nvPr/>
        </p:nvSpPr>
        <p:spPr>
          <a:xfrm>
            <a:off x="3272592" y="2531321"/>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5" name="矩形 124">
            <a:extLst>
              <a:ext uri="{FF2B5EF4-FFF2-40B4-BE49-F238E27FC236}">
                <a16:creationId xmlns:a16="http://schemas.microsoft.com/office/drawing/2014/main" id="{7805DB05-44EF-58FC-9233-922446702E1E}"/>
              </a:ext>
            </a:extLst>
          </p:cNvPr>
          <p:cNvSpPr/>
          <p:nvPr/>
        </p:nvSpPr>
        <p:spPr>
          <a:xfrm>
            <a:off x="3444818" y="2531321"/>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9" name="矩形 128">
            <a:extLst>
              <a:ext uri="{FF2B5EF4-FFF2-40B4-BE49-F238E27FC236}">
                <a16:creationId xmlns:a16="http://schemas.microsoft.com/office/drawing/2014/main" id="{5ABF2960-8329-69F9-067A-9426FC6B4FC1}"/>
              </a:ext>
            </a:extLst>
          </p:cNvPr>
          <p:cNvSpPr/>
          <p:nvPr/>
        </p:nvSpPr>
        <p:spPr>
          <a:xfrm>
            <a:off x="1380763" y="2703547"/>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0" name="矩形 129">
            <a:extLst>
              <a:ext uri="{FF2B5EF4-FFF2-40B4-BE49-F238E27FC236}">
                <a16:creationId xmlns:a16="http://schemas.microsoft.com/office/drawing/2014/main" id="{C7604F56-A0F2-D70D-D9AC-689FFDA35390}"/>
              </a:ext>
            </a:extLst>
          </p:cNvPr>
          <p:cNvSpPr/>
          <p:nvPr/>
        </p:nvSpPr>
        <p:spPr>
          <a:xfrm>
            <a:off x="1552989" y="2703547"/>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1" name="矩形 130">
            <a:extLst>
              <a:ext uri="{FF2B5EF4-FFF2-40B4-BE49-F238E27FC236}">
                <a16:creationId xmlns:a16="http://schemas.microsoft.com/office/drawing/2014/main" id="{371B52BB-CE87-86BA-7597-1DBE01027B06}"/>
              </a:ext>
            </a:extLst>
          </p:cNvPr>
          <p:cNvSpPr/>
          <p:nvPr/>
        </p:nvSpPr>
        <p:spPr>
          <a:xfrm>
            <a:off x="1725215" y="2703547"/>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2" name="矩形 131">
            <a:extLst>
              <a:ext uri="{FF2B5EF4-FFF2-40B4-BE49-F238E27FC236}">
                <a16:creationId xmlns:a16="http://schemas.microsoft.com/office/drawing/2014/main" id="{18C16894-376C-F3F4-9E93-D9ED5C2EF272}"/>
              </a:ext>
            </a:extLst>
          </p:cNvPr>
          <p:cNvSpPr/>
          <p:nvPr/>
        </p:nvSpPr>
        <p:spPr>
          <a:xfrm>
            <a:off x="1897441" y="2703547"/>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3" name="矩形 132">
            <a:extLst>
              <a:ext uri="{FF2B5EF4-FFF2-40B4-BE49-F238E27FC236}">
                <a16:creationId xmlns:a16="http://schemas.microsoft.com/office/drawing/2014/main" id="{DD38CA72-8195-8122-1522-621051505C34}"/>
              </a:ext>
            </a:extLst>
          </p:cNvPr>
          <p:cNvSpPr/>
          <p:nvPr/>
        </p:nvSpPr>
        <p:spPr>
          <a:xfrm>
            <a:off x="2069667" y="2703547"/>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4" name="矩形 133">
            <a:extLst>
              <a:ext uri="{FF2B5EF4-FFF2-40B4-BE49-F238E27FC236}">
                <a16:creationId xmlns:a16="http://schemas.microsoft.com/office/drawing/2014/main" id="{F95624B5-510D-8788-7507-E846063E3A68}"/>
              </a:ext>
            </a:extLst>
          </p:cNvPr>
          <p:cNvSpPr/>
          <p:nvPr/>
        </p:nvSpPr>
        <p:spPr>
          <a:xfrm>
            <a:off x="2241893" y="2703547"/>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5" name="矩形 134">
            <a:extLst>
              <a:ext uri="{FF2B5EF4-FFF2-40B4-BE49-F238E27FC236}">
                <a16:creationId xmlns:a16="http://schemas.microsoft.com/office/drawing/2014/main" id="{3CE4DDB1-0F2B-77D3-04DE-E1DCB6F894E5}"/>
              </a:ext>
            </a:extLst>
          </p:cNvPr>
          <p:cNvSpPr/>
          <p:nvPr/>
        </p:nvSpPr>
        <p:spPr>
          <a:xfrm>
            <a:off x="2414119" y="2703547"/>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6" name="矩形 135">
            <a:extLst>
              <a:ext uri="{FF2B5EF4-FFF2-40B4-BE49-F238E27FC236}">
                <a16:creationId xmlns:a16="http://schemas.microsoft.com/office/drawing/2014/main" id="{DC6312D8-12C5-F83B-ECA5-A65F25ED4FDB}"/>
              </a:ext>
            </a:extLst>
          </p:cNvPr>
          <p:cNvSpPr/>
          <p:nvPr/>
        </p:nvSpPr>
        <p:spPr>
          <a:xfrm>
            <a:off x="2583688" y="2703547"/>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7" name="矩形 136">
            <a:extLst>
              <a:ext uri="{FF2B5EF4-FFF2-40B4-BE49-F238E27FC236}">
                <a16:creationId xmlns:a16="http://schemas.microsoft.com/office/drawing/2014/main" id="{F44EA424-7986-95D6-48D7-A12D5B69D482}"/>
              </a:ext>
            </a:extLst>
          </p:cNvPr>
          <p:cNvSpPr/>
          <p:nvPr/>
        </p:nvSpPr>
        <p:spPr>
          <a:xfrm>
            <a:off x="2755914" y="2703547"/>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8" name="矩形 137">
            <a:extLst>
              <a:ext uri="{FF2B5EF4-FFF2-40B4-BE49-F238E27FC236}">
                <a16:creationId xmlns:a16="http://schemas.microsoft.com/office/drawing/2014/main" id="{1C21B06A-6686-FFF0-ECAA-8192120E260A}"/>
              </a:ext>
            </a:extLst>
          </p:cNvPr>
          <p:cNvSpPr/>
          <p:nvPr/>
        </p:nvSpPr>
        <p:spPr>
          <a:xfrm>
            <a:off x="2928140" y="2703547"/>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9" name="矩形 138">
            <a:extLst>
              <a:ext uri="{FF2B5EF4-FFF2-40B4-BE49-F238E27FC236}">
                <a16:creationId xmlns:a16="http://schemas.microsoft.com/office/drawing/2014/main" id="{ED176B0B-C836-C27A-621D-B9AF5EFE57D0}"/>
              </a:ext>
            </a:extLst>
          </p:cNvPr>
          <p:cNvSpPr/>
          <p:nvPr/>
        </p:nvSpPr>
        <p:spPr>
          <a:xfrm>
            <a:off x="3100366" y="2703547"/>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0" name="矩形 139">
            <a:extLst>
              <a:ext uri="{FF2B5EF4-FFF2-40B4-BE49-F238E27FC236}">
                <a16:creationId xmlns:a16="http://schemas.microsoft.com/office/drawing/2014/main" id="{8F9F8EFD-FD3A-0CF5-1234-E6A82D4917C5}"/>
              </a:ext>
            </a:extLst>
          </p:cNvPr>
          <p:cNvSpPr/>
          <p:nvPr/>
        </p:nvSpPr>
        <p:spPr>
          <a:xfrm>
            <a:off x="3272592" y="2703547"/>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1" name="矩形 140">
            <a:extLst>
              <a:ext uri="{FF2B5EF4-FFF2-40B4-BE49-F238E27FC236}">
                <a16:creationId xmlns:a16="http://schemas.microsoft.com/office/drawing/2014/main" id="{C02FE464-4D3B-B0FE-743B-B81F77C0F0B0}"/>
              </a:ext>
            </a:extLst>
          </p:cNvPr>
          <p:cNvSpPr/>
          <p:nvPr/>
        </p:nvSpPr>
        <p:spPr>
          <a:xfrm>
            <a:off x="3444818" y="2703547"/>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5" name="矩形 144">
            <a:extLst>
              <a:ext uri="{FF2B5EF4-FFF2-40B4-BE49-F238E27FC236}">
                <a16:creationId xmlns:a16="http://schemas.microsoft.com/office/drawing/2014/main" id="{BA5F3B0C-7D05-FEFF-A3E5-E62436394352}"/>
              </a:ext>
            </a:extLst>
          </p:cNvPr>
          <p:cNvSpPr/>
          <p:nvPr/>
        </p:nvSpPr>
        <p:spPr>
          <a:xfrm>
            <a:off x="1380763" y="2875773"/>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6" name="矩形 145">
            <a:extLst>
              <a:ext uri="{FF2B5EF4-FFF2-40B4-BE49-F238E27FC236}">
                <a16:creationId xmlns:a16="http://schemas.microsoft.com/office/drawing/2014/main" id="{68410E65-222C-6050-73BF-207C51CE05F6}"/>
              </a:ext>
            </a:extLst>
          </p:cNvPr>
          <p:cNvSpPr/>
          <p:nvPr/>
        </p:nvSpPr>
        <p:spPr>
          <a:xfrm>
            <a:off x="1552989" y="2875773"/>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7" name="矩形 146">
            <a:extLst>
              <a:ext uri="{FF2B5EF4-FFF2-40B4-BE49-F238E27FC236}">
                <a16:creationId xmlns:a16="http://schemas.microsoft.com/office/drawing/2014/main" id="{83A0F8D2-7083-3448-6E20-677BA1CD7AF9}"/>
              </a:ext>
            </a:extLst>
          </p:cNvPr>
          <p:cNvSpPr/>
          <p:nvPr/>
        </p:nvSpPr>
        <p:spPr>
          <a:xfrm>
            <a:off x="1725215" y="2875773"/>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8" name="矩形 147">
            <a:extLst>
              <a:ext uri="{FF2B5EF4-FFF2-40B4-BE49-F238E27FC236}">
                <a16:creationId xmlns:a16="http://schemas.microsoft.com/office/drawing/2014/main" id="{BDF66DDD-EE57-DCEA-B462-DDB3EFC72E24}"/>
              </a:ext>
            </a:extLst>
          </p:cNvPr>
          <p:cNvSpPr/>
          <p:nvPr/>
        </p:nvSpPr>
        <p:spPr>
          <a:xfrm>
            <a:off x="1897441" y="2875773"/>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9" name="矩形 148">
            <a:extLst>
              <a:ext uri="{FF2B5EF4-FFF2-40B4-BE49-F238E27FC236}">
                <a16:creationId xmlns:a16="http://schemas.microsoft.com/office/drawing/2014/main" id="{0CBD7607-3008-6226-6570-B81193BCAC7C}"/>
              </a:ext>
            </a:extLst>
          </p:cNvPr>
          <p:cNvSpPr/>
          <p:nvPr/>
        </p:nvSpPr>
        <p:spPr>
          <a:xfrm>
            <a:off x="2069667" y="2875773"/>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0" name="矩形 149">
            <a:extLst>
              <a:ext uri="{FF2B5EF4-FFF2-40B4-BE49-F238E27FC236}">
                <a16:creationId xmlns:a16="http://schemas.microsoft.com/office/drawing/2014/main" id="{B45CDBBA-1E7D-6369-1BDB-BE94EDB1E203}"/>
              </a:ext>
            </a:extLst>
          </p:cNvPr>
          <p:cNvSpPr/>
          <p:nvPr/>
        </p:nvSpPr>
        <p:spPr>
          <a:xfrm>
            <a:off x="2241893" y="2875773"/>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1" name="矩形 150">
            <a:extLst>
              <a:ext uri="{FF2B5EF4-FFF2-40B4-BE49-F238E27FC236}">
                <a16:creationId xmlns:a16="http://schemas.microsoft.com/office/drawing/2014/main" id="{601C078B-63B2-5395-92DD-C7C191264F18}"/>
              </a:ext>
            </a:extLst>
          </p:cNvPr>
          <p:cNvSpPr/>
          <p:nvPr/>
        </p:nvSpPr>
        <p:spPr>
          <a:xfrm>
            <a:off x="2414119" y="2875773"/>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2" name="矩形 151">
            <a:extLst>
              <a:ext uri="{FF2B5EF4-FFF2-40B4-BE49-F238E27FC236}">
                <a16:creationId xmlns:a16="http://schemas.microsoft.com/office/drawing/2014/main" id="{162BAB68-1BF2-F081-3104-9AEF33A18B69}"/>
              </a:ext>
            </a:extLst>
          </p:cNvPr>
          <p:cNvSpPr/>
          <p:nvPr/>
        </p:nvSpPr>
        <p:spPr>
          <a:xfrm>
            <a:off x="2583688" y="2875773"/>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3" name="矩形 152">
            <a:extLst>
              <a:ext uri="{FF2B5EF4-FFF2-40B4-BE49-F238E27FC236}">
                <a16:creationId xmlns:a16="http://schemas.microsoft.com/office/drawing/2014/main" id="{A72174F0-4F58-1850-D696-190F2E5DB065}"/>
              </a:ext>
            </a:extLst>
          </p:cNvPr>
          <p:cNvSpPr/>
          <p:nvPr/>
        </p:nvSpPr>
        <p:spPr>
          <a:xfrm>
            <a:off x="2755914" y="2875773"/>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4" name="矩形 153">
            <a:extLst>
              <a:ext uri="{FF2B5EF4-FFF2-40B4-BE49-F238E27FC236}">
                <a16:creationId xmlns:a16="http://schemas.microsoft.com/office/drawing/2014/main" id="{4F8F89B5-D263-BF0F-A054-5A38A470F9F2}"/>
              </a:ext>
            </a:extLst>
          </p:cNvPr>
          <p:cNvSpPr/>
          <p:nvPr/>
        </p:nvSpPr>
        <p:spPr>
          <a:xfrm>
            <a:off x="2928140" y="2875773"/>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5" name="矩形 154">
            <a:extLst>
              <a:ext uri="{FF2B5EF4-FFF2-40B4-BE49-F238E27FC236}">
                <a16:creationId xmlns:a16="http://schemas.microsoft.com/office/drawing/2014/main" id="{799F3AA4-32B9-640F-8E38-13848EDD675F}"/>
              </a:ext>
            </a:extLst>
          </p:cNvPr>
          <p:cNvSpPr/>
          <p:nvPr/>
        </p:nvSpPr>
        <p:spPr>
          <a:xfrm>
            <a:off x="3100366" y="2875773"/>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6" name="矩形 155">
            <a:extLst>
              <a:ext uri="{FF2B5EF4-FFF2-40B4-BE49-F238E27FC236}">
                <a16:creationId xmlns:a16="http://schemas.microsoft.com/office/drawing/2014/main" id="{FF18DBD3-6DC0-A70C-EA56-624A799890F6}"/>
              </a:ext>
            </a:extLst>
          </p:cNvPr>
          <p:cNvSpPr/>
          <p:nvPr/>
        </p:nvSpPr>
        <p:spPr>
          <a:xfrm>
            <a:off x="3272592" y="2875773"/>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7" name="矩形 156">
            <a:extLst>
              <a:ext uri="{FF2B5EF4-FFF2-40B4-BE49-F238E27FC236}">
                <a16:creationId xmlns:a16="http://schemas.microsoft.com/office/drawing/2014/main" id="{AD8D1085-B391-1876-0ABC-1A4C7664EDAE}"/>
              </a:ext>
            </a:extLst>
          </p:cNvPr>
          <p:cNvSpPr/>
          <p:nvPr/>
        </p:nvSpPr>
        <p:spPr>
          <a:xfrm>
            <a:off x="3444818" y="2875773"/>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1" name="矩形 160">
            <a:extLst>
              <a:ext uri="{FF2B5EF4-FFF2-40B4-BE49-F238E27FC236}">
                <a16:creationId xmlns:a16="http://schemas.microsoft.com/office/drawing/2014/main" id="{36BB9C3B-221F-6054-67DC-0494B662897E}"/>
              </a:ext>
            </a:extLst>
          </p:cNvPr>
          <p:cNvSpPr/>
          <p:nvPr/>
        </p:nvSpPr>
        <p:spPr>
          <a:xfrm>
            <a:off x="1380763" y="3047999"/>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2" name="矩形 161">
            <a:extLst>
              <a:ext uri="{FF2B5EF4-FFF2-40B4-BE49-F238E27FC236}">
                <a16:creationId xmlns:a16="http://schemas.microsoft.com/office/drawing/2014/main" id="{46E41DB0-B436-41DF-9F5F-42141AA53BEC}"/>
              </a:ext>
            </a:extLst>
          </p:cNvPr>
          <p:cNvSpPr/>
          <p:nvPr/>
        </p:nvSpPr>
        <p:spPr>
          <a:xfrm>
            <a:off x="1552989" y="3047999"/>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3" name="矩形 162">
            <a:extLst>
              <a:ext uri="{FF2B5EF4-FFF2-40B4-BE49-F238E27FC236}">
                <a16:creationId xmlns:a16="http://schemas.microsoft.com/office/drawing/2014/main" id="{6B3A3F04-8AE6-E972-2A83-B9434286E12D}"/>
              </a:ext>
            </a:extLst>
          </p:cNvPr>
          <p:cNvSpPr/>
          <p:nvPr/>
        </p:nvSpPr>
        <p:spPr>
          <a:xfrm>
            <a:off x="1725215" y="3047999"/>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4" name="矩形 163">
            <a:extLst>
              <a:ext uri="{FF2B5EF4-FFF2-40B4-BE49-F238E27FC236}">
                <a16:creationId xmlns:a16="http://schemas.microsoft.com/office/drawing/2014/main" id="{1DDDBB0B-8D46-4C0D-2F53-EAAD6A64489E}"/>
              </a:ext>
            </a:extLst>
          </p:cNvPr>
          <p:cNvSpPr/>
          <p:nvPr/>
        </p:nvSpPr>
        <p:spPr>
          <a:xfrm>
            <a:off x="1897441" y="3047999"/>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5" name="矩形 164">
            <a:extLst>
              <a:ext uri="{FF2B5EF4-FFF2-40B4-BE49-F238E27FC236}">
                <a16:creationId xmlns:a16="http://schemas.microsoft.com/office/drawing/2014/main" id="{2D92D901-9302-A8CB-9D98-0DAF14F144CE}"/>
              </a:ext>
            </a:extLst>
          </p:cNvPr>
          <p:cNvSpPr/>
          <p:nvPr/>
        </p:nvSpPr>
        <p:spPr>
          <a:xfrm>
            <a:off x="2069667" y="3047999"/>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6" name="矩形 165">
            <a:extLst>
              <a:ext uri="{FF2B5EF4-FFF2-40B4-BE49-F238E27FC236}">
                <a16:creationId xmlns:a16="http://schemas.microsoft.com/office/drawing/2014/main" id="{ABD5DA64-C8AD-984E-A6BE-C1EE9B7DE3A4}"/>
              </a:ext>
            </a:extLst>
          </p:cNvPr>
          <p:cNvSpPr/>
          <p:nvPr/>
        </p:nvSpPr>
        <p:spPr>
          <a:xfrm>
            <a:off x="2241893" y="3047999"/>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7" name="矩形 166">
            <a:extLst>
              <a:ext uri="{FF2B5EF4-FFF2-40B4-BE49-F238E27FC236}">
                <a16:creationId xmlns:a16="http://schemas.microsoft.com/office/drawing/2014/main" id="{C7FD3C5A-08E6-7E4C-AA24-8BB6443213F5}"/>
              </a:ext>
            </a:extLst>
          </p:cNvPr>
          <p:cNvSpPr/>
          <p:nvPr/>
        </p:nvSpPr>
        <p:spPr>
          <a:xfrm>
            <a:off x="2414119" y="3047999"/>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8" name="矩形 167">
            <a:extLst>
              <a:ext uri="{FF2B5EF4-FFF2-40B4-BE49-F238E27FC236}">
                <a16:creationId xmlns:a16="http://schemas.microsoft.com/office/drawing/2014/main" id="{4FD35D79-DB89-105B-2E32-8AC7FC240DD2}"/>
              </a:ext>
            </a:extLst>
          </p:cNvPr>
          <p:cNvSpPr/>
          <p:nvPr/>
        </p:nvSpPr>
        <p:spPr>
          <a:xfrm>
            <a:off x="2583688" y="3047999"/>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9" name="矩形 168">
            <a:extLst>
              <a:ext uri="{FF2B5EF4-FFF2-40B4-BE49-F238E27FC236}">
                <a16:creationId xmlns:a16="http://schemas.microsoft.com/office/drawing/2014/main" id="{89F3CFB1-66B6-CC74-D544-92B3F5F5C2DE}"/>
              </a:ext>
            </a:extLst>
          </p:cNvPr>
          <p:cNvSpPr/>
          <p:nvPr/>
        </p:nvSpPr>
        <p:spPr>
          <a:xfrm>
            <a:off x="2755914" y="3047999"/>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0" name="矩形 169">
            <a:extLst>
              <a:ext uri="{FF2B5EF4-FFF2-40B4-BE49-F238E27FC236}">
                <a16:creationId xmlns:a16="http://schemas.microsoft.com/office/drawing/2014/main" id="{4C1D4B02-51DC-DC3F-CB4F-AF27A755DB52}"/>
              </a:ext>
            </a:extLst>
          </p:cNvPr>
          <p:cNvSpPr/>
          <p:nvPr/>
        </p:nvSpPr>
        <p:spPr>
          <a:xfrm>
            <a:off x="2928140" y="3047999"/>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1" name="矩形 170">
            <a:extLst>
              <a:ext uri="{FF2B5EF4-FFF2-40B4-BE49-F238E27FC236}">
                <a16:creationId xmlns:a16="http://schemas.microsoft.com/office/drawing/2014/main" id="{3513874E-3BE7-1D6B-E347-2B59FEB2B48A}"/>
              </a:ext>
            </a:extLst>
          </p:cNvPr>
          <p:cNvSpPr/>
          <p:nvPr/>
        </p:nvSpPr>
        <p:spPr>
          <a:xfrm>
            <a:off x="3100366" y="3047999"/>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2" name="矩形 171">
            <a:extLst>
              <a:ext uri="{FF2B5EF4-FFF2-40B4-BE49-F238E27FC236}">
                <a16:creationId xmlns:a16="http://schemas.microsoft.com/office/drawing/2014/main" id="{62BFF4E7-C60A-E865-D8CB-84E33C07D02F}"/>
              </a:ext>
            </a:extLst>
          </p:cNvPr>
          <p:cNvSpPr/>
          <p:nvPr/>
        </p:nvSpPr>
        <p:spPr>
          <a:xfrm>
            <a:off x="3272592" y="3047999"/>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3" name="矩形 172">
            <a:extLst>
              <a:ext uri="{FF2B5EF4-FFF2-40B4-BE49-F238E27FC236}">
                <a16:creationId xmlns:a16="http://schemas.microsoft.com/office/drawing/2014/main" id="{86CA7959-EBF7-8B0D-A966-338989D3109A}"/>
              </a:ext>
            </a:extLst>
          </p:cNvPr>
          <p:cNvSpPr/>
          <p:nvPr/>
        </p:nvSpPr>
        <p:spPr>
          <a:xfrm>
            <a:off x="3444818" y="3047999"/>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7" name="矩形 176">
            <a:extLst>
              <a:ext uri="{FF2B5EF4-FFF2-40B4-BE49-F238E27FC236}">
                <a16:creationId xmlns:a16="http://schemas.microsoft.com/office/drawing/2014/main" id="{221454AF-9F2D-3184-5503-D0144526F37E}"/>
              </a:ext>
            </a:extLst>
          </p:cNvPr>
          <p:cNvSpPr/>
          <p:nvPr/>
        </p:nvSpPr>
        <p:spPr>
          <a:xfrm>
            <a:off x="1380763" y="3220225"/>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8" name="矩形 177">
            <a:extLst>
              <a:ext uri="{FF2B5EF4-FFF2-40B4-BE49-F238E27FC236}">
                <a16:creationId xmlns:a16="http://schemas.microsoft.com/office/drawing/2014/main" id="{A928912B-4094-9C20-A8EA-EBCEFD5C99A7}"/>
              </a:ext>
            </a:extLst>
          </p:cNvPr>
          <p:cNvSpPr/>
          <p:nvPr/>
        </p:nvSpPr>
        <p:spPr>
          <a:xfrm>
            <a:off x="1552989" y="322022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9" name="矩形 178">
            <a:extLst>
              <a:ext uri="{FF2B5EF4-FFF2-40B4-BE49-F238E27FC236}">
                <a16:creationId xmlns:a16="http://schemas.microsoft.com/office/drawing/2014/main" id="{069A9FE1-B2E6-DC26-EA0B-5FCC8BD502C9}"/>
              </a:ext>
            </a:extLst>
          </p:cNvPr>
          <p:cNvSpPr/>
          <p:nvPr/>
        </p:nvSpPr>
        <p:spPr>
          <a:xfrm>
            <a:off x="1725215" y="322022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80" name="矩形 179">
            <a:extLst>
              <a:ext uri="{FF2B5EF4-FFF2-40B4-BE49-F238E27FC236}">
                <a16:creationId xmlns:a16="http://schemas.microsoft.com/office/drawing/2014/main" id="{0B8FEF7B-198B-7D91-78E5-38D02FE7DAEC}"/>
              </a:ext>
            </a:extLst>
          </p:cNvPr>
          <p:cNvSpPr/>
          <p:nvPr/>
        </p:nvSpPr>
        <p:spPr>
          <a:xfrm>
            <a:off x="1897441" y="322022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81" name="矩形 180">
            <a:extLst>
              <a:ext uri="{FF2B5EF4-FFF2-40B4-BE49-F238E27FC236}">
                <a16:creationId xmlns:a16="http://schemas.microsoft.com/office/drawing/2014/main" id="{C4324AE4-2A10-A19A-8D33-05891BD8DD11}"/>
              </a:ext>
            </a:extLst>
          </p:cNvPr>
          <p:cNvSpPr/>
          <p:nvPr/>
        </p:nvSpPr>
        <p:spPr>
          <a:xfrm>
            <a:off x="2069667" y="322022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82" name="矩形 181">
            <a:extLst>
              <a:ext uri="{FF2B5EF4-FFF2-40B4-BE49-F238E27FC236}">
                <a16:creationId xmlns:a16="http://schemas.microsoft.com/office/drawing/2014/main" id="{A871B42C-44C8-7D1B-00BA-C99BC7069FD9}"/>
              </a:ext>
            </a:extLst>
          </p:cNvPr>
          <p:cNvSpPr/>
          <p:nvPr/>
        </p:nvSpPr>
        <p:spPr>
          <a:xfrm>
            <a:off x="2241893" y="322022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83" name="矩形 182">
            <a:extLst>
              <a:ext uri="{FF2B5EF4-FFF2-40B4-BE49-F238E27FC236}">
                <a16:creationId xmlns:a16="http://schemas.microsoft.com/office/drawing/2014/main" id="{0475B36D-AED0-09C2-EC24-063009744F76}"/>
              </a:ext>
            </a:extLst>
          </p:cNvPr>
          <p:cNvSpPr/>
          <p:nvPr/>
        </p:nvSpPr>
        <p:spPr>
          <a:xfrm>
            <a:off x="2414119" y="322022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84" name="矩形 183">
            <a:extLst>
              <a:ext uri="{FF2B5EF4-FFF2-40B4-BE49-F238E27FC236}">
                <a16:creationId xmlns:a16="http://schemas.microsoft.com/office/drawing/2014/main" id="{61A1D462-787F-5360-EAE1-1E3D5C99A87B}"/>
              </a:ext>
            </a:extLst>
          </p:cNvPr>
          <p:cNvSpPr/>
          <p:nvPr/>
        </p:nvSpPr>
        <p:spPr>
          <a:xfrm>
            <a:off x="2583688" y="322022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85" name="矩形 184">
            <a:extLst>
              <a:ext uri="{FF2B5EF4-FFF2-40B4-BE49-F238E27FC236}">
                <a16:creationId xmlns:a16="http://schemas.microsoft.com/office/drawing/2014/main" id="{D098AA51-7FED-489B-052D-274FE571A6DA}"/>
              </a:ext>
            </a:extLst>
          </p:cNvPr>
          <p:cNvSpPr/>
          <p:nvPr/>
        </p:nvSpPr>
        <p:spPr>
          <a:xfrm>
            <a:off x="2755914" y="322022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86" name="矩形 185">
            <a:extLst>
              <a:ext uri="{FF2B5EF4-FFF2-40B4-BE49-F238E27FC236}">
                <a16:creationId xmlns:a16="http://schemas.microsoft.com/office/drawing/2014/main" id="{B1E69BCE-F4B9-6FB7-2C2B-D091D6271CAE}"/>
              </a:ext>
            </a:extLst>
          </p:cNvPr>
          <p:cNvSpPr/>
          <p:nvPr/>
        </p:nvSpPr>
        <p:spPr>
          <a:xfrm>
            <a:off x="2928140" y="322022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87" name="矩形 186">
            <a:extLst>
              <a:ext uri="{FF2B5EF4-FFF2-40B4-BE49-F238E27FC236}">
                <a16:creationId xmlns:a16="http://schemas.microsoft.com/office/drawing/2014/main" id="{1798D433-6CCA-E0F2-4C8D-5B9A719E2311}"/>
              </a:ext>
            </a:extLst>
          </p:cNvPr>
          <p:cNvSpPr/>
          <p:nvPr/>
        </p:nvSpPr>
        <p:spPr>
          <a:xfrm>
            <a:off x="3100366" y="322022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88" name="矩形 187">
            <a:extLst>
              <a:ext uri="{FF2B5EF4-FFF2-40B4-BE49-F238E27FC236}">
                <a16:creationId xmlns:a16="http://schemas.microsoft.com/office/drawing/2014/main" id="{E3F4C390-B598-54D3-1150-3D2C03DEBF98}"/>
              </a:ext>
            </a:extLst>
          </p:cNvPr>
          <p:cNvSpPr/>
          <p:nvPr/>
        </p:nvSpPr>
        <p:spPr>
          <a:xfrm>
            <a:off x="3272592" y="322022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89" name="矩形 188">
            <a:extLst>
              <a:ext uri="{FF2B5EF4-FFF2-40B4-BE49-F238E27FC236}">
                <a16:creationId xmlns:a16="http://schemas.microsoft.com/office/drawing/2014/main" id="{C2349BFC-ED35-4600-3B78-1B943BD73560}"/>
              </a:ext>
            </a:extLst>
          </p:cNvPr>
          <p:cNvSpPr/>
          <p:nvPr/>
        </p:nvSpPr>
        <p:spPr>
          <a:xfrm>
            <a:off x="3444818" y="322022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93" name="矩形 192">
            <a:extLst>
              <a:ext uri="{FF2B5EF4-FFF2-40B4-BE49-F238E27FC236}">
                <a16:creationId xmlns:a16="http://schemas.microsoft.com/office/drawing/2014/main" id="{1E0AEF9B-3271-FB51-BC1C-1A5F54B25C03}"/>
              </a:ext>
            </a:extLst>
          </p:cNvPr>
          <p:cNvSpPr/>
          <p:nvPr/>
        </p:nvSpPr>
        <p:spPr>
          <a:xfrm>
            <a:off x="1380763" y="3392451"/>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94" name="矩形 193">
            <a:extLst>
              <a:ext uri="{FF2B5EF4-FFF2-40B4-BE49-F238E27FC236}">
                <a16:creationId xmlns:a16="http://schemas.microsoft.com/office/drawing/2014/main" id="{B6EC868D-17D2-2725-6618-F2313C258AF3}"/>
              </a:ext>
            </a:extLst>
          </p:cNvPr>
          <p:cNvSpPr/>
          <p:nvPr/>
        </p:nvSpPr>
        <p:spPr>
          <a:xfrm>
            <a:off x="1552989" y="3392451"/>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95" name="矩形 194">
            <a:extLst>
              <a:ext uri="{FF2B5EF4-FFF2-40B4-BE49-F238E27FC236}">
                <a16:creationId xmlns:a16="http://schemas.microsoft.com/office/drawing/2014/main" id="{80375A0C-1819-6A87-E6DC-34F3FB41229D}"/>
              </a:ext>
            </a:extLst>
          </p:cNvPr>
          <p:cNvSpPr/>
          <p:nvPr/>
        </p:nvSpPr>
        <p:spPr>
          <a:xfrm>
            <a:off x="1725215" y="3392451"/>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96" name="矩形 195">
            <a:extLst>
              <a:ext uri="{FF2B5EF4-FFF2-40B4-BE49-F238E27FC236}">
                <a16:creationId xmlns:a16="http://schemas.microsoft.com/office/drawing/2014/main" id="{E3CAA8FF-A48B-6097-35C5-A1B20067DDE4}"/>
              </a:ext>
            </a:extLst>
          </p:cNvPr>
          <p:cNvSpPr/>
          <p:nvPr/>
        </p:nvSpPr>
        <p:spPr>
          <a:xfrm>
            <a:off x="1897441" y="3392451"/>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97" name="矩形 196">
            <a:extLst>
              <a:ext uri="{FF2B5EF4-FFF2-40B4-BE49-F238E27FC236}">
                <a16:creationId xmlns:a16="http://schemas.microsoft.com/office/drawing/2014/main" id="{5EE5D825-7D60-D2D6-577E-F880C209C3AC}"/>
              </a:ext>
            </a:extLst>
          </p:cNvPr>
          <p:cNvSpPr/>
          <p:nvPr/>
        </p:nvSpPr>
        <p:spPr>
          <a:xfrm>
            <a:off x="2069667" y="3392451"/>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98" name="矩形 197">
            <a:extLst>
              <a:ext uri="{FF2B5EF4-FFF2-40B4-BE49-F238E27FC236}">
                <a16:creationId xmlns:a16="http://schemas.microsoft.com/office/drawing/2014/main" id="{501E9B20-4A62-F662-8158-6A9E619595A0}"/>
              </a:ext>
            </a:extLst>
          </p:cNvPr>
          <p:cNvSpPr/>
          <p:nvPr/>
        </p:nvSpPr>
        <p:spPr>
          <a:xfrm>
            <a:off x="2241893" y="3392451"/>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99" name="矩形 198">
            <a:extLst>
              <a:ext uri="{FF2B5EF4-FFF2-40B4-BE49-F238E27FC236}">
                <a16:creationId xmlns:a16="http://schemas.microsoft.com/office/drawing/2014/main" id="{7CFD155D-FBD5-3375-52D4-0BEC25F1C875}"/>
              </a:ext>
            </a:extLst>
          </p:cNvPr>
          <p:cNvSpPr/>
          <p:nvPr/>
        </p:nvSpPr>
        <p:spPr>
          <a:xfrm>
            <a:off x="2414119" y="3392451"/>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00" name="矩形 199">
            <a:extLst>
              <a:ext uri="{FF2B5EF4-FFF2-40B4-BE49-F238E27FC236}">
                <a16:creationId xmlns:a16="http://schemas.microsoft.com/office/drawing/2014/main" id="{307B0A3E-64EA-A31A-8F8E-892632BC4161}"/>
              </a:ext>
            </a:extLst>
          </p:cNvPr>
          <p:cNvSpPr/>
          <p:nvPr/>
        </p:nvSpPr>
        <p:spPr>
          <a:xfrm>
            <a:off x="2583688" y="3392451"/>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01" name="矩形 200">
            <a:extLst>
              <a:ext uri="{FF2B5EF4-FFF2-40B4-BE49-F238E27FC236}">
                <a16:creationId xmlns:a16="http://schemas.microsoft.com/office/drawing/2014/main" id="{CADD4D62-6E71-52DA-311D-663AD8BF0053}"/>
              </a:ext>
            </a:extLst>
          </p:cNvPr>
          <p:cNvSpPr/>
          <p:nvPr/>
        </p:nvSpPr>
        <p:spPr>
          <a:xfrm>
            <a:off x="2755914" y="3392451"/>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02" name="矩形 201">
            <a:extLst>
              <a:ext uri="{FF2B5EF4-FFF2-40B4-BE49-F238E27FC236}">
                <a16:creationId xmlns:a16="http://schemas.microsoft.com/office/drawing/2014/main" id="{6F8793DF-CC55-CF3F-31B6-A3644F3B97D9}"/>
              </a:ext>
            </a:extLst>
          </p:cNvPr>
          <p:cNvSpPr/>
          <p:nvPr/>
        </p:nvSpPr>
        <p:spPr>
          <a:xfrm>
            <a:off x="2928140" y="3392451"/>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03" name="矩形 202">
            <a:extLst>
              <a:ext uri="{FF2B5EF4-FFF2-40B4-BE49-F238E27FC236}">
                <a16:creationId xmlns:a16="http://schemas.microsoft.com/office/drawing/2014/main" id="{F82E049D-09C2-2A6F-522D-D381C9CC8C2E}"/>
              </a:ext>
            </a:extLst>
          </p:cNvPr>
          <p:cNvSpPr/>
          <p:nvPr/>
        </p:nvSpPr>
        <p:spPr>
          <a:xfrm>
            <a:off x="3100366" y="3392451"/>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04" name="矩形 203">
            <a:extLst>
              <a:ext uri="{FF2B5EF4-FFF2-40B4-BE49-F238E27FC236}">
                <a16:creationId xmlns:a16="http://schemas.microsoft.com/office/drawing/2014/main" id="{783272ED-B730-B39C-75C4-E30F8925CE65}"/>
              </a:ext>
            </a:extLst>
          </p:cNvPr>
          <p:cNvSpPr/>
          <p:nvPr/>
        </p:nvSpPr>
        <p:spPr>
          <a:xfrm>
            <a:off x="3272592" y="3392451"/>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05" name="矩形 204">
            <a:extLst>
              <a:ext uri="{FF2B5EF4-FFF2-40B4-BE49-F238E27FC236}">
                <a16:creationId xmlns:a16="http://schemas.microsoft.com/office/drawing/2014/main" id="{49FAF00E-38F3-1086-3A89-54B35EC59CD2}"/>
              </a:ext>
            </a:extLst>
          </p:cNvPr>
          <p:cNvSpPr/>
          <p:nvPr/>
        </p:nvSpPr>
        <p:spPr>
          <a:xfrm>
            <a:off x="3444818" y="3392451"/>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09" name="矩形 208">
            <a:extLst>
              <a:ext uri="{FF2B5EF4-FFF2-40B4-BE49-F238E27FC236}">
                <a16:creationId xmlns:a16="http://schemas.microsoft.com/office/drawing/2014/main" id="{63F53DFA-2FD0-F559-C95E-68813C848752}"/>
              </a:ext>
            </a:extLst>
          </p:cNvPr>
          <p:cNvSpPr/>
          <p:nvPr/>
        </p:nvSpPr>
        <p:spPr>
          <a:xfrm>
            <a:off x="1380763" y="3564677"/>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10" name="矩形 209">
            <a:extLst>
              <a:ext uri="{FF2B5EF4-FFF2-40B4-BE49-F238E27FC236}">
                <a16:creationId xmlns:a16="http://schemas.microsoft.com/office/drawing/2014/main" id="{D22862BE-AAF6-FC6D-E812-9B5C185F2D7C}"/>
              </a:ext>
            </a:extLst>
          </p:cNvPr>
          <p:cNvSpPr/>
          <p:nvPr/>
        </p:nvSpPr>
        <p:spPr>
          <a:xfrm>
            <a:off x="1552989" y="3564677"/>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11" name="矩形 210">
            <a:extLst>
              <a:ext uri="{FF2B5EF4-FFF2-40B4-BE49-F238E27FC236}">
                <a16:creationId xmlns:a16="http://schemas.microsoft.com/office/drawing/2014/main" id="{511732B0-4E42-38DB-E3CC-5DA2C1D18743}"/>
              </a:ext>
            </a:extLst>
          </p:cNvPr>
          <p:cNvSpPr/>
          <p:nvPr/>
        </p:nvSpPr>
        <p:spPr>
          <a:xfrm>
            <a:off x="1725215" y="3564677"/>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12" name="矩形 211">
            <a:extLst>
              <a:ext uri="{FF2B5EF4-FFF2-40B4-BE49-F238E27FC236}">
                <a16:creationId xmlns:a16="http://schemas.microsoft.com/office/drawing/2014/main" id="{B9174772-4D86-2AE3-C80E-193623F8E188}"/>
              </a:ext>
            </a:extLst>
          </p:cNvPr>
          <p:cNvSpPr/>
          <p:nvPr/>
        </p:nvSpPr>
        <p:spPr>
          <a:xfrm>
            <a:off x="1897441" y="3564677"/>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13" name="矩形 212">
            <a:extLst>
              <a:ext uri="{FF2B5EF4-FFF2-40B4-BE49-F238E27FC236}">
                <a16:creationId xmlns:a16="http://schemas.microsoft.com/office/drawing/2014/main" id="{D023700C-B029-7149-FAFB-F7AE855470B4}"/>
              </a:ext>
            </a:extLst>
          </p:cNvPr>
          <p:cNvSpPr/>
          <p:nvPr/>
        </p:nvSpPr>
        <p:spPr>
          <a:xfrm>
            <a:off x="2069667" y="3564677"/>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14" name="矩形 213">
            <a:extLst>
              <a:ext uri="{FF2B5EF4-FFF2-40B4-BE49-F238E27FC236}">
                <a16:creationId xmlns:a16="http://schemas.microsoft.com/office/drawing/2014/main" id="{CF720C75-2329-DFD0-A7BD-2D50FB30BE29}"/>
              </a:ext>
            </a:extLst>
          </p:cNvPr>
          <p:cNvSpPr/>
          <p:nvPr/>
        </p:nvSpPr>
        <p:spPr>
          <a:xfrm>
            <a:off x="2241893" y="3564677"/>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15" name="矩形 214">
            <a:extLst>
              <a:ext uri="{FF2B5EF4-FFF2-40B4-BE49-F238E27FC236}">
                <a16:creationId xmlns:a16="http://schemas.microsoft.com/office/drawing/2014/main" id="{EC810D51-9F56-1E50-B605-B0E420CF02B4}"/>
              </a:ext>
            </a:extLst>
          </p:cNvPr>
          <p:cNvSpPr/>
          <p:nvPr/>
        </p:nvSpPr>
        <p:spPr>
          <a:xfrm>
            <a:off x="2414119" y="3564677"/>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16" name="矩形 215">
            <a:extLst>
              <a:ext uri="{FF2B5EF4-FFF2-40B4-BE49-F238E27FC236}">
                <a16:creationId xmlns:a16="http://schemas.microsoft.com/office/drawing/2014/main" id="{26B7BC11-4452-FA26-BB7B-4EE7A1F9FC94}"/>
              </a:ext>
            </a:extLst>
          </p:cNvPr>
          <p:cNvSpPr/>
          <p:nvPr/>
        </p:nvSpPr>
        <p:spPr>
          <a:xfrm>
            <a:off x="2583688" y="3564677"/>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17" name="矩形 216">
            <a:extLst>
              <a:ext uri="{FF2B5EF4-FFF2-40B4-BE49-F238E27FC236}">
                <a16:creationId xmlns:a16="http://schemas.microsoft.com/office/drawing/2014/main" id="{C521D6FF-B11E-E9F9-758C-7AA1A04EA6FF}"/>
              </a:ext>
            </a:extLst>
          </p:cNvPr>
          <p:cNvSpPr/>
          <p:nvPr/>
        </p:nvSpPr>
        <p:spPr>
          <a:xfrm>
            <a:off x="2755914" y="3564677"/>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18" name="矩形 217">
            <a:extLst>
              <a:ext uri="{FF2B5EF4-FFF2-40B4-BE49-F238E27FC236}">
                <a16:creationId xmlns:a16="http://schemas.microsoft.com/office/drawing/2014/main" id="{9B541223-7BED-0F35-6490-E61413F05D6C}"/>
              </a:ext>
            </a:extLst>
          </p:cNvPr>
          <p:cNvSpPr/>
          <p:nvPr/>
        </p:nvSpPr>
        <p:spPr>
          <a:xfrm>
            <a:off x="2928140" y="3564677"/>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19" name="矩形 218">
            <a:extLst>
              <a:ext uri="{FF2B5EF4-FFF2-40B4-BE49-F238E27FC236}">
                <a16:creationId xmlns:a16="http://schemas.microsoft.com/office/drawing/2014/main" id="{924C07B7-3237-641F-7271-08901EFBEA02}"/>
              </a:ext>
            </a:extLst>
          </p:cNvPr>
          <p:cNvSpPr/>
          <p:nvPr/>
        </p:nvSpPr>
        <p:spPr>
          <a:xfrm>
            <a:off x="3100366" y="3564677"/>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20" name="矩形 219">
            <a:extLst>
              <a:ext uri="{FF2B5EF4-FFF2-40B4-BE49-F238E27FC236}">
                <a16:creationId xmlns:a16="http://schemas.microsoft.com/office/drawing/2014/main" id="{246FA059-71D8-331C-F4AB-45483C5FF94D}"/>
              </a:ext>
            </a:extLst>
          </p:cNvPr>
          <p:cNvSpPr/>
          <p:nvPr/>
        </p:nvSpPr>
        <p:spPr>
          <a:xfrm>
            <a:off x="3272592" y="3564677"/>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21" name="矩形 220">
            <a:extLst>
              <a:ext uri="{FF2B5EF4-FFF2-40B4-BE49-F238E27FC236}">
                <a16:creationId xmlns:a16="http://schemas.microsoft.com/office/drawing/2014/main" id="{11E30D20-49A7-1747-0434-CBC0E76423BF}"/>
              </a:ext>
            </a:extLst>
          </p:cNvPr>
          <p:cNvSpPr/>
          <p:nvPr/>
        </p:nvSpPr>
        <p:spPr>
          <a:xfrm>
            <a:off x="3444818" y="3564677"/>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25" name="矩形 224">
            <a:extLst>
              <a:ext uri="{FF2B5EF4-FFF2-40B4-BE49-F238E27FC236}">
                <a16:creationId xmlns:a16="http://schemas.microsoft.com/office/drawing/2014/main" id="{4D380D49-C64C-BDEA-C947-31B252EC2335}"/>
              </a:ext>
            </a:extLst>
          </p:cNvPr>
          <p:cNvSpPr/>
          <p:nvPr/>
        </p:nvSpPr>
        <p:spPr>
          <a:xfrm>
            <a:off x="1380763" y="3736903"/>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26" name="矩形 225">
            <a:extLst>
              <a:ext uri="{FF2B5EF4-FFF2-40B4-BE49-F238E27FC236}">
                <a16:creationId xmlns:a16="http://schemas.microsoft.com/office/drawing/2014/main" id="{85E158F1-B452-7B27-3DAD-E0DF1923F689}"/>
              </a:ext>
            </a:extLst>
          </p:cNvPr>
          <p:cNvSpPr/>
          <p:nvPr/>
        </p:nvSpPr>
        <p:spPr>
          <a:xfrm>
            <a:off x="1552989" y="3736903"/>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27" name="矩形 226">
            <a:extLst>
              <a:ext uri="{FF2B5EF4-FFF2-40B4-BE49-F238E27FC236}">
                <a16:creationId xmlns:a16="http://schemas.microsoft.com/office/drawing/2014/main" id="{24144261-3FD4-5E8E-88A5-E2BA2B113DAA}"/>
              </a:ext>
            </a:extLst>
          </p:cNvPr>
          <p:cNvSpPr/>
          <p:nvPr/>
        </p:nvSpPr>
        <p:spPr>
          <a:xfrm>
            <a:off x="1725215" y="3736903"/>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28" name="矩形 227">
            <a:extLst>
              <a:ext uri="{FF2B5EF4-FFF2-40B4-BE49-F238E27FC236}">
                <a16:creationId xmlns:a16="http://schemas.microsoft.com/office/drawing/2014/main" id="{8A63F871-2AFC-993C-0BBC-DD85F0413DEE}"/>
              </a:ext>
            </a:extLst>
          </p:cNvPr>
          <p:cNvSpPr/>
          <p:nvPr/>
        </p:nvSpPr>
        <p:spPr>
          <a:xfrm>
            <a:off x="1897441" y="3736903"/>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29" name="矩形 228">
            <a:extLst>
              <a:ext uri="{FF2B5EF4-FFF2-40B4-BE49-F238E27FC236}">
                <a16:creationId xmlns:a16="http://schemas.microsoft.com/office/drawing/2014/main" id="{814F4628-1CDE-5471-A108-FCDFE7C37481}"/>
              </a:ext>
            </a:extLst>
          </p:cNvPr>
          <p:cNvSpPr/>
          <p:nvPr/>
        </p:nvSpPr>
        <p:spPr>
          <a:xfrm>
            <a:off x="2069667" y="3736903"/>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30" name="矩形 229">
            <a:extLst>
              <a:ext uri="{FF2B5EF4-FFF2-40B4-BE49-F238E27FC236}">
                <a16:creationId xmlns:a16="http://schemas.microsoft.com/office/drawing/2014/main" id="{7AD3E989-8C68-9900-1926-59F477A28E16}"/>
              </a:ext>
            </a:extLst>
          </p:cNvPr>
          <p:cNvSpPr/>
          <p:nvPr/>
        </p:nvSpPr>
        <p:spPr>
          <a:xfrm>
            <a:off x="2241893" y="3736903"/>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31" name="矩形 230">
            <a:extLst>
              <a:ext uri="{FF2B5EF4-FFF2-40B4-BE49-F238E27FC236}">
                <a16:creationId xmlns:a16="http://schemas.microsoft.com/office/drawing/2014/main" id="{405238F5-7B38-E635-51FC-F194DBA88153}"/>
              </a:ext>
            </a:extLst>
          </p:cNvPr>
          <p:cNvSpPr/>
          <p:nvPr/>
        </p:nvSpPr>
        <p:spPr>
          <a:xfrm>
            <a:off x="2414119" y="3736903"/>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32" name="矩形 231">
            <a:extLst>
              <a:ext uri="{FF2B5EF4-FFF2-40B4-BE49-F238E27FC236}">
                <a16:creationId xmlns:a16="http://schemas.microsoft.com/office/drawing/2014/main" id="{BC41EF97-50E7-A8BA-2C6C-D462E6B7E8A0}"/>
              </a:ext>
            </a:extLst>
          </p:cNvPr>
          <p:cNvSpPr/>
          <p:nvPr/>
        </p:nvSpPr>
        <p:spPr>
          <a:xfrm>
            <a:off x="2583688" y="3736903"/>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33" name="矩形 232">
            <a:extLst>
              <a:ext uri="{FF2B5EF4-FFF2-40B4-BE49-F238E27FC236}">
                <a16:creationId xmlns:a16="http://schemas.microsoft.com/office/drawing/2014/main" id="{73438E84-2C1A-4D9F-3A24-824AA35BCBC7}"/>
              </a:ext>
            </a:extLst>
          </p:cNvPr>
          <p:cNvSpPr/>
          <p:nvPr/>
        </p:nvSpPr>
        <p:spPr>
          <a:xfrm>
            <a:off x="2755914" y="3736903"/>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34" name="矩形 233">
            <a:extLst>
              <a:ext uri="{FF2B5EF4-FFF2-40B4-BE49-F238E27FC236}">
                <a16:creationId xmlns:a16="http://schemas.microsoft.com/office/drawing/2014/main" id="{40E52211-4BF8-0166-0F32-D07571C70CF5}"/>
              </a:ext>
            </a:extLst>
          </p:cNvPr>
          <p:cNvSpPr/>
          <p:nvPr/>
        </p:nvSpPr>
        <p:spPr>
          <a:xfrm>
            <a:off x="2928140" y="3736903"/>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35" name="矩形 234">
            <a:extLst>
              <a:ext uri="{FF2B5EF4-FFF2-40B4-BE49-F238E27FC236}">
                <a16:creationId xmlns:a16="http://schemas.microsoft.com/office/drawing/2014/main" id="{4EDD5285-3D40-EAE7-C542-786A6D829197}"/>
              </a:ext>
            </a:extLst>
          </p:cNvPr>
          <p:cNvSpPr/>
          <p:nvPr/>
        </p:nvSpPr>
        <p:spPr>
          <a:xfrm>
            <a:off x="3100366" y="3736903"/>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36" name="矩形 235">
            <a:extLst>
              <a:ext uri="{FF2B5EF4-FFF2-40B4-BE49-F238E27FC236}">
                <a16:creationId xmlns:a16="http://schemas.microsoft.com/office/drawing/2014/main" id="{F1A01163-BE90-1001-9F9C-CCCC4EE80B56}"/>
              </a:ext>
            </a:extLst>
          </p:cNvPr>
          <p:cNvSpPr/>
          <p:nvPr/>
        </p:nvSpPr>
        <p:spPr>
          <a:xfrm>
            <a:off x="3272592" y="3736903"/>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37" name="矩形 236">
            <a:extLst>
              <a:ext uri="{FF2B5EF4-FFF2-40B4-BE49-F238E27FC236}">
                <a16:creationId xmlns:a16="http://schemas.microsoft.com/office/drawing/2014/main" id="{941557BB-D51C-CB1D-075B-407042CAE9E7}"/>
              </a:ext>
            </a:extLst>
          </p:cNvPr>
          <p:cNvSpPr/>
          <p:nvPr/>
        </p:nvSpPr>
        <p:spPr>
          <a:xfrm>
            <a:off x="3444818" y="3736903"/>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41" name="矩形 240">
            <a:extLst>
              <a:ext uri="{FF2B5EF4-FFF2-40B4-BE49-F238E27FC236}">
                <a16:creationId xmlns:a16="http://schemas.microsoft.com/office/drawing/2014/main" id="{D52C9CE6-4861-6D5D-B158-D1F7F694BE77}"/>
              </a:ext>
            </a:extLst>
          </p:cNvPr>
          <p:cNvSpPr/>
          <p:nvPr/>
        </p:nvSpPr>
        <p:spPr>
          <a:xfrm>
            <a:off x="1380763" y="3909129"/>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42" name="矩形 241">
            <a:extLst>
              <a:ext uri="{FF2B5EF4-FFF2-40B4-BE49-F238E27FC236}">
                <a16:creationId xmlns:a16="http://schemas.microsoft.com/office/drawing/2014/main" id="{F7C19CD2-297F-99E3-933F-AF322013430A}"/>
              </a:ext>
            </a:extLst>
          </p:cNvPr>
          <p:cNvSpPr/>
          <p:nvPr/>
        </p:nvSpPr>
        <p:spPr>
          <a:xfrm>
            <a:off x="1552989" y="3909129"/>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43" name="矩形 242">
            <a:extLst>
              <a:ext uri="{FF2B5EF4-FFF2-40B4-BE49-F238E27FC236}">
                <a16:creationId xmlns:a16="http://schemas.microsoft.com/office/drawing/2014/main" id="{0C6733B1-FC32-F36E-E540-8E956877F01E}"/>
              </a:ext>
            </a:extLst>
          </p:cNvPr>
          <p:cNvSpPr/>
          <p:nvPr/>
        </p:nvSpPr>
        <p:spPr>
          <a:xfrm>
            <a:off x="1725215" y="3909129"/>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44" name="矩形 243">
            <a:extLst>
              <a:ext uri="{FF2B5EF4-FFF2-40B4-BE49-F238E27FC236}">
                <a16:creationId xmlns:a16="http://schemas.microsoft.com/office/drawing/2014/main" id="{1F67462B-D351-6CD5-9F17-6FB00D6A6894}"/>
              </a:ext>
            </a:extLst>
          </p:cNvPr>
          <p:cNvSpPr/>
          <p:nvPr/>
        </p:nvSpPr>
        <p:spPr>
          <a:xfrm>
            <a:off x="1897441" y="3909129"/>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45" name="矩形 244">
            <a:extLst>
              <a:ext uri="{FF2B5EF4-FFF2-40B4-BE49-F238E27FC236}">
                <a16:creationId xmlns:a16="http://schemas.microsoft.com/office/drawing/2014/main" id="{22B9BD38-F703-2C2F-98E3-2DB191339D69}"/>
              </a:ext>
            </a:extLst>
          </p:cNvPr>
          <p:cNvSpPr/>
          <p:nvPr/>
        </p:nvSpPr>
        <p:spPr>
          <a:xfrm>
            <a:off x="2069667" y="3909129"/>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46" name="矩形 245">
            <a:extLst>
              <a:ext uri="{FF2B5EF4-FFF2-40B4-BE49-F238E27FC236}">
                <a16:creationId xmlns:a16="http://schemas.microsoft.com/office/drawing/2014/main" id="{03989518-1BBE-0E3A-1406-A652F6210652}"/>
              </a:ext>
            </a:extLst>
          </p:cNvPr>
          <p:cNvSpPr/>
          <p:nvPr/>
        </p:nvSpPr>
        <p:spPr>
          <a:xfrm>
            <a:off x="2241893" y="3909129"/>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47" name="矩形 246">
            <a:extLst>
              <a:ext uri="{FF2B5EF4-FFF2-40B4-BE49-F238E27FC236}">
                <a16:creationId xmlns:a16="http://schemas.microsoft.com/office/drawing/2014/main" id="{20148471-C46E-28A4-BBFB-B66A614CA6E0}"/>
              </a:ext>
            </a:extLst>
          </p:cNvPr>
          <p:cNvSpPr/>
          <p:nvPr/>
        </p:nvSpPr>
        <p:spPr>
          <a:xfrm>
            <a:off x="2414119" y="3909129"/>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48" name="矩形 247">
            <a:extLst>
              <a:ext uri="{FF2B5EF4-FFF2-40B4-BE49-F238E27FC236}">
                <a16:creationId xmlns:a16="http://schemas.microsoft.com/office/drawing/2014/main" id="{29D52307-9CFA-0798-854D-F7E460A655AF}"/>
              </a:ext>
            </a:extLst>
          </p:cNvPr>
          <p:cNvSpPr/>
          <p:nvPr/>
        </p:nvSpPr>
        <p:spPr>
          <a:xfrm>
            <a:off x="2583688" y="3909129"/>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49" name="矩形 248">
            <a:extLst>
              <a:ext uri="{FF2B5EF4-FFF2-40B4-BE49-F238E27FC236}">
                <a16:creationId xmlns:a16="http://schemas.microsoft.com/office/drawing/2014/main" id="{F6956A5C-9E56-EC13-855C-CC0A99388F65}"/>
              </a:ext>
            </a:extLst>
          </p:cNvPr>
          <p:cNvSpPr/>
          <p:nvPr/>
        </p:nvSpPr>
        <p:spPr>
          <a:xfrm>
            <a:off x="2755914" y="3909129"/>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50" name="矩形 249">
            <a:extLst>
              <a:ext uri="{FF2B5EF4-FFF2-40B4-BE49-F238E27FC236}">
                <a16:creationId xmlns:a16="http://schemas.microsoft.com/office/drawing/2014/main" id="{EDBDD29B-3123-D011-8F3C-41F0DBCBC46A}"/>
              </a:ext>
            </a:extLst>
          </p:cNvPr>
          <p:cNvSpPr/>
          <p:nvPr/>
        </p:nvSpPr>
        <p:spPr>
          <a:xfrm>
            <a:off x="2928140" y="3909129"/>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51" name="矩形 250">
            <a:extLst>
              <a:ext uri="{FF2B5EF4-FFF2-40B4-BE49-F238E27FC236}">
                <a16:creationId xmlns:a16="http://schemas.microsoft.com/office/drawing/2014/main" id="{51E3FDD3-31B9-24C0-5090-933D82DAA367}"/>
              </a:ext>
            </a:extLst>
          </p:cNvPr>
          <p:cNvSpPr/>
          <p:nvPr/>
        </p:nvSpPr>
        <p:spPr>
          <a:xfrm>
            <a:off x="3100366" y="3909129"/>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52" name="矩形 251">
            <a:extLst>
              <a:ext uri="{FF2B5EF4-FFF2-40B4-BE49-F238E27FC236}">
                <a16:creationId xmlns:a16="http://schemas.microsoft.com/office/drawing/2014/main" id="{CFE14809-DBE2-F479-FD48-858C2831B0AD}"/>
              </a:ext>
            </a:extLst>
          </p:cNvPr>
          <p:cNvSpPr/>
          <p:nvPr/>
        </p:nvSpPr>
        <p:spPr>
          <a:xfrm>
            <a:off x="3272592" y="3909129"/>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53" name="矩形 252">
            <a:extLst>
              <a:ext uri="{FF2B5EF4-FFF2-40B4-BE49-F238E27FC236}">
                <a16:creationId xmlns:a16="http://schemas.microsoft.com/office/drawing/2014/main" id="{98DEBBDA-FBA0-C385-5232-2BE688588C1B}"/>
              </a:ext>
            </a:extLst>
          </p:cNvPr>
          <p:cNvSpPr/>
          <p:nvPr/>
        </p:nvSpPr>
        <p:spPr>
          <a:xfrm>
            <a:off x="3444818" y="3909129"/>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57" name="矩形 256">
            <a:extLst>
              <a:ext uri="{FF2B5EF4-FFF2-40B4-BE49-F238E27FC236}">
                <a16:creationId xmlns:a16="http://schemas.microsoft.com/office/drawing/2014/main" id="{C815E2BD-D466-D2AD-F387-561182144A41}"/>
              </a:ext>
            </a:extLst>
          </p:cNvPr>
          <p:cNvSpPr/>
          <p:nvPr/>
        </p:nvSpPr>
        <p:spPr>
          <a:xfrm>
            <a:off x="1380763" y="4081355"/>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58" name="矩形 257">
            <a:extLst>
              <a:ext uri="{FF2B5EF4-FFF2-40B4-BE49-F238E27FC236}">
                <a16:creationId xmlns:a16="http://schemas.microsoft.com/office/drawing/2014/main" id="{B14A190C-5C88-CC41-D6EE-123E3A292A2D}"/>
              </a:ext>
            </a:extLst>
          </p:cNvPr>
          <p:cNvSpPr/>
          <p:nvPr/>
        </p:nvSpPr>
        <p:spPr>
          <a:xfrm>
            <a:off x="1552989" y="408135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59" name="矩形 258">
            <a:extLst>
              <a:ext uri="{FF2B5EF4-FFF2-40B4-BE49-F238E27FC236}">
                <a16:creationId xmlns:a16="http://schemas.microsoft.com/office/drawing/2014/main" id="{9CA39EDA-7C4A-3E06-66B0-9C532C4B940C}"/>
              </a:ext>
            </a:extLst>
          </p:cNvPr>
          <p:cNvSpPr/>
          <p:nvPr/>
        </p:nvSpPr>
        <p:spPr>
          <a:xfrm>
            <a:off x="1725215" y="408135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60" name="矩形 259">
            <a:extLst>
              <a:ext uri="{FF2B5EF4-FFF2-40B4-BE49-F238E27FC236}">
                <a16:creationId xmlns:a16="http://schemas.microsoft.com/office/drawing/2014/main" id="{6B57FF41-D3C4-BC84-509B-68D5634B2E7C}"/>
              </a:ext>
            </a:extLst>
          </p:cNvPr>
          <p:cNvSpPr/>
          <p:nvPr/>
        </p:nvSpPr>
        <p:spPr>
          <a:xfrm>
            <a:off x="1897441" y="408135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61" name="矩形 260">
            <a:extLst>
              <a:ext uri="{FF2B5EF4-FFF2-40B4-BE49-F238E27FC236}">
                <a16:creationId xmlns:a16="http://schemas.microsoft.com/office/drawing/2014/main" id="{593B3357-2960-CAD2-D942-EA245590C366}"/>
              </a:ext>
            </a:extLst>
          </p:cNvPr>
          <p:cNvSpPr/>
          <p:nvPr/>
        </p:nvSpPr>
        <p:spPr>
          <a:xfrm>
            <a:off x="2069667" y="408135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62" name="矩形 261">
            <a:extLst>
              <a:ext uri="{FF2B5EF4-FFF2-40B4-BE49-F238E27FC236}">
                <a16:creationId xmlns:a16="http://schemas.microsoft.com/office/drawing/2014/main" id="{F33EA6DE-CDD5-C02F-7216-EABE49140C0C}"/>
              </a:ext>
            </a:extLst>
          </p:cNvPr>
          <p:cNvSpPr/>
          <p:nvPr/>
        </p:nvSpPr>
        <p:spPr>
          <a:xfrm>
            <a:off x="2241893" y="408135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63" name="矩形 262">
            <a:extLst>
              <a:ext uri="{FF2B5EF4-FFF2-40B4-BE49-F238E27FC236}">
                <a16:creationId xmlns:a16="http://schemas.microsoft.com/office/drawing/2014/main" id="{2A70BE5C-7B2C-88F2-35C5-02E92B3C2F19}"/>
              </a:ext>
            </a:extLst>
          </p:cNvPr>
          <p:cNvSpPr/>
          <p:nvPr/>
        </p:nvSpPr>
        <p:spPr>
          <a:xfrm>
            <a:off x="2414119" y="408135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64" name="矩形 263">
            <a:extLst>
              <a:ext uri="{FF2B5EF4-FFF2-40B4-BE49-F238E27FC236}">
                <a16:creationId xmlns:a16="http://schemas.microsoft.com/office/drawing/2014/main" id="{31622DE8-9225-BA3C-8AAE-90B83819C6CF}"/>
              </a:ext>
            </a:extLst>
          </p:cNvPr>
          <p:cNvSpPr/>
          <p:nvPr/>
        </p:nvSpPr>
        <p:spPr>
          <a:xfrm>
            <a:off x="2583688" y="408135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65" name="矩形 264">
            <a:extLst>
              <a:ext uri="{FF2B5EF4-FFF2-40B4-BE49-F238E27FC236}">
                <a16:creationId xmlns:a16="http://schemas.microsoft.com/office/drawing/2014/main" id="{C3572FF2-C553-8925-E2BF-91A02DDB4CB0}"/>
              </a:ext>
            </a:extLst>
          </p:cNvPr>
          <p:cNvSpPr/>
          <p:nvPr/>
        </p:nvSpPr>
        <p:spPr>
          <a:xfrm>
            <a:off x="2755914" y="408135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66" name="矩形 265">
            <a:extLst>
              <a:ext uri="{FF2B5EF4-FFF2-40B4-BE49-F238E27FC236}">
                <a16:creationId xmlns:a16="http://schemas.microsoft.com/office/drawing/2014/main" id="{B30F548E-E5F1-522F-1866-26FBEEC8B248}"/>
              </a:ext>
            </a:extLst>
          </p:cNvPr>
          <p:cNvSpPr/>
          <p:nvPr/>
        </p:nvSpPr>
        <p:spPr>
          <a:xfrm>
            <a:off x="2928140" y="408135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67" name="矩形 266">
            <a:extLst>
              <a:ext uri="{FF2B5EF4-FFF2-40B4-BE49-F238E27FC236}">
                <a16:creationId xmlns:a16="http://schemas.microsoft.com/office/drawing/2014/main" id="{9DE1FCB9-7A14-FA12-89A7-0E1F3EFEE954}"/>
              </a:ext>
            </a:extLst>
          </p:cNvPr>
          <p:cNvSpPr/>
          <p:nvPr/>
        </p:nvSpPr>
        <p:spPr>
          <a:xfrm>
            <a:off x="3100366" y="408135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68" name="矩形 267">
            <a:extLst>
              <a:ext uri="{FF2B5EF4-FFF2-40B4-BE49-F238E27FC236}">
                <a16:creationId xmlns:a16="http://schemas.microsoft.com/office/drawing/2014/main" id="{308103E2-BC21-03ED-8D6C-68BF9E893C95}"/>
              </a:ext>
            </a:extLst>
          </p:cNvPr>
          <p:cNvSpPr/>
          <p:nvPr/>
        </p:nvSpPr>
        <p:spPr>
          <a:xfrm>
            <a:off x="3272592" y="408135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69" name="矩形 268">
            <a:extLst>
              <a:ext uri="{FF2B5EF4-FFF2-40B4-BE49-F238E27FC236}">
                <a16:creationId xmlns:a16="http://schemas.microsoft.com/office/drawing/2014/main" id="{31304C33-7452-D2CC-DBAC-693F3C1D4212}"/>
              </a:ext>
            </a:extLst>
          </p:cNvPr>
          <p:cNvSpPr/>
          <p:nvPr/>
        </p:nvSpPr>
        <p:spPr>
          <a:xfrm>
            <a:off x="3444818" y="4081355"/>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73" name="矩形 272">
            <a:extLst>
              <a:ext uri="{FF2B5EF4-FFF2-40B4-BE49-F238E27FC236}">
                <a16:creationId xmlns:a16="http://schemas.microsoft.com/office/drawing/2014/main" id="{FAD8BB2D-257E-68E6-2CA2-90C08D0E9F00}"/>
              </a:ext>
            </a:extLst>
          </p:cNvPr>
          <p:cNvSpPr/>
          <p:nvPr/>
        </p:nvSpPr>
        <p:spPr>
          <a:xfrm>
            <a:off x="1380763" y="4253581"/>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74" name="矩形 273">
            <a:extLst>
              <a:ext uri="{FF2B5EF4-FFF2-40B4-BE49-F238E27FC236}">
                <a16:creationId xmlns:a16="http://schemas.microsoft.com/office/drawing/2014/main" id="{FC354FBE-A4C2-33CE-C85F-97E0522204B3}"/>
              </a:ext>
            </a:extLst>
          </p:cNvPr>
          <p:cNvSpPr/>
          <p:nvPr/>
        </p:nvSpPr>
        <p:spPr>
          <a:xfrm>
            <a:off x="1552989" y="4253581"/>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75" name="矩形 274">
            <a:extLst>
              <a:ext uri="{FF2B5EF4-FFF2-40B4-BE49-F238E27FC236}">
                <a16:creationId xmlns:a16="http://schemas.microsoft.com/office/drawing/2014/main" id="{FC97E59B-5497-9B50-5C84-1B14D39243A4}"/>
              </a:ext>
            </a:extLst>
          </p:cNvPr>
          <p:cNvSpPr/>
          <p:nvPr/>
        </p:nvSpPr>
        <p:spPr>
          <a:xfrm>
            <a:off x="1725215" y="4253581"/>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76" name="矩形 275">
            <a:extLst>
              <a:ext uri="{FF2B5EF4-FFF2-40B4-BE49-F238E27FC236}">
                <a16:creationId xmlns:a16="http://schemas.microsoft.com/office/drawing/2014/main" id="{1A2B2F5A-A4DC-5A8F-0081-327561941EEE}"/>
              </a:ext>
            </a:extLst>
          </p:cNvPr>
          <p:cNvSpPr/>
          <p:nvPr/>
        </p:nvSpPr>
        <p:spPr>
          <a:xfrm>
            <a:off x="1897441" y="4253581"/>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77" name="矩形 276">
            <a:extLst>
              <a:ext uri="{FF2B5EF4-FFF2-40B4-BE49-F238E27FC236}">
                <a16:creationId xmlns:a16="http://schemas.microsoft.com/office/drawing/2014/main" id="{1E609464-0E41-6861-41AF-B70B8751B6C7}"/>
              </a:ext>
            </a:extLst>
          </p:cNvPr>
          <p:cNvSpPr/>
          <p:nvPr/>
        </p:nvSpPr>
        <p:spPr>
          <a:xfrm>
            <a:off x="2069667" y="4253581"/>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78" name="矩形 277">
            <a:extLst>
              <a:ext uri="{FF2B5EF4-FFF2-40B4-BE49-F238E27FC236}">
                <a16:creationId xmlns:a16="http://schemas.microsoft.com/office/drawing/2014/main" id="{245CAD8D-17EE-D592-8ED0-605A38F65702}"/>
              </a:ext>
            </a:extLst>
          </p:cNvPr>
          <p:cNvSpPr/>
          <p:nvPr/>
        </p:nvSpPr>
        <p:spPr>
          <a:xfrm>
            <a:off x="2241893" y="4253581"/>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79" name="矩形 278">
            <a:extLst>
              <a:ext uri="{FF2B5EF4-FFF2-40B4-BE49-F238E27FC236}">
                <a16:creationId xmlns:a16="http://schemas.microsoft.com/office/drawing/2014/main" id="{5285568B-35F0-C353-0391-95A82A3C61E5}"/>
              </a:ext>
            </a:extLst>
          </p:cNvPr>
          <p:cNvSpPr/>
          <p:nvPr/>
        </p:nvSpPr>
        <p:spPr>
          <a:xfrm>
            <a:off x="2414119" y="4253581"/>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80" name="矩形 279">
            <a:extLst>
              <a:ext uri="{FF2B5EF4-FFF2-40B4-BE49-F238E27FC236}">
                <a16:creationId xmlns:a16="http://schemas.microsoft.com/office/drawing/2014/main" id="{01EB4774-C78C-53B2-69A0-81E88B966AD0}"/>
              </a:ext>
            </a:extLst>
          </p:cNvPr>
          <p:cNvSpPr/>
          <p:nvPr/>
        </p:nvSpPr>
        <p:spPr>
          <a:xfrm>
            <a:off x="2583688" y="4253581"/>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81" name="矩形 280">
            <a:extLst>
              <a:ext uri="{FF2B5EF4-FFF2-40B4-BE49-F238E27FC236}">
                <a16:creationId xmlns:a16="http://schemas.microsoft.com/office/drawing/2014/main" id="{7BBBC64B-7A97-A95A-9226-092D718D2C31}"/>
              </a:ext>
            </a:extLst>
          </p:cNvPr>
          <p:cNvSpPr/>
          <p:nvPr/>
        </p:nvSpPr>
        <p:spPr>
          <a:xfrm>
            <a:off x="2755914" y="4253581"/>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82" name="矩形 281">
            <a:extLst>
              <a:ext uri="{FF2B5EF4-FFF2-40B4-BE49-F238E27FC236}">
                <a16:creationId xmlns:a16="http://schemas.microsoft.com/office/drawing/2014/main" id="{34C86712-B62E-6045-89D9-B1C21C178D93}"/>
              </a:ext>
            </a:extLst>
          </p:cNvPr>
          <p:cNvSpPr/>
          <p:nvPr/>
        </p:nvSpPr>
        <p:spPr>
          <a:xfrm>
            <a:off x="2928140" y="4253581"/>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83" name="矩形 282">
            <a:extLst>
              <a:ext uri="{FF2B5EF4-FFF2-40B4-BE49-F238E27FC236}">
                <a16:creationId xmlns:a16="http://schemas.microsoft.com/office/drawing/2014/main" id="{0F4DEAB9-0624-57EF-4C1E-A7A34B6362F4}"/>
              </a:ext>
            </a:extLst>
          </p:cNvPr>
          <p:cNvSpPr/>
          <p:nvPr/>
        </p:nvSpPr>
        <p:spPr>
          <a:xfrm>
            <a:off x="3100366" y="4253581"/>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84" name="矩形 283">
            <a:extLst>
              <a:ext uri="{FF2B5EF4-FFF2-40B4-BE49-F238E27FC236}">
                <a16:creationId xmlns:a16="http://schemas.microsoft.com/office/drawing/2014/main" id="{8522A5EB-9B90-3D7F-0F63-468D66917678}"/>
              </a:ext>
            </a:extLst>
          </p:cNvPr>
          <p:cNvSpPr/>
          <p:nvPr/>
        </p:nvSpPr>
        <p:spPr>
          <a:xfrm>
            <a:off x="3272592" y="4253581"/>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85" name="矩形 284">
            <a:extLst>
              <a:ext uri="{FF2B5EF4-FFF2-40B4-BE49-F238E27FC236}">
                <a16:creationId xmlns:a16="http://schemas.microsoft.com/office/drawing/2014/main" id="{0C172E08-E85F-7953-9F66-B6874A2FAEA3}"/>
              </a:ext>
            </a:extLst>
          </p:cNvPr>
          <p:cNvSpPr/>
          <p:nvPr/>
        </p:nvSpPr>
        <p:spPr>
          <a:xfrm>
            <a:off x="3444818" y="4253581"/>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29898" name="组合 29897">
            <a:extLst>
              <a:ext uri="{FF2B5EF4-FFF2-40B4-BE49-F238E27FC236}">
                <a16:creationId xmlns:a16="http://schemas.microsoft.com/office/drawing/2014/main" id="{288A2705-D969-6886-9645-B1EEA654CA54}"/>
              </a:ext>
            </a:extLst>
          </p:cNvPr>
          <p:cNvGrpSpPr/>
          <p:nvPr/>
        </p:nvGrpSpPr>
        <p:grpSpPr>
          <a:xfrm>
            <a:off x="4760588" y="2186869"/>
            <a:ext cx="2237610" cy="2238938"/>
            <a:chOff x="4760588" y="2186869"/>
            <a:chExt cx="2237610" cy="2238938"/>
          </a:xfrm>
        </p:grpSpPr>
        <p:sp>
          <p:nvSpPr>
            <p:cNvPr id="29897" name="矩形 29896">
              <a:extLst>
                <a:ext uri="{FF2B5EF4-FFF2-40B4-BE49-F238E27FC236}">
                  <a16:creationId xmlns:a16="http://schemas.microsoft.com/office/drawing/2014/main" id="{D3B6917B-ADF6-1595-40C3-65C3E49B8374}"/>
                </a:ext>
              </a:extLst>
            </p:cNvPr>
            <p:cNvSpPr/>
            <p:nvPr/>
          </p:nvSpPr>
          <p:spPr>
            <a:xfrm>
              <a:off x="4760588" y="2186869"/>
              <a:ext cx="2237609" cy="2238938"/>
            </a:xfrm>
            <a:prstGeom prst="rect">
              <a:avLst/>
            </a:prstGeom>
            <a:solidFill>
              <a:schemeClr val="bg1"/>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 name="矩形 3">
              <a:extLst>
                <a:ext uri="{FF2B5EF4-FFF2-40B4-BE49-F238E27FC236}">
                  <a16:creationId xmlns:a16="http://schemas.microsoft.com/office/drawing/2014/main" id="{C692B77E-C428-3E65-17E2-FA3D65CA1734}"/>
                </a:ext>
              </a:extLst>
            </p:cNvPr>
            <p:cNvSpPr/>
            <p:nvPr/>
          </p:nvSpPr>
          <p:spPr>
            <a:xfrm>
              <a:off x="4761917" y="2186869"/>
              <a:ext cx="172226" cy="172226"/>
            </a:xfrm>
            <a:prstGeom prst="rect">
              <a:avLst/>
            </a:prstGeom>
            <a:solidFill>
              <a:schemeClr val="bg1"/>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矩形 5">
              <a:extLst>
                <a:ext uri="{FF2B5EF4-FFF2-40B4-BE49-F238E27FC236}">
                  <a16:creationId xmlns:a16="http://schemas.microsoft.com/office/drawing/2014/main" id="{C9AD5DCC-A78D-5A18-1B51-9CF5D5A1121B}"/>
                </a:ext>
              </a:extLst>
            </p:cNvPr>
            <p:cNvSpPr/>
            <p:nvPr/>
          </p:nvSpPr>
          <p:spPr>
            <a:xfrm>
              <a:off x="4934143" y="2186869"/>
              <a:ext cx="172226" cy="172226"/>
            </a:xfrm>
            <a:prstGeom prst="rect">
              <a:avLst/>
            </a:prstGeom>
            <a:solidFill>
              <a:schemeClr val="bg1"/>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矩形 7">
              <a:extLst>
                <a:ext uri="{FF2B5EF4-FFF2-40B4-BE49-F238E27FC236}">
                  <a16:creationId xmlns:a16="http://schemas.microsoft.com/office/drawing/2014/main" id="{0541B91C-5D16-380D-751C-14C190D5A1B8}"/>
                </a:ext>
              </a:extLst>
            </p:cNvPr>
            <p:cNvSpPr/>
            <p:nvPr/>
          </p:nvSpPr>
          <p:spPr>
            <a:xfrm>
              <a:off x="5106369" y="2186869"/>
              <a:ext cx="172226" cy="172226"/>
            </a:xfrm>
            <a:prstGeom prst="rect">
              <a:avLst/>
            </a:prstGeom>
            <a:solidFill>
              <a:schemeClr val="bg1"/>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矩形 8">
              <a:extLst>
                <a:ext uri="{FF2B5EF4-FFF2-40B4-BE49-F238E27FC236}">
                  <a16:creationId xmlns:a16="http://schemas.microsoft.com/office/drawing/2014/main" id="{E40E563C-7E4E-B995-CC7A-C4BBAF85F3C2}"/>
                </a:ext>
              </a:extLst>
            </p:cNvPr>
            <p:cNvSpPr/>
            <p:nvPr/>
          </p:nvSpPr>
          <p:spPr>
            <a:xfrm>
              <a:off x="5278595" y="2186869"/>
              <a:ext cx="172226" cy="172226"/>
            </a:xfrm>
            <a:prstGeom prst="rect">
              <a:avLst/>
            </a:prstGeom>
            <a:solidFill>
              <a:schemeClr val="bg1"/>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 name="矩形 9">
              <a:extLst>
                <a:ext uri="{FF2B5EF4-FFF2-40B4-BE49-F238E27FC236}">
                  <a16:creationId xmlns:a16="http://schemas.microsoft.com/office/drawing/2014/main" id="{6F8D6AE7-B4A6-FBBC-734E-514647717C46}"/>
                </a:ext>
              </a:extLst>
            </p:cNvPr>
            <p:cNvSpPr/>
            <p:nvPr/>
          </p:nvSpPr>
          <p:spPr>
            <a:xfrm>
              <a:off x="5450821" y="2186869"/>
              <a:ext cx="172226" cy="172226"/>
            </a:xfrm>
            <a:prstGeom prst="rect">
              <a:avLst/>
            </a:prstGeom>
            <a:solidFill>
              <a:schemeClr val="bg1"/>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矩形 10">
              <a:extLst>
                <a:ext uri="{FF2B5EF4-FFF2-40B4-BE49-F238E27FC236}">
                  <a16:creationId xmlns:a16="http://schemas.microsoft.com/office/drawing/2014/main" id="{940A57B2-C867-B153-F315-95D179D2AB38}"/>
                </a:ext>
              </a:extLst>
            </p:cNvPr>
            <p:cNvSpPr/>
            <p:nvPr/>
          </p:nvSpPr>
          <p:spPr>
            <a:xfrm>
              <a:off x="5623047" y="2186869"/>
              <a:ext cx="172226" cy="172226"/>
            </a:xfrm>
            <a:prstGeom prst="rect">
              <a:avLst/>
            </a:prstGeom>
            <a:solidFill>
              <a:schemeClr val="bg1"/>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矩形 11">
              <a:extLst>
                <a:ext uri="{FF2B5EF4-FFF2-40B4-BE49-F238E27FC236}">
                  <a16:creationId xmlns:a16="http://schemas.microsoft.com/office/drawing/2014/main" id="{F2C31E62-0D22-E23C-B86C-CA2C44138ABD}"/>
                </a:ext>
              </a:extLst>
            </p:cNvPr>
            <p:cNvSpPr/>
            <p:nvPr/>
          </p:nvSpPr>
          <p:spPr>
            <a:xfrm>
              <a:off x="5795273" y="2186869"/>
              <a:ext cx="172226" cy="172226"/>
            </a:xfrm>
            <a:prstGeom prst="rect">
              <a:avLst/>
            </a:prstGeom>
            <a:solidFill>
              <a:schemeClr val="bg1"/>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矩形 12">
              <a:extLst>
                <a:ext uri="{FF2B5EF4-FFF2-40B4-BE49-F238E27FC236}">
                  <a16:creationId xmlns:a16="http://schemas.microsoft.com/office/drawing/2014/main" id="{1D4FBAC8-45F2-9402-F6E3-4CEFF8F12EF0}"/>
                </a:ext>
              </a:extLst>
            </p:cNvPr>
            <p:cNvSpPr/>
            <p:nvPr/>
          </p:nvSpPr>
          <p:spPr>
            <a:xfrm>
              <a:off x="5964842" y="2186869"/>
              <a:ext cx="172226" cy="172226"/>
            </a:xfrm>
            <a:prstGeom prst="rect">
              <a:avLst/>
            </a:prstGeom>
            <a:solidFill>
              <a:schemeClr val="bg1"/>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矩形 13">
              <a:extLst>
                <a:ext uri="{FF2B5EF4-FFF2-40B4-BE49-F238E27FC236}">
                  <a16:creationId xmlns:a16="http://schemas.microsoft.com/office/drawing/2014/main" id="{326BC1A5-81E8-F188-D9EB-B19338C35C4C}"/>
                </a:ext>
              </a:extLst>
            </p:cNvPr>
            <p:cNvSpPr/>
            <p:nvPr/>
          </p:nvSpPr>
          <p:spPr>
            <a:xfrm>
              <a:off x="6137068" y="2186869"/>
              <a:ext cx="172226" cy="172226"/>
            </a:xfrm>
            <a:prstGeom prst="rect">
              <a:avLst/>
            </a:prstGeom>
            <a:solidFill>
              <a:schemeClr val="bg1"/>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 name="矩形 14">
              <a:extLst>
                <a:ext uri="{FF2B5EF4-FFF2-40B4-BE49-F238E27FC236}">
                  <a16:creationId xmlns:a16="http://schemas.microsoft.com/office/drawing/2014/main" id="{C8E3DECB-C6BD-80B3-1854-6F433B084E17}"/>
                </a:ext>
              </a:extLst>
            </p:cNvPr>
            <p:cNvSpPr/>
            <p:nvPr/>
          </p:nvSpPr>
          <p:spPr>
            <a:xfrm>
              <a:off x="6309294" y="2186869"/>
              <a:ext cx="172226" cy="172226"/>
            </a:xfrm>
            <a:prstGeom prst="rect">
              <a:avLst/>
            </a:prstGeom>
            <a:solidFill>
              <a:schemeClr val="bg1"/>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 name="矩形 15">
              <a:extLst>
                <a:ext uri="{FF2B5EF4-FFF2-40B4-BE49-F238E27FC236}">
                  <a16:creationId xmlns:a16="http://schemas.microsoft.com/office/drawing/2014/main" id="{4BBBA28F-8D73-A8FF-19F6-BFB434D97D6E}"/>
                </a:ext>
              </a:extLst>
            </p:cNvPr>
            <p:cNvSpPr/>
            <p:nvPr/>
          </p:nvSpPr>
          <p:spPr>
            <a:xfrm>
              <a:off x="6481520" y="2186869"/>
              <a:ext cx="172226" cy="172226"/>
            </a:xfrm>
            <a:prstGeom prst="rect">
              <a:avLst/>
            </a:prstGeom>
            <a:solidFill>
              <a:schemeClr val="bg1"/>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 name="矩形 16">
              <a:extLst>
                <a:ext uri="{FF2B5EF4-FFF2-40B4-BE49-F238E27FC236}">
                  <a16:creationId xmlns:a16="http://schemas.microsoft.com/office/drawing/2014/main" id="{2087812D-AD60-BA0E-C2CA-EF30FD77468F}"/>
                </a:ext>
              </a:extLst>
            </p:cNvPr>
            <p:cNvSpPr/>
            <p:nvPr/>
          </p:nvSpPr>
          <p:spPr>
            <a:xfrm>
              <a:off x="6653746" y="2186869"/>
              <a:ext cx="172226" cy="172226"/>
            </a:xfrm>
            <a:prstGeom prst="rect">
              <a:avLst/>
            </a:prstGeom>
            <a:solidFill>
              <a:schemeClr val="bg1"/>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8" name="矩形 17">
              <a:extLst>
                <a:ext uri="{FF2B5EF4-FFF2-40B4-BE49-F238E27FC236}">
                  <a16:creationId xmlns:a16="http://schemas.microsoft.com/office/drawing/2014/main" id="{8C5913E9-3631-9FF2-96AF-F2FA3CE47AD1}"/>
                </a:ext>
              </a:extLst>
            </p:cNvPr>
            <p:cNvSpPr/>
            <p:nvPr/>
          </p:nvSpPr>
          <p:spPr>
            <a:xfrm>
              <a:off x="6825972" y="2186869"/>
              <a:ext cx="172226" cy="172226"/>
            </a:xfrm>
            <a:prstGeom prst="rect">
              <a:avLst/>
            </a:prstGeom>
            <a:solidFill>
              <a:schemeClr val="bg1"/>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9" name="矩形 18">
              <a:extLst>
                <a:ext uri="{FF2B5EF4-FFF2-40B4-BE49-F238E27FC236}">
                  <a16:creationId xmlns:a16="http://schemas.microsoft.com/office/drawing/2014/main" id="{27911F13-714E-E8A2-3DD4-04ADFF30B8DC}"/>
                </a:ext>
              </a:extLst>
            </p:cNvPr>
            <p:cNvSpPr/>
            <p:nvPr/>
          </p:nvSpPr>
          <p:spPr>
            <a:xfrm>
              <a:off x="4761917" y="2359095"/>
              <a:ext cx="172226" cy="172226"/>
            </a:xfrm>
            <a:prstGeom prst="rect">
              <a:avLst/>
            </a:prstGeom>
            <a:solidFill>
              <a:schemeClr val="bg1"/>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1" name="矩形 30">
              <a:extLst>
                <a:ext uri="{FF2B5EF4-FFF2-40B4-BE49-F238E27FC236}">
                  <a16:creationId xmlns:a16="http://schemas.microsoft.com/office/drawing/2014/main" id="{41E1B6B9-301E-8CF6-A093-E3606505568A}"/>
                </a:ext>
              </a:extLst>
            </p:cNvPr>
            <p:cNvSpPr/>
            <p:nvPr/>
          </p:nvSpPr>
          <p:spPr>
            <a:xfrm>
              <a:off x="6825972" y="2359095"/>
              <a:ext cx="172226" cy="172226"/>
            </a:xfrm>
            <a:prstGeom prst="rect">
              <a:avLst/>
            </a:prstGeom>
            <a:solidFill>
              <a:schemeClr val="bg1"/>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2" name="矩形 31">
              <a:extLst>
                <a:ext uri="{FF2B5EF4-FFF2-40B4-BE49-F238E27FC236}">
                  <a16:creationId xmlns:a16="http://schemas.microsoft.com/office/drawing/2014/main" id="{920D4E06-FD7B-C153-6ED5-7F2DAFDF3112}"/>
                </a:ext>
              </a:extLst>
            </p:cNvPr>
            <p:cNvSpPr/>
            <p:nvPr/>
          </p:nvSpPr>
          <p:spPr>
            <a:xfrm>
              <a:off x="4761917" y="2531321"/>
              <a:ext cx="172226" cy="172226"/>
            </a:xfrm>
            <a:prstGeom prst="rect">
              <a:avLst/>
            </a:prstGeom>
            <a:solidFill>
              <a:schemeClr val="bg1"/>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4" name="矩形 43">
              <a:extLst>
                <a:ext uri="{FF2B5EF4-FFF2-40B4-BE49-F238E27FC236}">
                  <a16:creationId xmlns:a16="http://schemas.microsoft.com/office/drawing/2014/main" id="{39F4DD60-2C56-93D2-F1DF-71BDBFAB697E}"/>
                </a:ext>
              </a:extLst>
            </p:cNvPr>
            <p:cNvSpPr/>
            <p:nvPr/>
          </p:nvSpPr>
          <p:spPr>
            <a:xfrm>
              <a:off x="6825972" y="2531321"/>
              <a:ext cx="172226" cy="172226"/>
            </a:xfrm>
            <a:prstGeom prst="rect">
              <a:avLst/>
            </a:prstGeom>
            <a:solidFill>
              <a:schemeClr val="bg1"/>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5" name="矩形 44">
              <a:extLst>
                <a:ext uri="{FF2B5EF4-FFF2-40B4-BE49-F238E27FC236}">
                  <a16:creationId xmlns:a16="http://schemas.microsoft.com/office/drawing/2014/main" id="{3425BA3C-ED3D-1FCC-4869-4417ACDE3A00}"/>
                </a:ext>
              </a:extLst>
            </p:cNvPr>
            <p:cNvSpPr/>
            <p:nvPr/>
          </p:nvSpPr>
          <p:spPr>
            <a:xfrm>
              <a:off x="4761917" y="2703547"/>
              <a:ext cx="172226" cy="172226"/>
            </a:xfrm>
            <a:prstGeom prst="rect">
              <a:avLst/>
            </a:prstGeom>
            <a:solidFill>
              <a:schemeClr val="bg1"/>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7" name="矩形 56">
              <a:extLst>
                <a:ext uri="{FF2B5EF4-FFF2-40B4-BE49-F238E27FC236}">
                  <a16:creationId xmlns:a16="http://schemas.microsoft.com/office/drawing/2014/main" id="{7F7701DE-C184-04A7-EDF7-5AC73407A43F}"/>
                </a:ext>
              </a:extLst>
            </p:cNvPr>
            <p:cNvSpPr/>
            <p:nvPr/>
          </p:nvSpPr>
          <p:spPr>
            <a:xfrm>
              <a:off x="6825972" y="2703547"/>
              <a:ext cx="172226" cy="172226"/>
            </a:xfrm>
            <a:prstGeom prst="rect">
              <a:avLst/>
            </a:prstGeom>
            <a:solidFill>
              <a:schemeClr val="bg1"/>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8" name="矩形 57">
              <a:extLst>
                <a:ext uri="{FF2B5EF4-FFF2-40B4-BE49-F238E27FC236}">
                  <a16:creationId xmlns:a16="http://schemas.microsoft.com/office/drawing/2014/main" id="{95BA0030-D8E9-F504-94FC-24B5EEAA69F6}"/>
                </a:ext>
              </a:extLst>
            </p:cNvPr>
            <p:cNvSpPr/>
            <p:nvPr/>
          </p:nvSpPr>
          <p:spPr>
            <a:xfrm>
              <a:off x="4761917" y="2875773"/>
              <a:ext cx="172226" cy="172226"/>
            </a:xfrm>
            <a:prstGeom prst="rect">
              <a:avLst/>
            </a:prstGeom>
            <a:solidFill>
              <a:schemeClr val="bg1"/>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0" name="矩形 69">
              <a:extLst>
                <a:ext uri="{FF2B5EF4-FFF2-40B4-BE49-F238E27FC236}">
                  <a16:creationId xmlns:a16="http://schemas.microsoft.com/office/drawing/2014/main" id="{7B8B872E-7420-442D-C825-18EFC6357184}"/>
                </a:ext>
              </a:extLst>
            </p:cNvPr>
            <p:cNvSpPr/>
            <p:nvPr/>
          </p:nvSpPr>
          <p:spPr>
            <a:xfrm>
              <a:off x="6825972" y="2875773"/>
              <a:ext cx="172226" cy="172226"/>
            </a:xfrm>
            <a:prstGeom prst="rect">
              <a:avLst/>
            </a:prstGeom>
            <a:solidFill>
              <a:schemeClr val="bg1"/>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1" name="矩形 70">
              <a:extLst>
                <a:ext uri="{FF2B5EF4-FFF2-40B4-BE49-F238E27FC236}">
                  <a16:creationId xmlns:a16="http://schemas.microsoft.com/office/drawing/2014/main" id="{5D8A9FD2-4F7E-B8FD-A89E-7F41AE66B55B}"/>
                </a:ext>
              </a:extLst>
            </p:cNvPr>
            <p:cNvSpPr/>
            <p:nvPr/>
          </p:nvSpPr>
          <p:spPr>
            <a:xfrm>
              <a:off x="4761917" y="3047999"/>
              <a:ext cx="172226" cy="172226"/>
            </a:xfrm>
            <a:prstGeom prst="rect">
              <a:avLst/>
            </a:prstGeom>
            <a:solidFill>
              <a:schemeClr val="bg1"/>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6" name="矩形 95">
              <a:extLst>
                <a:ext uri="{FF2B5EF4-FFF2-40B4-BE49-F238E27FC236}">
                  <a16:creationId xmlns:a16="http://schemas.microsoft.com/office/drawing/2014/main" id="{2799F47C-4F62-3E4D-1FAF-7D69573F68D6}"/>
                </a:ext>
              </a:extLst>
            </p:cNvPr>
            <p:cNvSpPr/>
            <p:nvPr/>
          </p:nvSpPr>
          <p:spPr>
            <a:xfrm>
              <a:off x="6825972" y="3047999"/>
              <a:ext cx="172226" cy="172226"/>
            </a:xfrm>
            <a:prstGeom prst="rect">
              <a:avLst/>
            </a:prstGeom>
            <a:solidFill>
              <a:schemeClr val="bg1"/>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0" name="矩形 109">
              <a:extLst>
                <a:ext uri="{FF2B5EF4-FFF2-40B4-BE49-F238E27FC236}">
                  <a16:creationId xmlns:a16="http://schemas.microsoft.com/office/drawing/2014/main" id="{9E7C5947-F7E3-C5AD-8A55-014AD0F91CBA}"/>
                </a:ext>
              </a:extLst>
            </p:cNvPr>
            <p:cNvSpPr/>
            <p:nvPr/>
          </p:nvSpPr>
          <p:spPr>
            <a:xfrm>
              <a:off x="4761917" y="3220225"/>
              <a:ext cx="172226" cy="172226"/>
            </a:xfrm>
            <a:prstGeom prst="rect">
              <a:avLst/>
            </a:prstGeom>
            <a:solidFill>
              <a:schemeClr val="bg1"/>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4" name="矩形 173">
              <a:extLst>
                <a:ext uri="{FF2B5EF4-FFF2-40B4-BE49-F238E27FC236}">
                  <a16:creationId xmlns:a16="http://schemas.microsoft.com/office/drawing/2014/main" id="{5C7089C7-C139-4C6A-7FD6-63E64BDC8196}"/>
                </a:ext>
              </a:extLst>
            </p:cNvPr>
            <p:cNvSpPr/>
            <p:nvPr/>
          </p:nvSpPr>
          <p:spPr>
            <a:xfrm>
              <a:off x="6825972" y="3220225"/>
              <a:ext cx="172226" cy="172226"/>
            </a:xfrm>
            <a:prstGeom prst="rect">
              <a:avLst/>
            </a:prstGeom>
            <a:solidFill>
              <a:schemeClr val="bg1"/>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5" name="矩形 174">
              <a:extLst>
                <a:ext uri="{FF2B5EF4-FFF2-40B4-BE49-F238E27FC236}">
                  <a16:creationId xmlns:a16="http://schemas.microsoft.com/office/drawing/2014/main" id="{F7D4048A-42AF-DD4E-206A-47092EFD20CE}"/>
                </a:ext>
              </a:extLst>
            </p:cNvPr>
            <p:cNvSpPr/>
            <p:nvPr/>
          </p:nvSpPr>
          <p:spPr>
            <a:xfrm>
              <a:off x="4761917" y="3392451"/>
              <a:ext cx="172226" cy="172226"/>
            </a:xfrm>
            <a:prstGeom prst="rect">
              <a:avLst/>
            </a:prstGeom>
            <a:solidFill>
              <a:schemeClr val="bg1"/>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9705" name="矩形 29704">
              <a:extLst>
                <a:ext uri="{FF2B5EF4-FFF2-40B4-BE49-F238E27FC236}">
                  <a16:creationId xmlns:a16="http://schemas.microsoft.com/office/drawing/2014/main" id="{DB86B407-FC7A-7448-2D05-E6162F646E22}"/>
                </a:ext>
              </a:extLst>
            </p:cNvPr>
            <p:cNvSpPr/>
            <p:nvPr/>
          </p:nvSpPr>
          <p:spPr>
            <a:xfrm>
              <a:off x="6825972" y="3392451"/>
              <a:ext cx="172226" cy="172226"/>
            </a:xfrm>
            <a:prstGeom prst="rect">
              <a:avLst/>
            </a:prstGeom>
            <a:solidFill>
              <a:schemeClr val="bg1"/>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9706" name="矩形 29705">
              <a:extLst>
                <a:ext uri="{FF2B5EF4-FFF2-40B4-BE49-F238E27FC236}">
                  <a16:creationId xmlns:a16="http://schemas.microsoft.com/office/drawing/2014/main" id="{BFA86F2C-6EDF-72AC-05AE-D03EEC7D30B5}"/>
                </a:ext>
              </a:extLst>
            </p:cNvPr>
            <p:cNvSpPr/>
            <p:nvPr/>
          </p:nvSpPr>
          <p:spPr>
            <a:xfrm>
              <a:off x="4761917" y="3564677"/>
              <a:ext cx="172226" cy="172226"/>
            </a:xfrm>
            <a:prstGeom prst="rect">
              <a:avLst/>
            </a:prstGeom>
            <a:solidFill>
              <a:schemeClr val="bg1"/>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9718" name="矩形 29717">
              <a:extLst>
                <a:ext uri="{FF2B5EF4-FFF2-40B4-BE49-F238E27FC236}">
                  <a16:creationId xmlns:a16="http://schemas.microsoft.com/office/drawing/2014/main" id="{762B9D4E-4C44-0933-83A9-403AA97C1376}"/>
                </a:ext>
              </a:extLst>
            </p:cNvPr>
            <p:cNvSpPr/>
            <p:nvPr/>
          </p:nvSpPr>
          <p:spPr>
            <a:xfrm>
              <a:off x="6825972" y="3564677"/>
              <a:ext cx="172226" cy="172226"/>
            </a:xfrm>
            <a:prstGeom prst="rect">
              <a:avLst/>
            </a:prstGeom>
            <a:solidFill>
              <a:schemeClr val="bg1"/>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9719" name="矩形 29718">
              <a:extLst>
                <a:ext uri="{FF2B5EF4-FFF2-40B4-BE49-F238E27FC236}">
                  <a16:creationId xmlns:a16="http://schemas.microsoft.com/office/drawing/2014/main" id="{14695737-02FF-5B33-93B1-94422082C06C}"/>
                </a:ext>
              </a:extLst>
            </p:cNvPr>
            <p:cNvSpPr/>
            <p:nvPr/>
          </p:nvSpPr>
          <p:spPr>
            <a:xfrm>
              <a:off x="4761917" y="3736903"/>
              <a:ext cx="172226" cy="172226"/>
            </a:xfrm>
            <a:prstGeom prst="rect">
              <a:avLst/>
            </a:prstGeom>
            <a:solidFill>
              <a:schemeClr val="bg1"/>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9731" name="矩形 29730">
              <a:extLst>
                <a:ext uri="{FF2B5EF4-FFF2-40B4-BE49-F238E27FC236}">
                  <a16:creationId xmlns:a16="http://schemas.microsoft.com/office/drawing/2014/main" id="{8F8E78DB-56D2-2064-98B2-3D1D6043FD38}"/>
                </a:ext>
              </a:extLst>
            </p:cNvPr>
            <p:cNvSpPr/>
            <p:nvPr/>
          </p:nvSpPr>
          <p:spPr>
            <a:xfrm>
              <a:off x="6825972" y="3736903"/>
              <a:ext cx="172226" cy="172226"/>
            </a:xfrm>
            <a:prstGeom prst="rect">
              <a:avLst/>
            </a:prstGeom>
            <a:solidFill>
              <a:schemeClr val="bg1"/>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9732" name="矩形 29731">
              <a:extLst>
                <a:ext uri="{FF2B5EF4-FFF2-40B4-BE49-F238E27FC236}">
                  <a16:creationId xmlns:a16="http://schemas.microsoft.com/office/drawing/2014/main" id="{46D2B705-51C4-3AE9-E41A-FABE1C30158C}"/>
                </a:ext>
              </a:extLst>
            </p:cNvPr>
            <p:cNvSpPr/>
            <p:nvPr/>
          </p:nvSpPr>
          <p:spPr>
            <a:xfrm>
              <a:off x="4761917" y="3909129"/>
              <a:ext cx="172226" cy="172226"/>
            </a:xfrm>
            <a:prstGeom prst="rect">
              <a:avLst/>
            </a:prstGeom>
            <a:solidFill>
              <a:schemeClr val="bg1"/>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9744" name="矩形 29743">
              <a:extLst>
                <a:ext uri="{FF2B5EF4-FFF2-40B4-BE49-F238E27FC236}">
                  <a16:creationId xmlns:a16="http://schemas.microsoft.com/office/drawing/2014/main" id="{6CECA419-C5DB-6874-1616-DA04D06C230B}"/>
                </a:ext>
              </a:extLst>
            </p:cNvPr>
            <p:cNvSpPr/>
            <p:nvPr/>
          </p:nvSpPr>
          <p:spPr>
            <a:xfrm>
              <a:off x="6825972" y="3909129"/>
              <a:ext cx="172226" cy="172226"/>
            </a:xfrm>
            <a:prstGeom prst="rect">
              <a:avLst/>
            </a:prstGeom>
            <a:solidFill>
              <a:schemeClr val="bg1"/>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9745" name="矩形 29744">
              <a:extLst>
                <a:ext uri="{FF2B5EF4-FFF2-40B4-BE49-F238E27FC236}">
                  <a16:creationId xmlns:a16="http://schemas.microsoft.com/office/drawing/2014/main" id="{4B943BDD-B969-0E9C-67B2-B246B055A648}"/>
                </a:ext>
              </a:extLst>
            </p:cNvPr>
            <p:cNvSpPr/>
            <p:nvPr/>
          </p:nvSpPr>
          <p:spPr>
            <a:xfrm>
              <a:off x="4761917" y="4081355"/>
              <a:ext cx="172226" cy="172226"/>
            </a:xfrm>
            <a:prstGeom prst="rect">
              <a:avLst/>
            </a:prstGeom>
            <a:solidFill>
              <a:schemeClr val="bg1"/>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9757" name="矩形 29756">
              <a:extLst>
                <a:ext uri="{FF2B5EF4-FFF2-40B4-BE49-F238E27FC236}">
                  <a16:creationId xmlns:a16="http://schemas.microsoft.com/office/drawing/2014/main" id="{9F97C5F3-F025-C998-CD42-9ABEB33F9BC3}"/>
                </a:ext>
              </a:extLst>
            </p:cNvPr>
            <p:cNvSpPr/>
            <p:nvPr/>
          </p:nvSpPr>
          <p:spPr>
            <a:xfrm>
              <a:off x="6825972" y="4081355"/>
              <a:ext cx="172226" cy="172226"/>
            </a:xfrm>
            <a:prstGeom prst="rect">
              <a:avLst/>
            </a:prstGeom>
            <a:solidFill>
              <a:schemeClr val="bg1"/>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9758" name="矩形 29757">
              <a:extLst>
                <a:ext uri="{FF2B5EF4-FFF2-40B4-BE49-F238E27FC236}">
                  <a16:creationId xmlns:a16="http://schemas.microsoft.com/office/drawing/2014/main" id="{4F412069-9C37-D80A-8C31-EB48FE7D5EBC}"/>
                </a:ext>
              </a:extLst>
            </p:cNvPr>
            <p:cNvSpPr/>
            <p:nvPr/>
          </p:nvSpPr>
          <p:spPr>
            <a:xfrm>
              <a:off x="4761917" y="4253581"/>
              <a:ext cx="172226" cy="172226"/>
            </a:xfrm>
            <a:prstGeom prst="rect">
              <a:avLst/>
            </a:prstGeom>
            <a:solidFill>
              <a:schemeClr val="bg1"/>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0" name="矩形 19">
              <a:extLst>
                <a:ext uri="{FF2B5EF4-FFF2-40B4-BE49-F238E27FC236}">
                  <a16:creationId xmlns:a16="http://schemas.microsoft.com/office/drawing/2014/main" id="{F77F1D74-2DC1-F445-390C-64459A01487D}"/>
                </a:ext>
              </a:extLst>
            </p:cNvPr>
            <p:cNvSpPr/>
            <p:nvPr/>
          </p:nvSpPr>
          <p:spPr>
            <a:xfrm>
              <a:off x="4934143" y="2359095"/>
              <a:ext cx="172226" cy="172226"/>
            </a:xfrm>
            <a:prstGeom prst="rect">
              <a:avLst/>
            </a:prstGeom>
            <a:solidFill>
              <a:schemeClr val="accent4">
                <a:alpha val="6114"/>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1" name="矩形 20">
              <a:extLst>
                <a:ext uri="{FF2B5EF4-FFF2-40B4-BE49-F238E27FC236}">
                  <a16:creationId xmlns:a16="http://schemas.microsoft.com/office/drawing/2014/main" id="{FAE365BD-3394-34D7-6B3E-4148395E4081}"/>
                </a:ext>
              </a:extLst>
            </p:cNvPr>
            <p:cNvSpPr/>
            <p:nvPr/>
          </p:nvSpPr>
          <p:spPr>
            <a:xfrm>
              <a:off x="5106369" y="2359095"/>
              <a:ext cx="172226" cy="172226"/>
            </a:xfrm>
            <a:prstGeom prst="rect">
              <a:avLst/>
            </a:prstGeom>
            <a:solidFill>
              <a:schemeClr val="accent4">
                <a:alpha val="6114"/>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2" name="矩形 21">
              <a:extLst>
                <a:ext uri="{FF2B5EF4-FFF2-40B4-BE49-F238E27FC236}">
                  <a16:creationId xmlns:a16="http://schemas.microsoft.com/office/drawing/2014/main" id="{5A47320C-858F-FBAD-E719-1895317A172C}"/>
                </a:ext>
              </a:extLst>
            </p:cNvPr>
            <p:cNvSpPr/>
            <p:nvPr/>
          </p:nvSpPr>
          <p:spPr>
            <a:xfrm>
              <a:off x="5278595" y="2359095"/>
              <a:ext cx="172226" cy="172226"/>
            </a:xfrm>
            <a:prstGeom prst="rect">
              <a:avLst/>
            </a:prstGeom>
            <a:solidFill>
              <a:schemeClr val="accent4">
                <a:alpha val="6114"/>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3" name="矩形 22">
              <a:extLst>
                <a:ext uri="{FF2B5EF4-FFF2-40B4-BE49-F238E27FC236}">
                  <a16:creationId xmlns:a16="http://schemas.microsoft.com/office/drawing/2014/main" id="{95C1ED4C-264E-D48C-83D7-EDA4CD12659A}"/>
                </a:ext>
              </a:extLst>
            </p:cNvPr>
            <p:cNvSpPr/>
            <p:nvPr/>
          </p:nvSpPr>
          <p:spPr>
            <a:xfrm>
              <a:off x="5450821" y="2359095"/>
              <a:ext cx="172226" cy="172226"/>
            </a:xfrm>
            <a:prstGeom prst="rect">
              <a:avLst/>
            </a:prstGeom>
            <a:solidFill>
              <a:schemeClr val="accent4">
                <a:alpha val="6114"/>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4" name="矩形 23">
              <a:extLst>
                <a:ext uri="{FF2B5EF4-FFF2-40B4-BE49-F238E27FC236}">
                  <a16:creationId xmlns:a16="http://schemas.microsoft.com/office/drawing/2014/main" id="{EEFE2403-D16D-F401-3833-F6C25B8F3CFF}"/>
                </a:ext>
              </a:extLst>
            </p:cNvPr>
            <p:cNvSpPr/>
            <p:nvPr/>
          </p:nvSpPr>
          <p:spPr>
            <a:xfrm>
              <a:off x="5623047" y="2359095"/>
              <a:ext cx="172226" cy="172226"/>
            </a:xfrm>
            <a:prstGeom prst="rect">
              <a:avLst/>
            </a:prstGeom>
            <a:solidFill>
              <a:schemeClr val="accent4">
                <a:alpha val="6114"/>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5" name="矩形 24">
              <a:extLst>
                <a:ext uri="{FF2B5EF4-FFF2-40B4-BE49-F238E27FC236}">
                  <a16:creationId xmlns:a16="http://schemas.microsoft.com/office/drawing/2014/main" id="{16685F52-A006-724E-4B22-180548C3D9CA}"/>
                </a:ext>
              </a:extLst>
            </p:cNvPr>
            <p:cNvSpPr/>
            <p:nvPr/>
          </p:nvSpPr>
          <p:spPr>
            <a:xfrm>
              <a:off x="5795273" y="2359095"/>
              <a:ext cx="172226" cy="172226"/>
            </a:xfrm>
            <a:prstGeom prst="rect">
              <a:avLst/>
            </a:prstGeom>
            <a:solidFill>
              <a:schemeClr val="accent4">
                <a:alpha val="6114"/>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6" name="矩形 25">
              <a:extLst>
                <a:ext uri="{FF2B5EF4-FFF2-40B4-BE49-F238E27FC236}">
                  <a16:creationId xmlns:a16="http://schemas.microsoft.com/office/drawing/2014/main" id="{4A31DF36-E123-3EA8-5B10-F01A0C5179BB}"/>
                </a:ext>
              </a:extLst>
            </p:cNvPr>
            <p:cNvSpPr/>
            <p:nvPr/>
          </p:nvSpPr>
          <p:spPr>
            <a:xfrm>
              <a:off x="5964842" y="2359095"/>
              <a:ext cx="172226" cy="172226"/>
            </a:xfrm>
            <a:prstGeom prst="rect">
              <a:avLst/>
            </a:prstGeom>
            <a:solidFill>
              <a:schemeClr val="accent4">
                <a:alpha val="6114"/>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7" name="矩形 26">
              <a:extLst>
                <a:ext uri="{FF2B5EF4-FFF2-40B4-BE49-F238E27FC236}">
                  <a16:creationId xmlns:a16="http://schemas.microsoft.com/office/drawing/2014/main" id="{BCD56944-6260-04A8-2DE8-B34D7885DF97}"/>
                </a:ext>
              </a:extLst>
            </p:cNvPr>
            <p:cNvSpPr/>
            <p:nvPr/>
          </p:nvSpPr>
          <p:spPr>
            <a:xfrm>
              <a:off x="6137068" y="2359095"/>
              <a:ext cx="172226" cy="172226"/>
            </a:xfrm>
            <a:prstGeom prst="rect">
              <a:avLst/>
            </a:prstGeom>
            <a:solidFill>
              <a:schemeClr val="accent4">
                <a:alpha val="6114"/>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8" name="矩形 27">
              <a:extLst>
                <a:ext uri="{FF2B5EF4-FFF2-40B4-BE49-F238E27FC236}">
                  <a16:creationId xmlns:a16="http://schemas.microsoft.com/office/drawing/2014/main" id="{9FFD69D1-6048-99E6-53AF-1E6E94A7DF79}"/>
                </a:ext>
              </a:extLst>
            </p:cNvPr>
            <p:cNvSpPr/>
            <p:nvPr/>
          </p:nvSpPr>
          <p:spPr>
            <a:xfrm>
              <a:off x="6309294" y="2359095"/>
              <a:ext cx="172226" cy="172226"/>
            </a:xfrm>
            <a:prstGeom prst="rect">
              <a:avLst/>
            </a:prstGeom>
            <a:solidFill>
              <a:schemeClr val="accent4">
                <a:alpha val="6114"/>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9" name="矩形 28">
              <a:extLst>
                <a:ext uri="{FF2B5EF4-FFF2-40B4-BE49-F238E27FC236}">
                  <a16:creationId xmlns:a16="http://schemas.microsoft.com/office/drawing/2014/main" id="{594EE54E-AFFE-0C00-EF93-169BC781D89C}"/>
                </a:ext>
              </a:extLst>
            </p:cNvPr>
            <p:cNvSpPr/>
            <p:nvPr/>
          </p:nvSpPr>
          <p:spPr>
            <a:xfrm>
              <a:off x="6481520" y="2359095"/>
              <a:ext cx="172226" cy="172226"/>
            </a:xfrm>
            <a:prstGeom prst="rect">
              <a:avLst/>
            </a:prstGeom>
            <a:solidFill>
              <a:schemeClr val="accent4">
                <a:alpha val="6114"/>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 name="矩形 29">
              <a:extLst>
                <a:ext uri="{FF2B5EF4-FFF2-40B4-BE49-F238E27FC236}">
                  <a16:creationId xmlns:a16="http://schemas.microsoft.com/office/drawing/2014/main" id="{8215B070-689F-1DF3-D688-D79B69D612A1}"/>
                </a:ext>
              </a:extLst>
            </p:cNvPr>
            <p:cNvSpPr/>
            <p:nvPr/>
          </p:nvSpPr>
          <p:spPr>
            <a:xfrm>
              <a:off x="6653746" y="2359095"/>
              <a:ext cx="172226" cy="172226"/>
            </a:xfrm>
            <a:prstGeom prst="rect">
              <a:avLst/>
            </a:prstGeom>
            <a:solidFill>
              <a:schemeClr val="accent4">
                <a:alpha val="6011"/>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3" name="矩形 32">
              <a:extLst>
                <a:ext uri="{FF2B5EF4-FFF2-40B4-BE49-F238E27FC236}">
                  <a16:creationId xmlns:a16="http://schemas.microsoft.com/office/drawing/2014/main" id="{0838C581-8A72-8F77-AC77-A0704D44E36E}"/>
                </a:ext>
              </a:extLst>
            </p:cNvPr>
            <p:cNvSpPr/>
            <p:nvPr/>
          </p:nvSpPr>
          <p:spPr>
            <a:xfrm>
              <a:off x="4934143" y="2531321"/>
              <a:ext cx="172226" cy="172226"/>
            </a:xfrm>
            <a:prstGeom prst="rect">
              <a:avLst/>
            </a:prstGeom>
            <a:solidFill>
              <a:schemeClr val="accent4">
                <a:alpha val="6114"/>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4" name="矩形 33">
              <a:extLst>
                <a:ext uri="{FF2B5EF4-FFF2-40B4-BE49-F238E27FC236}">
                  <a16:creationId xmlns:a16="http://schemas.microsoft.com/office/drawing/2014/main" id="{7FD80302-0D26-9EBB-345C-8432FC501EEA}"/>
                </a:ext>
              </a:extLst>
            </p:cNvPr>
            <p:cNvSpPr/>
            <p:nvPr/>
          </p:nvSpPr>
          <p:spPr>
            <a:xfrm>
              <a:off x="5106369" y="2531321"/>
              <a:ext cx="172226" cy="172226"/>
            </a:xfrm>
            <a:prstGeom prst="rect">
              <a:avLst/>
            </a:prstGeom>
            <a:solidFill>
              <a:schemeClr val="accent4">
                <a:alpha val="16024"/>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5" name="矩形 34">
              <a:extLst>
                <a:ext uri="{FF2B5EF4-FFF2-40B4-BE49-F238E27FC236}">
                  <a16:creationId xmlns:a16="http://schemas.microsoft.com/office/drawing/2014/main" id="{4026099E-6563-0B40-8042-9CFD4BEA0BAC}"/>
                </a:ext>
              </a:extLst>
            </p:cNvPr>
            <p:cNvSpPr/>
            <p:nvPr/>
          </p:nvSpPr>
          <p:spPr>
            <a:xfrm>
              <a:off x="5278595" y="2531321"/>
              <a:ext cx="172226" cy="172226"/>
            </a:xfrm>
            <a:prstGeom prst="rect">
              <a:avLst/>
            </a:prstGeom>
            <a:solidFill>
              <a:schemeClr val="accent4">
                <a:alpha val="16024"/>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6" name="矩形 35">
              <a:extLst>
                <a:ext uri="{FF2B5EF4-FFF2-40B4-BE49-F238E27FC236}">
                  <a16:creationId xmlns:a16="http://schemas.microsoft.com/office/drawing/2014/main" id="{424689E6-4967-C8EA-D246-11F23AEAFBEB}"/>
                </a:ext>
              </a:extLst>
            </p:cNvPr>
            <p:cNvSpPr/>
            <p:nvPr/>
          </p:nvSpPr>
          <p:spPr>
            <a:xfrm>
              <a:off x="5450821" y="2531321"/>
              <a:ext cx="172226" cy="172226"/>
            </a:xfrm>
            <a:prstGeom prst="rect">
              <a:avLst/>
            </a:prstGeom>
            <a:solidFill>
              <a:schemeClr val="accent4">
                <a:alpha val="16024"/>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7" name="矩形 36">
              <a:extLst>
                <a:ext uri="{FF2B5EF4-FFF2-40B4-BE49-F238E27FC236}">
                  <a16:creationId xmlns:a16="http://schemas.microsoft.com/office/drawing/2014/main" id="{200C44E4-0732-27C6-2A01-957A6D6DDA75}"/>
                </a:ext>
              </a:extLst>
            </p:cNvPr>
            <p:cNvSpPr/>
            <p:nvPr/>
          </p:nvSpPr>
          <p:spPr>
            <a:xfrm>
              <a:off x="5623047" y="2531321"/>
              <a:ext cx="172226" cy="172226"/>
            </a:xfrm>
            <a:prstGeom prst="rect">
              <a:avLst/>
            </a:prstGeom>
            <a:solidFill>
              <a:schemeClr val="accent4">
                <a:alpha val="16024"/>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8" name="矩形 37">
              <a:extLst>
                <a:ext uri="{FF2B5EF4-FFF2-40B4-BE49-F238E27FC236}">
                  <a16:creationId xmlns:a16="http://schemas.microsoft.com/office/drawing/2014/main" id="{EDDFFDC5-13A9-D9B0-9437-73269A9B89A3}"/>
                </a:ext>
              </a:extLst>
            </p:cNvPr>
            <p:cNvSpPr/>
            <p:nvPr/>
          </p:nvSpPr>
          <p:spPr>
            <a:xfrm>
              <a:off x="5795273" y="2531321"/>
              <a:ext cx="172226" cy="172226"/>
            </a:xfrm>
            <a:prstGeom prst="rect">
              <a:avLst/>
            </a:prstGeom>
            <a:solidFill>
              <a:schemeClr val="accent4">
                <a:alpha val="16024"/>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9" name="矩形 38">
              <a:extLst>
                <a:ext uri="{FF2B5EF4-FFF2-40B4-BE49-F238E27FC236}">
                  <a16:creationId xmlns:a16="http://schemas.microsoft.com/office/drawing/2014/main" id="{61ADE5B4-1E88-6CD4-40E8-A56E6C8975EB}"/>
                </a:ext>
              </a:extLst>
            </p:cNvPr>
            <p:cNvSpPr/>
            <p:nvPr/>
          </p:nvSpPr>
          <p:spPr>
            <a:xfrm>
              <a:off x="5964842" y="2531321"/>
              <a:ext cx="172226" cy="172226"/>
            </a:xfrm>
            <a:prstGeom prst="rect">
              <a:avLst/>
            </a:prstGeom>
            <a:solidFill>
              <a:schemeClr val="accent4">
                <a:alpha val="16024"/>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0" name="矩形 39">
              <a:extLst>
                <a:ext uri="{FF2B5EF4-FFF2-40B4-BE49-F238E27FC236}">
                  <a16:creationId xmlns:a16="http://schemas.microsoft.com/office/drawing/2014/main" id="{59345F31-2C19-2483-7C1B-3C839D0E6BF2}"/>
                </a:ext>
              </a:extLst>
            </p:cNvPr>
            <p:cNvSpPr/>
            <p:nvPr/>
          </p:nvSpPr>
          <p:spPr>
            <a:xfrm>
              <a:off x="6137068" y="2531321"/>
              <a:ext cx="172226" cy="172226"/>
            </a:xfrm>
            <a:prstGeom prst="rect">
              <a:avLst/>
            </a:prstGeom>
            <a:solidFill>
              <a:schemeClr val="accent4">
                <a:alpha val="16024"/>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1" name="矩形 40">
              <a:extLst>
                <a:ext uri="{FF2B5EF4-FFF2-40B4-BE49-F238E27FC236}">
                  <a16:creationId xmlns:a16="http://schemas.microsoft.com/office/drawing/2014/main" id="{C061AA9F-01E1-8DDA-CF8E-21C0953E8580}"/>
                </a:ext>
              </a:extLst>
            </p:cNvPr>
            <p:cNvSpPr/>
            <p:nvPr/>
          </p:nvSpPr>
          <p:spPr>
            <a:xfrm>
              <a:off x="6309294" y="2531321"/>
              <a:ext cx="172226" cy="172226"/>
            </a:xfrm>
            <a:prstGeom prst="rect">
              <a:avLst/>
            </a:prstGeom>
            <a:solidFill>
              <a:schemeClr val="accent4">
                <a:alpha val="16024"/>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2" name="矩形 41">
              <a:extLst>
                <a:ext uri="{FF2B5EF4-FFF2-40B4-BE49-F238E27FC236}">
                  <a16:creationId xmlns:a16="http://schemas.microsoft.com/office/drawing/2014/main" id="{92B7BE03-7CB4-84BA-120D-D4C7E0DAFCFE}"/>
                </a:ext>
              </a:extLst>
            </p:cNvPr>
            <p:cNvSpPr/>
            <p:nvPr/>
          </p:nvSpPr>
          <p:spPr>
            <a:xfrm>
              <a:off x="6481520" y="2531321"/>
              <a:ext cx="172226" cy="172226"/>
            </a:xfrm>
            <a:prstGeom prst="rect">
              <a:avLst/>
            </a:prstGeom>
            <a:solidFill>
              <a:schemeClr val="accent4">
                <a:alpha val="16024"/>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3" name="矩形 42">
              <a:extLst>
                <a:ext uri="{FF2B5EF4-FFF2-40B4-BE49-F238E27FC236}">
                  <a16:creationId xmlns:a16="http://schemas.microsoft.com/office/drawing/2014/main" id="{B68D5A17-1B43-550D-CCBE-07586485E140}"/>
                </a:ext>
              </a:extLst>
            </p:cNvPr>
            <p:cNvSpPr/>
            <p:nvPr/>
          </p:nvSpPr>
          <p:spPr>
            <a:xfrm>
              <a:off x="6653746" y="2531321"/>
              <a:ext cx="172226" cy="172226"/>
            </a:xfrm>
            <a:prstGeom prst="rect">
              <a:avLst/>
            </a:prstGeom>
            <a:solidFill>
              <a:schemeClr val="accent4">
                <a:alpha val="6114"/>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6" name="矩形 45">
              <a:extLst>
                <a:ext uri="{FF2B5EF4-FFF2-40B4-BE49-F238E27FC236}">
                  <a16:creationId xmlns:a16="http://schemas.microsoft.com/office/drawing/2014/main" id="{FEA3C545-377A-D6B4-69D1-2D5F1F34FA70}"/>
                </a:ext>
              </a:extLst>
            </p:cNvPr>
            <p:cNvSpPr/>
            <p:nvPr/>
          </p:nvSpPr>
          <p:spPr>
            <a:xfrm>
              <a:off x="4934143" y="2703547"/>
              <a:ext cx="172226" cy="172226"/>
            </a:xfrm>
            <a:prstGeom prst="rect">
              <a:avLst/>
            </a:prstGeom>
            <a:solidFill>
              <a:schemeClr val="accent4">
                <a:alpha val="6114"/>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7" name="矩形 46">
              <a:extLst>
                <a:ext uri="{FF2B5EF4-FFF2-40B4-BE49-F238E27FC236}">
                  <a16:creationId xmlns:a16="http://schemas.microsoft.com/office/drawing/2014/main" id="{8908C914-27C9-1D99-9C17-98C71E022B0F}"/>
                </a:ext>
              </a:extLst>
            </p:cNvPr>
            <p:cNvSpPr/>
            <p:nvPr/>
          </p:nvSpPr>
          <p:spPr>
            <a:xfrm>
              <a:off x="5106369" y="2703547"/>
              <a:ext cx="172226" cy="172226"/>
            </a:xfrm>
            <a:prstGeom prst="rect">
              <a:avLst/>
            </a:prstGeom>
            <a:solidFill>
              <a:schemeClr val="accent4">
                <a:alpha val="16024"/>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8" name="矩形 47">
              <a:extLst>
                <a:ext uri="{FF2B5EF4-FFF2-40B4-BE49-F238E27FC236}">
                  <a16:creationId xmlns:a16="http://schemas.microsoft.com/office/drawing/2014/main" id="{434D6359-5691-F0AB-9781-E2CCE0DB9C4D}"/>
                </a:ext>
              </a:extLst>
            </p:cNvPr>
            <p:cNvSpPr/>
            <p:nvPr/>
          </p:nvSpPr>
          <p:spPr>
            <a:xfrm>
              <a:off x="5278595" y="2703547"/>
              <a:ext cx="172226" cy="172226"/>
            </a:xfrm>
            <a:prstGeom prst="rect">
              <a:avLst/>
            </a:prstGeom>
            <a:solidFill>
              <a:schemeClr val="accent4">
                <a:alpha val="19974"/>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9" name="矩形 48">
              <a:extLst>
                <a:ext uri="{FF2B5EF4-FFF2-40B4-BE49-F238E27FC236}">
                  <a16:creationId xmlns:a16="http://schemas.microsoft.com/office/drawing/2014/main" id="{1EA68441-8BAD-06C1-616F-AA334E6B53DA}"/>
                </a:ext>
              </a:extLst>
            </p:cNvPr>
            <p:cNvSpPr/>
            <p:nvPr/>
          </p:nvSpPr>
          <p:spPr>
            <a:xfrm>
              <a:off x="5450821" y="2703547"/>
              <a:ext cx="172226" cy="172226"/>
            </a:xfrm>
            <a:prstGeom prst="rect">
              <a:avLst/>
            </a:prstGeom>
            <a:solidFill>
              <a:schemeClr val="accent4">
                <a:alpha val="25571"/>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0" name="矩形 49">
              <a:extLst>
                <a:ext uri="{FF2B5EF4-FFF2-40B4-BE49-F238E27FC236}">
                  <a16:creationId xmlns:a16="http://schemas.microsoft.com/office/drawing/2014/main" id="{5C4BFE6F-CB87-B23E-72B7-DD48A9CE6D33}"/>
                </a:ext>
              </a:extLst>
            </p:cNvPr>
            <p:cNvSpPr/>
            <p:nvPr/>
          </p:nvSpPr>
          <p:spPr>
            <a:xfrm>
              <a:off x="5623047" y="2703547"/>
              <a:ext cx="172226" cy="172226"/>
            </a:xfrm>
            <a:prstGeom prst="rect">
              <a:avLst/>
            </a:prstGeom>
            <a:solidFill>
              <a:schemeClr val="accent4">
                <a:alpha val="25571"/>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1" name="矩形 50">
              <a:extLst>
                <a:ext uri="{FF2B5EF4-FFF2-40B4-BE49-F238E27FC236}">
                  <a16:creationId xmlns:a16="http://schemas.microsoft.com/office/drawing/2014/main" id="{E0D2BE6F-5CAA-86CC-11E0-CF3F23C837A8}"/>
                </a:ext>
              </a:extLst>
            </p:cNvPr>
            <p:cNvSpPr/>
            <p:nvPr/>
          </p:nvSpPr>
          <p:spPr>
            <a:xfrm>
              <a:off x="5795273" y="2703547"/>
              <a:ext cx="172226" cy="172226"/>
            </a:xfrm>
            <a:prstGeom prst="rect">
              <a:avLst/>
            </a:prstGeom>
            <a:solidFill>
              <a:schemeClr val="accent4">
                <a:alpha val="25571"/>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2" name="矩形 51">
              <a:extLst>
                <a:ext uri="{FF2B5EF4-FFF2-40B4-BE49-F238E27FC236}">
                  <a16:creationId xmlns:a16="http://schemas.microsoft.com/office/drawing/2014/main" id="{33482549-B5C0-4621-03B3-1D9C2410DE88}"/>
                </a:ext>
              </a:extLst>
            </p:cNvPr>
            <p:cNvSpPr/>
            <p:nvPr/>
          </p:nvSpPr>
          <p:spPr>
            <a:xfrm>
              <a:off x="5964842" y="2703547"/>
              <a:ext cx="172226" cy="172226"/>
            </a:xfrm>
            <a:prstGeom prst="rect">
              <a:avLst/>
            </a:prstGeom>
            <a:solidFill>
              <a:schemeClr val="accent4">
                <a:alpha val="25571"/>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3" name="矩形 52">
              <a:extLst>
                <a:ext uri="{FF2B5EF4-FFF2-40B4-BE49-F238E27FC236}">
                  <a16:creationId xmlns:a16="http://schemas.microsoft.com/office/drawing/2014/main" id="{B382899C-8CE7-B4B0-9529-838BE087E407}"/>
                </a:ext>
              </a:extLst>
            </p:cNvPr>
            <p:cNvSpPr/>
            <p:nvPr/>
          </p:nvSpPr>
          <p:spPr>
            <a:xfrm>
              <a:off x="6137068" y="2703547"/>
              <a:ext cx="172226" cy="172226"/>
            </a:xfrm>
            <a:prstGeom prst="rect">
              <a:avLst/>
            </a:prstGeom>
            <a:solidFill>
              <a:schemeClr val="accent4">
                <a:alpha val="25571"/>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4" name="矩形 53">
              <a:extLst>
                <a:ext uri="{FF2B5EF4-FFF2-40B4-BE49-F238E27FC236}">
                  <a16:creationId xmlns:a16="http://schemas.microsoft.com/office/drawing/2014/main" id="{6A9FB274-FB6C-BDA2-739F-8655BAFEA14C}"/>
                </a:ext>
              </a:extLst>
            </p:cNvPr>
            <p:cNvSpPr/>
            <p:nvPr/>
          </p:nvSpPr>
          <p:spPr>
            <a:xfrm>
              <a:off x="6309294" y="2703547"/>
              <a:ext cx="172226" cy="172226"/>
            </a:xfrm>
            <a:prstGeom prst="rect">
              <a:avLst/>
            </a:prstGeom>
            <a:solidFill>
              <a:schemeClr val="accent4">
                <a:alpha val="19974"/>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5" name="矩形 54">
              <a:extLst>
                <a:ext uri="{FF2B5EF4-FFF2-40B4-BE49-F238E27FC236}">
                  <a16:creationId xmlns:a16="http://schemas.microsoft.com/office/drawing/2014/main" id="{931ED62A-699B-AFF2-B0DC-D42E6DB6457D}"/>
                </a:ext>
              </a:extLst>
            </p:cNvPr>
            <p:cNvSpPr/>
            <p:nvPr/>
          </p:nvSpPr>
          <p:spPr>
            <a:xfrm>
              <a:off x="6481520" y="2703547"/>
              <a:ext cx="172226" cy="172226"/>
            </a:xfrm>
            <a:prstGeom prst="rect">
              <a:avLst/>
            </a:prstGeom>
            <a:solidFill>
              <a:schemeClr val="accent4">
                <a:alpha val="16024"/>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6" name="矩形 55">
              <a:extLst>
                <a:ext uri="{FF2B5EF4-FFF2-40B4-BE49-F238E27FC236}">
                  <a16:creationId xmlns:a16="http://schemas.microsoft.com/office/drawing/2014/main" id="{940A9A58-6782-8CFD-5CCE-56827C95B0E4}"/>
                </a:ext>
              </a:extLst>
            </p:cNvPr>
            <p:cNvSpPr/>
            <p:nvPr/>
          </p:nvSpPr>
          <p:spPr>
            <a:xfrm>
              <a:off x="6653746" y="2703547"/>
              <a:ext cx="172226" cy="172226"/>
            </a:xfrm>
            <a:prstGeom prst="rect">
              <a:avLst/>
            </a:prstGeom>
            <a:solidFill>
              <a:schemeClr val="accent4">
                <a:alpha val="6114"/>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9" name="矩形 58">
              <a:extLst>
                <a:ext uri="{FF2B5EF4-FFF2-40B4-BE49-F238E27FC236}">
                  <a16:creationId xmlns:a16="http://schemas.microsoft.com/office/drawing/2014/main" id="{93A08368-B384-1A9C-F00B-536422D53298}"/>
                </a:ext>
              </a:extLst>
            </p:cNvPr>
            <p:cNvSpPr/>
            <p:nvPr/>
          </p:nvSpPr>
          <p:spPr>
            <a:xfrm>
              <a:off x="4934143" y="2875773"/>
              <a:ext cx="172226" cy="172226"/>
            </a:xfrm>
            <a:prstGeom prst="rect">
              <a:avLst/>
            </a:prstGeom>
            <a:solidFill>
              <a:schemeClr val="accent4">
                <a:alpha val="6114"/>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0" name="矩形 59">
              <a:extLst>
                <a:ext uri="{FF2B5EF4-FFF2-40B4-BE49-F238E27FC236}">
                  <a16:creationId xmlns:a16="http://schemas.microsoft.com/office/drawing/2014/main" id="{3578F6FD-F06B-86BD-CE78-3E6DE096DBF4}"/>
                </a:ext>
              </a:extLst>
            </p:cNvPr>
            <p:cNvSpPr/>
            <p:nvPr/>
          </p:nvSpPr>
          <p:spPr>
            <a:xfrm>
              <a:off x="5106369" y="2875773"/>
              <a:ext cx="172226" cy="172226"/>
            </a:xfrm>
            <a:prstGeom prst="rect">
              <a:avLst/>
            </a:prstGeom>
            <a:solidFill>
              <a:schemeClr val="accent4">
                <a:alpha val="16024"/>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1" name="矩形 60">
              <a:extLst>
                <a:ext uri="{FF2B5EF4-FFF2-40B4-BE49-F238E27FC236}">
                  <a16:creationId xmlns:a16="http://schemas.microsoft.com/office/drawing/2014/main" id="{A3EA4E88-6D08-92A3-85C1-314B35D6835E}"/>
                </a:ext>
              </a:extLst>
            </p:cNvPr>
            <p:cNvSpPr/>
            <p:nvPr/>
          </p:nvSpPr>
          <p:spPr>
            <a:xfrm>
              <a:off x="5278595" y="2875773"/>
              <a:ext cx="172226" cy="172226"/>
            </a:xfrm>
            <a:prstGeom prst="rect">
              <a:avLst/>
            </a:prstGeom>
            <a:solidFill>
              <a:schemeClr val="accent4">
                <a:alpha val="19974"/>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2" name="矩形 61">
              <a:extLst>
                <a:ext uri="{FF2B5EF4-FFF2-40B4-BE49-F238E27FC236}">
                  <a16:creationId xmlns:a16="http://schemas.microsoft.com/office/drawing/2014/main" id="{4B523E24-9CFB-0F6D-18F9-652DA0621EA7}"/>
                </a:ext>
              </a:extLst>
            </p:cNvPr>
            <p:cNvSpPr/>
            <p:nvPr/>
          </p:nvSpPr>
          <p:spPr>
            <a:xfrm>
              <a:off x="5450821" y="2875773"/>
              <a:ext cx="172226" cy="172226"/>
            </a:xfrm>
            <a:prstGeom prst="rect">
              <a:avLst/>
            </a:prstGeom>
            <a:solidFill>
              <a:schemeClr val="accent4">
                <a:alpha val="5100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3" name="矩形 62">
              <a:extLst>
                <a:ext uri="{FF2B5EF4-FFF2-40B4-BE49-F238E27FC236}">
                  <a16:creationId xmlns:a16="http://schemas.microsoft.com/office/drawing/2014/main" id="{441B00F4-AF17-449A-93C4-FED0C70A929B}"/>
                </a:ext>
              </a:extLst>
            </p:cNvPr>
            <p:cNvSpPr/>
            <p:nvPr/>
          </p:nvSpPr>
          <p:spPr>
            <a:xfrm>
              <a:off x="5623047" y="2875773"/>
              <a:ext cx="172226" cy="172226"/>
            </a:xfrm>
            <a:prstGeom prst="rect">
              <a:avLst/>
            </a:prstGeom>
            <a:solidFill>
              <a:schemeClr val="accent4">
                <a:alpha val="5100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4" name="矩形 63">
              <a:extLst>
                <a:ext uri="{FF2B5EF4-FFF2-40B4-BE49-F238E27FC236}">
                  <a16:creationId xmlns:a16="http://schemas.microsoft.com/office/drawing/2014/main" id="{3EE435DE-CC43-AF8A-F156-A5C7A7FF098E}"/>
                </a:ext>
              </a:extLst>
            </p:cNvPr>
            <p:cNvSpPr/>
            <p:nvPr/>
          </p:nvSpPr>
          <p:spPr>
            <a:xfrm>
              <a:off x="5795273" y="2875773"/>
              <a:ext cx="172226" cy="172226"/>
            </a:xfrm>
            <a:prstGeom prst="rect">
              <a:avLst/>
            </a:prstGeom>
            <a:solidFill>
              <a:schemeClr val="accent4">
                <a:alpha val="5100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5" name="矩形 64">
              <a:extLst>
                <a:ext uri="{FF2B5EF4-FFF2-40B4-BE49-F238E27FC236}">
                  <a16:creationId xmlns:a16="http://schemas.microsoft.com/office/drawing/2014/main" id="{483BCE0B-DE12-ADDA-8BFE-3BDE69D012B6}"/>
                </a:ext>
              </a:extLst>
            </p:cNvPr>
            <p:cNvSpPr/>
            <p:nvPr/>
          </p:nvSpPr>
          <p:spPr>
            <a:xfrm>
              <a:off x="5964842" y="2875773"/>
              <a:ext cx="172226" cy="172226"/>
            </a:xfrm>
            <a:prstGeom prst="rect">
              <a:avLst/>
            </a:prstGeom>
            <a:solidFill>
              <a:schemeClr val="accent4">
                <a:alpha val="5100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6" name="矩形 65">
              <a:extLst>
                <a:ext uri="{FF2B5EF4-FFF2-40B4-BE49-F238E27FC236}">
                  <a16:creationId xmlns:a16="http://schemas.microsoft.com/office/drawing/2014/main" id="{E1C12863-FD28-59B1-393D-173E27258D85}"/>
                </a:ext>
              </a:extLst>
            </p:cNvPr>
            <p:cNvSpPr/>
            <p:nvPr/>
          </p:nvSpPr>
          <p:spPr>
            <a:xfrm>
              <a:off x="6137068" y="2875773"/>
              <a:ext cx="172226" cy="172226"/>
            </a:xfrm>
            <a:prstGeom prst="rect">
              <a:avLst/>
            </a:prstGeom>
            <a:solidFill>
              <a:schemeClr val="accent4">
                <a:alpha val="5100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7" name="矩形 66">
              <a:extLst>
                <a:ext uri="{FF2B5EF4-FFF2-40B4-BE49-F238E27FC236}">
                  <a16:creationId xmlns:a16="http://schemas.microsoft.com/office/drawing/2014/main" id="{DE0E4087-AEFF-6F82-E8C3-1FA8E1B892D3}"/>
                </a:ext>
              </a:extLst>
            </p:cNvPr>
            <p:cNvSpPr/>
            <p:nvPr/>
          </p:nvSpPr>
          <p:spPr>
            <a:xfrm>
              <a:off x="6309294" y="2875773"/>
              <a:ext cx="172226" cy="172226"/>
            </a:xfrm>
            <a:prstGeom prst="rect">
              <a:avLst/>
            </a:prstGeom>
            <a:solidFill>
              <a:schemeClr val="accent4">
                <a:alpha val="19974"/>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8" name="矩形 67">
              <a:extLst>
                <a:ext uri="{FF2B5EF4-FFF2-40B4-BE49-F238E27FC236}">
                  <a16:creationId xmlns:a16="http://schemas.microsoft.com/office/drawing/2014/main" id="{3A83711F-396A-EA20-635D-A2BCA078E056}"/>
                </a:ext>
              </a:extLst>
            </p:cNvPr>
            <p:cNvSpPr/>
            <p:nvPr/>
          </p:nvSpPr>
          <p:spPr>
            <a:xfrm>
              <a:off x="6481520" y="2875773"/>
              <a:ext cx="172226" cy="172226"/>
            </a:xfrm>
            <a:prstGeom prst="rect">
              <a:avLst/>
            </a:prstGeom>
            <a:solidFill>
              <a:schemeClr val="accent4">
                <a:alpha val="16024"/>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9" name="矩形 68">
              <a:extLst>
                <a:ext uri="{FF2B5EF4-FFF2-40B4-BE49-F238E27FC236}">
                  <a16:creationId xmlns:a16="http://schemas.microsoft.com/office/drawing/2014/main" id="{E594C1DF-11C3-647C-5426-C806FD7F98B5}"/>
                </a:ext>
              </a:extLst>
            </p:cNvPr>
            <p:cNvSpPr/>
            <p:nvPr/>
          </p:nvSpPr>
          <p:spPr>
            <a:xfrm>
              <a:off x="6653746" y="2875773"/>
              <a:ext cx="172226" cy="172226"/>
            </a:xfrm>
            <a:prstGeom prst="rect">
              <a:avLst/>
            </a:prstGeom>
            <a:solidFill>
              <a:schemeClr val="accent4">
                <a:alpha val="6114"/>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2" name="矩形 71">
              <a:extLst>
                <a:ext uri="{FF2B5EF4-FFF2-40B4-BE49-F238E27FC236}">
                  <a16:creationId xmlns:a16="http://schemas.microsoft.com/office/drawing/2014/main" id="{FCDFD78E-0E66-53C5-9E93-60F8C4E1F4B7}"/>
                </a:ext>
              </a:extLst>
            </p:cNvPr>
            <p:cNvSpPr/>
            <p:nvPr/>
          </p:nvSpPr>
          <p:spPr>
            <a:xfrm>
              <a:off x="4934143" y="3047999"/>
              <a:ext cx="172226" cy="172226"/>
            </a:xfrm>
            <a:prstGeom prst="rect">
              <a:avLst/>
            </a:prstGeom>
            <a:solidFill>
              <a:schemeClr val="accent4">
                <a:alpha val="6114"/>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3" name="矩形 72">
              <a:extLst>
                <a:ext uri="{FF2B5EF4-FFF2-40B4-BE49-F238E27FC236}">
                  <a16:creationId xmlns:a16="http://schemas.microsoft.com/office/drawing/2014/main" id="{4510E95F-AFB3-B0B0-40C9-73BFDD0D2E1D}"/>
                </a:ext>
              </a:extLst>
            </p:cNvPr>
            <p:cNvSpPr/>
            <p:nvPr/>
          </p:nvSpPr>
          <p:spPr>
            <a:xfrm>
              <a:off x="5106369" y="3047999"/>
              <a:ext cx="172226" cy="172226"/>
            </a:xfrm>
            <a:prstGeom prst="rect">
              <a:avLst/>
            </a:prstGeom>
            <a:solidFill>
              <a:schemeClr val="accent4">
                <a:alpha val="16024"/>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4" name="矩形 73">
              <a:extLst>
                <a:ext uri="{FF2B5EF4-FFF2-40B4-BE49-F238E27FC236}">
                  <a16:creationId xmlns:a16="http://schemas.microsoft.com/office/drawing/2014/main" id="{3A80964F-D5A6-8A53-6443-4254A10DBC9A}"/>
                </a:ext>
              </a:extLst>
            </p:cNvPr>
            <p:cNvSpPr/>
            <p:nvPr/>
          </p:nvSpPr>
          <p:spPr>
            <a:xfrm>
              <a:off x="5278595" y="3047999"/>
              <a:ext cx="172226" cy="172226"/>
            </a:xfrm>
            <a:prstGeom prst="rect">
              <a:avLst/>
            </a:prstGeom>
            <a:solidFill>
              <a:schemeClr val="accent4">
                <a:alpha val="19974"/>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5" name="矩形 74">
              <a:extLst>
                <a:ext uri="{FF2B5EF4-FFF2-40B4-BE49-F238E27FC236}">
                  <a16:creationId xmlns:a16="http://schemas.microsoft.com/office/drawing/2014/main" id="{EC9B7B4D-3218-B24D-BB95-EC746549EF35}"/>
                </a:ext>
              </a:extLst>
            </p:cNvPr>
            <p:cNvSpPr/>
            <p:nvPr/>
          </p:nvSpPr>
          <p:spPr>
            <a:xfrm>
              <a:off x="5450821" y="3047999"/>
              <a:ext cx="172226" cy="172226"/>
            </a:xfrm>
            <a:prstGeom prst="rect">
              <a:avLst/>
            </a:prstGeom>
            <a:solidFill>
              <a:schemeClr val="accent4">
                <a:alpha val="5100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6" name="矩形 75">
              <a:extLst>
                <a:ext uri="{FF2B5EF4-FFF2-40B4-BE49-F238E27FC236}">
                  <a16:creationId xmlns:a16="http://schemas.microsoft.com/office/drawing/2014/main" id="{CDD26E15-18C3-71AA-351B-9FBD177A20AA}"/>
                </a:ext>
              </a:extLst>
            </p:cNvPr>
            <p:cNvSpPr/>
            <p:nvPr/>
          </p:nvSpPr>
          <p:spPr>
            <a:xfrm>
              <a:off x="5623047" y="3047999"/>
              <a:ext cx="172226" cy="172226"/>
            </a:xfrm>
            <a:prstGeom prst="rect">
              <a:avLst/>
            </a:prstGeom>
            <a:solidFill>
              <a:schemeClr val="accent4">
                <a:alpha val="56211"/>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7" name="矩形 76">
              <a:extLst>
                <a:ext uri="{FF2B5EF4-FFF2-40B4-BE49-F238E27FC236}">
                  <a16:creationId xmlns:a16="http://schemas.microsoft.com/office/drawing/2014/main" id="{D11434FA-9A29-DA4E-F952-66264F155A57}"/>
                </a:ext>
              </a:extLst>
            </p:cNvPr>
            <p:cNvSpPr/>
            <p:nvPr/>
          </p:nvSpPr>
          <p:spPr>
            <a:xfrm>
              <a:off x="5795273" y="3047999"/>
              <a:ext cx="172226" cy="172226"/>
            </a:xfrm>
            <a:prstGeom prst="rect">
              <a:avLst/>
            </a:prstGeom>
            <a:solidFill>
              <a:schemeClr val="accent4">
                <a:alpha val="56211"/>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8" name="矩形 77">
              <a:extLst>
                <a:ext uri="{FF2B5EF4-FFF2-40B4-BE49-F238E27FC236}">
                  <a16:creationId xmlns:a16="http://schemas.microsoft.com/office/drawing/2014/main" id="{19520DA9-47C6-BC65-63CD-7E44406A2F59}"/>
                </a:ext>
              </a:extLst>
            </p:cNvPr>
            <p:cNvSpPr/>
            <p:nvPr/>
          </p:nvSpPr>
          <p:spPr>
            <a:xfrm>
              <a:off x="5964842" y="3047999"/>
              <a:ext cx="172226" cy="172226"/>
            </a:xfrm>
            <a:prstGeom prst="rect">
              <a:avLst/>
            </a:prstGeom>
            <a:solidFill>
              <a:schemeClr val="accent4">
                <a:alpha val="56211"/>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9" name="矩形 78">
              <a:extLst>
                <a:ext uri="{FF2B5EF4-FFF2-40B4-BE49-F238E27FC236}">
                  <a16:creationId xmlns:a16="http://schemas.microsoft.com/office/drawing/2014/main" id="{7F5ED4F9-71B8-5112-0946-B79BFEE4D080}"/>
                </a:ext>
              </a:extLst>
            </p:cNvPr>
            <p:cNvSpPr/>
            <p:nvPr/>
          </p:nvSpPr>
          <p:spPr>
            <a:xfrm>
              <a:off x="6137068" y="3047999"/>
              <a:ext cx="172226" cy="172226"/>
            </a:xfrm>
            <a:prstGeom prst="rect">
              <a:avLst/>
            </a:prstGeom>
            <a:solidFill>
              <a:schemeClr val="accent4">
                <a:alpha val="5100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0" name="矩形 79">
              <a:extLst>
                <a:ext uri="{FF2B5EF4-FFF2-40B4-BE49-F238E27FC236}">
                  <a16:creationId xmlns:a16="http://schemas.microsoft.com/office/drawing/2014/main" id="{3B3703D8-208C-2FBD-924E-D3022AA11E71}"/>
                </a:ext>
              </a:extLst>
            </p:cNvPr>
            <p:cNvSpPr/>
            <p:nvPr/>
          </p:nvSpPr>
          <p:spPr>
            <a:xfrm>
              <a:off x="6309294" y="3047999"/>
              <a:ext cx="172226" cy="172226"/>
            </a:xfrm>
            <a:prstGeom prst="rect">
              <a:avLst/>
            </a:prstGeom>
            <a:solidFill>
              <a:schemeClr val="accent4">
                <a:alpha val="19974"/>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4" name="矩形 93">
              <a:extLst>
                <a:ext uri="{FF2B5EF4-FFF2-40B4-BE49-F238E27FC236}">
                  <a16:creationId xmlns:a16="http://schemas.microsoft.com/office/drawing/2014/main" id="{EC3742F4-FD5C-90C2-0418-138B3145A3A5}"/>
                </a:ext>
              </a:extLst>
            </p:cNvPr>
            <p:cNvSpPr/>
            <p:nvPr/>
          </p:nvSpPr>
          <p:spPr>
            <a:xfrm>
              <a:off x="6481520" y="3047999"/>
              <a:ext cx="172226" cy="172226"/>
            </a:xfrm>
            <a:prstGeom prst="rect">
              <a:avLst/>
            </a:prstGeom>
            <a:solidFill>
              <a:schemeClr val="accent4">
                <a:alpha val="16024"/>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5" name="矩形 94">
              <a:extLst>
                <a:ext uri="{FF2B5EF4-FFF2-40B4-BE49-F238E27FC236}">
                  <a16:creationId xmlns:a16="http://schemas.microsoft.com/office/drawing/2014/main" id="{E9460D43-4313-48E2-7CA6-B9D01595CBB5}"/>
                </a:ext>
              </a:extLst>
            </p:cNvPr>
            <p:cNvSpPr/>
            <p:nvPr/>
          </p:nvSpPr>
          <p:spPr>
            <a:xfrm>
              <a:off x="6653746" y="3047999"/>
              <a:ext cx="172226" cy="172226"/>
            </a:xfrm>
            <a:prstGeom prst="rect">
              <a:avLst/>
            </a:prstGeom>
            <a:solidFill>
              <a:schemeClr val="accent4">
                <a:alpha val="6114"/>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1" name="矩形 110">
              <a:extLst>
                <a:ext uri="{FF2B5EF4-FFF2-40B4-BE49-F238E27FC236}">
                  <a16:creationId xmlns:a16="http://schemas.microsoft.com/office/drawing/2014/main" id="{15D6EBE1-588E-0844-1E5E-F02EB90CA47A}"/>
                </a:ext>
              </a:extLst>
            </p:cNvPr>
            <p:cNvSpPr/>
            <p:nvPr/>
          </p:nvSpPr>
          <p:spPr>
            <a:xfrm>
              <a:off x="4934143" y="3220225"/>
              <a:ext cx="172226" cy="172226"/>
            </a:xfrm>
            <a:prstGeom prst="rect">
              <a:avLst/>
            </a:prstGeom>
            <a:solidFill>
              <a:schemeClr val="accent4">
                <a:alpha val="6114"/>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2" name="矩形 111">
              <a:extLst>
                <a:ext uri="{FF2B5EF4-FFF2-40B4-BE49-F238E27FC236}">
                  <a16:creationId xmlns:a16="http://schemas.microsoft.com/office/drawing/2014/main" id="{37E117A7-9FBE-CBB5-A350-3BF1945BD0A6}"/>
                </a:ext>
              </a:extLst>
            </p:cNvPr>
            <p:cNvSpPr/>
            <p:nvPr/>
          </p:nvSpPr>
          <p:spPr>
            <a:xfrm>
              <a:off x="5106369" y="3220225"/>
              <a:ext cx="172226" cy="172226"/>
            </a:xfrm>
            <a:prstGeom prst="rect">
              <a:avLst/>
            </a:prstGeom>
            <a:solidFill>
              <a:schemeClr val="accent4">
                <a:alpha val="16024"/>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6" name="矩形 125">
              <a:extLst>
                <a:ext uri="{FF2B5EF4-FFF2-40B4-BE49-F238E27FC236}">
                  <a16:creationId xmlns:a16="http://schemas.microsoft.com/office/drawing/2014/main" id="{79D73030-D108-DCE1-427C-0297CDF60A6D}"/>
                </a:ext>
              </a:extLst>
            </p:cNvPr>
            <p:cNvSpPr/>
            <p:nvPr/>
          </p:nvSpPr>
          <p:spPr>
            <a:xfrm>
              <a:off x="5278595" y="3220225"/>
              <a:ext cx="172226" cy="172226"/>
            </a:xfrm>
            <a:prstGeom prst="rect">
              <a:avLst/>
            </a:prstGeom>
            <a:solidFill>
              <a:schemeClr val="accent4">
                <a:alpha val="19974"/>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7" name="矩形 126">
              <a:extLst>
                <a:ext uri="{FF2B5EF4-FFF2-40B4-BE49-F238E27FC236}">
                  <a16:creationId xmlns:a16="http://schemas.microsoft.com/office/drawing/2014/main" id="{0DDEDE23-210D-C87B-01BD-A8B07DF4B8F6}"/>
                </a:ext>
              </a:extLst>
            </p:cNvPr>
            <p:cNvSpPr/>
            <p:nvPr/>
          </p:nvSpPr>
          <p:spPr>
            <a:xfrm>
              <a:off x="5450821" y="3220225"/>
              <a:ext cx="172226" cy="172226"/>
            </a:xfrm>
            <a:prstGeom prst="rect">
              <a:avLst/>
            </a:prstGeom>
            <a:solidFill>
              <a:schemeClr val="accent4">
                <a:alpha val="5100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8" name="矩形 127">
              <a:extLst>
                <a:ext uri="{FF2B5EF4-FFF2-40B4-BE49-F238E27FC236}">
                  <a16:creationId xmlns:a16="http://schemas.microsoft.com/office/drawing/2014/main" id="{74B731DE-F11B-64D2-F324-610754EF2E45}"/>
                </a:ext>
              </a:extLst>
            </p:cNvPr>
            <p:cNvSpPr/>
            <p:nvPr/>
          </p:nvSpPr>
          <p:spPr>
            <a:xfrm>
              <a:off x="5623047" y="3220225"/>
              <a:ext cx="172226" cy="172226"/>
            </a:xfrm>
            <a:prstGeom prst="rect">
              <a:avLst/>
            </a:prstGeom>
            <a:solidFill>
              <a:schemeClr val="accent4">
                <a:alpha val="56211"/>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2" name="矩形 141">
              <a:extLst>
                <a:ext uri="{FF2B5EF4-FFF2-40B4-BE49-F238E27FC236}">
                  <a16:creationId xmlns:a16="http://schemas.microsoft.com/office/drawing/2014/main" id="{234ED82D-0DE9-1836-15D9-B6AA3350CAD0}"/>
                </a:ext>
              </a:extLst>
            </p:cNvPr>
            <p:cNvSpPr/>
            <p:nvPr/>
          </p:nvSpPr>
          <p:spPr>
            <a:xfrm>
              <a:off x="5795273" y="3220225"/>
              <a:ext cx="172226" cy="172226"/>
            </a:xfrm>
            <a:prstGeom prst="rect">
              <a:avLst/>
            </a:prstGeom>
            <a:solidFill>
              <a:schemeClr val="accent4">
                <a:alpha val="59623"/>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3" name="矩形 142">
              <a:extLst>
                <a:ext uri="{FF2B5EF4-FFF2-40B4-BE49-F238E27FC236}">
                  <a16:creationId xmlns:a16="http://schemas.microsoft.com/office/drawing/2014/main" id="{A57E48E0-2C80-C0C3-F44B-6AB4BB6AA23B}"/>
                </a:ext>
              </a:extLst>
            </p:cNvPr>
            <p:cNvSpPr/>
            <p:nvPr/>
          </p:nvSpPr>
          <p:spPr>
            <a:xfrm>
              <a:off x="5964842" y="3220225"/>
              <a:ext cx="172226" cy="172226"/>
            </a:xfrm>
            <a:prstGeom prst="rect">
              <a:avLst/>
            </a:prstGeom>
            <a:solidFill>
              <a:schemeClr val="accent4">
                <a:alpha val="56211"/>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4" name="矩形 143">
              <a:extLst>
                <a:ext uri="{FF2B5EF4-FFF2-40B4-BE49-F238E27FC236}">
                  <a16:creationId xmlns:a16="http://schemas.microsoft.com/office/drawing/2014/main" id="{73B13EE4-A3A3-C534-814B-9160D491CB06}"/>
                </a:ext>
              </a:extLst>
            </p:cNvPr>
            <p:cNvSpPr/>
            <p:nvPr/>
          </p:nvSpPr>
          <p:spPr>
            <a:xfrm>
              <a:off x="6137068" y="3220225"/>
              <a:ext cx="172226" cy="172226"/>
            </a:xfrm>
            <a:prstGeom prst="rect">
              <a:avLst/>
            </a:prstGeom>
            <a:solidFill>
              <a:schemeClr val="accent4">
                <a:alpha val="5100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8" name="矩形 157">
              <a:extLst>
                <a:ext uri="{FF2B5EF4-FFF2-40B4-BE49-F238E27FC236}">
                  <a16:creationId xmlns:a16="http://schemas.microsoft.com/office/drawing/2014/main" id="{3393D8A2-69BB-3043-752B-367848AA0F3E}"/>
                </a:ext>
              </a:extLst>
            </p:cNvPr>
            <p:cNvSpPr/>
            <p:nvPr/>
          </p:nvSpPr>
          <p:spPr>
            <a:xfrm>
              <a:off x="6309294" y="3220225"/>
              <a:ext cx="172226" cy="172226"/>
            </a:xfrm>
            <a:prstGeom prst="rect">
              <a:avLst/>
            </a:prstGeom>
            <a:solidFill>
              <a:schemeClr val="accent4">
                <a:alpha val="19974"/>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9" name="矩形 158">
              <a:extLst>
                <a:ext uri="{FF2B5EF4-FFF2-40B4-BE49-F238E27FC236}">
                  <a16:creationId xmlns:a16="http://schemas.microsoft.com/office/drawing/2014/main" id="{4FDAAD9D-6F31-86CC-862E-9C2BC7B17511}"/>
                </a:ext>
              </a:extLst>
            </p:cNvPr>
            <p:cNvSpPr/>
            <p:nvPr/>
          </p:nvSpPr>
          <p:spPr>
            <a:xfrm>
              <a:off x="6481520" y="3220225"/>
              <a:ext cx="172226" cy="172226"/>
            </a:xfrm>
            <a:prstGeom prst="rect">
              <a:avLst/>
            </a:prstGeom>
            <a:solidFill>
              <a:schemeClr val="accent4">
                <a:alpha val="16024"/>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0" name="矩形 159">
              <a:extLst>
                <a:ext uri="{FF2B5EF4-FFF2-40B4-BE49-F238E27FC236}">
                  <a16:creationId xmlns:a16="http://schemas.microsoft.com/office/drawing/2014/main" id="{8C5F75D6-B75E-3834-84E6-9143DA2F9D14}"/>
                </a:ext>
              </a:extLst>
            </p:cNvPr>
            <p:cNvSpPr/>
            <p:nvPr/>
          </p:nvSpPr>
          <p:spPr>
            <a:xfrm>
              <a:off x="6653746" y="3220225"/>
              <a:ext cx="172226" cy="172226"/>
            </a:xfrm>
            <a:prstGeom prst="rect">
              <a:avLst/>
            </a:prstGeom>
            <a:solidFill>
              <a:schemeClr val="accent4">
                <a:alpha val="6114"/>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6" name="矩形 175">
              <a:extLst>
                <a:ext uri="{FF2B5EF4-FFF2-40B4-BE49-F238E27FC236}">
                  <a16:creationId xmlns:a16="http://schemas.microsoft.com/office/drawing/2014/main" id="{EDCE6CF9-E65A-EFAC-8C63-ABB3CBBDAB76}"/>
                </a:ext>
              </a:extLst>
            </p:cNvPr>
            <p:cNvSpPr/>
            <p:nvPr/>
          </p:nvSpPr>
          <p:spPr>
            <a:xfrm>
              <a:off x="4934143" y="3392451"/>
              <a:ext cx="172226" cy="172226"/>
            </a:xfrm>
            <a:prstGeom prst="rect">
              <a:avLst/>
            </a:prstGeom>
            <a:solidFill>
              <a:schemeClr val="accent4">
                <a:alpha val="6114"/>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90" name="矩形 189">
              <a:extLst>
                <a:ext uri="{FF2B5EF4-FFF2-40B4-BE49-F238E27FC236}">
                  <a16:creationId xmlns:a16="http://schemas.microsoft.com/office/drawing/2014/main" id="{A59F3787-8EF8-93EE-7800-C09D8370A1ED}"/>
                </a:ext>
              </a:extLst>
            </p:cNvPr>
            <p:cNvSpPr/>
            <p:nvPr/>
          </p:nvSpPr>
          <p:spPr>
            <a:xfrm>
              <a:off x="5106369" y="3392451"/>
              <a:ext cx="172226" cy="172226"/>
            </a:xfrm>
            <a:prstGeom prst="rect">
              <a:avLst/>
            </a:prstGeom>
            <a:solidFill>
              <a:schemeClr val="accent4">
                <a:alpha val="16024"/>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91" name="矩形 190">
              <a:extLst>
                <a:ext uri="{FF2B5EF4-FFF2-40B4-BE49-F238E27FC236}">
                  <a16:creationId xmlns:a16="http://schemas.microsoft.com/office/drawing/2014/main" id="{69EE0F6B-B9AB-5C2E-25A4-0748B6AD17D0}"/>
                </a:ext>
              </a:extLst>
            </p:cNvPr>
            <p:cNvSpPr/>
            <p:nvPr/>
          </p:nvSpPr>
          <p:spPr>
            <a:xfrm>
              <a:off x="5278595" y="3392451"/>
              <a:ext cx="172226" cy="172226"/>
            </a:xfrm>
            <a:prstGeom prst="rect">
              <a:avLst/>
            </a:prstGeom>
            <a:solidFill>
              <a:schemeClr val="accent4">
                <a:alpha val="19974"/>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9696" name="矩形 29695">
              <a:extLst>
                <a:ext uri="{FF2B5EF4-FFF2-40B4-BE49-F238E27FC236}">
                  <a16:creationId xmlns:a16="http://schemas.microsoft.com/office/drawing/2014/main" id="{E55D852E-DADD-37A1-652F-C024994BD9FF}"/>
                </a:ext>
              </a:extLst>
            </p:cNvPr>
            <p:cNvSpPr/>
            <p:nvPr/>
          </p:nvSpPr>
          <p:spPr>
            <a:xfrm>
              <a:off x="5450821" y="3392451"/>
              <a:ext cx="172226" cy="172226"/>
            </a:xfrm>
            <a:prstGeom prst="rect">
              <a:avLst/>
            </a:prstGeom>
            <a:solidFill>
              <a:schemeClr val="accent4">
                <a:alpha val="5100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9697" name="矩形 29696">
              <a:extLst>
                <a:ext uri="{FF2B5EF4-FFF2-40B4-BE49-F238E27FC236}">
                  <a16:creationId xmlns:a16="http://schemas.microsoft.com/office/drawing/2014/main" id="{E04B3AAC-DC0A-EF78-4C1F-D4E7E6581E39}"/>
                </a:ext>
              </a:extLst>
            </p:cNvPr>
            <p:cNvSpPr/>
            <p:nvPr/>
          </p:nvSpPr>
          <p:spPr>
            <a:xfrm>
              <a:off x="5623047" y="3392451"/>
              <a:ext cx="172226" cy="172226"/>
            </a:xfrm>
            <a:prstGeom prst="rect">
              <a:avLst/>
            </a:prstGeom>
            <a:solidFill>
              <a:schemeClr val="accent4">
                <a:alpha val="56211"/>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9699" name="矩形 29698">
              <a:extLst>
                <a:ext uri="{FF2B5EF4-FFF2-40B4-BE49-F238E27FC236}">
                  <a16:creationId xmlns:a16="http://schemas.microsoft.com/office/drawing/2014/main" id="{5E07DACA-7097-6A8E-AA79-6B9CF965D3EF}"/>
                </a:ext>
              </a:extLst>
            </p:cNvPr>
            <p:cNvSpPr/>
            <p:nvPr/>
          </p:nvSpPr>
          <p:spPr>
            <a:xfrm>
              <a:off x="5795273" y="3392451"/>
              <a:ext cx="172226" cy="172226"/>
            </a:xfrm>
            <a:prstGeom prst="rect">
              <a:avLst/>
            </a:prstGeom>
            <a:solidFill>
              <a:schemeClr val="accent4">
                <a:alpha val="59623"/>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9700" name="矩形 29699">
              <a:extLst>
                <a:ext uri="{FF2B5EF4-FFF2-40B4-BE49-F238E27FC236}">
                  <a16:creationId xmlns:a16="http://schemas.microsoft.com/office/drawing/2014/main" id="{F941CDCB-EFB5-1835-BFEE-719FC25EDFA8}"/>
                </a:ext>
              </a:extLst>
            </p:cNvPr>
            <p:cNvSpPr/>
            <p:nvPr/>
          </p:nvSpPr>
          <p:spPr>
            <a:xfrm>
              <a:off x="5964842" y="3392451"/>
              <a:ext cx="172226" cy="172226"/>
            </a:xfrm>
            <a:prstGeom prst="rect">
              <a:avLst/>
            </a:prstGeom>
            <a:solidFill>
              <a:schemeClr val="accent4">
                <a:alpha val="56211"/>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9701" name="矩形 29700">
              <a:extLst>
                <a:ext uri="{FF2B5EF4-FFF2-40B4-BE49-F238E27FC236}">
                  <a16:creationId xmlns:a16="http://schemas.microsoft.com/office/drawing/2014/main" id="{F70E3F8D-FDF0-9CD1-5BDA-DEDB701A765A}"/>
                </a:ext>
              </a:extLst>
            </p:cNvPr>
            <p:cNvSpPr/>
            <p:nvPr/>
          </p:nvSpPr>
          <p:spPr>
            <a:xfrm>
              <a:off x="6137068" y="3392451"/>
              <a:ext cx="172226" cy="172226"/>
            </a:xfrm>
            <a:prstGeom prst="rect">
              <a:avLst/>
            </a:prstGeom>
            <a:solidFill>
              <a:schemeClr val="accent4">
                <a:alpha val="5100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9702" name="矩形 29701">
              <a:extLst>
                <a:ext uri="{FF2B5EF4-FFF2-40B4-BE49-F238E27FC236}">
                  <a16:creationId xmlns:a16="http://schemas.microsoft.com/office/drawing/2014/main" id="{2B9B1B9B-9757-AEEF-9883-55CF7D27493A}"/>
                </a:ext>
              </a:extLst>
            </p:cNvPr>
            <p:cNvSpPr/>
            <p:nvPr/>
          </p:nvSpPr>
          <p:spPr>
            <a:xfrm>
              <a:off x="6309294" y="3392451"/>
              <a:ext cx="172226" cy="172226"/>
            </a:xfrm>
            <a:prstGeom prst="rect">
              <a:avLst/>
            </a:prstGeom>
            <a:solidFill>
              <a:schemeClr val="accent4">
                <a:alpha val="19974"/>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9703" name="矩形 29702">
              <a:extLst>
                <a:ext uri="{FF2B5EF4-FFF2-40B4-BE49-F238E27FC236}">
                  <a16:creationId xmlns:a16="http://schemas.microsoft.com/office/drawing/2014/main" id="{CBF24DB0-059F-B960-FCEE-1C65532DEDCA}"/>
                </a:ext>
              </a:extLst>
            </p:cNvPr>
            <p:cNvSpPr/>
            <p:nvPr/>
          </p:nvSpPr>
          <p:spPr>
            <a:xfrm>
              <a:off x="6481520" y="3392451"/>
              <a:ext cx="172226" cy="172226"/>
            </a:xfrm>
            <a:prstGeom prst="rect">
              <a:avLst/>
            </a:prstGeom>
            <a:solidFill>
              <a:schemeClr val="accent4">
                <a:alpha val="16024"/>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9704" name="矩形 29703">
              <a:extLst>
                <a:ext uri="{FF2B5EF4-FFF2-40B4-BE49-F238E27FC236}">
                  <a16:creationId xmlns:a16="http://schemas.microsoft.com/office/drawing/2014/main" id="{4C600DA8-BA3B-9735-E544-8CE5B9746A92}"/>
                </a:ext>
              </a:extLst>
            </p:cNvPr>
            <p:cNvSpPr/>
            <p:nvPr/>
          </p:nvSpPr>
          <p:spPr>
            <a:xfrm>
              <a:off x="6653746" y="3392451"/>
              <a:ext cx="172226" cy="172226"/>
            </a:xfrm>
            <a:prstGeom prst="rect">
              <a:avLst/>
            </a:prstGeom>
            <a:solidFill>
              <a:schemeClr val="accent4">
                <a:alpha val="6114"/>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9707" name="矩形 29706">
              <a:extLst>
                <a:ext uri="{FF2B5EF4-FFF2-40B4-BE49-F238E27FC236}">
                  <a16:creationId xmlns:a16="http://schemas.microsoft.com/office/drawing/2014/main" id="{898481C8-A0DC-FA75-0AAB-49E5BC3F4B5D}"/>
                </a:ext>
              </a:extLst>
            </p:cNvPr>
            <p:cNvSpPr/>
            <p:nvPr/>
          </p:nvSpPr>
          <p:spPr>
            <a:xfrm>
              <a:off x="4934143" y="3564677"/>
              <a:ext cx="172226" cy="172226"/>
            </a:xfrm>
            <a:prstGeom prst="rect">
              <a:avLst/>
            </a:prstGeom>
            <a:solidFill>
              <a:schemeClr val="accent4">
                <a:alpha val="6114"/>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9708" name="矩形 29707">
              <a:extLst>
                <a:ext uri="{FF2B5EF4-FFF2-40B4-BE49-F238E27FC236}">
                  <a16:creationId xmlns:a16="http://schemas.microsoft.com/office/drawing/2014/main" id="{7460E323-4D8C-FE8C-E553-023F59FECA8B}"/>
                </a:ext>
              </a:extLst>
            </p:cNvPr>
            <p:cNvSpPr/>
            <p:nvPr/>
          </p:nvSpPr>
          <p:spPr>
            <a:xfrm>
              <a:off x="5106369" y="3564677"/>
              <a:ext cx="172226" cy="172226"/>
            </a:xfrm>
            <a:prstGeom prst="rect">
              <a:avLst/>
            </a:prstGeom>
            <a:solidFill>
              <a:schemeClr val="accent4">
                <a:alpha val="16024"/>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9709" name="矩形 29708">
              <a:extLst>
                <a:ext uri="{FF2B5EF4-FFF2-40B4-BE49-F238E27FC236}">
                  <a16:creationId xmlns:a16="http://schemas.microsoft.com/office/drawing/2014/main" id="{125A0E53-D8E8-412A-64DC-182979BB4060}"/>
                </a:ext>
              </a:extLst>
            </p:cNvPr>
            <p:cNvSpPr/>
            <p:nvPr/>
          </p:nvSpPr>
          <p:spPr>
            <a:xfrm>
              <a:off x="5278595" y="3564677"/>
              <a:ext cx="172226" cy="172226"/>
            </a:xfrm>
            <a:prstGeom prst="rect">
              <a:avLst/>
            </a:prstGeom>
            <a:solidFill>
              <a:schemeClr val="accent4">
                <a:alpha val="19974"/>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9710" name="矩形 29709">
              <a:extLst>
                <a:ext uri="{FF2B5EF4-FFF2-40B4-BE49-F238E27FC236}">
                  <a16:creationId xmlns:a16="http://schemas.microsoft.com/office/drawing/2014/main" id="{BE7057D7-D6B9-5AE2-68C2-97FD39C8B279}"/>
                </a:ext>
              </a:extLst>
            </p:cNvPr>
            <p:cNvSpPr/>
            <p:nvPr/>
          </p:nvSpPr>
          <p:spPr>
            <a:xfrm>
              <a:off x="5450821" y="3564677"/>
              <a:ext cx="172226" cy="172226"/>
            </a:xfrm>
            <a:prstGeom prst="rect">
              <a:avLst/>
            </a:prstGeom>
            <a:solidFill>
              <a:schemeClr val="accent4">
                <a:alpha val="5100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9711" name="矩形 29710">
              <a:extLst>
                <a:ext uri="{FF2B5EF4-FFF2-40B4-BE49-F238E27FC236}">
                  <a16:creationId xmlns:a16="http://schemas.microsoft.com/office/drawing/2014/main" id="{A99EE1BA-5F98-FA0C-FD92-4F797881FBA8}"/>
                </a:ext>
              </a:extLst>
            </p:cNvPr>
            <p:cNvSpPr/>
            <p:nvPr/>
          </p:nvSpPr>
          <p:spPr>
            <a:xfrm>
              <a:off x="5623047" y="3564677"/>
              <a:ext cx="172226" cy="172226"/>
            </a:xfrm>
            <a:prstGeom prst="rect">
              <a:avLst/>
            </a:prstGeom>
            <a:solidFill>
              <a:schemeClr val="accent4">
                <a:alpha val="56211"/>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9712" name="矩形 29711">
              <a:extLst>
                <a:ext uri="{FF2B5EF4-FFF2-40B4-BE49-F238E27FC236}">
                  <a16:creationId xmlns:a16="http://schemas.microsoft.com/office/drawing/2014/main" id="{DC0F25CE-ABCC-6E68-EB1F-DEA9FA3A5472}"/>
                </a:ext>
              </a:extLst>
            </p:cNvPr>
            <p:cNvSpPr/>
            <p:nvPr/>
          </p:nvSpPr>
          <p:spPr>
            <a:xfrm>
              <a:off x="5795273" y="3564677"/>
              <a:ext cx="172226" cy="172226"/>
            </a:xfrm>
            <a:prstGeom prst="rect">
              <a:avLst/>
            </a:prstGeom>
            <a:solidFill>
              <a:schemeClr val="accent4">
                <a:alpha val="56211"/>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9713" name="矩形 29712">
              <a:extLst>
                <a:ext uri="{FF2B5EF4-FFF2-40B4-BE49-F238E27FC236}">
                  <a16:creationId xmlns:a16="http://schemas.microsoft.com/office/drawing/2014/main" id="{6B7BD13A-48A0-0CCD-D5D2-8C78A536BED2}"/>
                </a:ext>
              </a:extLst>
            </p:cNvPr>
            <p:cNvSpPr/>
            <p:nvPr/>
          </p:nvSpPr>
          <p:spPr>
            <a:xfrm>
              <a:off x="5964842" y="3564677"/>
              <a:ext cx="172226" cy="172226"/>
            </a:xfrm>
            <a:prstGeom prst="rect">
              <a:avLst/>
            </a:prstGeom>
            <a:solidFill>
              <a:schemeClr val="accent4">
                <a:alpha val="56211"/>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9714" name="矩形 29713">
              <a:extLst>
                <a:ext uri="{FF2B5EF4-FFF2-40B4-BE49-F238E27FC236}">
                  <a16:creationId xmlns:a16="http://schemas.microsoft.com/office/drawing/2014/main" id="{EC5BEACE-D548-0466-1D63-72CD8A23D2FD}"/>
                </a:ext>
              </a:extLst>
            </p:cNvPr>
            <p:cNvSpPr/>
            <p:nvPr/>
          </p:nvSpPr>
          <p:spPr>
            <a:xfrm>
              <a:off x="6137068" y="3564677"/>
              <a:ext cx="172226" cy="172226"/>
            </a:xfrm>
            <a:prstGeom prst="rect">
              <a:avLst/>
            </a:prstGeom>
            <a:solidFill>
              <a:schemeClr val="accent4">
                <a:alpha val="5100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9715" name="矩形 29714">
              <a:extLst>
                <a:ext uri="{FF2B5EF4-FFF2-40B4-BE49-F238E27FC236}">
                  <a16:creationId xmlns:a16="http://schemas.microsoft.com/office/drawing/2014/main" id="{50F653A1-CC61-F1B1-347D-C48F9C603AD7}"/>
                </a:ext>
              </a:extLst>
            </p:cNvPr>
            <p:cNvSpPr/>
            <p:nvPr/>
          </p:nvSpPr>
          <p:spPr>
            <a:xfrm>
              <a:off x="6309294" y="3564677"/>
              <a:ext cx="172226" cy="172226"/>
            </a:xfrm>
            <a:prstGeom prst="rect">
              <a:avLst/>
            </a:prstGeom>
            <a:solidFill>
              <a:schemeClr val="accent4">
                <a:alpha val="19974"/>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9716" name="矩形 29715">
              <a:extLst>
                <a:ext uri="{FF2B5EF4-FFF2-40B4-BE49-F238E27FC236}">
                  <a16:creationId xmlns:a16="http://schemas.microsoft.com/office/drawing/2014/main" id="{AD0C087C-1583-E73F-F739-CA5640DAB38D}"/>
                </a:ext>
              </a:extLst>
            </p:cNvPr>
            <p:cNvSpPr/>
            <p:nvPr/>
          </p:nvSpPr>
          <p:spPr>
            <a:xfrm>
              <a:off x="6481520" y="3564677"/>
              <a:ext cx="172226" cy="172226"/>
            </a:xfrm>
            <a:prstGeom prst="rect">
              <a:avLst/>
            </a:prstGeom>
            <a:solidFill>
              <a:schemeClr val="accent4">
                <a:alpha val="16024"/>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9717" name="矩形 29716">
              <a:extLst>
                <a:ext uri="{FF2B5EF4-FFF2-40B4-BE49-F238E27FC236}">
                  <a16:creationId xmlns:a16="http://schemas.microsoft.com/office/drawing/2014/main" id="{E11857CF-0126-95DA-C889-45067378CE88}"/>
                </a:ext>
              </a:extLst>
            </p:cNvPr>
            <p:cNvSpPr/>
            <p:nvPr/>
          </p:nvSpPr>
          <p:spPr>
            <a:xfrm>
              <a:off x="6653746" y="3564677"/>
              <a:ext cx="172226" cy="172226"/>
            </a:xfrm>
            <a:prstGeom prst="rect">
              <a:avLst/>
            </a:prstGeom>
            <a:solidFill>
              <a:schemeClr val="accent4">
                <a:alpha val="6114"/>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9720" name="矩形 29719">
              <a:extLst>
                <a:ext uri="{FF2B5EF4-FFF2-40B4-BE49-F238E27FC236}">
                  <a16:creationId xmlns:a16="http://schemas.microsoft.com/office/drawing/2014/main" id="{75C61B4D-6C10-1004-E8EB-DC571C60C7AA}"/>
                </a:ext>
              </a:extLst>
            </p:cNvPr>
            <p:cNvSpPr/>
            <p:nvPr/>
          </p:nvSpPr>
          <p:spPr>
            <a:xfrm>
              <a:off x="4934143" y="3736903"/>
              <a:ext cx="172226" cy="172226"/>
            </a:xfrm>
            <a:prstGeom prst="rect">
              <a:avLst/>
            </a:prstGeom>
            <a:solidFill>
              <a:schemeClr val="accent4">
                <a:alpha val="6114"/>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9721" name="矩形 29720">
              <a:extLst>
                <a:ext uri="{FF2B5EF4-FFF2-40B4-BE49-F238E27FC236}">
                  <a16:creationId xmlns:a16="http://schemas.microsoft.com/office/drawing/2014/main" id="{1C63B157-EF34-6235-2957-35EA664BA44A}"/>
                </a:ext>
              </a:extLst>
            </p:cNvPr>
            <p:cNvSpPr/>
            <p:nvPr/>
          </p:nvSpPr>
          <p:spPr>
            <a:xfrm>
              <a:off x="5106369" y="3736903"/>
              <a:ext cx="172226" cy="172226"/>
            </a:xfrm>
            <a:prstGeom prst="rect">
              <a:avLst/>
            </a:prstGeom>
            <a:solidFill>
              <a:schemeClr val="accent4">
                <a:alpha val="16024"/>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9722" name="矩形 29721">
              <a:extLst>
                <a:ext uri="{FF2B5EF4-FFF2-40B4-BE49-F238E27FC236}">
                  <a16:creationId xmlns:a16="http://schemas.microsoft.com/office/drawing/2014/main" id="{9E806011-5241-6CA1-23B4-3E44ABBB535E}"/>
                </a:ext>
              </a:extLst>
            </p:cNvPr>
            <p:cNvSpPr/>
            <p:nvPr/>
          </p:nvSpPr>
          <p:spPr>
            <a:xfrm>
              <a:off x="5278595" y="3736903"/>
              <a:ext cx="172226" cy="172226"/>
            </a:xfrm>
            <a:prstGeom prst="rect">
              <a:avLst/>
            </a:prstGeom>
            <a:solidFill>
              <a:schemeClr val="accent4">
                <a:alpha val="19974"/>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9723" name="矩形 29722">
              <a:extLst>
                <a:ext uri="{FF2B5EF4-FFF2-40B4-BE49-F238E27FC236}">
                  <a16:creationId xmlns:a16="http://schemas.microsoft.com/office/drawing/2014/main" id="{95F099F7-01C8-41F2-D7A7-BC43D2CCD322}"/>
                </a:ext>
              </a:extLst>
            </p:cNvPr>
            <p:cNvSpPr/>
            <p:nvPr/>
          </p:nvSpPr>
          <p:spPr>
            <a:xfrm>
              <a:off x="5450821" y="3736903"/>
              <a:ext cx="172226" cy="172226"/>
            </a:xfrm>
            <a:prstGeom prst="rect">
              <a:avLst/>
            </a:prstGeom>
            <a:solidFill>
              <a:schemeClr val="accent4">
                <a:alpha val="5100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9724" name="矩形 29723">
              <a:extLst>
                <a:ext uri="{FF2B5EF4-FFF2-40B4-BE49-F238E27FC236}">
                  <a16:creationId xmlns:a16="http://schemas.microsoft.com/office/drawing/2014/main" id="{F4ED632A-7F7D-3EA1-1C6E-C980380C69E3}"/>
                </a:ext>
              </a:extLst>
            </p:cNvPr>
            <p:cNvSpPr/>
            <p:nvPr/>
          </p:nvSpPr>
          <p:spPr>
            <a:xfrm>
              <a:off x="5623047" y="3736903"/>
              <a:ext cx="172226" cy="172226"/>
            </a:xfrm>
            <a:prstGeom prst="rect">
              <a:avLst/>
            </a:prstGeom>
            <a:solidFill>
              <a:schemeClr val="accent4">
                <a:alpha val="5100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9725" name="矩形 29724">
              <a:extLst>
                <a:ext uri="{FF2B5EF4-FFF2-40B4-BE49-F238E27FC236}">
                  <a16:creationId xmlns:a16="http://schemas.microsoft.com/office/drawing/2014/main" id="{4DB98E78-81D6-BC53-060D-980BA5BBA809}"/>
                </a:ext>
              </a:extLst>
            </p:cNvPr>
            <p:cNvSpPr/>
            <p:nvPr/>
          </p:nvSpPr>
          <p:spPr>
            <a:xfrm>
              <a:off x="5795273" y="3736903"/>
              <a:ext cx="172226" cy="172226"/>
            </a:xfrm>
            <a:prstGeom prst="rect">
              <a:avLst/>
            </a:prstGeom>
            <a:solidFill>
              <a:schemeClr val="accent4">
                <a:alpha val="5100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9726" name="矩形 29725">
              <a:extLst>
                <a:ext uri="{FF2B5EF4-FFF2-40B4-BE49-F238E27FC236}">
                  <a16:creationId xmlns:a16="http://schemas.microsoft.com/office/drawing/2014/main" id="{E3033918-61A4-707C-6DD6-17F73349A6EF}"/>
                </a:ext>
              </a:extLst>
            </p:cNvPr>
            <p:cNvSpPr/>
            <p:nvPr/>
          </p:nvSpPr>
          <p:spPr>
            <a:xfrm>
              <a:off x="5964842" y="3736903"/>
              <a:ext cx="172226" cy="172226"/>
            </a:xfrm>
            <a:prstGeom prst="rect">
              <a:avLst/>
            </a:prstGeom>
            <a:solidFill>
              <a:schemeClr val="accent4">
                <a:alpha val="5100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9727" name="矩形 29726">
              <a:extLst>
                <a:ext uri="{FF2B5EF4-FFF2-40B4-BE49-F238E27FC236}">
                  <a16:creationId xmlns:a16="http://schemas.microsoft.com/office/drawing/2014/main" id="{613CD2BE-D86C-FCD1-38E7-91C84A8D4501}"/>
                </a:ext>
              </a:extLst>
            </p:cNvPr>
            <p:cNvSpPr/>
            <p:nvPr/>
          </p:nvSpPr>
          <p:spPr>
            <a:xfrm>
              <a:off x="6137068" y="3736903"/>
              <a:ext cx="172226" cy="172226"/>
            </a:xfrm>
            <a:prstGeom prst="rect">
              <a:avLst/>
            </a:prstGeom>
            <a:solidFill>
              <a:schemeClr val="accent4">
                <a:alpha val="5100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9728" name="矩形 29727">
              <a:extLst>
                <a:ext uri="{FF2B5EF4-FFF2-40B4-BE49-F238E27FC236}">
                  <a16:creationId xmlns:a16="http://schemas.microsoft.com/office/drawing/2014/main" id="{28D16A2B-ECEE-779A-7094-245F2D8A3CDA}"/>
                </a:ext>
              </a:extLst>
            </p:cNvPr>
            <p:cNvSpPr/>
            <p:nvPr/>
          </p:nvSpPr>
          <p:spPr>
            <a:xfrm>
              <a:off x="6309294" y="3736903"/>
              <a:ext cx="172226" cy="172226"/>
            </a:xfrm>
            <a:prstGeom prst="rect">
              <a:avLst/>
            </a:prstGeom>
            <a:solidFill>
              <a:schemeClr val="accent4">
                <a:alpha val="19974"/>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9729" name="矩形 29728">
              <a:extLst>
                <a:ext uri="{FF2B5EF4-FFF2-40B4-BE49-F238E27FC236}">
                  <a16:creationId xmlns:a16="http://schemas.microsoft.com/office/drawing/2014/main" id="{AC7F96BD-B0E9-D3A3-13E6-B5E980453D27}"/>
                </a:ext>
              </a:extLst>
            </p:cNvPr>
            <p:cNvSpPr/>
            <p:nvPr/>
          </p:nvSpPr>
          <p:spPr>
            <a:xfrm>
              <a:off x="6481520" y="3736903"/>
              <a:ext cx="172226" cy="172226"/>
            </a:xfrm>
            <a:prstGeom prst="rect">
              <a:avLst/>
            </a:prstGeom>
            <a:solidFill>
              <a:schemeClr val="accent4">
                <a:alpha val="16024"/>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9730" name="矩形 29729">
              <a:extLst>
                <a:ext uri="{FF2B5EF4-FFF2-40B4-BE49-F238E27FC236}">
                  <a16:creationId xmlns:a16="http://schemas.microsoft.com/office/drawing/2014/main" id="{6951D71C-AC65-6221-FE97-B2BCA687A0F8}"/>
                </a:ext>
              </a:extLst>
            </p:cNvPr>
            <p:cNvSpPr/>
            <p:nvPr/>
          </p:nvSpPr>
          <p:spPr>
            <a:xfrm>
              <a:off x="6653746" y="3736903"/>
              <a:ext cx="172226" cy="172226"/>
            </a:xfrm>
            <a:prstGeom prst="rect">
              <a:avLst/>
            </a:prstGeom>
            <a:solidFill>
              <a:schemeClr val="accent4">
                <a:alpha val="6114"/>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9733" name="矩形 29732">
              <a:extLst>
                <a:ext uri="{FF2B5EF4-FFF2-40B4-BE49-F238E27FC236}">
                  <a16:creationId xmlns:a16="http://schemas.microsoft.com/office/drawing/2014/main" id="{32539906-4248-B00A-7215-D2ED10EF2C35}"/>
                </a:ext>
              </a:extLst>
            </p:cNvPr>
            <p:cNvSpPr/>
            <p:nvPr/>
          </p:nvSpPr>
          <p:spPr>
            <a:xfrm>
              <a:off x="4934143" y="3909129"/>
              <a:ext cx="172226" cy="172226"/>
            </a:xfrm>
            <a:prstGeom prst="rect">
              <a:avLst/>
            </a:prstGeom>
            <a:solidFill>
              <a:schemeClr val="accent4">
                <a:alpha val="6114"/>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9734" name="矩形 29733">
              <a:extLst>
                <a:ext uri="{FF2B5EF4-FFF2-40B4-BE49-F238E27FC236}">
                  <a16:creationId xmlns:a16="http://schemas.microsoft.com/office/drawing/2014/main" id="{C19DC5F5-1611-6130-AB4F-FA1CDEC6B5F8}"/>
                </a:ext>
              </a:extLst>
            </p:cNvPr>
            <p:cNvSpPr/>
            <p:nvPr/>
          </p:nvSpPr>
          <p:spPr>
            <a:xfrm>
              <a:off x="5106369" y="3909129"/>
              <a:ext cx="172226" cy="172226"/>
            </a:xfrm>
            <a:prstGeom prst="rect">
              <a:avLst/>
            </a:prstGeom>
            <a:solidFill>
              <a:schemeClr val="accent4">
                <a:alpha val="16024"/>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9735" name="矩形 29734">
              <a:extLst>
                <a:ext uri="{FF2B5EF4-FFF2-40B4-BE49-F238E27FC236}">
                  <a16:creationId xmlns:a16="http://schemas.microsoft.com/office/drawing/2014/main" id="{FEAB59E2-5D2D-EBE5-FA10-94E08481C500}"/>
                </a:ext>
              </a:extLst>
            </p:cNvPr>
            <p:cNvSpPr/>
            <p:nvPr/>
          </p:nvSpPr>
          <p:spPr>
            <a:xfrm>
              <a:off x="5278595" y="3909129"/>
              <a:ext cx="172226" cy="172226"/>
            </a:xfrm>
            <a:prstGeom prst="rect">
              <a:avLst/>
            </a:prstGeom>
            <a:solidFill>
              <a:schemeClr val="accent4">
                <a:alpha val="19974"/>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9736" name="矩形 29735">
              <a:extLst>
                <a:ext uri="{FF2B5EF4-FFF2-40B4-BE49-F238E27FC236}">
                  <a16:creationId xmlns:a16="http://schemas.microsoft.com/office/drawing/2014/main" id="{810DDEC7-5E10-0822-CF20-6BDBFC10C0A9}"/>
                </a:ext>
              </a:extLst>
            </p:cNvPr>
            <p:cNvSpPr/>
            <p:nvPr/>
          </p:nvSpPr>
          <p:spPr>
            <a:xfrm>
              <a:off x="5450821" y="3909129"/>
              <a:ext cx="172226" cy="172226"/>
            </a:xfrm>
            <a:prstGeom prst="rect">
              <a:avLst/>
            </a:prstGeom>
            <a:solidFill>
              <a:schemeClr val="accent4">
                <a:alpha val="55951"/>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9737" name="矩形 29736">
              <a:extLst>
                <a:ext uri="{FF2B5EF4-FFF2-40B4-BE49-F238E27FC236}">
                  <a16:creationId xmlns:a16="http://schemas.microsoft.com/office/drawing/2014/main" id="{5A3CABE3-4B7E-AACB-868D-64F6882388B5}"/>
                </a:ext>
              </a:extLst>
            </p:cNvPr>
            <p:cNvSpPr/>
            <p:nvPr/>
          </p:nvSpPr>
          <p:spPr>
            <a:xfrm>
              <a:off x="5623047" y="3909129"/>
              <a:ext cx="172226" cy="172226"/>
            </a:xfrm>
            <a:prstGeom prst="rect">
              <a:avLst/>
            </a:prstGeom>
            <a:solidFill>
              <a:schemeClr val="accent4">
                <a:alpha val="55951"/>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9738" name="矩形 29737">
              <a:extLst>
                <a:ext uri="{FF2B5EF4-FFF2-40B4-BE49-F238E27FC236}">
                  <a16:creationId xmlns:a16="http://schemas.microsoft.com/office/drawing/2014/main" id="{91D2C09A-F5AD-710E-26F7-C93E2E03F5FB}"/>
                </a:ext>
              </a:extLst>
            </p:cNvPr>
            <p:cNvSpPr/>
            <p:nvPr/>
          </p:nvSpPr>
          <p:spPr>
            <a:xfrm>
              <a:off x="5795273" y="3909129"/>
              <a:ext cx="172226" cy="172226"/>
            </a:xfrm>
            <a:prstGeom prst="rect">
              <a:avLst/>
            </a:prstGeom>
            <a:solidFill>
              <a:schemeClr val="accent4">
                <a:alpha val="55951"/>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9739" name="矩形 29738">
              <a:extLst>
                <a:ext uri="{FF2B5EF4-FFF2-40B4-BE49-F238E27FC236}">
                  <a16:creationId xmlns:a16="http://schemas.microsoft.com/office/drawing/2014/main" id="{91444F39-8EB0-EA21-E9B0-17EC83E55A2F}"/>
                </a:ext>
              </a:extLst>
            </p:cNvPr>
            <p:cNvSpPr/>
            <p:nvPr/>
          </p:nvSpPr>
          <p:spPr>
            <a:xfrm>
              <a:off x="5964842" y="3909129"/>
              <a:ext cx="172226" cy="172226"/>
            </a:xfrm>
            <a:prstGeom prst="rect">
              <a:avLst/>
            </a:prstGeom>
            <a:solidFill>
              <a:schemeClr val="accent4">
                <a:alpha val="55951"/>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9740" name="矩形 29739">
              <a:extLst>
                <a:ext uri="{FF2B5EF4-FFF2-40B4-BE49-F238E27FC236}">
                  <a16:creationId xmlns:a16="http://schemas.microsoft.com/office/drawing/2014/main" id="{4E947925-07D6-C9C0-731A-2051EB5F3A52}"/>
                </a:ext>
              </a:extLst>
            </p:cNvPr>
            <p:cNvSpPr/>
            <p:nvPr/>
          </p:nvSpPr>
          <p:spPr>
            <a:xfrm>
              <a:off x="6137068" y="3909129"/>
              <a:ext cx="172226" cy="172226"/>
            </a:xfrm>
            <a:prstGeom prst="rect">
              <a:avLst/>
            </a:prstGeom>
            <a:solidFill>
              <a:schemeClr val="accent4">
                <a:alpha val="55951"/>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9741" name="矩形 29740">
              <a:extLst>
                <a:ext uri="{FF2B5EF4-FFF2-40B4-BE49-F238E27FC236}">
                  <a16:creationId xmlns:a16="http://schemas.microsoft.com/office/drawing/2014/main" id="{9791EADA-944C-98E0-05E4-0E20306CE681}"/>
                </a:ext>
              </a:extLst>
            </p:cNvPr>
            <p:cNvSpPr/>
            <p:nvPr/>
          </p:nvSpPr>
          <p:spPr>
            <a:xfrm>
              <a:off x="6309294" y="3909129"/>
              <a:ext cx="172226" cy="172226"/>
            </a:xfrm>
            <a:prstGeom prst="rect">
              <a:avLst/>
            </a:prstGeom>
            <a:solidFill>
              <a:schemeClr val="accent4">
                <a:alpha val="19974"/>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9742" name="矩形 29741">
              <a:extLst>
                <a:ext uri="{FF2B5EF4-FFF2-40B4-BE49-F238E27FC236}">
                  <a16:creationId xmlns:a16="http://schemas.microsoft.com/office/drawing/2014/main" id="{9D43FD77-5423-8D27-589F-91A2F2D4B52C}"/>
                </a:ext>
              </a:extLst>
            </p:cNvPr>
            <p:cNvSpPr/>
            <p:nvPr/>
          </p:nvSpPr>
          <p:spPr>
            <a:xfrm>
              <a:off x="6481520" y="3909129"/>
              <a:ext cx="172226" cy="172226"/>
            </a:xfrm>
            <a:prstGeom prst="rect">
              <a:avLst/>
            </a:prstGeom>
            <a:solidFill>
              <a:schemeClr val="accent4">
                <a:alpha val="16024"/>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9743" name="矩形 29742">
              <a:extLst>
                <a:ext uri="{FF2B5EF4-FFF2-40B4-BE49-F238E27FC236}">
                  <a16:creationId xmlns:a16="http://schemas.microsoft.com/office/drawing/2014/main" id="{C8F1F53A-295E-3069-9339-B87EFC043CB6}"/>
                </a:ext>
              </a:extLst>
            </p:cNvPr>
            <p:cNvSpPr/>
            <p:nvPr/>
          </p:nvSpPr>
          <p:spPr>
            <a:xfrm>
              <a:off x="6653746" y="3909129"/>
              <a:ext cx="172226" cy="172226"/>
            </a:xfrm>
            <a:prstGeom prst="rect">
              <a:avLst/>
            </a:prstGeom>
            <a:solidFill>
              <a:schemeClr val="accent4">
                <a:alpha val="6114"/>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9746" name="矩形 29745">
              <a:extLst>
                <a:ext uri="{FF2B5EF4-FFF2-40B4-BE49-F238E27FC236}">
                  <a16:creationId xmlns:a16="http://schemas.microsoft.com/office/drawing/2014/main" id="{BB09F492-187C-C7CE-7711-7192D10E252E}"/>
                </a:ext>
              </a:extLst>
            </p:cNvPr>
            <p:cNvSpPr/>
            <p:nvPr/>
          </p:nvSpPr>
          <p:spPr>
            <a:xfrm>
              <a:off x="4934143" y="4081355"/>
              <a:ext cx="172226" cy="172226"/>
            </a:xfrm>
            <a:prstGeom prst="rect">
              <a:avLst/>
            </a:prstGeom>
            <a:solidFill>
              <a:schemeClr val="accent4">
                <a:alpha val="6114"/>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9747" name="矩形 29746">
              <a:extLst>
                <a:ext uri="{FF2B5EF4-FFF2-40B4-BE49-F238E27FC236}">
                  <a16:creationId xmlns:a16="http://schemas.microsoft.com/office/drawing/2014/main" id="{167B27BA-F6C6-774E-E58C-BFFCC8732EA3}"/>
                </a:ext>
              </a:extLst>
            </p:cNvPr>
            <p:cNvSpPr/>
            <p:nvPr/>
          </p:nvSpPr>
          <p:spPr>
            <a:xfrm>
              <a:off x="5106369" y="4081355"/>
              <a:ext cx="172226" cy="172226"/>
            </a:xfrm>
            <a:prstGeom prst="rect">
              <a:avLst/>
            </a:prstGeom>
            <a:solidFill>
              <a:schemeClr val="accent4">
                <a:alpha val="16024"/>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9748" name="矩形 29747">
              <a:extLst>
                <a:ext uri="{FF2B5EF4-FFF2-40B4-BE49-F238E27FC236}">
                  <a16:creationId xmlns:a16="http://schemas.microsoft.com/office/drawing/2014/main" id="{31606B8D-2AE6-A41E-DFD8-CE051B3D66E4}"/>
                </a:ext>
              </a:extLst>
            </p:cNvPr>
            <p:cNvSpPr/>
            <p:nvPr/>
          </p:nvSpPr>
          <p:spPr>
            <a:xfrm>
              <a:off x="5278595" y="4081355"/>
              <a:ext cx="172226" cy="172226"/>
            </a:xfrm>
            <a:prstGeom prst="rect">
              <a:avLst/>
            </a:prstGeom>
            <a:solidFill>
              <a:schemeClr val="accent4">
                <a:alpha val="16024"/>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9749" name="矩形 29748">
              <a:extLst>
                <a:ext uri="{FF2B5EF4-FFF2-40B4-BE49-F238E27FC236}">
                  <a16:creationId xmlns:a16="http://schemas.microsoft.com/office/drawing/2014/main" id="{7159E6CA-31C5-D29E-24B2-9244AE5671E8}"/>
                </a:ext>
              </a:extLst>
            </p:cNvPr>
            <p:cNvSpPr/>
            <p:nvPr/>
          </p:nvSpPr>
          <p:spPr>
            <a:xfrm>
              <a:off x="5450821" y="4081355"/>
              <a:ext cx="172226" cy="172226"/>
            </a:xfrm>
            <a:prstGeom prst="rect">
              <a:avLst/>
            </a:prstGeom>
            <a:solidFill>
              <a:schemeClr val="accent4">
                <a:alpha val="55951"/>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9750" name="矩形 29749">
              <a:extLst>
                <a:ext uri="{FF2B5EF4-FFF2-40B4-BE49-F238E27FC236}">
                  <a16:creationId xmlns:a16="http://schemas.microsoft.com/office/drawing/2014/main" id="{89AFFC09-3727-8258-6B1C-D946B35E1604}"/>
                </a:ext>
              </a:extLst>
            </p:cNvPr>
            <p:cNvSpPr/>
            <p:nvPr/>
          </p:nvSpPr>
          <p:spPr>
            <a:xfrm>
              <a:off x="5623047" y="4081355"/>
              <a:ext cx="172226" cy="172226"/>
            </a:xfrm>
            <a:prstGeom prst="rect">
              <a:avLst/>
            </a:prstGeom>
            <a:solidFill>
              <a:schemeClr val="accent4">
                <a:alpha val="55951"/>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9751" name="矩形 29750">
              <a:extLst>
                <a:ext uri="{FF2B5EF4-FFF2-40B4-BE49-F238E27FC236}">
                  <a16:creationId xmlns:a16="http://schemas.microsoft.com/office/drawing/2014/main" id="{37A0B7C9-7BAB-088B-FC2F-41F76495A31E}"/>
                </a:ext>
              </a:extLst>
            </p:cNvPr>
            <p:cNvSpPr/>
            <p:nvPr/>
          </p:nvSpPr>
          <p:spPr>
            <a:xfrm>
              <a:off x="5795273" y="4081355"/>
              <a:ext cx="172226" cy="172226"/>
            </a:xfrm>
            <a:prstGeom prst="rect">
              <a:avLst/>
            </a:prstGeom>
            <a:solidFill>
              <a:schemeClr val="accent4">
                <a:alpha val="55951"/>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9752" name="矩形 29751">
              <a:extLst>
                <a:ext uri="{FF2B5EF4-FFF2-40B4-BE49-F238E27FC236}">
                  <a16:creationId xmlns:a16="http://schemas.microsoft.com/office/drawing/2014/main" id="{1F6C807A-FEC8-3AD8-4E8C-6EB8A5D81AFB}"/>
                </a:ext>
              </a:extLst>
            </p:cNvPr>
            <p:cNvSpPr/>
            <p:nvPr/>
          </p:nvSpPr>
          <p:spPr>
            <a:xfrm>
              <a:off x="5964842" y="4081355"/>
              <a:ext cx="172226" cy="172226"/>
            </a:xfrm>
            <a:prstGeom prst="rect">
              <a:avLst/>
            </a:prstGeom>
            <a:solidFill>
              <a:schemeClr val="accent4">
                <a:alpha val="55951"/>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9753" name="矩形 29752">
              <a:extLst>
                <a:ext uri="{FF2B5EF4-FFF2-40B4-BE49-F238E27FC236}">
                  <a16:creationId xmlns:a16="http://schemas.microsoft.com/office/drawing/2014/main" id="{FBF38264-534A-FDB7-295B-56B59FA10BDE}"/>
                </a:ext>
              </a:extLst>
            </p:cNvPr>
            <p:cNvSpPr/>
            <p:nvPr/>
          </p:nvSpPr>
          <p:spPr>
            <a:xfrm>
              <a:off x="6137068" y="4081355"/>
              <a:ext cx="172226" cy="172226"/>
            </a:xfrm>
            <a:prstGeom prst="rect">
              <a:avLst/>
            </a:prstGeom>
            <a:solidFill>
              <a:schemeClr val="accent4">
                <a:alpha val="55951"/>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9754" name="矩形 29753">
              <a:extLst>
                <a:ext uri="{FF2B5EF4-FFF2-40B4-BE49-F238E27FC236}">
                  <a16:creationId xmlns:a16="http://schemas.microsoft.com/office/drawing/2014/main" id="{413908C4-D00D-57A8-A9E6-C6C48489DCFB}"/>
                </a:ext>
              </a:extLst>
            </p:cNvPr>
            <p:cNvSpPr/>
            <p:nvPr/>
          </p:nvSpPr>
          <p:spPr>
            <a:xfrm>
              <a:off x="6309294" y="4081355"/>
              <a:ext cx="172226" cy="172226"/>
            </a:xfrm>
            <a:prstGeom prst="rect">
              <a:avLst/>
            </a:prstGeom>
            <a:solidFill>
              <a:schemeClr val="accent4">
                <a:alpha val="16024"/>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9755" name="矩形 29754">
              <a:extLst>
                <a:ext uri="{FF2B5EF4-FFF2-40B4-BE49-F238E27FC236}">
                  <a16:creationId xmlns:a16="http://schemas.microsoft.com/office/drawing/2014/main" id="{C00F6F43-FAA0-ABD5-FBDC-3D968B39D593}"/>
                </a:ext>
              </a:extLst>
            </p:cNvPr>
            <p:cNvSpPr/>
            <p:nvPr/>
          </p:nvSpPr>
          <p:spPr>
            <a:xfrm>
              <a:off x="6481520" y="4081355"/>
              <a:ext cx="172226" cy="172226"/>
            </a:xfrm>
            <a:prstGeom prst="rect">
              <a:avLst/>
            </a:prstGeom>
            <a:solidFill>
              <a:schemeClr val="accent4">
                <a:alpha val="16024"/>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9756" name="矩形 29755">
              <a:extLst>
                <a:ext uri="{FF2B5EF4-FFF2-40B4-BE49-F238E27FC236}">
                  <a16:creationId xmlns:a16="http://schemas.microsoft.com/office/drawing/2014/main" id="{F9A430A7-CA1F-84AD-3FF0-C20BB7D7122C}"/>
                </a:ext>
              </a:extLst>
            </p:cNvPr>
            <p:cNvSpPr/>
            <p:nvPr/>
          </p:nvSpPr>
          <p:spPr>
            <a:xfrm>
              <a:off x="6653746" y="4081355"/>
              <a:ext cx="172226" cy="172226"/>
            </a:xfrm>
            <a:prstGeom prst="rect">
              <a:avLst/>
            </a:prstGeom>
            <a:solidFill>
              <a:schemeClr val="accent4">
                <a:alpha val="6114"/>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9759" name="矩形 29758">
              <a:extLst>
                <a:ext uri="{FF2B5EF4-FFF2-40B4-BE49-F238E27FC236}">
                  <a16:creationId xmlns:a16="http://schemas.microsoft.com/office/drawing/2014/main" id="{F3AEE9F3-D6AE-04C8-03B5-86C1BA7B59B5}"/>
                </a:ext>
              </a:extLst>
            </p:cNvPr>
            <p:cNvSpPr/>
            <p:nvPr/>
          </p:nvSpPr>
          <p:spPr>
            <a:xfrm>
              <a:off x="4934143" y="4253581"/>
              <a:ext cx="172226" cy="172226"/>
            </a:xfrm>
            <a:prstGeom prst="rect">
              <a:avLst/>
            </a:prstGeom>
            <a:solidFill>
              <a:schemeClr val="accent4">
                <a:alpha val="6114"/>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92" name="矩形 191">
              <a:extLst>
                <a:ext uri="{FF2B5EF4-FFF2-40B4-BE49-F238E27FC236}">
                  <a16:creationId xmlns:a16="http://schemas.microsoft.com/office/drawing/2014/main" id="{FF3C9B1D-4A34-806C-5C0F-18ECF441BE0E}"/>
                </a:ext>
              </a:extLst>
            </p:cNvPr>
            <p:cNvSpPr/>
            <p:nvPr/>
          </p:nvSpPr>
          <p:spPr>
            <a:xfrm>
              <a:off x="5106369" y="4253581"/>
              <a:ext cx="172226" cy="172226"/>
            </a:xfrm>
            <a:prstGeom prst="rect">
              <a:avLst/>
            </a:prstGeom>
            <a:solidFill>
              <a:schemeClr val="accent4">
                <a:alpha val="15969"/>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06" name="矩形 205">
              <a:extLst>
                <a:ext uri="{FF2B5EF4-FFF2-40B4-BE49-F238E27FC236}">
                  <a16:creationId xmlns:a16="http://schemas.microsoft.com/office/drawing/2014/main" id="{DD56908A-6B22-2190-6E6D-57879124BE02}"/>
                </a:ext>
              </a:extLst>
            </p:cNvPr>
            <p:cNvSpPr/>
            <p:nvPr/>
          </p:nvSpPr>
          <p:spPr>
            <a:xfrm>
              <a:off x="5278595" y="4253581"/>
              <a:ext cx="172226" cy="172226"/>
            </a:xfrm>
            <a:prstGeom prst="rect">
              <a:avLst/>
            </a:prstGeom>
            <a:solidFill>
              <a:schemeClr val="accent4">
                <a:alpha val="1600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07" name="矩形 206">
              <a:extLst>
                <a:ext uri="{FF2B5EF4-FFF2-40B4-BE49-F238E27FC236}">
                  <a16:creationId xmlns:a16="http://schemas.microsoft.com/office/drawing/2014/main" id="{45BD968C-ECFB-2274-FC27-5D3517FE51CF}"/>
                </a:ext>
              </a:extLst>
            </p:cNvPr>
            <p:cNvSpPr/>
            <p:nvPr/>
          </p:nvSpPr>
          <p:spPr>
            <a:xfrm>
              <a:off x="5450821" y="4253581"/>
              <a:ext cx="172226" cy="172226"/>
            </a:xfrm>
            <a:prstGeom prst="rect">
              <a:avLst/>
            </a:prstGeom>
            <a:solidFill>
              <a:schemeClr val="accent4">
                <a:alpha val="55951"/>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08" name="矩形 207">
              <a:extLst>
                <a:ext uri="{FF2B5EF4-FFF2-40B4-BE49-F238E27FC236}">
                  <a16:creationId xmlns:a16="http://schemas.microsoft.com/office/drawing/2014/main" id="{43D18A6D-8A21-BB0F-3ED7-74AE3391CB49}"/>
                </a:ext>
              </a:extLst>
            </p:cNvPr>
            <p:cNvSpPr/>
            <p:nvPr/>
          </p:nvSpPr>
          <p:spPr>
            <a:xfrm>
              <a:off x="5623047" y="4253581"/>
              <a:ext cx="172226" cy="172226"/>
            </a:xfrm>
            <a:prstGeom prst="rect">
              <a:avLst/>
            </a:prstGeom>
            <a:solidFill>
              <a:schemeClr val="accent4">
                <a:alpha val="55951"/>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22" name="矩形 221">
              <a:extLst>
                <a:ext uri="{FF2B5EF4-FFF2-40B4-BE49-F238E27FC236}">
                  <a16:creationId xmlns:a16="http://schemas.microsoft.com/office/drawing/2014/main" id="{3CC39189-C7DC-8B4A-111C-4041EDD4BE09}"/>
                </a:ext>
              </a:extLst>
            </p:cNvPr>
            <p:cNvSpPr/>
            <p:nvPr/>
          </p:nvSpPr>
          <p:spPr>
            <a:xfrm>
              <a:off x="5795273" y="4253581"/>
              <a:ext cx="172226" cy="172226"/>
            </a:xfrm>
            <a:prstGeom prst="rect">
              <a:avLst/>
            </a:prstGeom>
            <a:solidFill>
              <a:schemeClr val="accent4">
                <a:alpha val="55951"/>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23" name="矩形 222">
              <a:extLst>
                <a:ext uri="{FF2B5EF4-FFF2-40B4-BE49-F238E27FC236}">
                  <a16:creationId xmlns:a16="http://schemas.microsoft.com/office/drawing/2014/main" id="{74F8AD88-1D85-44F5-4742-CA3650051938}"/>
                </a:ext>
              </a:extLst>
            </p:cNvPr>
            <p:cNvSpPr/>
            <p:nvPr/>
          </p:nvSpPr>
          <p:spPr>
            <a:xfrm>
              <a:off x="5964842" y="4253581"/>
              <a:ext cx="172226" cy="172226"/>
            </a:xfrm>
            <a:prstGeom prst="rect">
              <a:avLst/>
            </a:prstGeom>
            <a:solidFill>
              <a:schemeClr val="accent4">
                <a:alpha val="55951"/>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24" name="矩形 223">
              <a:extLst>
                <a:ext uri="{FF2B5EF4-FFF2-40B4-BE49-F238E27FC236}">
                  <a16:creationId xmlns:a16="http://schemas.microsoft.com/office/drawing/2014/main" id="{50FC286B-5A0A-180C-4F33-ECA0459147AE}"/>
                </a:ext>
              </a:extLst>
            </p:cNvPr>
            <p:cNvSpPr/>
            <p:nvPr/>
          </p:nvSpPr>
          <p:spPr>
            <a:xfrm>
              <a:off x="6137068" y="4253581"/>
              <a:ext cx="172226" cy="172226"/>
            </a:xfrm>
            <a:prstGeom prst="rect">
              <a:avLst/>
            </a:prstGeom>
            <a:solidFill>
              <a:schemeClr val="accent4">
                <a:alpha val="55951"/>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38" name="矩形 237">
              <a:extLst>
                <a:ext uri="{FF2B5EF4-FFF2-40B4-BE49-F238E27FC236}">
                  <a16:creationId xmlns:a16="http://schemas.microsoft.com/office/drawing/2014/main" id="{0BC19374-B0FC-D282-DFCA-CB0D572A8C5B}"/>
                </a:ext>
              </a:extLst>
            </p:cNvPr>
            <p:cNvSpPr/>
            <p:nvPr/>
          </p:nvSpPr>
          <p:spPr>
            <a:xfrm>
              <a:off x="6309294" y="4253581"/>
              <a:ext cx="172226" cy="172226"/>
            </a:xfrm>
            <a:prstGeom prst="rect">
              <a:avLst/>
            </a:prstGeom>
            <a:solidFill>
              <a:schemeClr val="accent4">
                <a:alpha val="1600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39" name="矩形 238">
              <a:extLst>
                <a:ext uri="{FF2B5EF4-FFF2-40B4-BE49-F238E27FC236}">
                  <a16:creationId xmlns:a16="http://schemas.microsoft.com/office/drawing/2014/main" id="{CED4FCF1-0193-116F-2307-CAA9557B1B06}"/>
                </a:ext>
              </a:extLst>
            </p:cNvPr>
            <p:cNvSpPr/>
            <p:nvPr/>
          </p:nvSpPr>
          <p:spPr>
            <a:xfrm>
              <a:off x="6481520" y="4253581"/>
              <a:ext cx="172226" cy="172226"/>
            </a:xfrm>
            <a:prstGeom prst="rect">
              <a:avLst/>
            </a:prstGeom>
            <a:solidFill>
              <a:schemeClr val="accent4">
                <a:alpha val="15969"/>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40" name="矩形 239">
              <a:extLst>
                <a:ext uri="{FF2B5EF4-FFF2-40B4-BE49-F238E27FC236}">
                  <a16:creationId xmlns:a16="http://schemas.microsoft.com/office/drawing/2014/main" id="{0444F698-7AA7-71DF-F2ED-D121BD11CE8E}"/>
                </a:ext>
              </a:extLst>
            </p:cNvPr>
            <p:cNvSpPr/>
            <p:nvPr/>
          </p:nvSpPr>
          <p:spPr>
            <a:xfrm>
              <a:off x="6653746" y="4253581"/>
              <a:ext cx="172226" cy="172226"/>
            </a:xfrm>
            <a:prstGeom prst="rect">
              <a:avLst/>
            </a:prstGeom>
            <a:solidFill>
              <a:schemeClr val="accent4">
                <a:alpha val="6114"/>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54" name="矩形 253">
              <a:extLst>
                <a:ext uri="{FF2B5EF4-FFF2-40B4-BE49-F238E27FC236}">
                  <a16:creationId xmlns:a16="http://schemas.microsoft.com/office/drawing/2014/main" id="{2DBA4135-6007-C57F-F3B1-987A9A3A9C95}"/>
                </a:ext>
              </a:extLst>
            </p:cNvPr>
            <p:cNvSpPr/>
            <p:nvPr/>
          </p:nvSpPr>
          <p:spPr>
            <a:xfrm>
              <a:off x="6825972" y="4253581"/>
              <a:ext cx="172226" cy="172226"/>
            </a:xfrm>
            <a:prstGeom prst="rect">
              <a:avLst/>
            </a:prstGeom>
            <a:solidFill>
              <a:schemeClr val="bg1"/>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pic>
        <p:nvPicPr>
          <p:cNvPr id="255" name="Picture 2" descr="Pop! Wall-E (Facet) — Double Boxed Toys">
            <a:extLst>
              <a:ext uri="{FF2B5EF4-FFF2-40B4-BE49-F238E27FC236}">
                <a16:creationId xmlns:a16="http://schemas.microsoft.com/office/drawing/2014/main" id="{C02D4DBC-2832-4D48-FA12-A0E1E792568A}"/>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2782" t="8914" r="12960" b="8907"/>
          <a:stretch/>
        </p:blipFill>
        <p:spPr bwMode="auto">
          <a:xfrm>
            <a:off x="2739138" y="2985950"/>
            <a:ext cx="205778" cy="227729"/>
          </a:xfrm>
          <a:prstGeom prst="rect">
            <a:avLst/>
          </a:prstGeom>
          <a:noFill/>
          <a:extLst>
            <a:ext uri="{909E8E84-426E-40DD-AFC4-6F175D3DCCD1}">
              <a14:hiddenFill xmlns:a14="http://schemas.microsoft.com/office/drawing/2010/main">
                <a:solidFill>
                  <a:srgbClr val="FFFFFF"/>
                </a:solidFill>
              </a14:hiddenFill>
            </a:ext>
          </a:extLst>
        </p:spPr>
      </p:pic>
      <p:sp>
        <p:nvSpPr>
          <p:cNvPr id="256" name="文本框 255">
            <a:extLst>
              <a:ext uri="{FF2B5EF4-FFF2-40B4-BE49-F238E27FC236}">
                <a16:creationId xmlns:a16="http://schemas.microsoft.com/office/drawing/2014/main" id="{3CB231BF-7158-0B15-B2BF-2557221FB75E}"/>
              </a:ext>
            </a:extLst>
          </p:cNvPr>
          <p:cNvSpPr txBox="1"/>
          <p:nvPr/>
        </p:nvSpPr>
        <p:spPr>
          <a:xfrm>
            <a:off x="1878044" y="4478016"/>
            <a:ext cx="1222322" cy="338554"/>
          </a:xfrm>
          <a:prstGeom prst="rect">
            <a:avLst/>
          </a:prstGeom>
          <a:noFill/>
        </p:spPr>
        <p:txBody>
          <a:bodyPr wrap="none" rtlCol="0">
            <a:spAutoFit/>
          </a:bodyPr>
          <a:lstStyle/>
          <a:p>
            <a:r>
              <a:rPr lang="en-GB" sz="1600" dirty="0">
                <a:solidFill>
                  <a:srgbClr val="003399"/>
                </a:solidFill>
              </a:rPr>
              <a:t>real</a:t>
            </a:r>
            <a:r>
              <a:rPr lang="zh-CN" altLang="en-US" sz="1600" dirty="0">
                <a:solidFill>
                  <a:srgbClr val="003399"/>
                </a:solidFill>
              </a:rPr>
              <a:t> </a:t>
            </a:r>
            <a:r>
              <a:rPr lang="en-GB" altLang="zh-CN" sz="1600" dirty="0">
                <a:solidFill>
                  <a:srgbClr val="003399"/>
                </a:solidFill>
              </a:rPr>
              <a:t>position</a:t>
            </a:r>
            <a:endParaRPr lang="en-GB" sz="1600" dirty="0">
              <a:solidFill>
                <a:srgbClr val="003399"/>
              </a:solidFill>
            </a:endParaRPr>
          </a:p>
        </p:txBody>
      </p:sp>
      <p:sp>
        <p:nvSpPr>
          <p:cNvPr id="270" name="文本框 269">
            <a:extLst>
              <a:ext uri="{FF2B5EF4-FFF2-40B4-BE49-F238E27FC236}">
                <a16:creationId xmlns:a16="http://schemas.microsoft.com/office/drawing/2014/main" id="{089768A6-2E30-A334-7BD6-C6C4CBB601D7}"/>
              </a:ext>
            </a:extLst>
          </p:cNvPr>
          <p:cNvSpPr txBox="1"/>
          <p:nvPr/>
        </p:nvSpPr>
        <p:spPr>
          <a:xfrm>
            <a:off x="5020256" y="4478016"/>
            <a:ext cx="1737976" cy="338554"/>
          </a:xfrm>
          <a:prstGeom prst="rect">
            <a:avLst/>
          </a:prstGeom>
          <a:noFill/>
        </p:spPr>
        <p:txBody>
          <a:bodyPr wrap="none" rtlCol="0">
            <a:spAutoFit/>
          </a:bodyPr>
          <a:lstStyle/>
          <a:p>
            <a:r>
              <a:rPr lang="en-GB" sz="1600" dirty="0">
                <a:solidFill>
                  <a:schemeClr val="accent4"/>
                </a:solidFill>
              </a:rPr>
              <a:t>estimated</a:t>
            </a:r>
            <a:r>
              <a:rPr lang="zh-CN" altLang="en-US" sz="1600" dirty="0">
                <a:solidFill>
                  <a:schemeClr val="accent4"/>
                </a:solidFill>
              </a:rPr>
              <a:t> </a:t>
            </a:r>
            <a:r>
              <a:rPr lang="en-GB" altLang="zh-CN" sz="1600" dirty="0">
                <a:solidFill>
                  <a:schemeClr val="accent4"/>
                </a:solidFill>
              </a:rPr>
              <a:t>position</a:t>
            </a:r>
            <a:endParaRPr lang="en-GB" sz="1600" dirty="0">
              <a:solidFill>
                <a:schemeClr val="accent4"/>
              </a:solidFill>
            </a:endParaRPr>
          </a:p>
        </p:txBody>
      </p:sp>
    </p:spTree>
    <p:extLst>
      <p:ext uri="{BB962C8B-B14F-4D97-AF65-F5344CB8AC3E}">
        <p14:creationId xmlns:p14="http://schemas.microsoft.com/office/powerpoint/2010/main" val="265340679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0198" name="组合 30197">
            <a:extLst>
              <a:ext uri="{FF2B5EF4-FFF2-40B4-BE49-F238E27FC236}">
                <a16:creationId xmlns:a16="http://schemas.microsoft.com/office/drawing/2014/main" id="{C2E2EEA3-0E02-7539-3C91-8B3370CF03B8}"/>
              </a:ext>
            </a:extLst>
          </p:cNvPr>
          <p:cNvGrpSpPr/>
          <p:nvPr/>
        </p:nvGrpSpPr>
        <p:grpSpPr>
          <a:xfrm>
            <a:off x="4760587" y="2186869"/>
            <a:ext cx="2237610" cy="2238938"/>
            <a:chOff x="4760588" y="2186869"/>
            <a:chExt cx="2237610" cy="2238938"/>
          </a:xfrm>
        </p:grpSpPr>
        <p:sp>
          <p:nvSpPr>
            <p:cNvPr id="30199" name="矩形 30198">
              <a:extLst>
                <a:ext uri="{FF2B5EF4-FFF2-40B4-BE49-F238E27FC236}">
                  <a16:creationId xmlns:a16="http://schemas.microsoft.com/office/drawing/2014/main" id="{B39FE0C8-3B61-DDB3-887C-40D11FCE050A}"/>
                </a:ext>
              </a:extLst>
            </p:cNvPr>
            <p:cNvSpPr/>
            <p:nvPr/>
          </p:nvSpPr>
          <p:spPr>
            <a:xfrm>
              <a:off x="4760588" y="2186869"/>
              <a:ext cx="2237609" cy="2238938"/>
            </a:xfrm>
            <a:prstGeom prst="rect">
              <a:avLst/>
            </a:prstGeom>
            <a:solidFill>
              <a:schemeClr val="bg1"/>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200" name="矩形 30199">
              <a:extLst>
                <a:ext uri="{FF2B5EF4-FFF2-40B4-BE49-F238E27FC236}">
                  <a16:creationId xmlns:a16="http://schemas.microsoft.com/office/drawing/2014/main" id="{4E480ECB-A271-F224-B7B7-0EF3214B94F7}"/>
                </a:ext>
              </a:extLst>
            </p:cNvPr>
            <p:cNvSpPr/>
            <p:nvPr/>
          </p:nvSpPr>
          <p:spPr>
            <a:xfrm>
              <a:off x="4761917" y="2186869"/>
              <a:ext cx="172226" cy="172226"/>
            </a:xfrm>
            <a:prstGeom prst="rect">
              <a:avLst/>
            </a:prstGeom>
            <a:solidFill>
              <a:schemeClr val="bg1"/>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201" name="矩形 30200">
              <a:extLst>
                <a:ext uri="{FF2B5EF4-FFF2-40B4-BE49-F238E27FC236}">
                  <a16:creationId xmlns:a16="http://schemas.microsoft.com/office/drawing/2014/main" id="{18019094-7ACD-4031-D742-507CE508B336}"/>
                </a:ext>
              </a:extLst>
            </p:cNvPr>
            <p:cNvSpPr/>
            <p:nvPr/>
          </p:nvSpPr>
          <p:spPr>
            <a:xfrm>
              <a:off x="4934143" y="2186869"/>
              <a:ext cx="172226" cy="172226"/>
            </a:xfrm>
            <a:prstGeom prst="rect">
              <a:avLst/>
            </a:prstGeom>
            <a:solidFill>
              <a:schemeClr val="bg1"/>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202" name="矩形 30201">
              <a:extLst>
                <a:ext uri="{FF2B5EF4-FFF2-40B4-BE49-F238E27FC236}">
                  <a16:creationId xmlns:a16="http://schemas.microsoft.com/office/drawing/2014/main" id="{9854F640-A3B7-DFC0-0AF7-628CD5A49A7E}"/>
                </a:ext>
              </a:extLst>
            </p:cNvPr>
            <p:cNvSpPr/>
            <p:nvPr/>
          </p:nvSpPr>
          <p:spPr>
            <a:xfrm>
              <a:off x="5106369" y="2186869"/>
              <a:ext cx="172226" cy="172226"/>
            </a:xfrm>
            <a:prstGeom prst="rect">
              <a:avLst/>
            </a:prstGeom>
            <a:solidFill>
              <a:schemeClr val="bg1"/>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203" name="矩形 30202">
              <a:extLst>
                <a:ext uri="{FF2B5EF4-FFF2-40B4-BE49-F238E27FC236}">
                  <a16:creationId xmlns:a16="http://schemas.microsoft.com/office/drawing/2014/main" id="{D28A5189-51A6-3F41-20B7-7DEA76FCE5B3}"/>
                </a:ext>
              </a:extLst>
            </p:cNvPr>
            <p:cNvSpPr/>
            <p:nvPr/>
          </p:nvSpPr>
          <p:spPr>
            <a:xfrm>
              <a:off x="5278595" y="2186869"/>
              <a:ext cx="172226" cy="172226"/>
            </a:xfrm>
            <a:prstGeom prst="rect">
              <a:avLst/>
            </a:prstGeom>
            <a:solidFill>
              <a:schemeClr val="bg1"/>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204" name="矩形 30203">
              <a:extLst>
                <a:ext uri="{FF2B5EF4-FFF2-40B4-BE49-F238E27FC236}">
                  <a16:creationId xmlns:a16="http://schemas.microsoft.com/office/drawing/2014/main" id="{61463A4B-0A73-E36E-BE7F-76F7D8CA5A7B}"/>
                </a:ext>
              </a:extLst>
            </p:cNvPr>
            <p:cNvSpPr/>
            <p:nvPr/>
          </p:nvSpPr>
          <p:spPr>
            <a:xfrm>
              <a:off x="5450821" y="2186869"/>
              <a:ext cx="172226" cy="172226"/>
            </a:xfrm>
            <a:prstGeom prst="rect">
              <a:avLst/>
            </a:prstGeom>
            <a:solidFill>
              <a:schemeClr val="bg1"/>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205" name="矩形 30204">
              <a:extLst>
                <a:ext uri="{FF2B5EF4-FFF2-40B4-BE49-F238E27FC236}">
                  <a16:creationId xmlns:a16="http://schemas.microsoft.com/office/drawing/2014/main" id="{D186D467-4737-16C4-04BA-F88E19238832}"/>
                </a:ext>
              </a:extLst>
            </p:cNvPr>
            <p:cNvSpPr/>
            <p:nvPr/>
          </p:nvSpPr>
          <p:spPr>
            <a:xfrm>
              <a:off x="5623047" y="2186869"/>
              <a:ext cx="172226" cy="172226"/>
            </a:xfrm>
            <a:prstGeom prst="rect">
              <a:avLst/>
            </a:prstGeom>
            <a:solidFill>
              <a:schemeClr val="bg1"/>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206" name="矩形 30205">
              <a:extLst>
                <a:ext uri="{FF2B5EF4-FFF2-40B4-BE49-F238E27FC236}">
                  <a16:creationId xmlns:a16="http://schemas.microsoft.com/office/drawing/2014/main" id="{2B634750-3B6F-A14C-8443-0FB771AAC5CA}"/>
                </a:ext>
              </a:extLst>
            </p:cNvPr>
            <p:cNvSpPr/>
            <p:nvPr/>
          </p:nvSpPr>
          <p:spPr>
            <a:xfrm>
              <a:off x="5795273" y="2186869"/>
              <a:ext cx="172226" cy="172226"/>
            </a:xfrm>
            <a:prstGeom prst="rect">
              <a:avLst/>
            </a:prstGeom>
            <a:solidFill>
              <a:schemeClr val="bg1"/>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207" name="矩形 30206">
              <a:extLst>
                <a:ext uri="{FF2B5EF4-FFF2-40B4-BE49-F238E27FC236}">
                  <a16:creationId xmlns:a16="http://schemas.microsoft.com/office/drawing/2014/main" id="{EB7A4FBD-2192-83A2-5F1C-B6AABC8B45A0}"/>
                </a:ext>
              </a:extLst>
            </p:cNvPr>
            <p:cNvSpPr/>
            <p:nvPr/>
          </p:nvSpPr>
          <p:spPr>
            <a:xfrm>
              <a:off x="5964842" y="2186869"/>
              <a:ext cx="172226" cy="172226"/>
            </a:xfrm>
            <a:prstGeom prst="rect">
              <a:avLst/>
            </a:prstGeom>
            <a:solidFill>
              <a:schemeClr val="bg1"/>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208" name="矩形 30207">
              <a:extLst>
                <a:ext uri="{FF2B5EF4-FFF2-40B4-BE49-F238E27FC236}">
                  <a16:creationId xmlns:a16="http://schemas.microsoft.com/office/drawing/2014/main" id="{E15E0F1A-D8FC-7786-F4EF-F6406FC3DFF3}"/>
                </a:ext>
              </a:extLst>
            </p:cNvPr>
            <p:cNvSpPr/>
            <p:nvPr/>
          </p:nvSpPr>
          <p:spPr>
            <a:xfrm>
              <a:off x="6137068" y="2186869"/>
              <a:ext cx="172226" cy="172226"/>
            </a:xfrm>
            <a:prstGeom prst="rect">
              <a:avLst/>
            </a:prstGeom>
            <a:solidFill>
              <a:schemeClr val="bg1"/>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209" name="矩形 30208">
              <a:extLst>
                <a:ext uri="{FF2B5EF4-FFF2-40B4-BE49-F238E27FC236}">
                  <a16:creationId xmlns:a16="http://schemas.microsoft.com/office/drawing/2014/main" id="{6BC73EFE-AEFF-1FBF-8193-A628AC3F1B3C}"/>
                </a:ext>
              </a:extLst>
            </p:cNvPr>
            <p:cNvSpPr/>
            <p:nvPr/>
          </p:nvSpPr>
          <p:spPr>
            <a:xfrm>
              <a:off x="6309294" y="2186869"/>
              <a:ext cx="172226" cy="172226"/>
            </a:xfrm>
            <a:prstGeom prst="rect">
              <a:avLst/>
            </a:prstGeom>
            <a:solidFill>
              <a:schemeClr val="bg1"/>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210" name="矩形 30209">
              <a:extLst>
                <a:ext uri="{FF2B5EF4-FFF2-40B4-BE49-F238E27FC236}">
                  <a16:creationId xmlns:a16="http://schemas.microsoft.com/office/drawing/2014/main" id="{F88944C1-9D1A-A650-5856-481D028C3223}"/>
                </a:ext>
              </a:extLst>
            </p:cNvPr>
            <p:cNvSpPr/>
            <p:nvPr/>
          </p:nvSpPr>
          <p:spPr>
            <a:xfrm>
              <a:off x="6481520" y="2186869"/>
              <a:ext cx="172226" cy="172226"/>
            </a:xfrm>
            <a:prstGeom prst="rect">
              <a:avLst/>
            </a:prstGeom>
            <a:solidFill>
              <a:schemeClr val="bg1"/>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211" name="矩形 30210">
              <a:extLst>
                <a:ext uri="{FF2B5EF4-FFF2-40B4-BE49-F238E27FC236}">
                  <a16:creationId xmlns:a16="http://schemas.microsoft.com/office/drawing/2014/main" id="{E3086D2B-5B39-065F-2660-47A3B1728429}"/>
                </a:ext>
              </a:extLst>
            </p:cNvPr>
            <p:cNvSpPr/>
            <p:nvPr/>
          </p:nvSpPr>
          <p:spPr>
            <a:xfrm>
              <a:off x="6653746" y="2186869"/>
              <a:ext cx="172226" cy="172226"/>
            </a:xfrm>
            <a:prstGeom prst="rect">
              <a:avLst/>
            </a:prstGeom>
            <a:solidFill>
              <a:schemeClr val="bg1"/>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212" name="矩形 30211">
              <a:extLst>
                <a:ext uri="{FF2B5EF4-FFF2-40B4-BE49-F238E27FC236}">
                  <a16:creationId xmlns:a16="http://schemas.microsoft.com/office/drawing/2014/main" id="{D4BDB48B-671F-91B5-B97B-15037D711D2D}"/>
                </a:ext>
              </a:extLst>
            </p:cNvPr>
            <p:cNvSpPr/>
            <p:nvPr/>
          </p:nvSpPr>
          <p:spPr>
            <a:xfrm>
              <a:off x="6825972" y="2186869"/>
              <a:ext cx="172226" cy="172226"/>
            </a:xfrm>
            <a:prstGeom prst="rect">
              <a:avLst/>
            </a:prstGeom>
            <a:solidFill>
              <a:schemeClr val="bg1"/>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213" name="矩形 30212">
              <a:extLst>
                <a:ext uri="{FF2B5EF4-FFF2-40B4-BE49-F238E27FC236}">
                  <a16:creationId xmlns:a16="http://schemas.microsoft.com/office/drawing/2014/main" id="{A0D23E26-AFF4-859C-7DDC-E362FFB74989}"/>
                </a:ext>
              </a:extLst>
            </p:cNvPr>
            <p:cNvSpPr/>
            <p:nvPr/>
          </p:nvSpPr>
          <p:spPr>
            <a:xfrm>
              <a:off x="4761917" y="2359095"/>
              <a:ext cx="172226" cy="172226"/>
            </a:xfrm>
            <a:prstGeom prst="rect">
              <a:avLst/>
            </a:prstGeom>
            <a:solidFill>
              <a:schemeClr val="bg1"/>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214" name="矩形 30213">
              <a:extLst>
                <a:ext uri="{FF2B5EF4-FFF2-40B4-BE49-F238E27FC236}">
                  <a16:creationId xmlns:a16="http://schemas.microsoft.com/office/drawing/2014/main" id="{4A7DC229-1C92-A7E4-B53E-689CAE03607A}"/>
                </a:ext>
              </a:extLst>
            </p:cNvPr>
            <p:cNvSpPr/>
            <p:nvPr/>
          </p:nvSpPr>
          <p:spPr>
            <a:xfrm>
              <a:off x="6825972" y="2359095"/>
              <a:ext cx="172226" cy="172226"/>
            </a:xfrm>
            <a:prstGeom prst="rect">
              <a:avLst/>
            </a:prstGeom>
            <a:solidFill>
              <a:schemeClr val="bg1"/>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215" name="矩形 30214">
              <a:extLst>
                <a:ext uri="{FF2B5EF4-FFF2-40B4-BE49-F238E27FC236}">
                  <a16:creationId xmlns:a16="http://schemas.microsoft.com/office/drawing/2014/main" id="{8ABB0C83-5964-B21A-774B-C61F93A2C234}"/>
                </a:ext>
              </a:extLst>
            </p:cNvPr>
            <p:cNvSpPr/>
            <p:nvPr/>
          </p:nvSpPr>
          <p:spPr>
            <a:xfrm>
              <a:off x="4761917" y="2531321"/>
              <a:ext cx="172226" cy="172226"/>
            </a:xfrm>
            <a:prstGeom prst="rect">
              <a:avLst/>
            </a:prstGeom>
            <a:solidFill>
              <a:schemeClr val="bg1"/>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216" name="矩形 30215">
              <a:extLst>
                <a:ext uri="{FF2B5EF4-FFF2-40B4-BE49-F238E27FC236}">
                  <a16:creationId xmlns:a16="http://schemas.microsoft.com/office/drawing/2014/main" id="{4DA083C0-CAB7-9939-5755-212D93D049A8}"/>
                </a:ext>
              </a:extLst>
            </p:cNvPr>
            <p:cNvSpPr/>
            <p:nvPr/>
          </p:nvSpPr>
          <p:spPr>
            <a:xfrm>
              <a:off x="6825972" y="2531321"/>
              <a:ext cx="172226" cy="172226"/>
            </a:xfrm>
            <a:prstGeom prst="rect">
              <a:avLst/>
            </a:prstGeom>
            <a:solidFill>
              <a:schemeClr val="bg1"/>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217" name="矩形 30216">
              <a:extLst>
                <a:ext uri="{FF2B5EF4-FFF2-40B4-BE49-F238E27FC236}">
                  <a16:creationId xmlns:a16="http://schemas.microsoft.com/office/drawing/2014/main" id="{02CF6EA1-7F24-7D49-5E8F-AB04C0290843}"/>
                </a:ext>
              </a:extLst>
            </p:cNvPr>
            <p:cNvSpPr/>
            <p:nvPr/>
          </p:nvSpPr>
          <p:spPr>
            <a:xfrm>
              <a:off x="4761917" y="2703547"/>
              <a:ext cx="172226" cy="172226"/>
            </a:xfrm>
            <a:prstGeom prst="rect">
              <a:avLst/>
            </a:prstGeom>
            <a:solidFill>
              <a:schemeClr val="bg1"/>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218" name="矩形 30217">
              <a:extLst>
                <a:ext uri="{FF2B5EF4-FFF2-40B4-BE49-F238E27FC236}">
                  <a16:creationId xmlns:a16="http://schemas.microsoft.com/office/drawing/2014/main" id="{589C9B5C-2E3F-7FDD-41A8-FAC1246E176F}"/>
                </a:ext>
              </a:extLst>
            </p:cNvPr>
            <p:cNvSpPr/>
            <p:nvPr/>
          </p:nvSpPr>
          <p:spPr>
            <a:xfrm>
              <a:off x="6825972" y="2703547"/>
              <a:ext cx="172226" cy="172226"/>
            </a:xfrm>
            <a:prstGeom prst="rect">
              <a:avLst/>
            </a:prstGeom>
            <a:solidFill>
              <a:schemeClr val="bg1"/>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219" name="矩形 30218">
              <a:extLst>
                <a:ext uri="{FF2B5EF4-FFF2-40B4-BE49-F238E27FC236}">
                  <a16:creationId xmlns:a16="http://schemas.microsoft.com/office/drawing/2014/main" id="{C703D109-0B36-6A19-1AEE-C8024AF6E351}"/>
                </a:ext>
              </a:extLst>
            </p:cNvPr>
            <p:cNvSpPr/>
            <p:nvPr/>
          </p:nvSpPr>
          <p:spPr>
            <a:xfrm>
              <a:off x="4761917" y="2875773"/>
              <a:ext cx="172226" cy="172226"/>
            </a:xfrm>
            <a:prstGeom prst="rect">
              <a:avLst/>
            </a:prstGeom>
            <a:solidFill>
              <a:schemeClr val="bg1"/>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220" name="矩形 30219">
              <a:extLst>
                <a:ext uri="{FF2B5EF4-FFF2-40B4-BE49-F238E27FC236}">
                  <a16:creationId xmlns:a16="http://schemas.microsoft.com/office/drawing/2014/main" id="{C319D928-8874-CF0F-AE70-42A27BBBF0CE}"/>
                </a:ext>
              </a:extLst>
            </p:cNvPr>
            <p:cNvSpPr/>
            <p:nvPr/>
          </p:nvSpPr>
          <p:spPr>
            <a:xfrm>
              <a:off x="6825972" y="2875773"/>
              <a:ext cx="172226" cy="172226"/>
            </a:xfrm>
            <a:prstGeom prst="rect">
              <a:avLst/>
            </a:prstGeom>
            <a:solidFill>
              <a:schemeClr val="bg1"/>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221" name="矩形 30220">
              <a:extLst>
                <a:ext uri="{FF2B5EF4-FFF2-40B4-BE49-F238E27FC236}">
                  <a16:creationId xmlns:a16="http://schemas.microsoft.com/office/drawing/2014/main" id="{CBEE2DE8-CE9C-DDED-71AF-A69F51F943C6}"/>
                </a:ext>
              </a:extLst>
            </p:cNvPr>
            <p:cNvSpPr/>
            <p:nvPr/>
          </p:nvSpPr>
          <p:spPr>
            <a:xfrm>
              <a:off x="4761917" y="3047999"/>
              <a:ext cx="172226" cy="172226"/>
            </a:xfrm>
            <a:prstGeom prst="rect">
              <a:avLst/>
            </a:prstGeom>
            <a:solidFill>
              <a:schemeClr val="bg1"/>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222" name="矩形 30221">
              <a:extLst>
                <a:ext uri="{FF2B5EF4-FFF2-40B4-BE49-F238E27FC236}">
                  <a16:creationId xmlns:a16="http://schemas.microsoft.com/office/drawing/2014/main" id="{3195E23D-4BF4-E0DB-E18D-305ED3DC53C2}"/>
                </a:ext>
              </a:extLst>
            </p:cNvPr>
            <p:cNvSpPr/>
            <p:nvPr/>
          </p:nvSpPr>
          <p:spPr>
            <a:xfrm>
              <a:off x="6825972" y="3047999"/>
              <a:ext cx="172226" cy="172226"/>
            </a:xfrm>
            <a:prstGeom prst="rect">
              <a:avLst/>
            </a:prstGeom>
            <a:solidFill>
              <a:schemeClr val="bg1"/>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223" name="矩形 30222">
              <a:extLst>
                <a:ext uri="{FF2B5EF4-FFF2-40B4-BE49-F238E27FC236}">
                  <a16:creationId xmlns:a16="http://schemas.microsoft.com/office/drawing/2014/main" id="{A978F251-006A-FC9D-68BB-478FE76CF8C0}"/>
                </a:ext>
              </a:extLst>
            </p:cNvPr>
            <p:cNvSpPr/>
            <p:nvPr/>
          </p:nvSpPr>
          <p:spPr>
            <a:xfrm>
              <a:off x="4761917" y="3220225"/>
              <a:ext cx="172226" cy="172226"/>
            </a:xfrm>
            <a:prstGeom prst="rect">
              <a:avLst/>
            </a:prstGeom>
            <a:solidFill>
              <a:schemeClr val="bg1"/>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224" name="矩形 30223">
              <a:extLst>
                <a:ext uri="{FF2B5EF4-FFF2-40B4-BE49-F238E27FC236}">
                  <a16:creationId xmlns:a16="http://schemas.microsoft.com/office/drawing/2014/main" id="{B3F3E6C2-939B-1E7A-FF61-CF7D3BDEF547}"/>
                </a:ext>
              </a:extLst>
            </p:cNvPr>
            <p:cNvSpPr/>
            <p:nvPr/>
          </p:nvSpPr>
          <p:spPr>
            <a:xfrm>
              <a:off x="6825972" y="3220225"/>
              <a:ext cx="172226" cy="172226"/>
            </a:xfrm>
            <a:prstGeom prst="rect">
              <a:avLst/>
            </a:prstGeom>
            <a:solidFill>
              <a:schemeClr val="bg1"/>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225" name="矩形 30224">
              <a:extLst>
                <a:ext uri="{FF2B5EF4-FFF2-40B4-BE49-F238E27FC236}">
                  <a16:creationId xmlns:a16="http://schemas.microsoft.com/office/drawing/2014/main" id="{F53E096D-825D-4137-C36C-7815F5A4CEF3}"/>
                </a:ext>
              </a:extLst>
            </p:cNvPr>
            <p:cNvSpPr/>
            <p:nvPr/>
          </p:nvSpPr>
          <p:spPr>
            <a:xfrm>
              <a:off x="4761917" y="3392451"/>
              <a:ext cx="172226" cy="172226"/>
            </a:xfrm>
            <a:prstGeom prst="rect">
              <a:avLst/>
            </a:prstGeom>
            <a:solidFill>
              <a:schemeClr val="bg1"/>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226" name="矩形 30225">
              <a:extLst>
                <a:ext uri="{FF2B5EF4-FFF2-40B4-BE49-F238E27FC236}">
                  <a16:creationId xmlns:a16="http://schemas.microsoft.com/office/drawing/2014/main" id="{4C493CB1-0CAD-8F51-748C-C2809F852458}"/>
                </a:ext>
              </a:extLst>
            </p:cNvPr>
            <p:cNvSpPr/>
            <p:nvPr/>
          </p:nvSpPr>
          <p:spPr>
            <a:xfrm>
              <a:off x="6825972" y="3392451"/>
              <a:ext cx="172226" cy="172226"/>
            </a:xfrm>
            <a:prstGeom prst="rect">
              <a:avLst/>
            </a:prstGeom>
            <a:solidFill>
              <a:schemeClr val="bg1"/>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227" name="矩形 30226">
              <a:extLst>
                <a:ext uri="{FF2B5EF4-FFF2-40B4-BE49-F238E27FC236}">
                  <a16:creationId xmlns:a16="http://schemas.microsoft.com/office/drawing/2014/main" id="{529BF435-948D-F2E2-3058-CBAD6414DC6B}"/>
                </a:ext>
              </a:extLst>
            </p:cNvPr>
            <p:cNvSpPr/>
            <p:nvPr/>
          </p:nvSpPr>
          <p:spPr>
            <a:xfrm>
              <a:off x="4761917" y="3564677"/>
              <a:ext cx="172226" cy="172226"/>
            </a:xfrm>
            <a:prstGeom prst="rect">
              <a:avLst/>
            </a:prstGeom>
            <a:solidFill>
              <a:schemeClr val="bg1"/>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228" name="矩形 30227">
              <a:extLst>
                <a:ext uri="{FF2B5EF4-FFF2-40B4-BE49-F238E27FC236}">
                  <a16:creationId xmlns:a16="http://schemas.microsoft.com/office/drawing/2014/main" id="{0DCFF841-C232-5F4E-79A7-8FF96675F0ED}"/>
                </a:ext>
              </a:extLst>
            </p:cNvPr>
            <p:cNvSpPr/>
            <p:nvPr/>
          </p:nvSpPr>
          <p:spPr>
            <a:xfrm>
              <a:off x="6825972" y="3564677"/>
              <a:ext cx="172226" cy="172226"/>
            </a:xfrm>
            <a:prstGeom prst="rect">
              <a:avLst/>
            </a:prstGeom>
            <a:solidFill>
              <a:schemeClr val="bg1"/>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229" name="矩形 30228">
              <a:extLst>
                <a:ext uri="{FF2B5EF4-FFF2-40B4-BE49-F238E27FC236}">
                  <a16:creationId xmlns:a16="http://schemas.microsoft.com/office/drawing/2014/main" id="{CD4DDA4E-12DE-E265-A480-E7CC670B0086}"/>
                </a:ext>
              </a:extLst>
            </p:cNvPr>
            <p:cNvSpPr/>
            <p:nvPr/>
          </p:nvSpPr>
          <p:spPr>
            <a:xfrm>
              <a:off x="4761917" y="3736903"/>
              <a:ext cx="172226" cy="172226"/>
            </a:xfrm>
            <a:prstGeom prst="rect">
              <a:avLst/>
            </a:prstGeom>
            <a:solidFill>
              <a:schemeClr val="bg1"/>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230" name="矩形 30229">
              <a:extLst>
                <a:ext uri="{FF2B5EF4-FFF2-40B4-BE49-F238E27FC236}">
                  <a16:creationId xmlns:a16="http://schemas.microsoft.com/office/drawing/2014/main" id="{110042A3-73F0-0111-679D-7C9CF38165EA}"/>
                </a:ext>
              </a:extLst>
            </p:cNvPr>
            <p:cNvSpPr/>
            <p:nvPr/>
          </p:nvSpPr>
          <p:spPr>
            <a:xfrm>
              <a:off x="6825972" y="3736903"/>
              <a:ext cx="172226" cy="172226"/>
            </a:xfrm>
            <a:prstGeom prst="rect">
              <a:avLst/>
            </a:prstGeom>
            <a:solidFill>
              <a:schemeClr val="bg1"/>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231" name="矩形 30230">
              <a:extLst>
                <a:ext uri="{FF2B5EF4-FFF2-40B4-BE49-F238E27FC236}">
                  <a16:creationId xmlns:a16="http://schemas.microsoft.com/office/drawing/2014/main" id="{01FD2D7D-C5FC-0D4E-9E6C-6FC7642261A9}"/>
                </a:ext>
              </a:extLst>
            </p:cNvPr>
            <p:cNvSpPr/>
            <p:nvPr/>
          </p:nvSpPr>
          <p:spPr>
            <a:xfrm>
              <a:off x="4761917" y="3909129"/>
              <a:ext cx="172226" cy="172226"/>
            </a:xfrm>
            <a:prstGeom prst="rect">
              <a:avLst/>
            </a:prstGeom>
            <a:solidFill>
              <a:schemeClr val="bg1"/>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232" name="矩形 30231">
              <a:extLst>
                <a:ext uri="{FF2B5EF4-FFF2-40B4-BE49-F238E27FC236}">
                  <a16:creationId xmlns:a16="http://schemas.microsoft.com/office/drawing/2014/main" id="{AD59FD5C-DF12-90FD-13F0-0ECFF3EA9B85}"/>
                </a:ext>
              </a:extLst>
            </p:cNvPr>
            <p:cNvSpPr/>
            <p:nvPr/>
          </p:nvSpPr>
          <p:spPr>
            <a:xfrm>
              <a:off x="6825972" y="3909129"/>
              <a:ext cx="172226" cy="172226"/>
            </a:xfrm>
            <a:prstGeom prst="rect">
              <a:avLst/>
            </a:prstGeom>
            <a:solidFill>
              <a:schemeClr val="bg1"/>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233" name="矩形 30232">
              <a:extLst>
                <a:ext uri="{FF2B5EF4-FFF2-40B4-BE49-F238E27FC236}">
                  <a16:creationId xmlns:a16="http://schemas.microsoft.com/office/drawing/2014/main" id="{075796F2-CE21-9B2F-14FC-05C265032E1F}"/>
                </a:ext>
              </a:extLst>
            </p:cNvPr>
            <p:cNvSpPr/>
            <p:nvPr/>
          </p:nvSpPr>
          <p:spPr>
            <a:xfrm>
              <a:off x="4761917" y="4081355"/>
              <a:ext cx="172226" cy="172226"/>
            </a:xfrm>
            <a:prstGeom prst="rect">
              <a:avLst/>
            </a:prstGeom>
            <a:solidFill>
              <a:schemeClr val="bg1"/>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234" name="矩形 30233">
              <a:extLst>
                <a:ext uri="{FF2B5EF4-FFF2-40B4-BE49-F238E27FC236}">
                  <a16:creationId xmlns:a16="http://schemas.microsoft.com/office/drawing/2014/main" id="{C632384C-4453-5313-E87A-AA93256A2A3D}"/>
                </a:ext>
              </a:extLst>
            </p:cNvPr>
            <p:cNvSpPr/>
            <p:nvPr/>
          </p:nvSpPr>
          <p:spPr>
            <a:xfrm>
              <a:off x="6825972" y="4081355"/>
              <a:ext cx="172226" cy="172226"/>
            </a:xfrm>
            <a:prstGeom prst="rect">
              <a:avLst/>
            </a:prstGeom>
            <a:solidFill>
              <a:schemeClr val="bg1"/>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235" name="矩形 30234">
              <a:extLst>
                <a:ext uri="{FF2B5EF4-FFF2-40B4-BE49-F238E27FC236}">
                  <a16:creationId xmlns:a16="http://schemas.microsoft.com/office/drawing/2014/main" id="{741D6DDF-1388-A4D3-3818-E5C57DC9D7A7}"/>
                </a:ext>
              </a:extLst>
            </p:cNvPr>
            <p:cNvSpPr/>
            <p:nvPr/>
          </p:nvSpPr>
          <p:spPr>
            <a:xfrm>
              <a:off x="4761917" y="4253581"/>
              <a:ext cx="172226" cy="172226"/>
            </a:xfrm>
            <a:prstGeom prst="rect">
              <a:avLst/>
            </a:prstGeom>
            <a:solidFill>
              <a:schemeClr val="bg1"/>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236" name="矩形 30235">
              <a:extLst>
                <a:ext uri="{FF2B5EF4-FFF2-40B4-BE49-F238E27FC236}">
                  <a16:creationId xmlns:a16="http://schemas.microsoft.com/office/drawing/2014/main" id="{B6E30A4C-64E8-A6BF-EA8D-8BD78C0D0AE6}"/>
                </a:ext>
              </a:extLst>
            </p:cNvPr>
            <p:cNvSpPr/>
            <p:nvPr/>
          </p:nvSpPr>
          <p:spPr>
            <a:xfrm>
              <a:off x="4934143" y="2359095"/>
              <a:ext cx="172226" cy="172226"/>
            </a:xfrm>
            <a:prstGeom prst="rect">
              <a:avLst/>
            </a:prstGeom>
            <a:solidFill>
              <a:schemeClr val="accent4">
                <a:alpha val="6114"/>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237" name="矩形 30236">
              <a:extLst>
                <a:ext uri="{FF2B5EF4-FFF2-40B4-BE49-F238E27FC236}">
                  <a16:creationId xmlns:a16="http://schemas.microsoft.com/office/drawing/2014/main" id="{C58AA900-0D46-2300-8DC2-4EDC2144E7C6}"/>
                </a:ext>
              </a:extLst>
            </p:cNvPr>
            <p:cNvSpPr/>
            <p:nvPr/>
          </p:nvSpPr>
          <p:spPr>
            <a:xfrm>
              <a:off x="5106369" y="2359095"/>
              <a:ext cx="172226" cy="172226"/>
            </a:xfrm>
            <a:prstGeom prst="rect">
              <a:avLst/>
            </a:prstGeom>
            <a:solidFill>
              <a:schemeClr val="accent4">
                <a:alpha val="6114"/>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238" name="矩形 30237">
              <a:extLst>
                <a:ext uri="{FF2B5EF4-FFF2-40B4-BE49-F238E27FC236}">
                  <a16:creationId xmlns:a16="http://schemas.microsoft.com/office/drawing/2014/main" id="{6A279F9B-4FCC-20FC-5724-34382A8E3365}"/>
                </a:ext>
              </a:extLst>
            </p:cNvPr>
            <p:cNvSpPr/>
            <p:nvPr/>
          </p:nvSpPr>
          <p:spPr>
            <a:xfrm>
              <a:off x="5278595" y="2359095"/>
              <a:ext cx="172226" cy="172226"/>
            </a:xfrm>
            <a:prstGeom prst="rect">
              <a:avLst/>
            </a:prstGeom>
            <a:solidFill>
              <a:schemeClr val="accent4">
                <a:alpha val="6114"/>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239" name="矩形 30238">
              <a:extLst>
                <a:ext uri="{FF2B5EF4-FFF2-40B4-BE49-F238E27FC236}">
                  <a16:creationId xmlns:a16="http://schemas.microsoft.com/office/drawing/2014/main" id="{28363481-70DD-647D-9F1F-A627DC41E49C}"/>
                </a:ext>
              </a:extLst>
            </p:cNvPr>
            <p:cNvSpPr/>
            <p:nvPr/>
          </p:nvSpPr>
          <p:spPr>
            <a:xfrm>
              <a:off x="5450821" y="2359095"/>
              <a:ext cx="172226" cy="172226"/>
            </a:xfrm>
            <a:prstGeom prst="rect">
              <a:avLst/>
            </a:prstGeom>
            <a:solidFill>
              <a:schemeClr val="accent4">
                <a:alpha val="6114"/>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240" name="矩形 30239">
              <a:extLst>
                <a:ext uri="{FF2B5EF4-FFF2-40B4-BE49-F238E27FC236}">
                  <a16:creationId xmlns:a16="http://schemas.microsoft.com/office/drawing/2014/main" id="{2F4F6109-144B-1E8C-2899-F1EB7E871D89}"/>
                </a:ext>
              </a:extLst>
            </p:cNvPr>
            <p:cNvSpPr/>
            <p:nvPr/>
          </p:nvSpPr>
          <p:spPr>
            <a:xfrm>
              <a:off x="5623047" y="2359095"/>
              <a:ext cx="172226" cy="172226"/>
            </a:xfrm>
            <a:prstGeom prst="rect">
              <a:avLst/>
            </a:prstGeom>
            <a:solidFill>
              <a:schemeClr val="accent4">
                <a:alpha val="6114"/>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241" name="矩形 30240">
              <a:extLst>
                <a:ext uri="{FF2B5EF4-FFF2-40B4-BE49-F238E27FC236}">
                  <a16:creationId xmlns:a16="http://schemas.microsoft.com/office/drawing/2014/main" id="{43663055-BB4B-B306-0B1C-9D861A0FCCD7}"/>
                </a:ext>
              </a:extLst>
            </p:cNvPr>
            <p:cNvSpPr/>
            <p:nvPr/>
          </p:nvSpPr>
          <p:spPr>
            <a:xfrm>
              <a:off x="5795273" y="2359095"/>
              <a:ext cx="172226" cy="172226"/>
            </a:xfrm>
            <a:prstGeom prst="rect">
              <a:avLst/>
            </a:prstGeom>
            <a:solidFill>
              <a:schemeClr val="accent4">
                <a:alpha val="6114"/>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242" name="矩形 30241">
              <a:extLst>
                <a:ext uri="{FF2B5EF4-FFF2-40B4-BE49-F238E27FC236}">
                  <a16:creationId xmlns:a16="http://schemas.microsoft.com/office/drawing/2014/main" id="{7A39789D-56B2-5433-705A-F63144D19359}"/>
                </a:ext>
              </a:extLst>
            </p:cNvPr>
            <p:cNvSpPr/>
            <p:nvPr/>
          </p:nvSpPr>
          <p:spPr>
            <a:xfrm>
              <a:off x="5964842" y="2359095"/>
              <a:ext cx="172226" cy="172226"/>
            </a:xfrm>
            <a:prstGeom prst="rect">
              <a:avLst/>
            </a:prstGeom>
            <a:solidFill>
              <a:schemeClr val="accent4">
                <a:alpha val="6114"/>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243" name="矩形 30242">
              <a:extLst>
                <a:ext uri="{FF2B5EF4-FFF2-40B4-BE49-F238E27FC236}">
                  <a16:creationId xmlns:a16="http://schemas.microsoft.com/office/drawing/2014/main" id="{E21C6F00-E023-7D07-1EC4-6A587F149B1C}"/>
                </a:ext>
              </a:extLst>
            </p:cNvPr>
            <p:cNvSpPr/>
            <p:nvPr/>
          </p:nvSpPr>
          <p:spPr>
            <a:xfrm>
              <a:off x="6137068" y="2359095"/>
              <a:ext cx="172226" cy="172226"/>
            </a:xfrm>
            <a:prstGeom prst="rect">
              <a:avLst/>
            </a:prstGeom>
            <a:solidFill>
              <a:schemeClr val="accent4">
                <a:alpha val="6114"/>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244" name="矩形 30243">
              <a:extLst>
                <a:ext uri="{FF2B5EF4-FFF2-40B4-BE49-F238E27FC236}">
                  <a16:creationId xmlns:a16="http://schemas.microsoft.com/office/drawing/2014/main" id="{15E4F8A6-F9F6-8079-0417-096823F6D185}"/>
                </a:ext>
              </a:extLst>
            </p:cNvPr>
            <p:cNvSpPr/>
            <p:nvPr/>
          </p:nvSpPr>
          <p:spPr>
            <a:xfrm>
              <a:off x="6309294" y="2359095"/>
              <a:ext cx="172226" cy="172226"/>
            </a:xfrm>
            <a:prstGeom prst="rect">
              <a:avLst/>
            </a:prstGeom>
            <a:solidFill>
              <a:schemeClr val="accent4">
                <a:alpha val="6114"/>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245" name="矩形 30244">
              <a:extLst>
                <a:ext uri="{FF2B5EF4-FFF2-40B4-BE49-F238E27FC236}">
                  <a16:creationId xmlns:a16="http://schemas.microsoft.com/office/drawing/2014/main" id="{5C02A497-7319-AE2C-2258-8A35AA2D6D5B}"/>
                </a:ext>
              </a:extLst>
            </p:cNvPr>
            <p:cNvSpPr/>
            <p:nvPr/>
          </p:nvSpPr>
          <p:spPr>
            <a:xfrm>
              <a:off x="6481520" y="2359095"/>
              <a:ext cx="172226" cy="172226"/>
            </a:xfrm>
            <a:prstGeom prst="rect">
              <a:avLst/>
            </a:prstGeom>
            <a:solidFill>
              <a:schemeClr val="accent4">
                <a:alpha val="6114"/>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246" name="矩形 30245">
              <a:extLst>
                <a:ext uri="{FF2B5EF4-FFF2-40B4-BE49-F238E27FC236}">
                  <a16:creationId xmlns:a16="http://schemas.microsoft.com/office/drawing/2014/main" id="{C51A517F-FDAF-59F5-DCA4-9A82AAF411FE}"/>
                </a:ext>
              </a:extLst>
            </p:cNvPr>
            <p:cNvSpPr/>
            <p:nvPr/>
          </p:nvSpPr>
          <p:spPr>
            <a:xfrm>
              <a:off x="6653746" y="2359095"/>
              <a:ext cx="172226" cy="172226"/>
            </a:xfrm>
            <a:prstGeom prst="rect">
              <a:avLst/>
            </a:prstGeom>
            <a:solidFill>
              <a:schemeClr val="accent4">
                <a:alpha val="6011"/>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247" name="矩形 30246">
              <a:extLst>
                <a:ext uri="{FF2B5EF4-FFF2-40B4-BE49-F238E27FC236}">
                  <a16:creationId xmlns:a16="http://schemas.microsoft.com/office/drawing/2014/main" id="{75877F7B-31CD-313D-C583-15C300257FC1}"/>
                </a:ext>
              </a:extLst>
            </p:cNvPr>
            <p:cNvSpPr/>
            <p:nvPr/>
          </p:nvSpPr>
          <p:spPr>
            <a:xfrm>
              <a:off x="4934143" y="2531321"/>
              <a:ext cx="172226" cy="172226"/>
            </a:xfrm>
            <a:prstGeom prst="rect">
              <a:avLst/>
            </a:prstGeom>
            <a:solidFill>
              <a:schemeClr val="accent4">
                <a:alpha val="6114"/>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248" name="矩形 30247">
              <a:extLst>
                <a:ext uri="{FF2B5EF4-FFF2-40B4-BE49-F238E27FC236}">
                  <a16:creationId xmlns:a16="http://schemas.microsoft.com/office/drawing/2014/main" id="{0D0C9990-A33F-89E9-DB79-E38250818808}"/>
                </a:ext>
              </a:extLst>
            </p:cNvPr>
            <p:cNvSpPr/>
            <p:nvPr/>
          </p:nvSpPr>
          <p:spPr>
            <a:xfrm>
              <a:off x="5106369" y="2531321"/>
              <a:ext cx="172226" cy="172226"/>
            </a:xfrm>
            <a:prstGeom prst="rect">
              <a:avLst/>
            </a:prstGeom>
            <a:solidFill>
              <a:schemeClr val="accent4">
                <a:alpha val="16024"/>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249" name="矩形 30248">
              <a:extLst>
                <a:ext uri="{FF2B5EF4-FFF2-40B4-BE49-F238E27FC236}">
                  <a16:creationId xmlns:a16="http://schemas.microsoft.com/office/drawing/2014/main" id="{386C2AFC-E00E-D0C0-169F-60A049F4F189}"/>
                </a:ext>
              </a:extLst>
            </p:cNvPr>
            <p:cNvSpPr/>
            <p:nvPr/>
          </p:nvSpPr>
          <p:spPr>
            <a:xfrm>
              <a:off x="5278595" y="2531321"/>
              <a:ext cx="172226" cy="172226"/>
            </a:xfrm>
            <a:prstGeom prst="rect">
              <a:avLst/>
            </a:prstGeom>
            <a:solidFill>
              <a:schemeClr val="accent4">
                <a:alpha val="16024"/>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250" name="矩形 30249">
              <a:extLst>
                <a:ext uri="{FF2B5EF4-FFF2-40B4-BE49-F238E27FC236}">
                  <a16:creationId xmlns:a16="http://schemas.microsoft.com/office/drawing/2014/main" id="{D51F7AE9-5AE9-E4A4-CFA0-4AC9D9208C36}"/>
                </a:ext>
              </a:extLst>
            </p:cNvPr>
            <p:cNvSpPr/>
            <p:nvPr/>
          </p:nvSpPr>
          <p:spPr>
            <a:xfrm>
              <a:off x="5450821" y="2531321"/>
              <a:ext cx="172226" cy="172226"/>
            </a:xfrm>
            <a:prstGeom prst="rect">
              <a:avLst/>
            </a:prstGeom>
            <a:solidFill>
              <a:schemeClr val="accent4">
                <a:alpha val="16024"/>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251" name="矩形 30250">
              <a:extLst>
                <a:ext uri="{FF2B5EF4-FFF2-40B4-BE49-F238E27FC236}">
                  <a16:creationId xmlns:a16="http://schemas.microsoft.com/office/drawing/2014/main" id="{C78A4D9F-428A-D3B3-8A30-E36074606A78}"/>
                </a:ext>
              </a:extLst>
            </p:cNvPr>
            <p:cNvSpPr/>
            <p:nvPr/>
          </p:nvSpPr>
          <p:spPr>
            <a:xfrm>
              <a:off x="5623047" y="2531321"/>
              <a:ext cx="172226" cy="172226"/>
            </a:xfrm>
            <a:prstGeom prst="rect">
              <a:avLst/>
            </a:prstGeom>
            <a:solidFill>
              <a:schemeClr val="accent4">
                <a:alpha val="16024"/>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252" name="矩形 30251">
              <a:extLst>
                <a:ext uri="{FF2B5EF4-FFF2-40B4-BE49-F238E27FC236}">
                  <a16:creationId xmlns:a16="http://schemas.microsoft.com/office/drawing/2014/main" id="{F558151F-2B8F-E5DD-5B30-D1F97FAF3DA7}"/>
                </a:ext>
              </a:extLst>
            </p:cNvPr>
            <p:cNvSpPr/>
            <p:nvPr/>
          </p:nvSpPr>
          <p:spPr>
            <a:xfrm>
              <a:off x="5795273" y="2531321"/>
              <a:ext cx="172226" cy="172226"/>
            </a:xfrm>
            <a:prstGeom prst="rect">
              <a:avLst/>
            </a:prstGeom>
            <a:solidFill>
              <a:schemeClr val="accent4">
                <a:alpha val="16024"/>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253" name="矩形 30252">
              <a:extLst>
                <a:ext uri="{FF2B5EF4-FFF2-40B4-BE49-F238E27FC236}">
                  <a16:creationId xmlns:a16="http://schemas.microsoft.com/office/drawing/2014/main" id="{AA0308BA-642F-0910-125C-F522CE792070}"/>
                </a:ext>
              </a:extLst>
            </p:cNvPr>
            <p:cNvSpPr/>
            <p:nvPr/>
          </p:nvSpPr>
          <p:spPr>
            <a:xfrm>
              <a:off x="5964842" y="2531321"/>
              <a:ext cx="172226" cy="172226"/>
            </a:xfrm>
            <a:prstGeom prst="rect">
              <a:avLst/>
            </a:prstGeom>
            <a:solidFill>
              <a:schemeClr val="accent4">
                <a:alpha val="16024"/>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254" name="矩形 30253">
              <a:extLst>
                <a:ext uri="{FF2B5EF4-FFF2-40B4-BE49-F238E27FC236}">
                  <a16:creationId xmlns:a16="http://schemas.microsoft.com/office/drawing/2014/main" id="{A52B668A-6914-A15F-3E1D-444B0AE89808}"/>
                </a:ext>
              </a:extLst>
            </p:cNvPr>
            <p:cNvSpPr/>
            <p:nvPr/>
          </p:nvSpPr>
          <p:spPr>
            <a:xfrm>
              <a:off x="6137068" y="2531321"/>
              <a:ext cx="172226" cy="172226"/>
            </a:xfrm>
            <a:prstGeom prst="rect">
              <a:avLst/>
            </a:prstGeom>
            <a:solidFill>
              <a:schemeClr val="accent4">
                <a:alpha val="16024"/>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255" name="矩形 30254">
              <a:extLst>
                <a:ext uri="{FF2B5EF4-FFF2-40B4-BE49-F238E27FC236}">
                  <a16:creationId xmlns:a16="http://schemas.microsoft.com/office/drawing/2014/main" id="{F8911692-AE2A-A6F7-00BF-EECB03E00F9C}"/>
                </a:ext>
              </a:extLst>
            </p:cNvPr>
            <p:cNvSpPr/>
            <p:nvPr/>
          </p:nvSpPr>
          <p:spPr>
            <a:xfrm>
              <a:off x="6309294" y="2531321"/>
              <a:ext cx="172226" cy="172226"/>
            </a:xfrm>
            <a:prstGeom prst="rect">
              <a:avLst/>
            </a:prstGeom>
            <a:solidFill>
              <a:schemeClr val="accent4">
                <a:alpha val="16024"/>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256" name="矩形 30255">
              <a:extLst>
                <a:ext uri="{FF2B5EF4-FFF2-40B4-BE49-F238E27FC236}">
                  <a16:creationId xmlns:a16="http://schemas.microsoft.com/office/drawing/2014/main" id="{30616561-127C-C142-078D-FDD5C690B2AA}"/>
                </a:ext>
              </a:extLst>
            </p:cNvPr>
            <p:cNvSpPr/>
            <p:nvPr/>
          </p:nvSpPr>
          <p:spPr>
            <a:xfrm>
              <a:off x="6481520" y="2531321"/>
              <a:ext cx="172226" cy="172226"/>
            </a:xfrm>
            <a:prstGeom prst="rect">
              <a:avLst/>
            </a:prstGeom>
            <a:solidFill>
              <a:schemeClr val="accent4">
                <a:alpha val="16024"/>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257" name="矩形 30256">
              <a:extLst>
                <a:ext uri="{FF2B5EF4-FFF2-40B4-BE49-F238E27FC236}">
                  <a16:creationId xmlns:a16="http://schemas.microsoft.com/office/drawing/2014/main" id="{845A147E-7139-F723-A23E-B9384E672A62}"/>
                </a:ext>
              </a:extLst>
            </p:cNvPr>
            <p:cNvSpPr/>
            <p:nvPr/>
          </p:nvSpPr>
          <p:spPr>
            <a:xfrm>
              <a:off x="6653746" y="2531321"/>
              <a:ext cx="172226" cy="172226"/>
            </a:xfrm>
            <a:prstGeom prst="rect">
              <a:avLst/>
            </a:prstGeom>
            <a:solidFill>
              <a:schemeClr val="accent4">
                <a:alpha val="6114"/>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258" name="矩形 30257">
              <a:extLst>
                <a:ext uri="{FF2B5EF4-FFF2-40B4-BE49-F238E27FC236}">
                  <a16:creationId xmlns:a16="http://schemas.microsoft.com/office/drawing/2014/main" id="{5D9C358D-054F-7D9A-E754-66A02503C928}"/>
                </a:ext>
              </a:extLst>
            </p:cNvPr>
            <p:cNvSpPr/>
            <p:nvPr/>
          </p:nvSpPr>
          <p:spPr>
            <a:xfrm>
              <a:off x="4934143" y="2703547"/>
              <a:ext cx="172226" cy="172226"/>
            </a:xfrm>
            <a:prstGeom prst="rect">
              <a:avLst/>
            </a:prstGeom>
            <a:solidFill>
              <a:schemeClr val="accent4">
                <a:alpha val="6114"/>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259" name="矩形 30258">
              <a:extLst>
                <a:ext uri="{FF2B5EF4-FFF2-40B4-BE49-F238E27FC236}">
                  <a16:creationId xmlns:a16="http://schemas.microsoft.com/office/drawing/2014/main" id="{C9C8CE60-D1E7-1025-EDA2-5CDF28F83568}"/>
                </a:ext>
              </a:extLst>
            </p:cNvPr>
            <p:cNvSpPr/>
            <p:nvPr/>
          </p:nvSpPr>
          <p:spPr>
            <a:xfrm>
              <a:off x="5106369" y="2703547"/>
              <a:ext cx="172226" cy="172226"/>
            </a:xfrm>
            <a:prstGeom prst="rect">
              <a:avLst/>
            </a:prstGeom>
            <a:solidFill>
              <a:schemeClr val="accent4">
                <a:alpha val="16024"/>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260" name="矩形 30259">
              <a:extLst>
                <a:ext uri="{FF2B5EF4-FFF2-40B4-BE49-F238E27FC236}">
                  <a16:creationId xmlns:a16="http://schemas.microsoft.com/office/drawing/2014/main" id="{21612EBF-E920-8A01-7E15-02DB3E7EEE26}"/>
                </a:ext>
              </a:extLst>
            </p:cNvPr>
            <p:cNvSpPr/>
            <p:nvPr/>
          </p:nvSpPr>
          <p:spPr>
            <a:xfrm>
              <a:off x="5278595" y="2703547"/>
              <a:ext cx="172226" cy="172226"/>
            </a:xfrm>
            <a:prstGeom prst="rect">
              <a:avLst/>
            </a:prstGeom>
            <a:solidFill>
              <a:schemeClr val="accent4">
                <a:alpha val="19974"/>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261" name="矩形 30260">
              <a:extLst>
                <a:ext uri="{FF2B5EF4-FFF2-40B4-BE49-F238E27FC236}">
                  <a16:creationId xmlns:a16="http://schemas.microsoft.com/office/drawing/2014/main" id="{0152558B-3DEF-8DA7-1176-806783730774}"/>
                </a:ext>
              </a:extLst>
            </p:cNvPr>
            <p:cNvSpPr/>
            <p:nvPr/>
          </p:nvSpPr>
          <p:spPr>
            <a:xfrm>
              <a:off x="5450821" y="2703547"/>
              <a:ext cx="172226" cy="172226"/>
            </a:xfrm>
            <a:prstGeom prst="rect">
              <a:avLst/>
            </a:prstGeom>
            <a:solidFill>
              <a:schemeClr val="accent4">
                <a:alpha val="25571"/>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262" name="矩形 30261">
              <a:extLst>
                <a:ext uri="{FF2B5EF4-FFF2-40B4-BE49-F238E27FC236}">
                  <a16:creationId xmlns:a16="http://schemas.microsoft.com/office/drawing/2014/main" id="{A5309559-9A06-C105-11D6-AA2556055880}"/>
                </a:ext>
              </a:extLst>
            </p:cNvPr>
            <p:cNvSpPr/>
            <p:nvPr/>
          </p:nvSpPr>
          <p:spPr>
            <a:xfrm>
              <a:off x="5623047" y="2703547"/>
              <a:ext cx="172226" cy="172226"/>
            </a:xfrm>
            <a:prstGeom prst="rect">
              <a:avLst/>
            </a:prstGeom>
            <a:solidFill>
              <a:schemeClr val="accent4">
                <a:alpha val="25571"/>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263" name="矩形 30262">
              <a:extLst>
                <a:ext uri="{FF2B5EF4-FFF2-40B4-BE49-F238E27FC236}">
                  <a16:creationId xmlns:a16="http://schemas.microsoft.com/office/drawing/2014/main" id="{659C66E5-CA2F-2890-4407-AEFC7BEF9CA7}"/>
                </a:ext>
              </a:extLst>
            </p:cNvPr>
            <p:cNvSpPr/>
            <p:nvPr/>
          </p:nvSpPr>
          <p:spPr>
            <a:xfrm>
              <a:off x="5795273" y="2703547"/>
              <a:ext cx="172226" cy="172226"/>
            </a:xfrm>
            <a:prstGeom prst="rect">
              <a:avLst/>
            </a:prstGeom>
            <a:solidFill>
              <a:schemeClr val="accent4">
                <a:alpha val="25571"/>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264" name="矩形 30263">
              <a:extLst>
                <a:ext uri="{FF2B5EF4-FFF2-40B4-BE49-F238E27FC236}">
                  <a16:creationId xmlns:a16="http://schemas.microsoft.com/office/drawing/2014/main" id="{05993587-C764-2F32-7B58-79E112DC6740}"/>
                </a:ext>
              </a:extLst>
            </p:cNvPr>
            <p:cNvSpPr/>
            <p:nvPr/>
          </p:nvSpPr>
          <p:spPr>
            <a:xfrm>
              <a:off x="5964842" y="2703547"/>
              <a:ext cx="172226" cy="172226"/>
            </a:xfrm>
            <a:prstGeom prst="rect">
              <a:avLst/>
            </a:prstGeom>
            <a:solidFill>
              <a:schemeClr val="accent4">
                <a:alpha val="25571"/>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265" name="矩形 30264">
              <a:extLst>
                <a:ext uri="{FF2B5EF4-FFF2-40B4-BE49-F238E27FC236}">
                  <a16:creationId xmlns:a16="http://schemas.microsoft.com/office/drawing/2014/main" id="{D427CAAD-808A-396F-D393-3FD75F367186}"/>
                </a:ext>
              </a:extLst>
            </p:cNvPr>
            <p:cNvSpPr/>
            <p:nvPr/>
          </p:nvSpPr>
          <p:spPr>
            <a:xfrm>
              <a:off x="6137068" y="2703547"/>
              <a:ext cx="172226" cy="172226"/>
            </a:xfrm>
            <a:prstGeom prst="rect">
              <a:avLst/>
            </a:prstGeom>
            <a:solidFill>
              <a:schemeClr val="accent4">
                <a:alpha val="25571"/>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266" name="矩形 30265">
              <a:extLst>
                <a:ext uri="{FF2B5EF4-FFF2-40B4-BE49-F238E27FC236}">
                  <a16:creationId xmlns:a16="http://schemas.microsoft.com/office/drawing/2014/main" id="{982614A5-853F-CCF4-E28B-8707F3C53D5A}"/>
                </a:ext>
              </a:extLst>
            </p:cNvPr>
            <p:cNvSpPr/>
            <p:nvPr/>
          </p:nvSpPr>
          <p:spPr>
            <a:xfrm>
              <a:off x="6309294" y="2703547"/>
              <a:ext cx="172226" cy="172226"/>
            </a:xfrm>
            <a:prstGeom prst="rect">
              <a:avLst/>
            </a:prstGeom>
            <a:solidFill>
              <a:schemeClr val="accent4">
                <a:alpha val="19974"/>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267" name="矩形 30266">
              <a:extLst>
                <a:ext uri="{FF2B5EF4-FFF2-40B4-BE49-F238E27FC236}">
                  <a16:creationId xmlns:a16="http://schemas.microsoft.com/office/drawing/2014/main" id="{E178875C-67B1-B41B-988A-25FBD526D86D}"/>
                </a:ext>
              </a:extLst>
            </p:cNvPr>
            <p:cNvSpPr/>
            <p:nvPr/>
          </p:nvSpPr>
          <p:spPr>
            <a:xfrm>
              <a:off x="6481520" y="2703547"/>
              <a:ext cx="172226" cy="172226"/>
            </a:xfrm>
            <a:prstGeom prst="rect">
              <a:avLst/>
            </a:prstGeom>
            <a:solidFill>
              <a:schemeClr val="accent4">
                <a:alpha val="16024"/>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268" name="矩形 30267">
              <a:extLst>
                <a:ext uri="{FF2B5EF4-FFF2-40B4-BE49-F238E27FC236}">
                  <a16:creationId xmlns:a16="http://schemas.microsoft.com/office/drawing/2014/main" id="{9DF6B314-A078-7A14-8168-68FD57C20C35}"/>
                </a:ext>
              </a:extLst>
            </p:cNvPr>
            <p:cNvSpPr/>
            <p:nvPr/>
          </p:nvSpPr>
          <p:spPr>
            <a:xfrm>
              <a:off x="6653746" y="2703547"/>
              <a:ext cx="172226" cy="172226"/>
            </a:xfrm>
            <a:prstGeom prst="rect">
              <a:avLst/>
            </a:prstGeom>
            <a:solidFill>
              <a:schemeClr val="accent4">
                <a:alpha val="6114"/>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269" name="矩形 30268">
              <a:extLst>
                <a:ext uri="{FF2B5EF4-FFF2-40B4-BE49-F238E27FC236}">
                  <a16:creationId xmlns:a16="http://schemas.microsoft.com/office/drawing/2014/main" id="{70298934-2835-0E56-76E0-DDF8FBE8022C}"/>
                </a:ext>
              </a:extLst>
            </p:cNvPr>
            <p:cNvSpPr/>
            <p:nvPr/>
          </p:nvSpPr>
          <p:spPr>
            <a:xfrm>
              <a:off x="4934143" y="2875773"/>
              <a:ext cx="172226" cy="172226"/>
            </a:xfrm>
            <a:prstGeom prst="rect">
              <a:avLst/>
            </a:prstGeom>
            <a:solidFill>
              <a:schemeClr val="accent4">
                <a:alpha val="6114"/>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270" name="矩形 30269">
              <a:extLst>
                <a:ext uri="{FF2B5EF4-FFF2-40B4-BE49-F238E27FC236}">
                  <a16:creationId xmlns:a16="http://schemas.microsoft.com/office/drawing/2014/main" id="{A81D535C-E996-1923-F973-5AE41BFB0C10}"/>
                </a:ext>
              </a:extLst>
            </p:cNvPr>
            <p:cNvSpPr/>
            <p:nvPr/>
          </p:nvSpPr>
          <p:spPr>
            <a:xfrm>
              <a:off x="5106369" y="2875773"/>
              <a:ext cx="172226" cy="172226"/>
            </a:xfrm>
            <a:prstGeom prst="rect">
              <a:avLst/>
            </a:prstGeom>
            <a:solidFill>
              <a:schemeClr val="accent4">
                <a:alpha val="16024"/>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271" name="矩形 30270">
              <a:extLst>
                <a:ext uri="{FF2B5EF4-FFF2-40B4-BE49-F238E27FC236}">
                  <a16:creationId xmlns:a16="http://schemas.microsoft.com/office/drawing/2014/main" id="{B8081EAB-4529-F3C3-0408-047D8EABC2A5}"/>
                </a:ext>
              </a:extLst>
            </p:cNvPr>
            <p:cNvSpPr/>
            <p:nvPr/>
          </p:nvSpPr>
          <p:spPr>
            <a:xfrm>
              <a:off x="5278595" y="2875773"/>
              <a:ext cx="172226" cy="172226"/>
            </a:xfrm>
            <a:prstGeom prst="rect">
              <a:avLst/>
            </a:prstGeom>
            <a:solidFill>
              <a:schemeClr val="accent4">
                <a:alpha val="19974"/>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272" name="矩形 30271">
              <a:extLst>
                <a:ext uri="{FF2B5EF4-FFF2-40B4-BE49-F238E27FC236}">
                  <a16:creationId xmlns:a16="http://schemas.microsoft.com/office/drawing/2014/main" id="{4500BE1D-59DB-3969-2347-594A9BC0E4DC}"/>
                </a:ext>
              </a:extLst>
            </p:cNvPr>
            <p:cNvSpPr/>
            <p:nvPr/>
          </p:nvSpPr>
          <p:spPr>
            <a:xfrm>
              <a:off x="5450821" y="2875773"/>
              <a:ext cx="172226" cy="172226"/>
            </a:xfrm>
            <a:prstGeom prst="rect">
              <a:avLst/>
            </a:prstGeom>
            <a:solidFill>
              <a:schemeClr val="accent4">
                <a:alpha val="5100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273" name="矩形 30272">
              <a:extLst>
                <a:ext uri="{FF2B5EF4-FFF2-40B4-BE49-F238E27FC236}">
                  <a16:creationId xmlns:a16="http://schemas.microsoft.com/office/drawing/2014/main" id="{5F98C459-CDB8-CFA9-45DA-725853F8CD07}"/>
                </a:ext>
              </a:extLst>
            </p:cNvPr>
            <p:cNvSpPr/>
            <p:nvPr/>
          </p:nvSpPr>
          <p:spPr>
            <a:xfrm>
              <a:off x="5623047" y="2875773"/>
              <a:ext cx="172226" cy="172226"/>
            </a:xfrm>
            <a:prstGeom prst="rect">
              <a:avLst/>
            </a:prstGeom>
            <a:solidFill>
              <a:schemeClr val="accent4">
                <a:alpha val="5100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274" name="矩形 30273">
              <a:extLst>
                <a:ext uri="{FF2B5EF4-FFF2-40B4-BE49-F238E27FC236}">
                  <a16:creationId xmlns:a16="http://schemas.microsoft.com/office/drawing/2014/main" id="{7DE52DEB-2BA2-93F3-0388-8675DE1E45F7}"/>
                </a:ext>
              </a:extLst>
            </p:cNvPr>
            <p:cNvSpPr/>
            <p:nvPr/>
          </p:nvSpPr>
          <p:spPr>
            <a:xfrm>
              <a:off x="5795273" y="2875773"/>
              <a:ext cx="172226" cy="172226"/>
            </a:xfrm>
            <a:prstGeom prst="rect">
              <a:avLst/>
            </a:prstGeom>
            <a:solidFill>
              <a:schemeClr val="accent4">
                <a:alpha val="5100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275" name="矩形 30274">
              <a:extLst>
                <a:ext uri="{FF2B5EF4-FFF2-40B4-BE49-F238E27FC236}">
                  <a16:creationId xmlns:a16="http://schemas.microsoft.com/office/drawing/2014/main" id="{F677D880-AD40-DCCA-7399-A10A64A6FEE7}"/>
                </a:ext>
              </a:extLst>
            </p:cNvPr>
            <p:cNvSpPr/>
            <p:nvPr/>
          </p:nvSpPr>
          <p:spPr>
            <a:xfrm>
              <a:off x="5964842" y="2875773"/>
              <a:ext cx="172226" cy="172226"/>
            </a:xfrm>
            <a:prstGeom prst="rect">
              <a:avLst/>
            </a:prstGeom>
            <a:solidFill>
              <a:schemeClr val="accent4">
                <a:alpha val="5100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276" name="矩形 30275">
              <a:extLst>
                <a:ext uri="{FF2B5EF4-FFF2-40B4-BE49-F238E27FC236}">
                  <a16:creationId xmlns:a16="http://schemas.microsoft.com/office/drawing/2014/main" id="{D80E3027-7A2C-BA49-7447-68C14A1A3D00}"/>
                </a:ext>
              </a:extLst>
            </p:cNvPr>
            <p:cNvSpPr/>
            <p:nvPr/>
          </p:nvSpPr>
          <p:spPr>
            <a:xfrm>
              <a:off x="6137068" y="2875773"/>
              <a:ext cx="172226" cy="172226"/>
            </a:xfrm>
            <a:prstGeom prst="rect">
              <a:avLst/>
            </a:prstGeom>
            <a:solidFill>
              <a:schemeClr val="accent4">
                <a:alpha val="5100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277" name="矩形 30276">
              <a:extLst>
                <a:ext uri="{FF2B5EF4-FFF2-40B4-BE49-F238E27FC236}">
                  <a16:creationId xmlns:a16="http://schemas.microsoft.com/office/drawing/2014/main" id="{1C004C5A-8E56-4270-39A0-0FB4C8C9FA0A}"/>
                </a:ext>
              </a:extLst>
            </p:cNvPr>
            <p:cNvSpPr/>
            <p:nvPr/>
          </p:nvSpPr>
          <p:spPr>
            <a:xfrm>
              <a:off x="6309294" y="2875773"/>
              <a:ext cx="172226" cy="172226"/>
            </a:xfrm>
            <a:prstGeom prst="rect">
              <a:avLst/>
            </a:prstGeom>
            <a:solidFill>
              <a:schemeClr val="accent4">
                <a:alpha val="19974"/>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278" name="矩形 30277">
              <a:extLst>
                <a:ext uri="{FF2B5EF4-FFF2-40B4-BE49-F238E27FC236}">
                  <a16:creationId xmlns:a16="http://schemas.microsoft.com/office/drawing/2014/main" id="{D0632E51-B6D2-C4F0-28D4-31532EA6DA72}"/>
                </a:ext>
              </a:extLst>
            </p:cNvPr>
            <p:cNvSpPr/>
            <p:nvPr/>
          </p:nvSpPr>
          <p:spPr>
            <a:xfrm>
              <a:off x="6481520" y="2875773"/>
              <a:ext cx="172226" cy="172226"/>
            </a:xfrm>
            <a:prstGeom prst="rect">
              <a:avLst/>
            </a:prstGeom>
            <a:solidFill>
              <a:schemeClr val="accent4">
                <a:alpha val="16024"/>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279" name="矩形 30278">
              <a:extLst>
                <a:ext uri="{FF2B5EF4-FFF2-40B4-BE49-F238E27FC236}">
                  <a16:creationId xmlns:a16="http://schemas.microsoft.com/office/drawing/2014/main" id="{E0D4F211-749A-056E-DEEA-92CCE912EF54}"/>
                </a:ext>
              </a:extLst>
            </p:cNvPr>
            <p:cNvSpPr/>
            <p:nvPr/>
          </p:nvSpPr>
          <p:spPr>
            <a:xfrm>
              <a:off x="6653746" y="2875773"/>
              <a:ext cx="172226" cy="172226"/>
            </a:xfrm>
            <a:prstGeom prst="rect">
              <a:avLst/>
            </a:prstGeom>
            <a:solidFill>
              <a:schemeClr val="accent4">
                <a:alpha val="6114"/>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280" name="矩形 30279">
              <a:extLst>
                <a:ext uri="{FF2B5EF4-FFF2-40B4-BE49-F238E27FC236}">
                  <a16:creationId xmlns:a16="http://schemas.microsoft.com/office/drawing/2014/main" id="{E3D8DBE5-1EF4-57E1-77A7-2AADD139AD86}"/>
                </a:ext>
              </a:extLst>
            </p:cNvPr>
            <p:cNvSpPr/>
            <p:nvPr/>
          </p:nvSpPr>
          <p:spPr>
            <a:xfrm>
              <a:off x="4934143" y="3047999"/>
              <a:ext cx="172226" cy="172226"/>
            </a:xfrm>
            <a:prstGeom prst="rect">
              <a:avLst/>
            </a:prstGeom>
            <a:solidFill>
              <a:schemeClr val="accent4">
                <a:alpha val="6114"/>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281" name="矩形 30280">
              <a:extLst>
                <a:ext uri="{FF2B5EF4-FFF2-40B4-BE49-F238E27FC236}">
                  <a16:creationId xmlns:a16="http://schemas.microsoft.com/office/drawing/2014/main" id="{88AB9BCB-33C9-7599-7F7C-0AA9831BB9C7}"/>
                </a:ext>
              </a:extLst>
            </p:cNvPr>
            <p:cNvSpPr/>
            <p:nvPr/>
          </p:nvSpPr>
          <p:spPr>
            <a:xfrm>
              <a:off x="5106369" y="3047999"/>
              <a:ext cx="172226" cy="172226"/>
            </a:xfrm>
            <a:prstGeom prst="rect">
              <a:avLst/>
            </a:prstGeom>
            <a:solidFill>
              <a:schemeClr val="accent4">
                <a:alpha val="16024"/>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282" name="矩形 30281">
              <a:extLst>
                <a:ext uri="{FF2B5EF4-FFF2-40B4-BE49-F238E27FC236}">
                  <a16:creationId xmlns:a16="http://schemas.microsoft.com/office/drawing/2014/main" id="{F2B3F1FC-A70E-1B5A-63BC-EE4605F89F8D}"/>
                </a:ext>
              </a:extLst>
            </p:cNvPr>
            <p:cNvSpPr/>
            <p:nvPr/>
          </p:nvSpPr>
          <p:spPr>
            <a:xfrm>
              <a:off x="5278595" y="3047999"/>
              <a:ext cx="172226" cy="172226"/>
            </a:xfrm>
            <a:prstGeom prst="rect">
              <a:avLst/>
            </a:prstGeom>
            <a:solidFill>
              <a:schemeClr val="accent4">
                <a:alpha val="19974"/>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283" name="矩形 30282">
              <a:extLst>
                <a:ext uri="{FF2B5EF4-FFF2-40B4-BE49-F238E27FC236}">
                  <a16:creationId xmlns:a16="http://schemas.microsoft.com/office/drawing/2014/main" id="{DAA01A21-8D57-CF8A-DB46-DE74151C8072}"/>
                </a:ext>
              </a:extLst>
            </p:cNvPr>
            <p:cNvSpPr/>
            <p:nvPr/>
          </p:nvSpPr>
          <p:spPr>
            <a:xfrm>
              <a:off x="5450821" y="3047999"/>
              <a:ext cx="172226" cy="172226"/>
            </a:xfrm>
            <a:prstGeom prst="rect">
              <a:avLst/>
            </a:prstGeom>
            <a:solidFill>
              <a:schemeClr val="accent4">
                <a:alpha val="5100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284" name="矩形 30283">
              <a:extLst>
                <a:ext uri="{FF2B5EF4-FFF2-40B4-BE49-F238E27FC236}">
                  <a16:creationId xmlns:a16="http://schemas.microsoft.com/office/drawing/2014/main" id="{24B1D9D0-8A18-DDD8-6FC3-83AAFA322DA8}"/>
                </a:ext>
              </a:extLst>
            </p:cNvPr>
            <p:cNvSpPr/>
            <p:nvPr/>
          </p:nvSpPr>
          <p:spPr>
            <a:xfrm>
              <a:off x="5623047" y="3047999"/>
              <a:ext cx="172226" cy="172226"/>
            </a:xfrm>
            <a:prstGeom prst="rect">
              <a:avLst/>
            </a:prstGeom>
            <a:solidFill>
              <a:schemeClr val="accent4">
                <a:alpha val="56211"/>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285" name="矩形 30284">
              <a:extLst>
                <a:ext uri="{FF2B5EF4-FFF2-40B4-BE49-F238E27FC236}">
                  <a16:creationId xmlns:a16="http://schemas.microsoft.com/office/drawing/2014/main" id="{846C51A4-034F-0C58-7E52-D14CF9FC3E0D}"/>
                </a:ext>
              </a:extLst>
            </p:cNvPr>
            <p:cNvSpPr/>
            <p:nvPr/>
          </p:nvSpPr>
          <p:spPr>
            <a:xfrm>
              <a:off x="5795273" y="3047999"/>
              <a:ext cx="172226" cy="172226"/>
            </a:xfrm>
            <a:prstGeom prst="rect">
              <a:avLst/>
            </a:prstGeom>
            <a:solidFill>
              <a:schemeClr val="accent4">
                <a:alpha val="56211"/>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286" name="矩形 30285">
              <a:extLst>
                <a:ext uri="{FF2B5EF4-FFF2-40B4-BE49-F238E27FC236}">
                  <a16:creationId xmlns:a16="http://schemas.microsoft.com/office/drawing/2014/main" id="{82ED60C0-F2A3-3A1A-0B62-F950C739187D}"/>
                </a:ext>
              </a:extLst>
            </p:cNvPr>
            <p:cNvSpPr/>
            <p:nvPr/>
          </p:nvSpPr>
          <p:spPr>
            <a:xfrm>
              <a:off x="5964842" y="3047999"/>
              <a:ext cx="172226" cy="172226"/>
            </a:xfrm>
            <a:prstGeom prst="rect">
              <a:avLst/>
            </a:prstGeom>
            <a:solidFill>
              <a:schemeClr val="accent4">
                <a:alpha val="56211"/>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287" name="矩形 30286">
              <a:extLst>
                <a:ext uri="{FF2B5EF4-FFF2-40B4-BE49-F238E27FC236}">
                  <a16:creationId xmlns:a16="http://schemas.microsoft.com/office/drawing/2014/main" id="{16A9C2B9-2094-C7B4-0115-FD8CBC6B3A22}"/>
                </a:ext>
              </a:extLst>
            </p:cNvPr>
            <p:cNvSpPr/>
            <p:nvPr/>
          </p:nvSpPr>
          <p:spPr>
            <a:xfrm>
              <a:off x="6137068" y="3047999"/>
              <a:ext cx="172226" cy="172226"/>
            </a:xfrm>
            <a:prstGeom prst="rect">
              <a:avLst/>
            </a:prstGeom>
            <a:solidFill>
              <a:schemeClr val="accent4">
                <a:alpha val="5100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288" name="矩形 30287">
              <a:extLst>
                <a:ext uri="{FF2B5EF4-FFF2-40B4-BE49-F238E27FC236}">
                  <a16:creationId xmlns:a16="http://schemas.microsoft.com/office/drawing/2014/main" id="{A3F50F5D-2F05-7E46-8711-77EDF620A715}"/>
                </a:ext>
              </a:extLst>
            </p:cNvPr>
            <p:cNvSpPr/>
            <p:nvPr/>
          </p:nvSpPr>
          <p:spPr>
            <a:xfrm>
              <a:off x="6309294" y="3047999"/>
              <a:ext cx="172226" cy="172226"/>
            </a:xfrm>
            <a:prstGeom prst="rect">
              <a:avLst/>
            </a:prstGeom>
            <a:solidFill>
              <a:schemeClr val="accent4">
                <a:alpha val="19974"/>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289" name="矩形 30288">
              <a:extLst>
                <a:ext uri="{FF2B5EF4-FFF2-40B4-BE49-F238E27FC236}">
                  <a16:creationId xmlns:a16="http://schemas.microsoft.com/office/drawing/2014/main" id="{4D799199-88F2-70F5-33FC-6ADE6F114A11}"/>
                </a:ext>
              </a:extLst>
            </p:cNvPr>
            <p:cNvSpPr/>
            <p:nvPr/>
          </p:nvSpPr>
          <p:spPr>
            <a:xfrm>
              <a:off x="6481520" y="3047999"/>
              <a:ext cx="172226" cy="172226"/>
            </a:xfrm>
            <a:prstGeom prst="rect">
              <a:avLst/>
            </a:prstGeom>
            <a:solidFill>
              <a:schemeClr val="accent4">
                <a:alpha val="16024"/>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290" name="矩形 30289">
              <a:extLst>
                <a:ext uri="{FF2B5EF4-FFF2-40B4-BE49-F238E27FC236}">
                  <a16:creationId xmlns:a16="http://schemas.microsoft.com/office/drawing/2014/main" id="{1B0965DC-4EC9-1488-A7BF-5CB45A422B25}"/>
                </a:ext>
              </a:extLst>
            </p:cNvPr>
            <p:cNvSpPr/>
            <p:nvPr/>
          </p:nvSpPr>
          <p:spPr>
            <a:xfrm>
              <a:off x="6653746" y="3047999"/>
              <a:ext cx="172226" cy="172226"/>
            </a:xfrm>
            <a:prstGeom prst="rect">
              <a:avLst/>
            </a:prstGeom>
            <a:solidFill>
              <a:schemeClr val="accent4">
                <a:alpha val="6114"/>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291" name="矩形 30290">
              <a:extLst>
                <a:ext uri="{FF2B5EF4-FFF2-40B4-BE49-F238E27FC236}">
                  <a16:creationId xmlns:a16="http://schemas.microsoft.com/office/drawing/2014/main" id="{CBF4766D-5AF2-17C2-1B1C-0A6B92722FDB}"/>
                </a:ext>
              </a:extLst>
            </p:cNvPr>
            <p:cNvSpPr/>
            <p:nvPr/>
          </p:nvSpPr>
          <p:spPr>
            <a:xfrm>
              <a:off x="4934143" y="3220225"/>
              <a:ext cx="172226" cy="172226"/>
            </a:xfrm>
            <a:prstGeom prst="rect">
              <a:avLst/>
            </a:prstGeom>
            <a:solidFill>
              <a:schemeClr val="accent4">
                <a:alpha val="6114"/>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292" name="矩形 30291">
              <a:extLst>
                <a:ext uri="{FF2B5EF4-FFF2-40B4-BE49-F238E27FC236}">
                  <a16:creationId xmlns:a16="http://schemas.microsoft.com/office/drawing/2014/main" id="{DF4F86A4-40A6-0940-17EE-7B7C59136B0A}"/>
                </a:ext>
              </a:extLst>
            </p:cNvPr>
            <p:cNvSpPr/>
            <p:nvPr/>
          </p:nvSpPr>
          <p:spPr>
            <a:xfrm>
              <a:off x="5106369" y="3220225"/>
              <a:ext cx="172226" cy="172226"/>
            </a:xfrm>
            <a:prstGeom prst="rect">
              <a:avLst/>
            </a:prstGeom>
            <a:solidFill>
              <a:schemeClr val="accent4">
                <a:alpha val="16024"/>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293" name="矩形 30292">
              <a:extLst>
                <a:ext uri="{FF2B5EF4-FFF2-40B4-BE49-F238E27FC236}">
                  <a16:creationId xmlns:a16="http://schemas.microsoft.com/office/drawing/2014/main" id="{1C3B1CA3-FC23-D7CC-1642-2F75325B6DAF}"/>
                </a:ext>
              </a:extLst>
            </p:cNvPr>
            <p:cNvSpPr/>
            <p:nvPr/>
          </p:nvSpPr>
          <p:spPr>
            <a:xfrm>
              <a:off x="5278595" y="3220225"/>
              <a:ext cx="172226" cy="172226"/>
            </a:xfrm>
            <a:prstGeom prst="rect">
              <a:avLst/>
            </a:prstGeom>
            <a:solidFill>
              <a:schemeClr val="accent4">
                <a:alpha val="19974"/>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294" name="矩形 30293">
              <a:extLst>
                <a:ext uri="{FF2B5EF4-FFF2-40B4-BE49-F238E27FC236}">
                  <a16:creationId xmlns:a16="http://schemas.microsoft.com/office/drawing/2014/main" id="{4172A7CF-137E-258E-3C77-EA12D556544E}"/>
                </a:ext>
              </a:extLst>
            </p:cNvPr>
            <p:cNvSpPr/>
            <p:nvPr/>
          </p:nvSpPr>
          <p:spPr>
            <a:xfrm>
              <a:off x="5450821" y="3220225"/>
              <a:ext cx="172226" cy="172226"/>
            </a:xfrm>
            <a:prstGeom prst="rect">
              <a:avLst/>
            </a:prstGeom>
            <a:solidFill>
              <a:schemeClr val="accent4">
                <a:alpha val="5100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295" name="矩形 30294">
              <a:extLst>
                <a:ext uri="{FF2B5EF4-FFF2-40B4-BE49-F238E27FC236}">
                  <a16:creationId xmlns:a16="http://schemas.microsoft.com/office/drawing/2014/main" id="{243386AE-A472-30CE-C3A3-93765FDB29C3}"/>
                </a:ext>
              </a:extLst>
            </p:cNvPr>
            <p:cNvSpPr/>
            <p:nvPr/>
          </p:nvSpPr>
          <p:spPr>
            <a:xfrm>
              <a:off x="5623047" y="3220225"/>
              <a:ext cx="172226" cy="172226"/>
            </a:xfrm>
            <a:prstGeom prst="rect">
              <a:avLst/>
            </a:prstGeom>
            <a:solidFill>
              <a:schemeClr val="accent4">
                <a:alpha val="56211"/>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296" name="矩形 30295">
              <a:extLst>
                <a:ext uri="{FF2B5EF4-FFF2-40B4-BE49-F238E27FC236}">
                  <a16:creationId xmlns:a16="http://schemas.microsoft.com/office/drawing/2014/main" id="{70FEEA3D-6957-397E-D68A-2C733C9BB523}"/>
                </a:ext>
              </a:extLst>
            </p:cNvPr>
            <p:cNvSpPr/>
            <p:nvPr/>
          </p:nvSpPr>
          <p:spPr>
            <a:xfrm>
              <a:off x="5795273" y="3220225"/>
              <a:ext cx="172226" cy="172226"/>
            </a:xfrm>
            <a:prstGeom prst="rect">
              <a:avLst/>
            </a:prstGeom>
            <a:solidFill>
              <a:schemeClr val="accent4">
                <a:alpha val="59623"/>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297" name="矩形 30296">
              <a:extLst>
                <a:ext uri="{FF2B5EF4-FFF2-40B4-BE49-F238E27FC236}">
                  <a16:creationId xmlns:a16="http://schemas.microsoft.com/office/drawing/2014/main" id="{18BB88D4-2B8F-81A3-E4E0-C5C515A9EF5E}"/>
                </a:ext>
              </a:extLst>
            </p:cNvPr>
            <p:cNvSpPr/>
            <p:nvPr/>
          </p:nvSpPr>
          <p:spPr>
            <a:xfrm>
              <a:off x="5964842" y="3220225"/>
              <a:ext cx="172226" cy="172226"/>
            </a:xfrm>
            <a:prstGeom prst="rect">
              <a:avLst/>
            </a:prstGeom>
            <a:solidFill>
              <a:schemeClr val="accent4">
                <a:alpha val="56211"/>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298" name="矩形 30297">
              <a:extLst>
                <a:ext uri="{FF2B5EF4-FFF2-40B4-BE49-F238E27FC236}">
                  <a16:creationId xmlns:a16="http://schemas.microsoft.com/office/drawing/2014/main" id="{555948B3-FA72-9060-9735-3810BB4C2855}"/>
                </a:ext>
              </a:extLst>
            </p:cNvPr>
            <p:cNvSpPr/>
            <p:nvPr/>
          </p:nvSpPr>
          <p:spPr>
            <a:xfrm>
              <a:off x="6137068" y="3220225"/>
              <a:ext cx="172226" cy="172226"/>
            </a:xfrm>
            <a:prstGeom prst="rect">
              <a:avLst/>
            </a:prstGeom>
            <a:solidFill>
              <a:schemeClr val="accent4">
                <a:alpha val="5100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299" name="矩形 30298">
              <a:extLst>
                <a:ext uri="{FF2B5EF4-FFF2-40B4-BE49-F238E27FC236}">
                  <a16:creationId xmlns:a16="http://schemas.microsoft.com/office/drawing/2014/main" id="{04412686-B88F-154A-2D71-7C61B7DEF975}"/>
                </a:ext>
              </a:extLst>
            </p:cNvPr>
            <p:cNvSpPr/>
            <p:nvPr/>
          </p:nvSpPr>
          <p:spPr>
            <a:xfrm>
              <a:off x="6309294" y="3220225"/>
              <a:ext cx="172226" cy="172226"/>
            </a:xfrm>
            <a:prstGeom prst="rect">
              <a:avLst/>
            </a:prstGeom>
            <a:solidFill>
              <a:schemeClr val="accent4">
                <a:alpha val="19974"/>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300" name="矩形 30299">
              <a:extLst>
                <a:ext uri="{FF2B5EF4-FFF2-40B4-BE49-F238E27FC236}">
                  <a16:creationId xmlns:a16="http://schemas.microsoft.com/office/drawing/2014/main" id="{EC684F5B-0619-8ED2-483D-48AF1FDBA222}"/>
                </a:ext>
              </a:extLst>
            </p:cNvPr>
            <p:cNvSpPr/>
            <p:nvPr/>
          </p:nvSpPr>
          <p:spPr>
            <a:xfrm>
              <a:off x="6481520" y="3220225"/>
              <a:ext cx="172226" cy="172226"/>
            </a:xfrm>
            <a:prstGeom prst="rect">
              <a:avLst/>
            </a:prstGeom>
            <a:solidFill>
              <a:schemeClr val="accent4">
                <a:alpha val="16024"/>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301" name="矩形 30300">
              <a:extLst>
                <a:ext uri="{FF2B5EF4-FFF2-40B4-BE49-F238E27FC236}">
                  <a16:creationId xmlns:a16="http://schemas.microsoft.com/office/drawing/2014/main" id="{C811D6EB-6872-062B-144D-34941FC9B325}"/>
                </a:ext>
              </a:extLst>
            </p:cNvPr>
            <p:cNvSpPr/>
            <p:nvPr/>
          </p:nvSpPr>
          <p:spPr>
            <a:xfrm>
              <a:off x="6653746" y="3220225"/>
              <a:ext cx="172226" cy="172226"/>
            </a:xfrm>
            <a:prstGeom prst="rect">
              <a:avLst/>
            </a:prstGeom>
            <a:solidFill>
              <a:schemeClr val="accent4">
                <a:alpha val="6114"/>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302" name="矩形 30301">
              <a:extLst>
                <a:ext uri="{FF2B5EF4-FFF2-40B4-BE49-F238E27FC236}">
                  <a16:creationId xmlns:a16="http://schemas.microsoft.com/office/drawing/2014/main" id="{E77FA097-2752-B7D6-72EB-6D50725EA7C8}"/>
                </a:ext>
              </a:extLst>
            </p:cNvPr>
            <p:cNvSpPr/>
            <p:nvPr/>
          </p:nvSpPr>
          <p:spPr>
            <a:xfrm>
              <a:off x="4934143" y="3392451"/>
              <a:ext cx="172226" cy="172226"/>
            </a:xfrm>
            <a:prstGeom prst="rect">
              <a:avLst/>
            </a:prstGeom>
            <a:solidFill>
              <a:schemeClr val="accent4">
                <a:alpha val="6114"/>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303" name="矩形 30302">
              <a:extLst>
                <a:ext uri="{FF2B5EF4-FFF2-40B4-BE49-F238E27FC236}">
                  <a16:creationId xmlns:a16="http://schemas.microsoft.com/office/drawing/2014/main" id="{1B0D4C99-D7D6-3A2F-83EF-B101DA256FA0}"/>
                </a:ext>
              </a:extLst>
            </p:cNvPr>
            <p:cNvSpPr/>
            <p:nvPr/>
          </p:nvSpPr>
          <p:spPr>
            <a:xfrm>
              <a:off x="5106369" y="3392451"/>
              <a:ext cx="172226" cy="172226"/>
            </a:xfrm>
            <a:prstGeom prst="rect">
              <a:avLst/>
            </a:prstGeom>
            <a:solidFill>
              <a:schemeClr val="accent4">
                <a:alpha val="16024"/>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304" name="矩形 30303">
              <a:extLst>
                <a:ext uri="{FF2B5EF4-FFF2-40B4-BE49-F238E27FC236}">
                  <a16:creationId xmlns:a16="http://schemas.microsoft.com/office/drawing/2014/main" id="{860EDF4A-2A3F-39DC-3EE5-41D18C6927CF}"/>
                </a:ext>
              </a:extLst>
            </p:cNvPr>
            <p:cNvSpPr/>
            <p:nvPr/>
          </p:nvSpPr>
          <p:spPr>
            <a:xfrm>
              <a:off x="5278595" y="3392451"/>
              <a:ext cx="172226" cy="172226"/>
            </a:xfrm>
            <a:prstGeom prst="rect">
              <a:avLst/>
            </a:prstGeom>
            <a:solidFill>
              <a:schemeClr val="accent4">
                <a:alpha val="19974"/>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305" name="矩形 30304">
              <a:extLst>
                <a:ext uri="{FF2B5EF4-FFF2-40B4-BE49-F238E27FC236}">
                  <a16:creationId xmlns:a16="http://schemas.microsoft.com/office/drawing/2014/main" id="{B748D78F-4E1F-5197-D53A-2D0585C25AD9}"/>
                </a:ext>
              </a:extLst>
            </p:cNvPr>
            <p:cNvSpPr/>
            <p:nvPr/>
          </p:nvSpPr>
          <p:spPr>
            <a:xfrm>
              <a:off x="5450821" y="3392451"/>
              <a:ext cx="172226" cy="172226"/>
            </a:xfrm>
            <a:prstGeom prst="rect">
              <a:avLst/>
            </a:prstGeom>
            <a:solidFill>
              <a:schemeClr val="accent4">
                <a:alpha val="5100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306" name="矩形 30305">
              <a:extLst>
                <a:ext uri="{FF2B5EF4-FFF2-40B4-BE49-F238E27FC236}">
                  <a16:creationId xmlns:a16="http://schemas.microsoft.com/office/drawing/2014/main" id="{ECAE1D74-35BD-AFBB-26DE-7A5D9FB319E8}"/>
                </a:ext>
              </a:extLst>
            </p:cNvPr>
            <p:cNvSpPr/>
            <p:nvPr/>
          </p:nvSpPr>
          <p:spPr>
            <a:xfrm>
              <a:off x="5623047" y="3392451"/>
              <a:ext cx="172226" cy="172226"/>
            </a:xfrm>
            <a:prstGeom prst="rect">
              <a:avLst/>
            </a:prstGeom>
            <a:solidFill>
              <a:schemeClr val="accent4">
                <a:alpha val="56211"/>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307" name="矩形 30306">
              <a:extLst>
                <a:ext uri="{FF2B5EF4-FFF2-40B4-BE49-F238E27FC236}">
                  <a16:creationId xmlns:a16="http://schemas.microsoft.com/office/drawing/2014/main" id="{F6707CFE-B5DE-4100-1057-BDCA4A382FD5}"/>
                </a:ext>
              </a:extLst>
            </p:cNvPr>
            <p:cNvSpPr/>
            <p:nvPr/>
          </p:nvSpPr>
          <p:spPr>
            <a:xfrm>
              <a:off x="5795273" y="3392451"/>
              <a:ext cx="172226" cy="172226"/>
            </a:xfrm>
            <a:prstGeom prst="rect">
              <a:avLst/>
            </a:prstGeom>
            <a:solidFill>
              <a:schemeClr val="accent4">
                <a:alpha val="59623"/>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308" name="矩形 30307">
              <a:extLst>
                <a:ext uri="{FF2B5EF4-FFF2-40B4-BE49-F238E27FC236}">
                  <a16:creationId xmlns:a16="http://schemas.microsoft.com/office/drawing/2014/main" id="{24D7B338-0EA9-6563-C030-B4DF9A6CDA37}"/>
                </a:ext>
              </a:extLst>
            </p:cNvPr>
            <p:cNvSpPr/>
            <p:nvPr/>
          </p:nvSpPr>
          <p:spPr>
            <a:xfrm>
              <a:off x="5964842" y="3392451"/>
              <a:ext cx="172226" cy="172226"/>
            </a:xfrm>
            <a:prstGeom prst="rect">
              <a:avLst/>
            </a:prstGeom>
            <a:solidFill>
              <a:schemeClr val="accent4">
                <a:alpha val="56211"/>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309" name="矩形 30308">
              <a:extLst>
                <a:ext uri="{FF2B5EF4-FFF2-40B4-BE49-F238E27FC236}">
                  <a16:creationId xmlns:a16="http://schemas.microsoft.com/office/drawing/2014/main" id="{920C0091-87CF-BE4B-661C-A450F3BE8D92}"/>
                </a:ext>
              </a:extLst>
            </p:cNvPr>
            <p:cNvSpPr/>
            <p:nvPr/>
          </p:nvSpPr>
          <p:spPr>
            <a:xfrm>
              <a:off x="6137068" y="3392451"/>
              <a:ext cx="172226" cy="172226"/>
            </a:xfrm>
            <a:prstGeom prst="rect">
              <a:avLst/>
            </a:prstGeom>
            <a:solidFill>
              <a:schemeClr val="accent4">
                <a:alpha val="5100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310" name="矩形 30309">
              <a:extLst>
                <a:ext uri="{FF2B5EF4-FFF2-40B4-BE49-F238E27FC236}">
                  <a16:creationId xmlns:a16="http://schemas.microsoft.com/office/drawing/2014/main" id="{9C850FCA-DF72-485E-500D-DDDCBFE4B62D}"/>
                </a:ext>
              </a:extLst>
            </p:cNvPr>
            <p:cNvSpPr/>
            <p:nvPr/>
          </p:nvSpPr>
          <p:spPr>
            <a:xfrm>
              <a:off x="6309294" y="3392451"/>
              <a:ext cx="172226" cy="172226"/>
            </a:xfrm>
            <a:prstGeom prst="rect">
              <a:avLst/>
            </a:prstGeom>
            <a:solidFill>
              <a:schemeClr val="accent4">
                <a:alpha val="19974"/>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311" name="矩形 30310">
              <a:extLst>
                <a:ext uri="{FF2B5EF4-FFF2-40B4-BE49-F238E27FC236}">
                  <a16:creationId xmlns:a16="http://schemas.microsoft.com/office/drawing/2014/main" id="{B1489D1E-23E2-54B4-51A4-EC5E246B52B6}"/>
                </a:ext>
              </a:extLst>
            </p:cNvPr>
            <p:cNvSpPr/>
            <p:nvPr/>
          </p:nvSpPr>
          <p:spPr>
            <a:xfrm>
              <a:off x="6481520" y="3392451"/>
              <a:ext cx="172226" cy="172226"/>
            </a:xfrm>
            <a:prstGeom prst="rect">
              <a:avLst/>
            </a:prstGeom>
            <a:solidFill>
              <a:schemeClr val="accent4">
                <a:alpha val="16024"/>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312" name="矩形 30311">
              <a:extLst>
                <a:ext uri="{FF2B5EF4-FFF2-40B4-BE49-F238E27FC236}">
                  <a16:creationId xmlns:a16="http://schemas.microsoft.com/office/drawing/2014/main" id="{6D244D61-2B62-AE9B-856D-BF076D958836}"/>
                </a:ext>
              </a:extLst>
            </p:cNvPr>
            <p:cNvSpPr/>
            <p:nvPr/>
          </p:nvSpPr>
          <p:spPr>
            <a:xfrm>
              <a:off x="6653746" y="3392451"/>
              <a:ext cx="172226" cy="172226"/>
            </a:xfrm>
            <a:prstGeom prst="rect">
              <a:avLst/>
            </a:prstGeom>
            <a:solidFill>
              <a:schemeClr val="accent4">
                <a:alpha val="6114"/>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313" name="矩形 30312">
              <a:extLst>
                <a:ext uri="{FF2B5EF4-FFF2-40B4-BE49-F238E27FC236}">
                  <a16:creationId xmlns:a16="http://schemas.microsoft.com/office/drawing/2014/main" id="{C509D48F-5630-FE8B-25CF-6C7C8B49F34C}"/>
                </a:ext>
              </a:extLst>
            </p:cNvPr>
            <p:cNvSpPr/>
            <p:nvPr/>
          </p:nvSpPr>
          <p:spPr>
            <a:xfrm>
              <a:off x="4934143" y="3564677"/>
              <a:ext cx="172226" cy="172226"/>
            </a:xfrm>
            <a:prstGeom prst="rect">
              <a:avLst/>
            </a:prstGeom>
            <a:solidFill>
              <a:schemeClr val="accent4">
                <a:alpha val="6114"/>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314" name="矩形 30313">
              <a:extLst>
                <a:ext uri="{FF2B5EF4-FFF2-40B4-BE49-F238E27FC236}">
                  <a16:creationId xmlns:a16="http://schemas.microsoft.com/office/drawing/2014/main" id="{99CB7219-4352-B713-B982-5C8EBADB3C04}"/>
                </a:ext>
              </a:extLst>
            </p:cNvPr>
            <p:cNvSpPr/>
            <p:nvPr/>
          </p:nvSpPr>
          <p:spPr>
            <a:xfrm>
              <a:off x="5106369" y="3564677"/>
              <a:ext cx="172226" cy="172226"/>
            </a:xfrm>
            <a:prstGeom prst="rect">
              <a:avLst/>
            </a:prstGeom>
            <a:solidFill>
              <a:schemeClr val="accent4">
                <a:alpha val="16024"/>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315" name="矩形 30314">
              <a:extLst>
                <a:ext uri="{FF2B5EF4-FFF2-40B4-BE49-F238E27FC236}">
                  <a16:creationId xmlns:a16="http://schemas.microsoft.com/office/drawing/2014/main" id="{65E8B6D1-9EAB-358D-835A-8A7B3E022887}"/>
                </a:ext>
              </a:extLst>
            </p:cNvPr>
            <p:cNvSpPr/>
            <p:nvPr/>
          </p:nvSpPr>
          <p:spPr>
            <a:xfrm>
              <a:off x="5278595" y="3564677"/>
              <a:ext cx="172226" cy="172226"/>
            </a:xfrm>
            <a:prstGeom prst="rect">
              <a:avLst/>
            </a:prstGeom>
            <a:solidFill>
              <a:schemeClr val="accent4">
                <a:alpha val="19974"/>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316" name="矩形 30315">
              <a:extLst>
                <a:ext uri="{FF2B5EF4-FFF2-40B4-BE49-F238E27FC236}">
                  <a16:creationId xmlns:a16="http://schemas.microsoft.com/office/drawing/2014/main" id="{980DC0DF-7239-49D8-D935-A86D32888FD5}"/>
                </a:ext>
              </a:extLst>
            </p:cNvPr>
            <p:cNvSpPr/>
            <p:nvPr/>
          </p:nvSpPr>
          <p:spPr>
            <a:xfrm>
              <a:off x="5450821" y="3564677"/>
              <a:ext cx="172226" cy="172226"/>
            </a:xfrm>
            <a:prstGeom prst="rect">
              <a:avLst/>
            </a:prstGeom>
            <a:solidFill>
              <a:schemeClr val="accent4">
                <a:alpha val="5100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317" name="矩形 30316">
              <a:extLst>
                <a:ext uri="{FF2B5EF4-FFF2-40B4-BE49-F238E27FC236}">
                  <a16:creationId xmlns:a16="http://schemas.microsoft.com/office/drawing/2014/main" id="{22841E77-F812-008F-85B6-1D9BE6B76205}"/>
                </a:ext>
              </a:extLst>
            </p:cNvPr>
            <p:cNvSpPr/>
            <p:nvPr/>
          </p:nvSpPr>
          <p:spPr>
            <a:xfrm>
              <a:off x="5623047" y="3564677"/>
              <a:ext cx="172226" cy="172226"/>
            </a:xfrm>
            <a:prstGeom prst="rect">
              <a:avLst/>
            </a:prstGeom>
            <a:solidFill>
              <a:schemeClr val="accent4">
                <a:alpha val="56211"/>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318" name="矩形 30317">
              <a:extLst>
                <a:ext uri="{FF2B5EF4-FFF2-40B4-BE49-F238E27FC236}">
                  <a16:creationId xmlns:a16="http://schemas.microsoft.com/office/drawing/2014/main" id="{0C1D4624-0733-F6FA-1C2B-6A871C288BBF}"/>
                </a:ext>
              </a:extLst>
            </p:cNvPr>
            <p:cNvSpPr/>
            <p:nvPr/>
          </p:nvSpPr>
          <p:spPr>
            <a:xfrm>
              <a:off x="5795273" y="3564677"/>
              <a:ext cx="172226" cy="172226"/>
            </a:xfrm>
            <a:prstGeom prst="rect">
              <a:avLst/>
            </a:prstGeom>
            <a:solidFill>
              <a:schemeClr val="accent4">
                <a:alpha val="56211"/>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319" name="矩形 30318">
              <a:extLst>
                <a:ext uri="{FF2B5EF4-FFF2-40B4-BE49-F238E27FC236}">
                  <a16:creationId xmlns:a16="http://schemas.microsoft.com/office/drawing/2014/main" id="{394EA50C-907C-8C8B-C540-D090D184D890}"/>
                </a:ext>
              </a:extLst>
            </p:cNvPr>
            <p:cNvSpPr/>
            <p:nvPr/>
          </p:nvSpPr>
          <p:spPr>
            <a:xfrm>
              <a:off x="5964842" y="3564677"/>
              <a:ext cx="172226" cy="172226"/>
            </a:xfrm>
            <a:prstGeom prst="rect">
              <a:avLst/>
            </a:prstGeom>
            <a:solidFill>
              <a:schemeClr val="accent4">
                <a:alpha val="56211"/>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320" name="矩形 30319">
              <a:extLst>
                <a:ext uri="{FF2B5EF4-FFF2-40B4-BE49-F238E27FC236}">
                  <a16:creationId xmlns:a16="http://schemas.microsoft.com/office/drawing/2014/main" id="{FD4B5877-90FA-C8D0-73A6-C7B898D4E66E}"/>
                </a:ext>
              </a:extLst>
            </p:cNvPr>
            <p:cNvSpPr/>
            <p:nvPr/>
          </p:nvSpPr>
          <p:spPr>
            <a:xfrm>
              <a:off x="6137068" y="3564677"/>
              <a:ext cx="172226" cy="172226"/>
            </a:xfrm>
            <a:prstGeom prst="rect">
              <a:avLst/>
            </a:prstGeom>
            <a:solidFill>
              <a:schemeClr val="accent4">
                <a:alpha val="5100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321" name="矩形 30320">
              <a:extLst>
                <a:ext uri="{FF2B5EF4-FFF2-40B4-BE49-F238E27FC236}">
                  <a16:creationId xmlns:a16="http://schemas.microsoft.com/office/drawing/2014/main" id="{CDDBBC3F-70D2-5453-C039-2D738204D3BC}"/>
                </a:ext>
              </a:extLst>
            </p:cNvPr>
            <p:cNvSpPr/>
            <p:nvPr/>
          </p:nvSpPr>
          <p:spPr>
            <a:xfrm>
              <a:off x="6309294" y="3564677"/>
              <a:ext cx="172226" cy="172226"/>
            </a:xfrm>
            <a:prstGeom prst="rect">
              <a:avLst/>
            </a:prstGeom>
            <a:solidFill>
              <a:schemeClr val="accent4">
                <a:alpha val="19974"/>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322" name="矩形 30321">
              <a:extLst>
                <a:ext uri="{FF2B5EF4-FFF2-40B4-BE49-F238E27FC236}">
                  <a16:creationId xmlns:a16="http://schemas.microsoft.com/office/drawing/2014/main" id="{D702A75A-0416-D776-6FCC-AFF5E3797F7C}"/>
                </a:ext>
              </a:extLst>
            </p:cNvPr>
            <p:cNvSpPr/>
            <p:nvPr/>
          </p:nvSpPr>
          <p:spPr>
            <a:xfrm>
              <a:off x="6481520" y="3564677"/>
              <a:ext cx="172226" cy="172226"/>
            </a:xfrm>
            <a:prstGeom prst="rect">
              <a:avLst/>
            </a:prstGeom>
            <a:solidFill>
              <a:schemeClr val="accent4">
                <a:alpha val="16024"/>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323" name="矩形 30322">
              <a:extLst>
                <a:ext uri="{FF2B5EF4-FFF2-40B4-BE49-F238E27FC236}">
                  <a16:creationId xmlns:a16="http://schemas.microsoft.com/office/drawing/2014/main" id="{D2C4D2D3-3BD0-79F7-CF62-4C0889D3D08F}"/>
                </a:ext>
              </a:extLst>
            </p:cNvPr>
            <p:cNvSpPr/>
            <p:nvPr/>
          </p:nvSpPr>
          <p:spPr>
            <a:xfrm>
              <a:off x="6653746" y="3564677"/>
              <a:ext cx="172226" cy="172226"/>
            </a:xfrm>
            <a:prstGeom prst="rect">
              <a:avLst/>
            </a:prstGeom>
            <a:solidFill>
              <a:schemeClr val="accent4">
                <a:alpha val="6114"/>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324" name="矩形 30323">
              <a:extLst>
                <a:ext uri="{FF2B5EF4-FFF2-40B4-BE49-F238E27FC236}">
                  <a16:creationId xmlns:a16="http://schemas.microsoft.com/office/drawing/2014/main" id="{230F16EC-C7A5-30D3-4502-225818AF3289}"/>
                </a:ext>
              </a:extLst>
            </p:cNvPr>
            <p:cNvSpPr/>
            <p:nvPr/>
          </p:nvSpPr>
          <p:spPr>
            <a:xfrm>
              <a:off x="4934143" y="3736903"/>
              <a:ext cx="172226" cy="172226"/>
            </a:xfrm>
            <a:prstGeom prst="rect">
              <a:avLst/>
            </a:prstGeom>
            <a:solidFill>
              <a:schemeClr val="accent4">
                <a:alpha val="6114"/>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325" name="矩形 30324">
              <a:extLst>
                <a:ext uri="{FF2B5EF4-FFF2-40B4-BE49-F238E27FC236}">
                  <a16:creationId xmlns:a16="http://schemas.microsoft.com/office/drawing/2014/main" id="{DD16FE3D-136A-9CA1-96C0-761D4DEC50BD}"/>
                </a:ext>
              </a:extLst>
            </p:cNvPr>
            <p:cNvSpPr/>
            <p:nvPr/>
          </p:nvSpPr>
          <p:spPr>
            <a:xfrm>
              <a:off x="5106369" y="3736903"/>
              <a:ext cx="172226" cy="172226"/>
            </a:xfrm>
            <a:prstGeom prst="rect">
              <a:avLst/>
            </a:prstGeom>
            <a:solidFill>
              <a:schemeClr val="accent4">
                <a:alpha val="16024"/>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326" name="矩形 30325">
              <a:extLst>
                <a:ext uri="{FF2B5EF4-FFF2-40B4-BE49-F238E27FC236}">
                  <a16:creationId xmlns:a16="http://schemas.microsoft.com/office/drawing/2014/main" id="{5979821C-7678-2047-8D5A-D9B32EAA9C69}"/>
                </a:ext>
              </a:extLst>
            </p:cNvPr>
            <p:cNvSpPr/>
            <p:nvPr/>
          </p:nvSpPr>
          <p:spPr>
            <a:xfrm>
              <a:off x="5278595" y="3736903"/>
              <a:ext cx="172226" cy="172226"/>
            </a:xfrm>
            <a:prstGeom prst="rect">
              <a:avLst/>
            </a:prstGeom>
            <a:solidFill>
              <a:schemeClr val="accent4">
                <a:alpha val="19974"/>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327" name="矩形 30326">
              <a:extLst>
                <a:ext uri="{FF2B5EF4-FFF2-40B4-BE49-F238E27FC236}">
                  <a16:creationId xmlns:a16="http://schemas.microsoft.com/office/drawing/2014/main" id="{559DD5AA-F675-60EA-1938-20FE5CA591EC}"/>
                </a:ext>
              </a:extLst>
            </p:cNvPr>
            <p:cNvSpPr/>
            <p:nvPr/>
          </p:nvSpPr>
          <p:spPr>
            <a:xfrm>
              <a:off x="5450821" y="3736903"/>
              <a:ext cx="172226" cy="172226"/>
            </a:xfrm>
            <a:prstGeom prst="rect">
              <a:avLst/>
            </a:prstGeom>
            <a:solidFill>
              <a:schemeClr val="accent4">
                <a:alpha val="5100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328" name="矩形 30327">
              <a:extLst>
                <a:ext uri="{FF2B5EF4-FFF2-40B4-BE49-F238E27FC236}">
                  <a16:creationId xmlns:a16="http://schemas.microsoft.com/office/drawing/2014/main" id="{623A941B-F649-E364-B01E-A50BE21DCA9D}"/>
                </a:ext>
              </a:extLst>
            </p:cNvPr>
            <p:cNvSpPr/>
            <p:nvPr/>
          </p:nvSpPr>
          <p:spPr>
            <a:xfrm>
              <a:off x="5623047" y="3736903"/>
              <a:ext cx="172226" cy="172226"/>
            </a:xfrm>
            <a:prstGeom prst="rect">
              <a:avLst/>
            </a:prstGeom>
            <a:solidFill>
              <a:schemeClr val="accent4">
                <a:alpha val="5100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329" name="矩形 30328">
              <a:extLst>
                <a:ext uri="{FF2B5EF4-FFF2-40B4-BE49-F238E27FC236}">
                  <a16:creationId xmlns:a16="http://schemas.microsoft.com/office/drawing/2014/main" id="{00AD76E7-076B-4E8F-C02F-0C114D5AF6BD}"/>
                </a:ext>
              </a:extLst>
            </p:cNvPr>
            <p:cNvSpPr/>
            <p:nvPr/>
          </p:nvSpPr>
          <p:spPr>
            <a:xfrm>
              <a:off x="5795273" y="3736903"/>
              <a:ext cx="172226" cy="172226"/>
            </a:xfrm>
            <a:prstGeom prst="rect">
              <a:avLst/>
            </a:prstGeom>
            <a:solidFill>
              <a:schemeClr val="accent4">
                <a:alpha val="5100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330" name="矩形 30329">
              <a:extLst>
                <a:ext uri="{FF2B5EF4-FFF2-40B4-BE49-F238E27FC236}">
                  <a16:creationId xmlns:a16="http://schemas.microsoft.com/office/drawing/2014/main" id="{A1C72764-C9D8-1B7E-4644-41B16E293C92}"/>
                </a:ext>
              </a:extLst>
            </p:cNvPr>
            <p:cNvSpPr/>
            <p:nvPr/>
          </p:nvSpPr>
          <p:spPr>
            <a:xfrm>
              <a:off x="5964842" y="3736903"/>
              <a:ext cx="172226" cy="172226"/>
            </a:xfrm>
            <a:prstGeom prst="rect">
              <a:avLst/>
            </a:prstGeom>
            <a:solidFill>
              <a:schemeClr val="accent4">
                <a:alpha val="5100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331" name="矩形 30330">
              <a:extLst>
                <a:ext uri="{FF2B5EF4-FFF2-40B4-BE49-F238E27FC236}">
                  <a16:creationId xmlns:a16="http://schemas.microsoft.com/office/drawing/2014/main" id="{5745C860-C3D7-CABA-C31B-495369963AA4}"/>
                </a:ext>
              </a:extLst>
            </p:cNvPr>
            <p:cNvSpPr/>
            <p:nvPr/>
          </p:nvSpPr>
          <p:spPr>
            <a:xfrm>
              <a:off x="6137068" y="3736903"/>
              <a:ext cx="172226" cy="172226"/>
            </a:xfrm>
            <a:prstGeom prst="rect">
              <a:avLst/>
            </a:prstGeom>
            <a:solidFill>
              <a:schemeClr val="accent4">
                <a:alpha val="5100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332" name="矩形 30331">
              <a:extLst>
                <a:ext uri="{FF2B5EF4-FFF2-40B4-BE49-F238E27FC236}">
                  <a16:creationId xmlns:a16="http://schemas.microsoft.com/office/drawing/2014/main" id="{49085633-47C4-8681-DBC0-D938AD2AED36}"/>
                </a:ext>
              </a:extLst>
            </p:cNvPr>
            <p:cNvSpPr/>
            <p:nvPr/>
          </p:nvSpPr>
          <p:spPr>
            <a:xfrm>
              <a:off x="6309294" y="3736903"/>
              <a:ext cx="172226" cy="172226"/>
            </a:xfrm>
            <a:prstGeom prst="rect">
              <a:avLst/>
            </a:prstGeom>
            <a:solidFill>
              <a:schemeClr val="accent4">
                <a:alpha val="19974"/>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333" name="矩形 30332">
              <a:extLst>
                <a:ext uri="{FF2B5EF4-FFF2-40B4-BE49-F238E27FC236}">
                  <a16:creationId xmlns:a16="http://schemas.microsoft.com/office/drawing/2014/main" id="{987D565E-7536-0873-9DAC-BB84C9DB5C81}"/>
                </a:ext>
              </a:extLst>
            </p:cNvPr>
            <p:cNvSpPr/>
            <p:nvPr/>
          </p:nvSpPr>
          <p:spPr>
            <a:xfrm>
              <a:off x="6481520" y="3736903"/>
              <a:ext cx="172226" cy="172226"/>
            </a:xfrm>
            <a:prstGeom prst="rect">
              <a:avLst/>
            </a:prstGeom>
            <a:solidFill>
              <a:schemeClr val="accent4">
                <a:alpha val="16024"/>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334" name="矩形 30333">
              <a:extLst>
                <a:ext uri="{FF2B5EF4-FFF2-40B4-BE49-F238E27FC236}">
                  <a16:creationId xmlns:a16="http://schemas.microsoft.com/office/drawing/2014/main" id="{CCBCB564-FADD-FF0A-F7BA-2F550EE8287B}"/>
                </a:ext>
              </a:extLst>
            </p:cNvPr>
            <p:cNvSpPr/>
            <p:nvPr/>
          </p:nvSpPr>
          <p:spPr>
            <a:xfrm>
              <a:off x="6653746" y="3736903"/>
              <a:ext cx="172226" cy="172226"/>
            </a:xfrm>
            <a:prstGeom prst="rect">
              <a:avLst/>
            </a:prstGeom>
            <a:solidFill>
              <a:schemeClr val="accent4">
                <a:alpha val="6114"/>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335" name="矩形 30334">
              <a:extLst>
                <a:ext uri="{FF2B5EF4-FFF2-40B4-BE49-F238E27FC236}">
                  <a16:creationId xmlns:a16="http://schemas.microsoft.com/office/drawing/2014/main" id="{4E06A909-CA4B-EDD8-3908-AFE6279D9815}"/>
                </a:ext>
              </a:extLst>
            </p:cNvPr>
            <p:cNvSpPr/>
            <p:nvPr/>
          </p:nvSpPr>
          <p:spPr>
            <a:xfrm>
              <a:off x="4934143" y="3909129"/>
              <a:ext cx="172226" cy="172226"/>
            </a:xfrm>
            <a:prstGeom prst="rect">
              <a:avLst/>
            </a:prstGeom>
            <a:solidFill>
              <a:schemeClr val="accent4">
                <a:alpha val="6114"/>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336" name="矩形 30335">
              <a:extLst>
                <a:ext uri="{FF2B5EF4-FFF2-40B4-BE49-F238E27FC236}">
                  <a16:creationId xmlns:a16="http://schemas.microsoft.com/office/drawing/2014/main" id="{521146B5-D543-78CB-A377-FD4D3EBB8B38}"/>
                </a:ext>
              </a:extLst>
            </p:cNvPr>
            <p:cNvSpPr/>
            <p:nvPr/>
          </p:nvSpPr>
          <p:spPr>
            <a:xfrm>
              <a:off x="5106369" y="3909129"/>
              <a:ext cx="172226" cy="172226"/>
            </a:xfrm>
            <a:prstGeom prst="rect">
              <a:avLst/>
            </a:prstGeom>
            <a:solidFill>
              <a:schemeClr val="accent4">
                <a:alpha val="16024"/>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337" name="矩形 30336">
              <a:extLst>
                <a:ext uri="{FF2B5EF4-FFF2-40B4-BE49-F238E27FC236}">
                  <a16:creationId xmlns:a16="http://schemas.microsoft.com/office/drawing/2014/main" id="{56B40AC8-6B9B-5C4C-1FB0-822270AF9CCA}"/>
                </a:ext>
              </a:extLst>
            </p:cNvPr>
            <p:cNvSpPr/>
            <p:nvPr/>
          </p:nvSpPr>
          <p:spPr>
            <a:xfrm>
              <a:off x="5278595" y="3909129"/>
              <a:ext cx="172226" cy="172226"/>
            </a:xfrm>
            <a:prstGeom prst="rect">
              <a:avLst/>
            </a:prstGeom>
            <a:solidFill>
              <a:schemeClr val="accent4">
                <a:alpha val="19974"/>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338" name="矩形 30337">
              <a:extLst>
                <a:ext uri="{FF2B5EF4-FFF2-40B4-BE49-F238E27FC236}">
                  <a16:creationId xmlns:a16="http://schemas.microsoft.com/office/drawing/2014/main" id="{A4DE91CB-B22F-A047-4BDF-8FD2ABF0560B}"/>
                </a:ext>
              </a:extLst>
            </p:cNvPr>
            <p:cNvSpPr/>
            <p:nvPr/>
          </p:nvSpPr>
          <p:spPr>
            <a:xfrm>
              <a:off x="5450821" y="3909129"/>
              <a:ext cx="172226" cy="172226"/>
            </a:xfrm>
            <a:prstGeom prst="rect">
              <a:avLst/>
            </a:prstGeom>
            <a:solidFill>
              <a:schemeClr val="accent4">
                <a:alpha val="55951"/>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339" name="矩形 30338">
              <a:extLst>
                <a:ext uri="{FF2B5EF4-FFF2-40B4-BE49-F238E27FC236}">
                  <a16:creationId xmlns:a16="http://schemas.microsoft.com/office/drawing/2014/main" id="{D6BC7F06-4738-D658-C11A-13A1F84D57D4}"/>
                </a:ext>
              </a:extLst>
            </p:cNvPr>
            <p:cNvSpPr/>
            <p:nvPr/>
          </p:nvSpPr>
          <p:spPr>
            <a:xfrm>
              <a:off x="5623047" y="3909129"/>
              <a:ext cx="172226" cy="172226"/>
            </a:xfrm>
            <a:prstGeom prst="rect">
              <a:avLst/>
            </a:prstGeom>
            <a:solidFill>
              <a:schemeClr val="accent4">
                <a:alpha val="55951"/>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340" name="矩形 30339">
              <a:extLst>
                <a:ext uri="{FF2B5EF4-FFF2-40B4-BE49-F238E27FC236}">
                  <a16:creationId xmlns:a16="http://schemas.microsoft.com/office/drawing/2014/main" id="{EFBD674F-FC80-8343-5272-E2188610B09C}"/>
                </a:ext>
              </a:extLst>
            </p:cNvPr>
            <p:cNvSpPr/>
            <p:nvPr/>
          </p:nvSpPr>
          <p:spPr>
            <a:xfrm>
              <a:off x="5795273" y="3909129"/>
              <a:ext cx="172226" cy="172226"/>
            </a:xfrm>
            <a:prstGeom prst="rect">
              <a:avLst/>
            </a:prstGeom>
            <a:solidFill>
              <a:schemeClr val="accent4">
                <a:alpha val="55951"/>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341" name="矩形 30340">
              <a:extLst>
                <a:ext uri="{FF2B5EF4-FFF2-40B4-BE49-F238E27FC236}">
                  <a16:creationId xmlns:a16="http://schemas.microsoft.com/office/drawing/2014/main" id="{E2F23D0C-7E0D-0D4D-108B-6EEFC9B9E969}"/>
                </a:ext>
              </a:extLst>
            </p:cNvPr>
            <p:cNvSpPr/>
            <p:nvPr/>
          </p:nvSpPr>
          <p:spPr>
            <a:xfrm>
              <a:off x="5964842" y="3909129"/>
              <a:ext cx="172226" cy="172226"/>
            </a:xfrm>
            <a:prstGeom prst="rect">
              <a:avLst/>
            </a:prstGeom>
            <a:solidFill>
              <a:schemeClr val="accent4">
                <a:alpha val="55951"/>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342" name="矩形 30341">
              <a:extLst>
                <a:ext uri="{FF2B5EF4-FFF2-40B4-BE49-F238E27FC236}">
                  <a16:creationId xmlns:a16="http://schemas.microsoft.com/office/drawing/2014/main" id="{6503D038-FCB7-A74E-C16E-F8FEC6757DB4}"/>
                </a:ext>
              </a:extLst>
            </p:cNvPr>
            <p:cNvSpPr/>
            <p:nvPr/>
          </p:nvSpPr>
          <p:spPr>
            <a:xfrm>
              <a:off x="6137068" y="3909129"/>
              <a:ext cx="172226" cy="172226"/>
            </a:xfrm>
            <a:prstGeom prst="rect">
              <a:avLst/>
            </a:prstGeom>
            <a:solidFill>
              <a:schemeClr val="accent4">
                <a:alpha val="55951"/>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343" name="矩形 30342">
              <a:extLst>
                <a:ext uri="{FF2B5EF4-FFF2-40B4-BE49-F238E27FC236}">
                  <a16:creationId xmlns:a16="http://schemas.microsoft.com/office/drawing/2014/main" id="{3584848D-EB4E-6380-708B-32C0060A0D64}"/>
                </a:ext>
              </a:extLst>
            </p:cNvPr>
            <p:cNvSpPr/>
            <p:nvPr/>
          </p:nvSpPr>
          <p:spPr>
            <a:xfrm>
              <a:off x="6309294" y="3909129"/>
              <a:ext cx="172226" cy="172226"/>
            </a:xfrm>
            <a:prstGeom prst="rect">
              <a:avLst/>
            </a:prstGeom>
            <a:solidFill>
              <a:schemeClr val="accent4">
                <a:alpha val="19974"/>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344" name="矩形 30343">
              <a:extLst>
                <a:ext uri="{FF2B5EF4-FFF2-40B4-BE49-F238E27FC236}">
                  <a16:creationId xmlns:a16="http://schemas.microsoft.com/office/drawing/2014/main" id="{DF86D825-F352-8A57-E842-D05B980C8850}"/>
                </a:ext>
              </a:extLst>
            </p:cNvPr>
            <p:cNvSpPr/>
            <p:nvPr/>
          </p:nvSpPr>
          <p:spPr>
            <a:xfrm>
              <a:off x="6481520" y="3909129"/>
              <a:ext cx="172226" cy="172226"/>
            </a:xfrm>
            <a:prstGeom prst="rect">
              <a:avLst/>
            </a:prstGeom>
            <a:solidFill>
              <a:schemeClr val="accent4">
                <a:alpha val="16024"/>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345" name="矩形 30344">
              <a:extLst>
                <a:ext uri="{FF2B5EF4-FFF2-40B4-BE49-F238E27FC236}">
                  <a16:creationId xmlns:a16="http://schemas.microsoft.com/office/drawing/2014/main" id="{FE1A4C2F-2959-E871-A2AA-06BBA58F3FEC}"/>
                </a:ext>
              </a:extLst>
            </p:cNvPr>
            <p:cNvSpPr/>
            <p:nvPr/>
          </p:nvSpPr>
          <p:spPr>
            <a:xfrm>
              <a:off x="6653746" y="3909129"/>
              <a:ext cx="172226" cy="172226"/>
            </a:xfrm>
            <a:prstGeom prst="rect">
              <a:avLst/>
            </a:prstGeom>
            <a:solidFill>
              <a:schemeClr val="accent4">
                <a:alpha val="6114"/>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346" name="矩形 30345">
              <a:extLst>
                <a:ext uri="{FF2B5EF4-FFF2-40B4-BE49-F238E27FC236}">
                  <a16:creationId xmlns:a16="http://schemas.microsoft.com/office/drawing/2014/main" id="{0C8DB3A0-D68B-A164-0C5F-6A1C03660823}"/>
                </a:ext>
              </a:extLst>
            </p:cNvPr>
            <p:cNvSpPr/>
            <p:nvPr/>
          </p:nvSpPr>
          <p:spPr>
            <a:xfrm>
              <a:off x="4934143" y="4081355"/>
              <a:ext cx="172226" cy="172226"/>
            </a:xfrm>
            <a:prstGeom prst="rect">
              <a:avLst/>
            </a:prstGeom>
            <a:solidFill>
              <a:schemeClr val="accent4">
                <a:alpha val="6114"/>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347" name="矩形 30346">
              <a:extLst>
                <a:ext uri="{FF2B5EF4-FFF2-40B4-BE49-F238E27FC236}">
                  <a16:creationId xmlns:a16="http://schemas.microsoft.com/office/drawing/2014/main" id="{BCB66BD0-9FD3-FB38-D5A1-2E1A8F2A9803}"/>
                </a:ext>
              </a:extLst>
            </p:cNvPr>
            <p:cNvSpPr/>
            <p:nvPr/>
          </p:nvSpPr>
          <p:spPr>
            <a:xfrm>
              <a:off x="5106369" y="4081355"/>
              <a:ext cx="172226" cy="172226"/>
            </a:xfrm>
            <a:prstGeom prst="rect">
              <a:avLst/>
            </a:prstGeom>
            <a:solidFill>
              <a:schemeClr val="accent4">
                <a:alpha val="16024"/>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348" name="矩形 30347">
              <a:extLst>
                <a:ext uri="{FF2B5EF4-FFF2-40B4-BE49-F238E27FC236}">
                  <a16:creationId xmlns:a16="http://schemas.microsoft.com/office/drawing/2014/main" id="{B18D3227-4633-6EA6-ADF9-C83B779E0351}"/>
                </a:ext>
              </a:extLst>
            </p:cNvPr>
            <p:cNvSpPr/>
            <p:nvPr/>
          </p:nvSpPr>
          <p:spPr>
            <a:xfrm>
              <a:off x="5278595" y="4081355"/>
              <a:ext cx="172226" cy="172226"/>
            </a:xfrm>
            <a:prstGeom prst="rect">
              <a:avLst/>
            </a:prstGeom>
            <a:solidFill>
              <a:schemeClr val="accent4">
                <a:alpha val="16024"/>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349" name="矩形 30348">
              <a:extLst>
                <a:ext uri="{FF2B5EF4-FFF2-40B4-BE49-F238E27FC236}">
                  <a16:creationId xmlns:a16="http://schemas.microsoft.com/office/drawing/2014/main" id="{72CB505B-C947-5376-D84B-F8EFD33C8D32}"/>
                </a:ext>
              </a:extLst>
            </p:cNvPr>
            <p:cNvSpPr/>
            <p:nvPr/>
          </p:nvSpPr>
          <p:spPr>
            <a:xfrm>
              <a:off x="5450821" y="4081355"/>
              <a:ext cx="172226" cy="172226"/>
            </a:xfrm>
            <a:prstGeom prst="rect">
              <a:avLst/>
            </a:prstGeom>
            <a:solidFill>
              <a:schemeClr val="accent4">
                <a:alpha val="55951"/>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350" name="矩形 30349">
              <a:extLst>
                <a:ext uri="{FF2B5EF4-FFF2-40B4-BE49-F238E27FC236}">
                  <a16:creationId xmlns:a16="http://schemas.microsoft.com/office/drawing/2014/main" id="{A56F07D2-F9CD-FBCA-6A6C-5A4BE0BB16BD}"/>
                </a:ext>
              </a:extLst>
            </p:cNvPr>
            <p:cNvSpPr/>
            <p:nvPr/>
          </p:nvSpPr>
          <p:spPr>
            <a:xfrm>
              <a:off x="5623047" y="4081355"/>
              <a:ext cx="172226" cy="172226"/>
            </a:xfrm>
            <a:prstGeom prst="rect">
              <a:avLst/>
            </a:prstGeom>
            <a:solidFill>
              <a:schemeClr val="accent4">
                <a:alpha val="55951"/>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351" name="矩形 30350">
              <a:extLst>
                <a:ext uri="{FF2B5EF4-FFF2-40B4-BE49-F238E27FC236}">
                  <a16:creationId xmlns:a16="http://schemas.microsoft.com/office/drawing/2014/main" id="{261D142B-D419-673D-FB64-2E76B5909E87}"/>
                </a:ext>
              </a:extLst>
            </p:cNvPr>
            <p:cNvSpPr/>
            <p:nvPr/>
          </p:nvSpPr>
          <p:spPr>
            <a:xfrm>
              <a:off x="5795273" y="4081355"/>
              <a:ext cx="172226" cy="172226"/>
            </a:xfrm>
            <a:prstGeom prst="rect">
              <a:avLst/>
            </a:prstGeom>
            <a:solidFill>
              <a:schemeClr val="accent4">
                <a:alpha val="55951"/>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352" name="矩形 30351">
              <a:extLst>
                <a:ext uri="{FF2B5EF4-FFF2-40B4-BE49-F238E27FC236}">
                  <a16:creationId xmlns:a16="http://schemas.microsoft.com/office/drawing/2014/main" id="{FAC32221-4FD5-394D-8309-4FD03F5D243F}"/>
                </a:ext>
              </a:extLst>
            </p:cNvPr>
            <p:cNvSpPr/>
            <p:nvPr/>
          </p:nvSpPr>
          <p:spPr>
            <a:xfrm>
              <a:off x="5964842" y="4081355"/>
              <a:ext cx="172226" cy="172226"/>
            </a:xfrm>
            <a:prstGeom prst="rect">
              <a:avLst/>
            </a:prstGeom>
            <a:solidFill>
              <a:schemeClr val="accent4">
                <a:alpha val="55951"/>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353" name="矩形 30352">
              <a:extLst>
                <a:ext uri="{FF2B5EF4-FFF2-40B4-BE49-F238E27FC236}">
                  <a16:creationId xmlns:a16="http://schemas.microsoft.com/office/drawing/2014/main" id="{F11D7EF7-31F5-A713-5BAC-A59D0E88B41C}"/>
                </a:ext>
              </a:extLst>
            </p:cNvPr>
            <p:cNvSpPr/>
            <p:nvPr/>
          </p:nvSpPr>
          <p:spPr>
            <a:xfrm>
              <a:off x="6137068" y="4081355"/>
              <a:ext cx="172226" cy="172226"/>
            </a:xfrm>
            <a:prstGeom prst="rect">
              <a:avLst/>
            </a:prstGeom>
            <a:solidFill>
              <a:schemeClr val="accent4">
                <a:alpha val="55951"/>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354" name="矩形 30353">
              <a:extLst>
                <a:ext uri="{FF2B5EF4-FFF2-40B4-BE49-F238E27FC236}">
                  <a16:creationId xmlns:a16="http://schemas.microsoft.com/office/drawing/2014/main" id="{CE164EA3-6943-44CA-F5D8-F3B8A4B6E955}"/>
                </a:ext>
              </a:extLst>
            </p:cNvPr>
            <p:cNvSpPr/>
            <p:nvPr/>
          </p:nvSpPr>
          <p:spPr>
            <a:xfrm>
              <a:off x="6309294" y="4081355"/>
              <a:ext cx="172226" cy="172226"/>
            </a:xfrm>
            <a:prstGeom prst="rect">
              <a:avLst/>
            </a:prstGeom>
            <a:solidFill>
              <a:schemeClr val="accent4">
                <a:alpha val="16024"/>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355" name="矩形 30354">
              <a:extLst>
                <a:ext uri="{FF2B5EF4-FFF2-40B4-BE49-F238E27FC236}">
                  <a16:creationId xmlns:a16="http://schemas.microsoft.com/office/drawing/2014/main" id="{36508A4E-7079-6351-EE08-EA7ED33D5942}"/>
                </a:ext>
              </a:extLst>
            </p:cNvPr>
            <p:cNvSpPr/>
            <p:nvPr/>
          </p:nvSpPr>
          <p:spPr>
            <a:xfrm>
              <a:off x="6481520" y="4081355"/>
              <a:ext cx="172226" cy="172226"/>
            </a:xfrm>
            <a:prstGeom prst="rect">
              <a:avLst/>
            </a:prstGeom>
            <a:solidFill>
              <a:schemeClr val="accent4">
                <a:alpha val="16024"/>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356" name="矩形 30355">
              <a:extLst>
                <a:ext uri="{FF2B5EF4-FFF2-40B4-BE49-F238E27FC236}">
                  <a16:creationId xmlns:a16="http://schemas.microsoft.com/office/drawing/2014/main" id="{0F6BDF10-8136-1E9E-3ADE-FED80FB7AAE6}"/>
                </a:ext>
              </a:extLst>
            </p:cNvPr>
            <p:cNvSpPr/>
            <p:nvPr/>
          </p:nvSpPr>
          <p:spPr>
            <a:xfrm>
              <a:off x="6653746" y="4081355"/>
              <a:ext cx="172226" cy="172226"/>
            </a:xfrm>
            <a:prstGeom prst="rect">
              <a:avLst/>
            </a:prstGeom>
            <a:solidFill>
              <a:schemeClr val="accent4">
                <a:alpha val="6114"/>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357" name="矩形 30356">
              <a:extLst>
                <a:ext uri="{FF2B5EF4-FFF2-40B4-BE49-F238E27FC236}">
                  <a16:creationId xmlns:a16="http://schemas.microsoft.com/office/drawing/2014/main" id="{76A5A776-E4FB-639F-C37C-168F0B8CE4D9}"/>
                </a:ext>
              </a:extLst>
            </p:cNvPr>
            <p:cNvSpPr/>
            <p:nvPr/>
          </p:nvSpPr>
          <p:spPr>
            <a:xfrm>
              <a:off x="4934143" y="4253581"/>
              <a:ext cx="172226" cy="172226"/>
            </a:xfrm>
            <a:prstGeom prst="rect">
              <a:avLst/>
            </a:prstGeom>
            <a:solidFill>
              <a:schemeClr val="accent4">
                <a:alpha val="6114"/>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358" name="矩形 30357">
              <a:extLst>
                <a:ext uri="{FF2B5EF4-FFF2-40B4-BE49-F238E27FC236}">
                  <a16:creationId xmlns:a16="http://schemas.microsoft.com/office/drawing/2014/main" id="{D7DB1855-C6A9-7841-1DDA-DFC14F034B6A}"/>
                </a:ext>
              </a:extLst>
            </p:cNvPr>
            <p:cNvSpPr/>
            <p:nvPr/>
          </p:nvSpPr>
          <p:spPr>
            <a:xfrm>
              <a:off x="5106369" y="4253581"/>
              <a:ext cx="172226" cy="172226"/>
            </a:xfrm>
            <a:prstGeom prst="rect">
              <a:avLst/>
            </a:prstGeom>
            <a:solidFill>
              <a:schemeClr val="accent4">
                <a:alpha val="15969"/>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359" name="矩形 30358">
              <a:extLst>
                <a:ext uri="{FF2B5EF4-FFF2-40B4-BE49-F238E27FC236}">
                  <a16:creationId xmlns:a16="http://schemas.microsoft.com/office/drawing/2014/main" id="{31D8A9E3-D229-AF69-D8FE-7699D038DD80}"/>
                </a:ext>
              </a:extLst>
            </p:cNvPr>
            <p:cNvSpPr/>
            <p:nvPr/>
          </p:nvSpPr>
          <p:spPr>
            <a:xfrm>
              <a:off x="5278595" y="4253581"/>
              <a:ext cx="172226" cy="172226"/>
            </a:xfrm>
            <a:prstGeom prst="rect">
              <a:avLst/>
            </a:prstGeom>
            <a:solidFill>
              <a:schemeClr val="accent4">
                <a:alpha val="1600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360" name="矩形 30359">
              <a:extLst>
                <a:ext uri="{FF2B5EF4-FFF2-40B4-BE49-F238E27FC236}">
                  <a16:creationId xmlns:a16="http://schemas.microsoft.com/office/drawing/2014/main" id="{854C35A0-D1F6-D320-BBF9-B3922C133105}"/>
                </a:ext>
              </a:extLst>
            </p:cNvPr>
            <p:cNvSpPr/>
            <p:nvPr/>
          </p:nvSpPr>
          <p:spPr>
            <a:xfrm>
              <a:off x="5450821" y="4253581"/>
              <a:ext cx="172226" cy="172226"/>
            </a:xfrm>
            <a:prstGeom prst="rect">
              <a:avLst/>
            </a:prstGeom>
            <a:solidFill>
              <a:schemeClr val="accent4">
                <a:alpha val="55951"/>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361" name="矩形 30360">
              <a:extLst>
                <a:ext uri="{FF2B5EF4-FFF2-40B4-BE49-F238E27FC236}">
                  <a16:creationId xmlns:a16="http://schemas.microsoft.com/office/drawing/2014/main" id="{C5C0FD84-D69A-B723-F625-7426E4D48ED8}"/>
                </a:ext>
              </a:extLst>
            </p:cNvPr>
            <p:cNvSpPr/>
            <p:nvPr/>
          </p:nvSpPr>
          <p:spPr>
            <a:xfrm>
              <a:off x="5623047" y="4253581"/>
              <a:ext cx="172226" cy="172226"/>
            </a:xfrm>
            <a:prstGeom prst="rect">
              <a:avLst/>
            </a:prstGeom>
            <a:solidFill>
              <a:schemeClr val="accent4">
                <a:alpha val="55951"/>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362" name="矩形 30361">
              <a:extLst>
                <a:ext uri="{FF2B5EF4-FFF2-40B4-BE49-F238E27FC236}">
                  <a16:creationId xmlns:a16="http://schemas.microsoft.com/office/drawing/2014/main" id="{0DD7C7B9-8497-EC56-FAB9-F43D1FA7B806}"/>
                </a:ext>
              </a:extLst>
            </p:cNvPr>
            <p:cNvSpPr/>
            <p:nvPr/>
          </p:nvSpPr>
          <p:spPr>
            <a:xfrm>
              <a:off x="5795273" y="4253581"/>
              <a:ext cx="172226" cy="172226"/>
            </a:xfrm>
            <a:prstGeom prst="rect">
              <a:avLst/>
            </a:prstGeom>
            <a:solidFill>
              <a:schemeClr val="accent4">
                <a:alpha val="55951"/>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363" name="矩形 30362">
              <a:extLst>
                <a:ext uri="{FF2B5EF4-FFF2-40B4-BE49-F238E27FC236}">
                  <a16:creationId xmlns:a16="http://schemas.microsoft.com/office/drawing/2014/main" id="{FFD04731-4213-FEA5-6AB3-250A79733910}"/>
                </a:ext>
              </a:extLst>
            </p:cNvPr>
            <p:cNvSpPr/>
            <p:nvPr/>
          </p:nvSpPr>
          <p:spPr>
            <a:xfrm>
              <a:off x="5964842" y="4253581"/>
              <a:ext cx="172226" cy="172226"/>
            </a:xfrm>
            <a:prstGeom prst="rect">
              <a:avLst/>
            </a:prstGeom>
            <a:solidFill>
              <a:schemeClr val="accent4">
                <a:alpha val="55951"/>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364" name="矩形 30363">
              <a:extLst>
                <a:ext uri="{FF2B5EF4-FFF2-40B4-BE49-F238E27FC236}">
                  <a16:creationId xmlns:a16="http://schemas.microsoft.com/office/drawing/2014/main" id="{14F2C1DB-A793-9163-4892-EE7D4FFFB24A}"/>
                </a:ext>
              </a:extLst>
            </p:cNvPr>
            <p:cNvSpPr/>
            <p:nvPr/>
          </p:nvSpPr>
          <p:spPr>
            <a:xfrm>
              <a:off x="6137068" y="4253581"/>
              <a:ext cx="172226" cy="172226"/>
            </a:xfrm>
            <a:prstGeom prst="rect">
              <a:avLst/>
            </a:prstGeom>
            <a:solidFill>
              <a:schemeClr val="accent4">
                <a:alpha val="55951"/>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365" name="矩形 30364">
              <a:extLst>
                <a:ext uri="{FF2B5EF4-FFF2-40B4-BE49-F238E27FC236}">
                  <a16:creationId xmlns:a16="http://schemas.microsoft.com/office/drawing/2014/main" id="{FBF79544-1E1A-990B-B2E5-A924FBB8A09C}"/>
                </a:ext>
              </a:extLst>
            </p:cNvPr>
            <p:cNvSpPr/>
            <p:nvPr/>
          </p:nvSpPr>
          <p:spPr>
            <a:xfrm>
              <a:off x="6309294" y="4253581"/>
              <a:ext cx="172226" cy="172226"/>
            </a:xfrm>
            <a:prstGeom prst="rect">
              <a:avLst/>
            </a:prstGeom>
            <a:solidFill>
              <a:schemeClr val="accent4">
                <a:alpha val="1600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366" name="矩形 30365">
              <a:extLst>
                <a:ext uri="{FF2B5EF4-FFF2-40B4-BE49-F238E27FC236}">
                  <a16:creationId xmlns:a16="http://schemas.microsoft.com/office/drawing/2014/main" id="{1EF25404-71B2-1EBE-85A1-255FC012752A}"/>
                </a:ext>
              </a:extLst>
            </p:cNvPr>
            <p:cNvSpPr/>
            <p:nvPr/>
          </p:nvSpPr>
          <p:spPr>
            <a:xfrm>
              <a:off x="6481520" y="4253581"/>
              <a:ext cx="172226" cy="172226"/>
            </a:xfrm>
            <a:prstGeom prst="rect">
              <a:avLst/>
            </a:prstGeom>
            <a:solidFill>
              <a:schemeClr val="accent4">
                <a:alpha val="15969"/>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367" name="矩形 30366">
              <a:extLst>
                <a:ext uri="{FF2B5EF4-FFF2-40B4-BE49-F238E27FC236}">
                  <a16:creationId xmlns:a16="http://schemas.microsoft.com/office/drawing/2014/main" id="{AA4146D0-D44A-FAC2-A19C-DD0AA13E798C}"/>
                </a:ext>
              </a:extLst>
            </p:cNvPr>
            <p:cNvSpPr/>
            <p:nvPr/>
          </p:nvSpPr>
          <p:spPr>
            <a:xfrm>
              <a:off x="6653746" y="4253581"/>
              <a:ext cx="172226" cy="172226"/>
            </a:xfrm>
            <a:prstGeom prst="rect">
              <a:avLst/>
            </a:prstGeom>
            <a:solidFill>
              <a:schemeClr val="accent4">
                <a:alpha val="6114"/>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368" name="矩形 30367">
              <a:extLst>
                <a:ext uri="{FF2B5EF4-FFF2-40B4-BE49-F238E27FC236}">
                  <a16:creationId xmlns:a16="http://schemas.microsoft.com/office/drawing/2014/main" id="{D417147B-2FF9-51D3-40A7-4D5B61A9AE7D}"/>
                </a:ext>
              </a:extLst>
            </p:cNvPr>
            <p:cNvSpPr/>
            <p:nvPr/>
          </p:nvSpPr>
          <p:spPr>
            <a:xfrm>
              <a:off x="6825972" y="4253581"/>
              <a:ext cx="172226" cy="172226"/>
            </a:xfrm>
            <a:prstGeom prst="rect">
              <a:avLst/>
            </a:prstGeom>
            <a:solidFill>
              <a:schemeClr val="bg1"/>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5" name="标题 4">
            <a:extLst>
              <a:ext uri="{FF2B5EF4-FFF2-40B4-BE49-F238E27FC236}">
                <a16:creationId xmlns:a16="http://schemas.microsoft.com/office/drawing/2014/main" id="{94AD2C57-F265-8B0A-6998-D09748D5B04C}"/>
              </a:ext>
            </a:extLst>
          </p:cNvPr>
          <p:cNvSpPr>
            <a:spLocks noGrp="1"/>
          </p:cNvSpPr>
          <p:nvPr>
            <p:ph type="title"/>
          </p:nvPr>
        </p:nvSpPr>
        <p:spPr>
          <a:xfrm>
            <a:off x="628649" y="559420"/>
            <a:ext cx="7732925" cy="630335"/>
          </a:xfrm>
        </p:spPr>
        <p:txBody>
          <a:bodyPr/>
          <a:lstStyle/>
          <a:p>
            <a:r>
              <a:rPr lang="en-GB" altLang="zh-CN" b="0" dirty="0"/>
              <a:t>Example: Bayes Filter on a Grid </a:t>
            </a:r>
          </a:p>
        </p:txBody>
      </p:sp>
      <p:sp>
        <p:nvSpPr>
          <p:cNvPr id="7" name="文本占位符 6">
            <a:extLst>
              <a:ext uri="{FF2B5EF4-FFF2-40B4-BE49-F238E27FC236}">
                <a16:creationId xmlns:a16="http://schemas.microsoft.com/office/drawing/2014/main" id="{41E7D224-33C4-102F-2F66-ECDA152FA40B}"/>
              </a:ext>
            </a:extLst>
          </p:cNvPr>
          <p:cNvSpPr>
            <a:spLocks noGrp="1"/>
          </p:cNvSpPr>
          <p:nvPr>
            <p:ph type="body" sz="quarter" idx="10"/>
          </p:nvPr>
        </p:nvSpPr>
        <p:spPr>
          <a:xfrm>
            <a:off x="628650" y="1465264"/>
            <a:ext cx="7732713" cy="630238"/>
          </a:xfrm>
        </p:spPr>
        <p:txBody>
          <a:bodyPr/>
          <a:lstStyle/>
          <a:p>
            <a:r>
              <a:rPr lang="en-GB" altLang="zh-CN" dirty="0"/>
              <a:t>The robot now moves. As soon as the robot encounters the wall, the perception update bumps up the likelihood to be higher in grid cells near walls.</a:t>
            </a:r>
          </a:p>
        </p:txBody>
      </p:sp>
      <p:sp>
        <p:nvSpPr>
          <p:cNvPr id="81" name="矩形 80">
            <a:extLst>
              <a:ext uri="{FF2B5EF4-FFF2-40B4-BE49-F238E27FC236}">
                <a16:creationId xmlns:a16="http://schemas.microsoft.com/office/drawing/2014/main" id="{FA86B625-9340-3712-E028-F7226DE97150}"/>
              </a:ext>
            </a:extLst>
          </p:cNvPr>
          <p:cNvSpPr/>
          <p:nvPr/>
        </p:nvSpPr>
        <p:spPr>
          <a:xfrm>
            <a:off x="1380763" y="2186869"/>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2" name="矩形 81">
            <a:extLst>
              <a:ext uri="{FF2B5EF4-FFF2-40B4-BE49-F238E27FC236}">
                <a16:creationId xmlns:a16="http://schemas.microsoft.com/office/drawing/2014/main" id="{7D5B5B73-9561-7327-FACE-2C1A844B5DC4}"/>
              </a:ext>
            </a:extLst>
          </p:cNvPr>
          <p:cNvSpPr/>
          <p:nvPr/>
        </p:nvSpPr>
        <p:spPr>
          <a:xfrm>
            <a:off x="1552989" y="2186869"/>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3" name="矩形 82">
            <a:extLst>
              <a:ext uri="{FF2B5EF4-FFF2-40B4-BE49-F238E27FC236}">
                <a16:creationId xmlns:a16="http://schemas.microsoft.com/office/drawing/2014/main" id="{D8EB9593-ADB5-C7A7-4EA6-5948BF59BC00}"/>
              </a:ext>
            </a:extLst>
          </p:cNvPr>
          <p:cNvSpPr/>
          <p:nvPr/>
        </p:nvSpPr>
        <p:spPr>
          <a:xfrm>
            <a:off x="1725215" y="2186869"/>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4" name="矩形 83">
            <a:extLst>
              <a:ext uri="{FF2B5EF4-FFF2-40B4-BE49-F238E27FC236}">
                <a16:creationId xmlns:a16="http://schemas.microsoft.com/office/drawing/2014/main" id="{8FFA145A-97D6-DE13-07F2-83720D6FBF88}"/>
              </a:ext>
            </a:extLst>
          </p:cNvPr>
          <p:cNvSpPr/>
          <p:nvPr/>
        </p:nvSpPr>
        <p:spPr>
          <a:xfrm>
            <a:off x="1897441" y="2186869"/>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5" name="矩形 84">
            <a:extLst>
              <a:ext uri="{FF2B5EF4-FFF2-40B4-BE49-F238E27FC236}">
                <a16:creationId xmlns:a16="http://schemas.microsoft.com/office/drawing/2014/main" id="{6AE309C4-3425-B6DF-0563-35ACD5C9477B}"/>
              </a:ext>
            </a:extLst>
          </p:cNvPr>
          <p:cNvSpPr/>
          <p:nvPr/>
        </p:nvSpPr>
        <p:spPr>
          <a:xfrm>
            <a:off x="2069667" y="2186869"/>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6" name="矩形 85">
            <a:extLst>
              <a:ext uri="{FF2B5EF4-FFF2-40B4-BE49-F238E27FC236}">
                <a16:creationId xmlns:a16="http://schemas.microsoft.com/office/drawing/2014/main" id="{31816598-AA46-66D1-6E7E-0CAB5CFB4A92}"/>
              </a:ext>
            </a:extLst>
          </p:cNvPr>
          <p:cNvSpPr/>
          <p:nvPr/>
        </p:nvSpPr>
        <p:spPr>
          <a:xfrm>
            <a:off x="2241893" y="2186869"/>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7" name="矩形 86">
            <a:extLst>
              <a:ext uri="{FF2B5EF4-FFF2-40B4-BE49-F238E27FC236}">
                <a16:creationId xmlns:a16="http://schemas.microsoft.com/office/drawing/2014/main" id="{15FA27C9-E27B-D651-0702-0B9F3B475F83}"/>
              </a:ext>
            </a:extLst>
          </p:cNvPr>
          <p:cNvSpPr/>
          <p:nvPr/>
        </p:nvSpPr>
        <p:spPr>
          <a:xfrm>
            <a:off x="2414119" y="2186869"/>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8" name="矩形 87">
            <a:extLst>
              <a:ext uri="{FF2B5EF4-FFF2-40B4-BE49-F238E27FC236}">
                <a16:creationId xmlns:a16="http://schemas.microsoft.com/office/drawing/2014/main" id="{ECA1A14C-BE49-D730-B31B-81784EEDAF8E}"/>
              </a:ext>
            </a:extLst>
          </p:cNvPr>
          <p:cNvSpPr/>
          <p:nvPr/>
        </p:nvSpPr>
        <p:spPr>
          <a:xfrm>
            <a:off x="2583688" y="2186869"/>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9" name="矩形 88">
            <a:extLst>
              <a:ext uri="{FF2B5EF4-FFF2-40B4-BE49-F238E27FC236}">
                <a16:creationId xmlns:a16="http://schemas.microsoft.com/office/drawing/2014/main" id="{DD61CAF2-B030-7EC4-1E85-EFA778307B9D}"/>
              </a:ext>
            </a:extLst>
          </p:cNvPr>
          <p:cNvSpPr/>
          <p:nvPr/>
        </p:nvSpPr>
        <p:spPr>
          <a:xfrm>
            <a:off x="2755914" y="2186869"/>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0" name="矩形 89">
            <a:extLst>
              <a:ext uri="{FF2B5EF4-FFF2-40B4-BE49-F238E27FC236}">
                <a16:creationId xmlns:a16="http://schemas.microsoft.com/office/drawing/2014/main" id="{77D275B5-1DFE-D621-53C9-2DE25D0DCC26}"/>
              </a:ext>
            </a:extLst>
          </p:cNvPr>
          <p:cNvSpPr/>
          <p:nvPr/>
        </p:nvSpPr>
        <p:spPr>
          <a:xfrm>
            <a:off x="2928140" y="2186869"/>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1" name="矩形 90">
            <a:extLst>
              <a:ext uri="{FF2B5EF4-FFF2-40B4-BE49-F238E27FC236}">
                <a16:creationId xmlns:a16="http://schemas.microsoft.com/office/drawing/2014/main" id="{638F48B6-1106-9B44-C3AA-6B4F759E82FA}"/>
              </a:ext>
            </a:extLst>
          </p:cNvPr>
          <p:cNvSpPr/>
          <p:nvPr/>
        </p:nvSpPr>
        <p:spPr>
          <a:xfrm>
            <a:off x="3100366" y="2186869"/>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2" name="矩形 91">
            <a:extLst>
              <a:ext uri="{FF2B5EF4-FFF2-40B4-BE49-F238E27FC236}">
                <a16:creationId xmlns:a16="http://schemas.microsoft.com/office/drawing/2014/main" id="{DDA7C2A5-DCEE-E3D8-3197-1F0B79A39213}"/>
              </a:ext>
            </a:extLst>
          </p:cNvPr>
          <p:cNvSpPr/>
          <p:nvPr/>
        </p:nvSpPr>
        <p:spPr>
          <a:xfrm>
            <a:off x="3272592" y="2186869"/>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3" name="矩形 92">
            <a:extLst>
              <a:ext uri="{FF2B5EF4-FFF2-40B4-BE49-F238E27FC236}">
                <a16:creationId xmlns:a16="http://schemas.microsoft.com/office/drawing/2014/main" id="{5B8E9638-A5AA-7C0F-E4F3-06F22A181F42}"/>
              </a:ext>
            </a:extLst>
          </p:cNvPr>
          <p:cNvSpPr/>
          <p:nvPr/>
        </p:nvSpPr>
        <p:spPr>
          <a:xfrm>
            <a:off x="3444818" y="2186869"/>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7" name="矩形 96">
            <a:extLst>
              <a:ext uri="{FF2B5EF4-FFF2-40B4-BE49-F238E27FC236}">
                <a16:creationId xmlns:a16="http://schemas.microsoft.com/office/drawing/2014/main" id="{130283A0-A0F6-9A70-606F-AEC1710D7A91}"/>
              </a:ext>
            </a:extLst>
          </p:cNvPr>
          <p:cNvSpPr/>
          <p:nvPr/>
        </p:nvSpPr>
        <p:spPr>
          <a:xfrm>
            <a:off x="1380763" y="2359095"/>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8" name="矩形 97">
            <a:extLst>
              <a:ext uri="{FF2B5EF4-FFF2-40B4-BE49-F238E27FC236}">
                <a16:creationId xmlns:a16="http://schemas.microsoft.com/office/drawing/2014/main" id="{5677DA52-7FF0-52CA-0CD4-9CD3E176ED0B}"/>
              </a:ext>
            </a:extLst>
          </p:cNvPr>
          <p:cNvSpPr/>
          <p:nvPr/>
        </p:nvSpPr>
        <p:spPr>
          <a:xfrm>
            <a:off x="1552989" y="235909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9" name="矩形 98">
            <a:extLst>
              <a:ext uri="{FF2B5EF4-FFF2-40B4-BE49-F238E27FC236}">
                <a16:creationId xmlns:a16="http://schemas.microsoft.com/office/drawing/2014/main" id="{69EB70BF-8A20-1E7B-D62C-EC92BE3F4EE9}"/>
              </a:ext>
            </a:extLst>
          </p:cNvPr>
          <p:cNvSpPr/>
          <p:nvPr/>
        </p:nvSpPr>
        <p:spPr>
          <a:xfrm>
            <a:off x="1725215" y="235909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0" name="矩形 99">
            <a:extLst>
              <a:ext uri="{FF2B5EF4-FFF2-40B4-BE49-F238E27FC236}">
                <a16:creationId xmlns:a16="http://schemas.microsoft.com/office/drawing/2014/main" id="{8B9DC2E6-3C10-6BB7-657F-C81EA8AB3B30}"/>
              </a:ext>
            </a:extLst>
          </p:cNvPr>
          <p:cNvSpPr/>
          <p:nvPr/>
        </p:nvSpPr>
        <p:spPr>
          <a:xfrm>
            <a:off x="1897441" y="235909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1" name="矩形 100">
            <a:extLst>
              <a:ext uri="{FF2B5EF4-FFF2-40B4-BE49-F238E27FC236}">
                <a16:creationId xmlns:a16="http://schemas.microsoft.com/office/drawing/2014/main" id="{D55A5DC3-0A15-CC9B-5DA5-DAAAE5F08E2E}"/>
              </a:ext>
            </a:extLst>
          </p:cNvPr>
          <p:cNvSpPr/>
          <p:nvPr/>
        </p:nvSpPr>
        <p:spPr>
          <a:xfrm>
            <a:off x="2069667" y="235909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2" name="矩形 101">
            <a:extLst>
              <a:ext uri="{FF2B5EF4-FFF2-40B4-BE49-F238E27FC236}">
                <a16:creationId xmlns:a16="http://schemas.microsoft.com/office/drawing/2014/main" id="{BC396056-3D53-C3E4-E907-6971AC24283B}"/>
              </a:ext>
            </a:extLst>
          </p:cNvPr>
          <p:cNvSpPr/>
          <p:nvPr/>
        </p:nvSpPr>
        <p:spPr>
          <a:xfrm>
            <a:off x="2241893" y="235909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3" name="矩形 102">
            <a:extLst>
              <a:ext uri="{FF2B5EF4-FFF2-40B4-BE49-F238E27FC236}">
                <a16:creationId xmlns:a16="http://schemas.microsoft.com/office/drawing/2014/main" id="{542AADB9-9F83-0BED-A7BA-34BDDFB088A1}"/>
              </a:ext>
            </a:extLst>
          </p:cNvPr>
          <p:cNvSpPr/>
          <p:nvPr/>
        </p:nvSpPr>
        <p:spPr>
          <a:xfrm>
            <a:off x="2414119" y="235909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4" name="矩形 103">
            <a:extLst>
              <a:ext uri="{FF2B5EF4-FFF2-40B4-BE49-F238E27FC236}">
                <a16:creationId xmlns:a16="http://schemas.microsoft.com/office/drawing/2014/main" id="{2FFB8A55-8740-D3AF-D977-0FBC9FE14734}"/>
              </a:ext>
            </a:extLst>
          </p:cNvPr>
          <p:cNvSpPr/>
          <p:nvPr/>
        </p:nvSpPr>
        <p:spPr>
          <a:xfrm>
            <a:off x="2583688" y="235909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5" name="矩形 104">
            <a:extLst>
              <a:ext uri="{FF2B5EF4-FFF2-40B4-BE49-F238E27FC236}">
                <a16:creationId xmlns:a16="http://schemas.microsoft.com/office/drawing/2014/main" id="{CEE93981-2713-FB82-7693-FF179CF05BD7}"/>
              </a:ext>
            </a:extLst>
          </p:cNvPr>
          <p:cNvSpPr/>
          <p:nvPr/>
        </p:nvSpPr>
        <p:spPr>
          <a:xfrm>
            <a:off x="2755914" y="235909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6" name="矩形 105">
            <a:extLst>
              <a:ext uri="{FF2B5EF4-FFF2-40B4-BE49-F238E27FC236}">
                <a16:creationId xmlns:a16="http://schemas.microsoft.com/office/drawing/2014/main" id="{82E3A5F7-D9F2-DC66-0364-D61D4AFD9BE1}"/>
              </a:ext>
            </a:extLst>
          </p:cNvPr>
          <p:cNvSpPr/>
          <p:nvPr/>
        </p:nvSpPr>
        <p:spPr>
          <a:xfrm>
            <a:off x="2928140" y="235909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7" name="矩形 106">
            <a:extLst>
              <a:ext uri="{FF2B5EF4-FFF2-40B4-BE49-F238E27FC236}">
                <a16:creationId xmlns:a16="http://schemas.microsoft.com/office/drawing/2014/main" id="{B3C4AD60-FF59-03AC-6A2B-72558B8C010C}"/>
              </a:ext>
            </a:extLst>
          </p:cNvPr>
          <p:cNvSpPr/>
          <p:nvPr/>
        </p:nvSpPr>
        <p:spPr>
          <a:xfrm>
            <a:off x="3100366" y="235909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8" name="矩形 107">
            <a:extLst>
              <a:ext uri="{FF2B5EF4-FFF2-40B4-BE49-F238E27FC236}">
                <a16:creationId xmlns:a16="http://schemas.microsoft.com/office/drawing/2014/main" id="{A7E282F8-9712-9618-CA30-CBE57F1DC995}"/>
              </a:ext>
            </a:extLst>
          </p:cNvPr>
          <p:cNvSpPr/>
          <p:nvPr/>
        </p:nvSpPr>
        <p:spPr>
          <a:xfrm>
            <a:off x="3272592" y="235909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9" name="矩形 108">
            <a:extLst>
              <a:ext uri="{FF2B5EF4-FFF2-40B4-BE49-F238E27FC236}">
                <a16:creationId xmlns:a16="http://schemas.microsoft.com/office/drawing/2014/main" id="{D23C109F-CC7D-3023-245C-681CDEDB9F4F}"/>
              </a:ext>
            </a:extLst>
          </p:cNvPr>
          <p:cNvSpPr/>
          <p:nvPr/>
        </p:nvSpPr>
        <p:spPr>
          <a:xfrm>
            <a:off x="3444818" y="2359095"/>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3" name="矩形 112">
            <a:extLst>
              <a:ext uri="{FF2B5EF4-FFF2-40B4-BE49-F238E27FC236}">
                <a16:creationId xmlns:a16="http://schemas.microsoft.com/office/drawing/2014/main" id="{2F1C59B9-4298-FCE8-072D-A01C1000ACF5}"/>
              </a:ext>
            </a:extLst>
          </p:cNvPr>
          <p:cNvSpPr/>
          <p:nvPr/>
        </p:nvSpPr>
        <p:spPr>
          <a:xfrm>
            <a:off x="1380763" y="2531321"/>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4" name="矩形 113">
            <a:extLst>
              <a:ext uri="{FF2B5EF4-FFF2-40B4-BE49-F238E27FC236}">
                <a16:creationId xmlns:a16="http://schemas.microsoft.com/office/drawing/2014/main" id="{0F2EB630-C260-BD67-373C-CC026B2ED878}"/>
              </a:ext>
            </a:extLst>
          </p:cNvPr>
          <p:cNvSpPr/>
          <p:nvPr/>
        </p:nvSpPr>
        <p:spPr>
          <a:xfrm>
            <a:off x="1552989" y="2531321"/>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5" name="矩形 114">
            <a:extLst>
              <a:ext uri="{FF2B5EF4-FFF2-40B4-BE49-F238E27FC236}">
                <a16:creationId xmlns:a16="http://schemas.microsoft.com/office/drawing/2014/main" id="{0A4233A0-A7A1-8F0C-5DD1-A675C29C5351}"/>
              </a:ext>
            </a:extLst>
          </p:cNvPr>
          <p:cNvSpPr/>
          <p:nvPr/>
        </p:nvSpPr>
        <p:spPr>
          <a:xfrm>
            <a:off x="1725215" y="2531321"/>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6" name="矩形 115">
            <a:extLst>
              <a:ext uri="{FF2B5EF4-FFF2-40B4-BE49-F238E27FC236}">
                <a16:creationId xmlns:a16="http://schemas.microsoft.com/office/drawing/2014/main" id="{48648F6E-F153-CAC7-09E8-5BFC712D5DCA}"/>
              </a:ext>
            </a:extLst>
          </p:cNvPr>
          <p:cNvSpPr/>
          <p:nvPr/>
        </p:nvSpPr>
        <p:spPr>
          <a:xfrm>
            <a:off x="1897441" y="2531321"/>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7" name="矩形 116">
            <a:extLst>
              <a:ext uri="{FF2B5EF4-FFF2-40B4-BE49-F238E27FC236}">
                <a16:creationId xmlns:a16="http://schemas.microsoft.com/office/drawing/2014/main" id="{A90D02AF-7796-B17B-434F-D40ABFBEFC49}"/>
              </a:ext>
            </a:extLst>
          </p:cNvPr>
          <p:cNvSpPr/>
          <p:nvPr/>
        </p:nvSpPr>
        <p:spPr>
          <a:xfrm>
            <a:off x="2069667" y="2531321"/>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8" name="矩形 117">
            <a:extLst>
              <a:ext uri="{FF2B5EF4-FFF2-40B4-BE49-F238E27FC236}">
                <a16:creationId xmlns:a16="http://schemas.microsoft.com/office/drawing/2014/main" id="{C52921F1-62BB-5849-7654-56D44E91546E}"/>
              </a:ext>
            </a:extLst>
          </p:cNvPr>
          <p:cNvSpPr/>
          <p:nvPr/>
        </p:nvSpPr>
        <p:spPr>
          <a:xfrm>
            <a:off x="2241893" y="2531321"/>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9" name="矩形 118">
            <a:extLst>
              <a:ext uri="{FF2B5EF4-FFF2-40B4-BE49-F238E27FC236}">
                <a16:creationId xmlns:a16="http://schemas.microsoft.com/office/drawing/2014/main" id="{BB8F7EE6-0B97-49B5-BD4F-3EE97C2330E4}"/>
              </a:ext>
            </a:extLst>
          </p:cNvPr>
          <p:cNvSpPr/>
          <p:nvPr/>
        </p:nvSpPr>
        <p:spPr>
          <a:xfrm>
            <a:off x="2414119" y="2531321"/>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0" name="矩形 119">
            <a:extLst>
              <a:ext uri="{FF2B5EF4-FFF2-40B4-BE49-F238E27FC236}">
                <a16:creationId xmlns:a16="http://schemas.microsoft.com/office/drawing/2014/main" id="{59A09662-458D-0BC2-9FB8-DA71E656D283}"/>
              </a:ext>
            </a:extLst>
          </p:cNvPr>
          <p:cNvSpPr/>
          <p:nvPr/>
        </p:nvSpPr>
        <p:spPr>
          <a:xfrm>
            <a:off x="2583688" y="2531321"/>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1" name="矩形 120">
            <a:extLst>
              <a:ext uri="{FF2B5EF4-FFF2-40B4-BE49-F238E27FC236}">
                <a16:creationId xmlns:a16="http://schemas.microsoft.com/office/drawing/2014/main" id="{A64B0828-F0B5-4E19-FCB8-7FBCF7502A99}"/>
              </a:ext>
            </a:extLst>
          </p:cNvPr>
          <p:cNvSpPr/>
          <p:nvPr/>
        </p:nvSpPr>
        <p:spPr>
          <a:xfrm>
            <a:off x="2755914" y="2531321"/>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2" name="矩形 121">
            <a:extLst>
              <a:ext uri="{FF2B5EF4-FFF2-40B4-BE49-F238E27FC236}">
                <a16:creationId xmlns:a16="http://schemas.microsoft.com/office/drawing/2014/main" id="{A93C4D13-7A7D-12EB-0899-8B62B76F30B9}"/>
              </a:ext>
            </a:extLst>
          </p:cNvPr>
          <p:cNvSpPr/>
          <p:nvPr/>
        </p:nvSpPr>
        <p:spPr>
          <a:xfrm>
            <a:off x="2928140" y="2531321"/>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3" name="矩形 122">
            <a:extLst>
              <a:ext uri="{FF2B5EF4-FFF2-40B4-BE49-F238E27FC236}">
                <a16:creationId xmlns:a16="http://schemas.microsoft.com/office/drawing/2014/main" id="{55B1FB2C-A497-8E39-A6E5-31C38BF5E163}"/>
              </a:ext>
            </a:extLst>
          </p:cNvPr>
          <p:cNvSpPr/>
          <p:nvPr/>
        </p:nvSpPr>
        <p:spPr>
          <a:xfrm>
            <a:off x="3100366" y="2531321"/>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4" name="矩形 123">
            <a:extLst>
              <a:ext uri="{FF2B5EF4-FFF2-40B4-BE49-F238E27FC236}">
                <a16:creationId xmlns:a16="http://schemas.microsoft.com/office/drawing/2014/main" id="{58023706-6CA6-E439-2B26-A9FA223D8055}"/>
              </a:ext>
            </a:extLst>
          </p:cNvPr>
          <p:cNvSpPr/>
          <p:nvPr/>
        </p:nvSpPr>
        <p:spPr>
          <a:xfrm>
            <a:off x="3272592" y="2531321"/>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5" name="矩形 124">
            <a:extLst>
              <a:ext uri="{FF2B5EF4-FFF2-40B4-BE49-F238E27FC236}">
                <a16:creationId xmlns:a16="http://schemas.microsoft.com/office/drawing/2014/main" id="{7805DB05-44EF-58FC-9233-922446702E1E}"/>
              </a:ext>
            </a:extLst>
          </p:cNvPr>
          <p:cNvSpPr/>
          <p:nvPr/>
        </p:nvSpPr>
        <p:spPr>
          <a:xfrm>
            <a:off x="3444818" y="2531321"/>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9" name="矩形 128">
            <a:extLst>
              <a:ext uri="{FF2B5EF4-FFF2-40B4-BE49-F238E27FC236}">
                <a16:creationId xmlns:a16="http://schemas.microsoft.com/office/drawing/2014/main" id="{5ABF2960-8329-69F9-067A-9426FC6B4FC1}"/>
              </a:ext>
            </a:extLst>
          </p:cNvPr>
          <p:cNvSpPr/>
          <p:nvPr/>
        </p:nvSpPr>
        <p:spPr>
          <a:xfrm>
            <a:off x="1380763" y="2703547"/>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0" name="矩形 129">
            <a:extLst>
              <a:ext uri="{FF2B5EF4-FFF2-40B4-BE49-F238E27FC236}">
                <a16:creationId xmlns:a16="http://schemas.microsoft.com/office/drawing/2014/main" id="{C7604F56-A0F2-D70D-D9AC-689FFDA35390}"/>
              </a:ext>
            </a:extLst>
          </p:cNvPr>
          <p:cNvSpPr/>
          <p:nvPr/>
        </p:nvSpPr>
        <p:spPr>
          <a:xfrm>
            <a:off x="1552989" y="2703547"/>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1" name="矩形 130">
            <a:extLst>
              <a:ext uri="{FF2B5EF4-FFF2-40B4-BE49-F238E27FC236}">
                <a16:creationId xmlns:a16="http://schemas.microsoft.com/office/drawing/2014/main" id="{371B52BB-CE87-86BA-7597-1DBE01027B06}"/>
              </a:ext>
            </a:extLst>
          </p:cNvPr>
          <p:cNvSpPr/>
          <p:nvPr/>
        </p:nvSpPr>
        <p:spPr>
          <a:xfrm>
            <a:off x="1725215" y="2703547"/>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2" name="矩形 131">
            <a:extLst>
              <a:ext uri="{FF2B5EF4-FFF2-40B4-BE49-F238E27FC236}">
                <a16:creationId xmlns:a16="http://schemas.microsoft.com/office/drawing/2014/main" id="{18C16894-376C-F3F4-9E93-D9ED5C2EF272}"/>
              </a:ext>
            </a:extLst>
          </p:cNvPr>
          <p:cNvSpPr/>
          <p:nvPr/>
        </p:nvSpPr>
        <p:spPr>
          <a:xfrm>
            <a:off x="1897441" y="2703547"/>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3" name="矩形 132">
            <a:extLst>
              <a:ext uri="{FF2B5EF4-FFF2-40B4-BE49-F238E27FC236}">
                <a16:creationId xmlns:a16="http://schemas.microsoft.com/office/drawing/2014/main" id="{DD38CA72-8195-8122-1522-621051505C34}"/>
              </a:ext>
            </a:extLst>
          </p:cNvPr>
          <p:cNvSpPr/>
          <p:nvPr/>
        </p:nvSpPr>
        <p:spPr>
          <a:xfrm>
            <a:off x="2069667" y="2703547"/>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4" name="矩形 133">
            <a:extLst>
              <a:ext uri="{FF2B5EF4-FFF2-40B4-BE49-F238E27FC236}">
                <a16:creationId xmlns:a16="http://schemas.microsoft.com/office/drawing/2014/main" id="{F95624B5-510D-8788-7507-E846063E3A68}"/>
              </a:ext>
            </a:extLst>
          </p:cNvPr>
          <p:cNvSpPr/>
          <p:nvPr/>
        </p:nvSpPr>
        <p:spPr>
          <a:xfrm>
            <a:off x="2241893" y="2703547"/>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5" name="矩形 134">
            <a:extLst>
              <a:ext uri="{FF2B5EF4-FFF2-40B4-BE49-F238E27FC236}">
                <a16:creationId xmlns:a16="http://schemas.microsoft.com/office/drawing/2014/main" id="{3CE4DDB1-0F2B-77D3-04DE-E1DCB6F894E5}"/>
              </a:ext>
            </a:extLst>
          </p:cNvPr>
          <p:cNvSpPr/>
          <p:nvPr/>
        </p:nvSpPr>
        <p:spPr>
          <a:xfrm>
            <a:off x="2414119" y="2703547"/>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6" name="矩形 135">
            <a:extLst>
              <a:ext uri="{FF2B5EF4-FFF2-40B4-BE49-F238E27FC236}">
                <a16:creationId xmlns:a16="http://schemas.microsoft.com/office/drawing/2014/main" id="{DC6312D8-12C5-F83B-ECA5-A65F25ED4FDB}"/>
              </a:ext>
            </a:extLst>
          </p:cNvPr>
          <p:cNvSpPr/>
          <p:nvPr/>
        </p:nvSpPr>
        <p:spPr>
          <a:xfrm>
            <a:off x="2583688" y="2703547"/>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7" name="矩形 136">
            <a:extLst>
              <a:ext uri="{FF2B5EF4-FFF2-40B4-BE49-F238E27FC236}">
                <a16:creationId xmlns:a16="http://schemas.microsoft.com/office/drawing/2014/main" id="{F44EA424-7986-95D6-48D7-A12D5B69D482}"/>
              </a:ext>
            </a:extLst>
          </p:cNvPr>
          <p:cNvSpPr/>
          <p:nvPr/>
        </p:nvSpPr>
        <p:spPr>
          <a:xfrm>
            <a:off x="2755914" y="2703547"/>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8" name="矩形 137">
            <a:extLst>
              <a:ext uri="{FF2B5EF4-FFF2-40B4-BE49-F238E27FC236}">
                <a16:creationId xmlns:a16="http://schemas.microsoft.com/office/drawing/2014/main" id="{1C21B06A-6686-FFF0-ECAA-8192120E260A}"/>
              </a:ext>
            </a:extLst>
          </p:cNvPr>
          <p:cNvSpPr/>
          <p:nvPr/>
        </p:nvSpPr>
        <p:spPr>
          <a:xfrm>
            <a:off x="2928140" y="2703547"/>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9" name="矩形 138">
            <a:extLst>
              <a:ext uri="{FF2B5EF4-FFF2-40B4-BE49-F238E27FC236}">
                <a16:creationId xmlns:a16="http://schemas.microsoft.com/office/drawing/2014/main" id="{ED176B0B-C836-C27A-621D-B9AF5EFE57D0}"/>
              </a:ext>
            </a:extLst>
          </p:cNvPr>
          <p:cNvSpPr/>
          <p:nvPr/>
        </p:nvSpPr>
        <p:spPr>
          <a:xfrm>
            <a:off x="3100366" y="2703547"/>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0" name="矩形 139">
            <a:extLst>
              <a:ext uri="{FF2B5EF4-FFF2-40B4-BE49-F238E27FC236}">
                <a16:creationId xmlns:a16="http://schemas.microsoft.com/office/drawing/2014/main" id="{8F9F8EFD-FD3A-0CF5-1234-E6A82D4917C5}"/>
              </a:ext>
            </a:extLst>
          </p:cNvPr>
          <p:cNvSpPr/>
          <p:nvPr/>
        </p:nvSpPr>
        <p:spPr>
          <a:xfrm>
            <a:off x="3272592" y="2703547"/>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1" name="矩形 140">
            <a:extLst>
              <a:ext uri="{FF2B5EF4-FFF2-40B4-BE49-F238E27FC236}">
                <a16:creationId xmlns:a16="http://schemas.microsoft.com/office/drawing/2014/main" id="{C02FE464-4D3B-B0FE-743B-B81F77C0F0B0}"/>
              </a:ext>
            </a:extLst>
          </p:cNvPr>
          <p:cNvSpPr/>
          <p:nvPr/>
        </p:nvSpPr>
        <p:spPr>
          <a:xfrm>
            <a:off x="3444818" y="2703547"/>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5" name="矩形 144">
            <a:extLst>
              <a:ext uri="{FF2B5EF4-FFF2-40B4-BE49-F238E27FC236}">
                <a16:creationId xmlns:a16="http://schemas.microsoft.com/office/drawing/2014/main" id="{BA5F3B0C-7D05-FEFF-A3E5-E62436394352}"/>
              </a:ext>
            </a:extLst>
          </p:cNvPr>
          <p:cNvSpPr/>
          <p:nvPr/>
        </p:nvSpPr>
        <p:spPr>
          <a:xfrm>
            <a:off x="1380763" y="2875773"/>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6" name="矩形 145">
            <a:extLst>
              <a:ext uri="{FF2B5EF4-FFF2-40B4-BE49-F238E27FC236}">
                <a16:creationId xmlns:a16="http://schemas.microsoft.com/office/drawing/2014/main" id="{68410E65-222C-6050-73BF-207C51CE05F6}"/>
              </a:ext>
            </a:extLst>
          </p:cNvPr>
          <p:cNvSpPr/>
          <p:nvPr/>
        </p:nvSpPr>
        <p:spPr>
          <a:xfrm>
            <a:off x="1552989" y="2875773"/>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7" name="矩形 146">
            <a:extLst>
              <a:ext uri="{FF2B5EF4-FFF2-40B4-BE49-F238E27FC236}">
                <a16:creationId xmlns:a16="http://schemas.microsoft.com/office/drawing/2014/main" id="{83A0F8D2-7083-3448-6E20-677BA1CD7AF9}"/>
              </a:ext>
            </a:extLst>
          </p:cNvPr>
          <p:cNvSpPr/>
          <p:nvPr/>
        </p:nvSpPr>
        <p:spPr>
          <a:xfrm>
            <a:off x="1725215" y="2875773"/>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8" name="矩形 147">
            <a:extLst>
              <a:ext uri="{FF2B5EF4-FFF2-40B4-BE49-F238E27FC236}">
                <a16:creationId xmlns:a16="http://schemas.microsoft.com/office/drawing/2014/main" id="{BDF66DDD-EE57-DCEA-B462-DDB3EFC72E24}"/>
              </a:ext>
            </a:extLst>
          </p:cNvPr>
          <p:cNvSpPr/>
          <p:nvPr/>
        </p:nvSpPr>
        <p:spPr>
          <a:xfrm>
            <a:off x="1897441" y="2875773"/>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9" name="矩形 148">
            <a:extLst>
              <a:ext uri="{FF2B5EF4-FFF2-40B4-BE49-F238E27FC236}">
                <a16:creationId xmlns:a16="http://schemas.microsoft.com/office/drawing/2014/main" id="{0CBD7607-3008-6226-6570-B81193BCAC7C}"/>
              </a:ext>
            </a:extLst>
          </p:cNvPr>
          <p:cNvSpPr/>
          <p:nvPr/>
        </p:nvSpPr>
        <p:spPr>
          <a:xfrm>
            <a:off x="2069667" y="2875773"/>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0" name="矩形 149">
            <a:extLst>
              <a:ext uri="{FF2B5EF4-FFF2-40B4-BE49-F238E27FC236}">
                <a16:creationId xmlns:a16="http://schemas.microsoft.com/office/drawing/2014/main" id="{B45CDBBA-1E7D-6369-1BDB-BE94EDB1E203}"/>
              </a:ext>
            </a:extLst>
          </p:cNvPr>
          <p:cNvSpPr/>
          <p:nvPr/>
        </p:nvSpPr>
        <p:spPr>
          <a:xfrm>
            <a:off x="2241893" y="2875773"/>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1" name="矩形 150">
            <a:extLst>
              <a:ext uri="{FF2B5EF4-FFF2-40B4-BE49-F238E27FC236}">
                <a16:creationId xmlns:a16="http://schemas.microsoft.com/office/drawing/2014/main" id="{601C078B-63B2-5395-92DD-C7C191264F18}"/>
              </a:ext>
            </a:extLst>
          </p:cNvPr>
          <p:cNvSpPr/>
          <p:nvPr/>
        </p:nvSpPr>
        <p:spPr>
          <a:xfrm>
            <a:off x="2414119" y="2875773"/>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2" name="矩形 151">
            <a:extLst>
              <a:ext uri="{FF2B5EF4-FFF2-40B4-BE49-F238E27FC236}">
                <a16:creationId xmlns:a16="http://schemas.microsoft.com/office/drawing/2014/main" id="{162BAB68-1BF2-F081-3104-9AEF33A18B69}"/>
              </a:ext>
            </a:extLst>
          </p:cNvPr>
          <p:cNvSpPr/>
          <p:nvPr/>
        </p:nvSpPr>
        <p:spPr>
          <a:xfrm>
            <a:off x="2583688" y="2875773"/>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3" name="矩形 152">
            <a:extLst>
              <a:ext uri="{FF2B5EF4-FFF2-40B4-BE49-F238E27FC236}">
                <a16:creationId xmlns:a16="http://schemas.microsoft.com/office/drawing/2014/main" id="{A72174F0-4F58-1850-D696-190F2E5DB065}"/>
              </a:ext>
            </a:extLst>
          </p:cNvPr>
          <p:cNvSpPr/>
          <p:nvPr/>
        </p:nvSpPr>
        <p:spPr>
          <a:xfrm>
            <a:off x="2755914" y="2875773"/>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4" name="矩形 153">
            <a:extLst>
              <a:ext uri="{FF2B5EF4-FFF2-40B4-BE49-F238E27FC236}">
                <a16:creationId xmlns:a16="http://schemas.microsoft.com/office/drawing/2014/main" id="{4F8F89B5-D263-BF0F-A054-5A38A470F9F2}"/>
              </a:ext>
            </a:extLst>
          </p:cNvPr>
          <p:cNvSpPr/>
          <p:nvPr/>
        </p:nvSpPr>
        <p:spPr>
          <a:xfrm>
            <a:off x="2928140" y="2875773"/>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5" name="矩形 154">
            <a:extLst>
              <a:ext uri="{FF2B5EF4-FFF2-40B4-BE49-F238E27FC236}">
                <a16:creationId xmlns:a16="http://schemas.microsoft.com/office/drawing/2014/main" id="{799F3AA4-32B9-640F-8E38-13848EDD675F}"/>
              </a:ext>
            </a:extLst>
          </p:cNvPr>
          <p:cNvSpPr/>
          <p:nvPr/>
        </p:nvSpPr>
        <p:spPr>
          <a:xfrm>
            <a:off x="3100366" y="2875773"/>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6" name="矩形 155">
            <a:extLst>
              <a:ext uri="{FF2B5EF4-FFF2-40B4-BE49-F238E27FC236}">
                <a16:creationId xmlns:a16="http://schemas.microsoft.com/office/drawing/2014/main" id="{FF18DBD3-6DC0-A70C-EA56-624A799890F6}"/>
              </a:ext>
            </a:extLst>
          </p:cNvPr>
          <p:cNvSpPr/>
          <p:nvPr/>
        </p:nvSpPr>
        <p:spPr>
          <a:xfrm>
            <a:off x="3272592" y="2875773"/>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7" name="矩形 156">
            <a:extLst>
              <a:ext uri="{FF2B5EF4-FFF2-40B4-BE49-F238E27FC236}">
                <a16:creationId xmlns:a16="http://schemas.microsoft.com/office/drawing/2014/main" id="{AD8D1085-B391-1876-0ABC-1A4C7664EDAE}"/>
              </a:ext>
            </a:extLst>
          </p:cNvPr>
          <p:cNvSpPr/>
          <p:nvPr/>
        </p:nvSpPr>
        <p:spPr>
          <a:xfrm>
            <a:off x="3444818" y="2875773"/>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1" name="矩形 160">
            <a:extLst>
              <a:ext uri="{FF2B5EF4-FFF2-40B4-BE49-F238E27FC236}">
                <a16:creationId xmlns:a16="http://schemas.microsoft.com/office/drawing/2014/main" id="{36BB9C3B-221F-6054-67DC-0494B662897E}"/>
              </a:ext>
            </a:extLst>
          </p:cNvPr>
          <p:cNvSpPr/>
          <p:nvPr/>
        </p:nvSpPr>
        <p:spPr>
          <a:xfrm>
            <a:off x="1380763" y="3047999"/>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2" name="矩形 161">
            <a:extLst>
              <a:ext uri="{FF2B5EF4-FFF2-40B4-BE49-F238E27FC236}">
                <a16:creationId xmlns:a16="http://schemas.microsoft.com/office/drawing/2014/main" id="{46E41DB0-B436-41DF-9F5F-42141AA53BEC}"/>
              </a:ext>
            </a:extLst>
          </p:cNvPr>
          <p:cNvSpPr/>
          <p:nvPr/>
        </p:nvSpPr>
        <p:spPr>
          <a:xfrm>
            <a:off x="1552989" y="3047999"/>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3" name="矩形 162">
            <a:extLst>
              <a:ext uri="{FF2B5EF4-FFF2-40B4-BE49-F238E27FC236}">
                <a16:creationId xmlns:a16="http://schemas.microsoft.com/office/drawing/2014/main" id="{6B3A3F04-8AE6-E972-2A83-B9434286E12D}"/>
              </a:ext>
            </a:extLst>
          </p:cNvPr>
          <p:cNvSpPr/>
          <p:nvPr/>
        </p:nvSpPr>
        <p:spPr>
          <a:xfrm>
            <a:off x="1725215" y="3047999"/>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4" name="矩形 163">
            <a:extLst>
              <a:ext uri="{FF2B5EF4-FFF2-40B4-BE49-F238E27FC236}">
                <a16:creationId xmlns:a16="http://schemas.microsoft.com/office/drawing/2014/main" id="{1DDDBB0B-8D46-4C0D-2F53-EAAD6A64489E}"/>
              </a:ext>
            </a:extLst>
          </p:cNvPr>
          <p:cNvSpPr/>
          <p:nvPr/>
        </p:nvSpPr>
        <p:spPr>
          <a:xfrm>
            <a:off x="1897441" y="3047999"/>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5" name="矩形 164">
            <a:extLst>
              <a:ext uri="{FF2B5EF4-FFF2-40B4-BE49-F238E27FC236}">
                <a16:creationId xmlns:a16="http://schemas.microsoft.com/office/drawing/2014/main" id="{2D92D901-9302-A8CB-9D98-0DAF14F144CE}"/>
              </a:ext>
            </a:extLst>
          </p:cNvPr>
          <p:cNvSpPr/>
          <p:nvPr/>
        </p:nvSpPr>
        <p:spPr>
          <a:xfrm>
            <a:off x="2069667" y="3047999"/>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6" name="矩形 165">
            <a:extLst>
              <a:ext uri="{FF2B5EF4-FFF2-40B4-BE49-F238E27FC236}">
                <a16:creationId xmlns:a16="http://schemas.microsoft.com/office/drawing/2014/main" id="{ABD5DA64-C8AD-984E-A6BE-C1EE9B7DE3A4}"/>
              </a:ext>
            </a:extLst>
          </p:cNvPr>
          <p:cNvSpPr/>
          <p:nvPr/>
        </p:nvSpPr>
        <p:spPr>
          <a:xfrm>
            <a:off x="2241893" y="3047999"/>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7" name="矩形 166">
            <a:extLst>
              <a:ext uri="{FF2B5EF4-FFF2-40B4-BE49-F238E27FC236}">
                <a16:creationId xmlns:a16="http://schemas.microsoft.com/office/drawing/2014/main" id="{C7FD3C5A-08E6-7E4C-AA24-8BB6443213F5}"/>
              </a:ext>
            </a:extLst>
          </p:cNvPr>
          <p:cNvSpPr/>
          <p:nvPr/>
        </p:nvSpPr>
        <p:spPr>
          <a:xfrm>
            <a:off x="2414119" y="3047999"/>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8" name="矩形 167">
            <a:extLst>
              <a:ext uri="{FF2B5EF4-FFF2-40B4-BE49-F238E27FC236}">
                <a16:creationId xmlns:a16="http://schemas.microsoft.com/office/drawing/2014/main" id="{4FD35D79-DB89-105B-2E32-8AC7FC240DD2}"/>
              </a:ext>
            </a:extLst>
          </p:cNvPr>
          <p:cNvSpPr/>
          <p:nvPr/>
        </p:nvSpPr>
        <p:spPr>
          <a:xfrm>
            <a:off x="2583688" y="3047999"/>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9" name="矩形 168">
            <a:extLst>
              <a:ext uri="{FF2B5EF4-FFF2-40B4-BE49-F238E27FC236}">
                <a16:creationId xmlns:a16="http://schemas.microsoft.com/office/drawing/2014/main" id="{89F3CFB1-66B6-CC74-D544-92B3F5F5C2DE}"/>
              </a:ext>
            </a:extLst>
          </p:cNvPr>
          <p:cNvSpPr/>
          <p:nvPr/>
        </p:nvSpPr>
        <p:spPr>
          <a:xfrm>
            <a:off x="2755914" y="3047999"/>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0" name="矩形 169">
            <a:extLst>
              <a:ext uri="{FF2B5EF4-FFF2-40B4-BE49-F238E27FC236}">
                <a16:creationId xmlns:a16="http://schemas.microsoft.com/office/drawing/2014/main" id="{4C1D4B02-51DC-DC3F-CB4F-AF27A755DB52}"/>
              </a:ext>
            </a:extLst>
          </p:cNvPr>
          <p:cNvSpPr/>
          <p:nvPr/>
        </p:nvSpPr>
        <p:spPr>
          <a:xfrm>
            <a:off x="2928140" y="3047999"/>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1" name="矩形 170">
            <a:extLst>
              <a:ext uri="{FF2B5EF4-FFF2-40B4-BE49-F238E27FC236}">
                <a16:creationId xmlns:a16="http://schemas.microsoft.com/office/drawing/2014/main" id="{3513874E-3BE7-1D6B-E347-2B59FEB2B48A}"/>
              </a:ext>
            </a:extLst>
          </p:cNvPr>
          <p:cNvSpPr/>
          <p:nvPr/>
        </p:nvSpPr>
        <p:spPr>
          <a:xfrm>
            <a:off x="3100366" y="3047999"/>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2" name="矩形 171">
            <a:extLst>
              <a:ext uri="{FF2B5EF4-FFF2-40B4-BE49-F238E27FC236}">
                <a16:creationId xmlns:a16="http://schemas.microsoft.com/office/drawing/2014/main" id="{62BFF4E7-C60A-E865-D8CB-84E33C07D02F}"/>
              </a:ext>
            </a:extLst>
          </p:cNvPr>
          <p:cNvSpPr/>
          <p:nvPr/>
        </p:nvSpPr>
        <p:spPr>
          <a:xfrm>
            <a:off x="3272592" y="3047999"/>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3" name="矩形 172">
            <a:extLst>
              <a:ext uri="{FF2B5EF4-FFF2-40B4-BE49-F238E27FC236}">
                <a16:creationId xmlns:a16="http://schemas.microsoft.com/office/drawing/2014/main" id="{86CA7959-EBF7-8B0D-A966-338989D3109A}"/>
              </a:ext>
            </a:extLst>
          </p:cNvPr>
          <p:cNvSpPr/>
          <p:nvPr/>
        </p:nvSpPr>
        <p:spPr>
          <a:xfrm>
            <a:off x="3444818" y="3047999"/>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7" name="矩形 176">
            <a:extLst>
              <a:ext uri="{FF2B5EF4-FFF2-40B4-BE49-F238E27FC236}">
                <a16:creationId xmlns:a16="http://schemas.microsoft.com/office/drawing/2014/main" id="{221454AF-9F2D-3184-5503-D0144526F37E}"/>
              </a:ext>
            </a:extLst>
          </p:cNvPr>
          <p:cNvSpPr/>
          <p:nvPr/>
        </p:nvSpPr>
        <p:spPr>
          <a:xfrm>
            <a:off x="1380763" y="3220225"/>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8" name="矩形 177">
            <a:extLst>
              <a:ext uri="{FF2B5EF4-FFF2-40B4-BE49-F238E27FC236}">
                <a16:creationId xmlns:a16="http://schemas.microsoft.com/office/drawing/2014/main" id="{A928912B-4094-9C20-A8EA-EBCEFD5C99A7}"/>
              </a:ext>
            </a:extLst>
          </p:cNvPr>
          <p:cNvSpPr/>
          <p:nvPr/>
        </p:nvSpPr>
        <p:spPr>
          <a:xfrm>
            <a:off x="1552989" y="322022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9" name="矩形 178">
            <a:extLst>
              <a:ext uri="{FF2B5EF4-FFF2-40B4-BE49-F238E27FC236}">
                <a16:creationId xmlns:a16="http://schemas.microsoft.com/office/drawing/2014/main" id="{069A9FE1-B2E6-DC26-EA0B-5FCC8BD502C9}"/>
              </a:ext>
            </a:extLst>
          </p:cNvPr>
          <p:cNvSpPr/>
          <p:nvPr/>
        </p:nvSpPr>
        <p:spPr>
          <a:xfrm>
            <a:off x="1725215" y="322022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80" name="矩形 179">
            <a:extLst>
              <a:ext uri="{FF2B5EF4-FFF2-40B4-BE49-F238E27FC236}">
                <a16:creationId xmlns:a16="http://schemas.microsoft.com/office/drawing/2014/main" id="{0B8FEF7B-198B-7D91-78E5-38D02FE7DAEC}"/>
              </a:ext>
            </a:extLst>
          </p:cNvPr>
          <p:cNvSpPr/>
          <p:nvPr/>
        </p:nvSpPr>
        <p:spPr>
          <a:xfrm>
            <a:off x="1897441" y="322022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81" name="矩形 180">
            <a:extLst>
              <a:ext uri="{FF2B5EF4-FFF2-40B4-BE49-F238E27FC236}">
                <a16:creationId xmlns:a16="http://schemas.microsoft.com/office/drawing/2014/main" id="{C4324AE4-2A10-A19A-8D33-05891BD8DD11}"/>
              </a:ext>
            </a:extLst>
          </p:cNvPr>
          <p:cNvSpPr/>
          <p:nvPr/>
        </p:nvSpPr>
        <p:spPr>
          <a:xfrm>
            <a:off x="2069667" y="322022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82" name="矩形 181">
            <a:extLst>
              <a:ext uri="{FF2B5EF4-FFF2-40B4-BE49-F238E27FC236}">
                <a16:creationId xmlns:a16="http://schemas.microsoft.com/office/drawing/2014/main" id="{A871B42C-44C8-7D1B-00BA-C99BC7069FD9}"/>
              </a:ext>
            </a:extLst>
          </p:cNvPr>
          <p:cNvSpPr/>
          <p:nvPr/>
        </p:nvSpPr>
        <p:spPr>
          <a:xfrm>
            <a:off x="2241893" y="322022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83" name="矩形 182">
            <a:extLst>
              <a:ext uri="{FF2B5EF4-FFF2-40B4-BE49-F238E27FC236}">
                <a16:creationId xmlns:a16="http://schemas.microsoft.com/office/drawing/2014/main" id="{0475B36D-AED0-09C2-EC24-063009744F76}"/>
              </a:ext>
            </a:extLst>
          </p:cNvPr>
          <p:cNvSpPr/>
          <p:nvPr/>
        </p:nvSpPr>
        <p:spPr>
          <a:xfrm>
            <a:off x="2414119" y="322022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84" name="矩形 183">
            <a:extLst>
              <a:ext uri="{FF2B5EF4-FFF2-40B4-BE49-F238E27FC236}">
                <a16:creationId xmlns:a16="http://schemas.microsoft.com/office/drawing/2014/main" id="{61A1D462-787F-5360-EAE1-1E3D5C99A87B}"/>
              </a:ext>
            </a:extLst>
          </p:cNvPr>
          <p:cNvSpPr/>
          <p:nvPr/>
        </p:nvSpPr>
        <p:spPr>
          <a:xfrm>
            <a:off x="2583688" y="322022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85" name="矩形 184">
            <a:extLst>
              <a:ext uri="{FF2B5EF4-FFF2-40B4-BE49-F238E27FC236}">
                <a16:creationId xmlns:a16="http://schemas.microsoft.com/office/drawing/2014/main" id="{D098AA51-7FED-489B-052D-274FE571A6DA}"/>
              </a:ext>
            </a:extLst>
          </p:cNvPr>
          <p:cNvSpPr/>
          <p:nvPr/>
        </p:nvSpPr>
        <p:spPr>
          <a:xfrm>
            <a:off x="2755914" y="322022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86" name="矩形 185">
            <a:extLst>
              <a:ext uri="{FF2B5EF4-FFF2-40B4-BE49-F238E27FC236}">
                <a16:creationId xmlns:a16="http://schemas.microsoft.com/office/drawing/2014/main" id="{B1E69BCE-F4B9-6FB7-2C2B-D091D6271CAE}"/>
              </a:ext>
            </a:extLst>
          </p:cNvPr>
          <p:cNvSpPr/>
          <p:nvPr/>
        </p:nvSpPr>
        <p:spPr>
          <a:xfrm>
            <a:off x="2928140" y="322022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87" name="矩形 186">
            <a:extLst>
              <a:ext uri="{FF2B5EF4-FFF2-40B4-BE49-F238E27FC236}">
                <a16:creationId xmlns:a16="http://schemas.microsoft.com/office/drawing/2014/main" id="{1798D433-6CCA-E0F2-4C8D-5B9A719E2311}"/>
              </a:ext>
            </a:extLst>
          </p:cNvPr>
          <p:cNvSpPr/>
          <p:nvPr/>
        </p:nvSpPr>
        <p:spPr>
          <a:xfrm>
            <a:off x="3100366" y="322022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88" name="矩形 187">
            <a:extLst>
              <a:ext uri="{FF2B5EF4-FFF2-40B4-BE49-F238E27FC236}">
                <a16:creationId xmlns:a16="http://schemas.microsoft.com/office/drawing/2014/main" id="{E3F4C390-B598-54D3-1150-3D2C03DEBF98}"/>
              </a:ext>
            </a:extLst>
          </p:cNvPr>
          <p:cNvSpPr/>
          <p:nvPr/>
        </p:nvSpPr>
        <p:spPr>
          <a:xfrm>
            <a:off x="3272592" y="322022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89" name="矩形 188">
            <a:extLst>
              <a:ext uri="{FF2B5EF4-FFF2-40B4-BE49-F238E27FC236}">
                <a16:creationId xmlns:a16="http://schemas.microsoft.com/office/drawing/2014/main" id="{C2349BFC-ED35-4600-3B78-1B943BD73560}"/>
              </a:ext>
            </a:extLst>
          </p:cNvPr>
          <p:cNvSpPr/>
          <p:nvPr/>
        </p:nvSpPr>
        <p:spPr>
          <a:xfrm>
            <a:off x="3444818" y="322022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93" name="矩形 192">
            <a:extLst>
              <a:ext uri="{FF2B5EF4-FFF2-40B4-BE49-F238E27FC236}">
                <a16:creationId xmlns:a16="http://schemas.microsoft.com/office/drawing/2014/main" id="{1E0AEF9B-3271-FB51-BC1C-1A5F54B25C03}"/>
              </a:ext>
            </a:extLst>
          </p:cNvPr>
          <p:cNvSpPr/>
          <p:nvPr/>
        </p:nvSpPr>
        <p:spPr>
          <a:xfrm>
            <a:off x="1380763" y="3392451"/>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94" name="矩形 193">
            <a:extLst>
              <a:ext uri="{FF2B5EF4-FFF2-40B4-BE49-F238E27FC236}">
                <a16:creationId xmlns:a16="http://schemas.microsoft.com/office/drawing/2014/main" id="{B6EC868D-17D2-2725-6618-F2313C258AF3}"/>
              </a:ext>
            </a:extLst>
          </p:cNvPr>
          <p:cNvSpPr/>
          <p:nvPr/>
        </p:nvSpPr>
        <p:spPr>
          <a:xfrm>
            <a:off x="1552989" y="3392451"/>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95" name="矩形 194">
            <a:extLst>
              <a:ext uri="{FF2B5EF4-FFF2-40B4-BE49-F238E27FC236}">
                <a16:creationId xmlns:a16="http://schemas.microsoft.com/office/drawing/2014/main" id="{80375A0C-1819-6A87-E6DC-34F3FB41229D}"/>
              </a:ext>
            </a:extLst>
          </p:cNvPr>
          <p:cNvSpPr/>
          <p:nvPr/>
        </p:nvSpPr>
        <p:spPr>
          <a:xfrm>
            <a:off x="1725215" y="3392451"/>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96" name="矩形 195">
            <a:extLst>
              <a:ext uri="{FF2B5EF4-FFF2-40B4-BE49-F238E27FC236}">
                <a16:creationId xmlns:a16="http://schemas.microsoft.com/office/drawing/2014/main" id="{E3CAA8FF-A48B-6097-35C5-A1B20067DDE4}"/>
              </a:ext>
            </a:extLst>
          </p:cNvPr>
          <p:cNvSpPr/>
          <p:nvPr/>
        </p:nvSpPr>
        <p:spPr>
          <a:xfrm>
            <a:off x="1897441" y="3392451"/>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97" name="矩形 196">
            <a:extLst>
              <a:ext uri="{FF2B5EF4-FFF2-40B4-BE49-F238E27FC236}">
                <a16:creationId xmlns:a16="http://schemas.microsoft.com/office/drawing/2014/main" id="{5EE5D825-7D60-D2D6-577E-F880C209C3AC}"/>
              </a:ext>
            </a:extLst>
          </p:cNvPr>
          <p:cNvSpPr/>
          <p:nvPr/>
        </p:nvSpPr>
        <p:spPr>
          <a:xfrm>
            <a:off x="2069667" y="3392451"/>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98" name="矩形 197">
            <a:extLst>
              <a:ext uri="{FF2B5EF4-FFF2-40B4-BE49-F238E27FC236}">
                <a16:creationId xmlns:a16="http://schemas.microsoft.com/office/drawing/2014/main" id="{501E9B20-4A62-F662-8158-6A9E619595A0}"/>
              </a:ext>
            </a:extLst>
          </p:cNvPr>
          <p:cNvSpPr/>
          <p:nvPr/>
        </p:nvSpPr>
        <p:spPr>
          <a:xfrm>
            <a:off x="2241893" y="3392451"/>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99" name="矩形 198">
            <a:extLst>
              <a:ext uri="{FF2B5EF4-FFF2-40B4-BE49-F238E27FC236}">
                <a16:creationId xmlns:a16="http://schemas.microsoft.com/office/drawing/2014/main" id="{7CFD155D-FBD5-3375-52D4-0BEC25F1C875}"/>
              </a:ext>
            </a:extLst>
          </p:cNvPr>
          <p:cNvSpPr/>
          <p:nvPr/>
        </p:nvSpPr>
        <p:spPr>
          <a:xfrm>
            <a:off x="2414119" y="3392451"/>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00" name="矩形 199">
            <a:extLst>
              <a:ext uri="{FF2B5EF4-FFF2-40B4-BE49-F238E27FC236}">
                <a16:creationId xmlns:a16="http://schemas.microsoft.com/office/drawing/2014/main" id="{307B0A3E-64EA-A31A-8F8E-892632BC4161}"/>
              </a:ext>
            </a:extLst>
          </p:cNvPr>
          <p:cNvSpPr/>
          <p:nvPr/>
        </p:nvSpPr>
        <p:spPr>
          <a:xfrm>
            <a:off x="2583688" y="3392451"/>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01" name="矩形 200">
            <a:extLst>
              <a:ext uri="{FF2B5EF4-FFF2-40B4-BE49-F238E27FC236}">
                <a16:creationId xmlns:a16="http://schemas.microsoft.com/office/drawing/2014/main" id="{CADD4D62-6E71-52DA-311D-663AD8BF0053}"/>
              </a:ext>
            </a:extLst>
          </p:cNvPr>
          <p:cNvSpPr/>
          <p:nvPr/>
        </p:nvSpPr>
        <p:spPr>
          <a:xfrm>
            <a:off x="2755914" y="3392451"/>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02" name="矩形 201">
            <a:extLst>
              <a:ext uri="{FF2B5EF4-FFF2-40B4-BE49-F238E27FC236}">
                <a16:creationId xmlns:a16="http://schemas.microsoft.com/office/drawing/2014/main" id="{6F8793DF-CC55-CF3F-31B6-A3644F3B97D9}"/>
              </a:ext>
            </a:extLst>
          </p:cNvPr>
          <p:cNvSpPr/>
          <p:nvPr/>
        </p:nvSpPr>
        <p:spPr>
          <a:xfrm>
            <a:off x="2928140" y="3392451"/>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03" name="矩形 202">
            <a:extLst>
              <a:ext uri="{FF2B5EF4-FFF2-40B4-BE49-F238E27FC236}">
                <a16:creationId xmlns:a16="http://schemas.microsoft.com/office/drawing/2014/main" id="{F82E049D-09C2-2A6F-522D-D381C9CC8C2E}"/>
              </a:ext>
            </a:extLst>
          </p:cNvPr>
          <p:cNvSpPr/>
          <p:nvPr/>
        </p:nvSpPr>
        <p:spPr>
          <a:xfrm>
            <a:off x="3100366" y="3392451"/>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04" name="矩形 203">
            <a:extLst>
              <a:ext uri="{FF2B5EF4-FFF2-40B4-BE49-F238E27FC236}">
                <a16:creationId xmlns:a16="http://schemas.microsoft.com/office/drawing/2014/main" id="{783272ED-B730-B39C-75C4-E30F8925CE65}"/>
              </a:ext>
            </a:extLst>
          </p:cNvPr>
          <p:cNvSpPr/>
          <p:nvPr/>
        </p:nvSpPr>
        <p:spPr>
          <a:xfrm>
            <a:off x="3272592" y="3392451"/>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05" name="矩形 204">
            <a:extLst>
              <a:ext uri="{FF2B5EF4-FFF2-40B4-BE49-F238E27FC236}">
                <a16:creationId xmlns:a16="http://schemas.microsoft.com/office/drawing/2014/main" id="{49FAF00E-38F3-1086-3A89-54B35EC59CD2}"/>
              </a:ext>
            </a:extLst>
          </p:cNvPr>
          <p:cNvSpPr/>
          <p:nvPr/>
        </p:nvSpPr>
        <p:spPr>
          <a:xfrm>
            <a:off x="3444818" y="3392451"/>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09" name="矩形 208">
            <a:extLst>
              <a:ext uri="{FF2B5EF4-FFF2-40B4-BE49-F238E27FC236}">
                <a16:creationId xmlns:a16="http://schemas.microsoft.com/office/drawing/2014/main" id="{63F53DFA-2FD0-F559-C95E-68813C848752}"/>
              </a:ext>
            </a:extLst>
          </p:cNvPr>
          <p:cNvSpPr/>
          <p:nvPr/>
        </p:nvSpPr>
        <p:spPr>
          <a:xfrm>
            <a:off x="1380763" y="3564677"/>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10" name="矩形 209">
            <a:extLst>
              <a:ext uri="{FF2B5EF4-FFF2-40B4-BE49-F238E27FC236}">
                <a16:creationId xmlns:a16="http://schemas.microsoft.com/office/drawing/2014/main" id="{D22862BE-AAF6-FC6D-E812-9B5C185F2D7C}"/>
              </a:ext>
            </a:extLst>
          </p:cNvPr>
          <p:cNvSpPr/>
          <p:nvPr/>
        </p:nvSpPr>
        <p:spPr>
          <a:xfrm>
            <a:off x="1552989" y="3564677"/>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11" name="矩形 210">
            <a:extLst>
              <a:ext uri="{FF2B5EF4-FFF2-40B4-BE49-F238E27FC236}">
                <a16:creationId xmlns:a16="http://schemas.microsoft.com/office/drawing/2014/main" id="{511732B0-4E42-38DB-E3CC-5DA2C1D18743}"/>
              </a:ext>
            </a:extLst>
          </p:cNvPr>
          <p:cNvSpPr/>
          <p:nvPr/>
        </p:nvSpPr>
        <p:spPr>
          <a:xfrm>
            <a:off x="1725215" y="3564677"/>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12" name="矩形 211">
            <a:extLst>
              <a:ext uri="{FF2B5EF4-FFF2-40B4-BE49-F238E27FC236}">
                <a16:creationId xmlns:a16="http://schemas.microsoft.com/office/drawing/2014/main" id="{B9174772-4D86-2AE3-C80E-193623F8E188}"/>
              </a:ext>
            </a:extLst>
          </p:cNvPr>
          <p:cNvSpPr/>
          <p:nvPr/>
        </p:nvSpPr>
        <p:spPr>
          <a:xfrm>
            <a:off x="1897441" y="3564677"/>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13" name="矩形 212">
            <a:extLst>
              <a:ext uri="{FF2B5EF4-FFF2-40B4-BE49-F238E27FC236}">
                <a16:creationId xmlns:a16="http://schemas.microsoft.com/office/drawing/2014/main" id="{D023700C-B029-7149-FAFB-F7AE855470B4}"/>
              </a:ext>
            </a:extLst>
          </p:cNvPr>
          <p:cNvSpPr/>
          <p:nvPr/>
        </p:nvSpPr>
        <p:spPr>
          <a:xfrm>
            <a:off x="2069667" y="3564677"/>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14" name="矩形 213">
            <a:extLst>
              <a:ext uri="{FF2B5EF4-FFF2-40B4-BE49-F238E27FC236}">
                <a16:creationId xmlns:a16="http://schemas.microsoft.com/office/drawing/2014/main" id="{CF720C75-2329-DFD0-A7BD-2D50FB30BE29}"/>
              </a:ext>
            </a:extLst>
          </p:cNvPr>
          <p:cNvSpPr/>
          <p:nvPr/>
        </p:nvSpPr>
        <p:spPr>
          <a:xfrm>
            <a:off x="2241893" y="3564677"/>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15" name="矩形 214">
            <a:extLst>
              <a:ext uri="{FF2B5EF4-FFF2-40B4-BE49-F238E27FC236}">
                <a16:creationId xmlns:a16="http://schemas.microsoft.com/office/drawing/2014/main" id="{EC810D51-9F56-1E50-B605-B0E420CF02B4}"/>
              </a:ext>
            </a:extLst>
          </p:cNvPr>
          <p:cNvSpPr/>
          <p:nvPr/>
        </p:nvSpPr>
        <p:spPr>
          <a:xfrm>
            <a:off x="2414119" y="3564677"/>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16" name="矩形 215">
            <a:extLst>
              <a:ext uri="{FF2B5EF4-FFF2-40B4-BE49-F238E27FC236}">
                <a16:creationId xmlns:a16="http://schemas.microsoft.com/office/drawing/2014/main" id="{26B7BC11-4452-FA26-BB7B-4EE7A1F9FC94}"/>
              </a:ext>
            </a:extLst>
          </p:cNvPr>
          <p:cNvSpPr/>
          <p:nvPr/>
        </p:nvSpPr>
        <p:spPr>
          <a:xfrm>
            <a:off x="2583688" y="3564677"/>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17" name="矩形 216">
            <a:extLst>
              <a:ext uri="{FF2B5EF4-FFF2-40B4-BE49-F238E27FC236}">
                <a16:creationId xmlns:a16="http://schemas.microsoft.com/office/drawing/2014/main" id="{C521D6FF-B11E-E9F9-758C-7AA1A04EA6FF}"/>
              </a:ext>
            </a:extLst>
          </p:cNvPr>
          <p:cNvSpPr/>
          <p:nvPr/>
        </p:nvSpPr>
        <p:spPr>
          <a:xfrm>
            <a:off x="2755914" y="3564677"/>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18" name="矩形 217">
            <a:extLst>
              <a:ext uri="{FF2B5EF4-FFF2-40B4-BE49-F238E27FC236}">
                <a16:creationId xmlns:a16="http://schemas.microsoft.com/office/drawing/2014/main" id="{9B541223-7BED-0F35-6490-E61413F05D6C}"/>
              </a:ext>
            </a:extLst>
          </p:cNvPr>
          <p:cNvSpPr/>
          <p:nvPr/>
        </p:nvSpPr>
        <p:spPr>
          <a:xfrm>
            <a:off x="2928140" y="3564677"/>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19" name="矩形 218">
            <a:extLst>
              <a:ext uri="{FF2B5EF4-FFF2-40B4-BE49-F238E27FC236}">
                <a16:creationId xmlns:a16="http://schemas.microsoft.com/office/drawing/2014/main" id="{924C07B7-3237-641F-7271-08901EFBEA02}"/>
              </a:ext>
            </a:extLst>
          </p:cNvPr>
          <p:cNvSpPr/>
          <p:nvPr/>
        </p:nvSpPr>
        <p:spPr>
          <a:xfrm>
            <a:off x="3100366" y="3564677"/>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20" name="矩形 219">
            <a:extLst>
              <a:ext uri="{FF2B5EF4-FFF2-40B4-BE49-F238E27FC236}">
                <a16:creationId xmlns:a16="http://schemas.microsoft.com/office/drawing/2014/main" id="{246FA059-71D8-331C-F4AB-45483C5FF94D}"/>
              </a:ext>
            </a:extLst>
          </p:cNvPr>
          <p:cNvSpPr/>
          <p:nvPr/>
        </p:nvSpPr>
        <p:spPr>
          <a:xfrm>
            <a:off x="3272592" y="3564677"/>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21" name="矩形 220">
            <a:extLst>
              <a:ext uri="{FF2B5EF4-FFF2-40B4-BE49-F238E27FC236}">
                <a16:creationId xmlns:a16="http://schemas.microsoft.com/office/drawing/2014/main" id="{11E30D20-49A7-1747-0434-CBC0E76423BF}"/>
              </a:ext>
            </a:extLst>
          </p:cNvPr>
          <p:cNvSpPr/>
          <p:nvPr/>
        </p:nvSpPr>
        <p:spPr>
          <a:xfrm>
            <a:off x="3444818" y="3564677"/>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25" name="矩形 224">
            <a:extLst>
              <a:ext uri="{FF2B5EF4-FFF2-40B4-BE49-F238E27FC236}">
                <a16:creationId xmlns:a16="http://schemas.microsoft.com/office/drawing/2014/main" id="{4D380D49-C64C-BDEA-C947-31B252EC2335}"/>
              </a:ext>
            </a:extLst>
          </p:cNvPr>
          <p:cNvSpPr/>
          <p:nvPr/>
        </p:nvSpPr>
        <p:spPr>
          <a:xfrm>
            <a:off x="1380763" y="3736903"/>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26" name="矩形 225">
            <a:extLst>
              <a:ext uri="{FF2B5EF4-FFF2-40B4-BE49-F238E27FC236}">
                <a16:creationId xmlns:a16="http://schemas.microsoft.com/office/drawing/2014/main" id="{85E158F1-B452-7B27-3DAD-E0DF1923F689}"/>
              </a:ext>
            </a:extLst>
          </p:cNvPr>
          <p:cNvSpPr/>
          <p:nvPr/>
        </p:nvSpPr>
        <p:spPr>
          <a:xfrm>
            <a:off x="1552989" y="3736903"/>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27" name="矩形 226">
            <a:extLst>
              <a:ext uri="{FF2B5EF4-FFF2-40B4-BE49-F238E27FC236}">
                <a16:creationId xmlns:a16="http://schemas.microsoft.com/office/drawing/2014/main" id="{24144261-3FD4-5E8E-88A5-E2BA2B113DAA}"/>
              </a:ext>
            </a:extLst>
          </p:cNvPr>
          <p:cNvSpPr/>
          <p:nvPr/>
        </p:nvSpPr>
        <p:spPr>
          <a:xfrm>
            <a:off x="1725215" y="3736903"/>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28" name="矩形 227">
            <a:extLst>
              <a:ext uri="{FF2B5EF4-FFF2-40B4-BE49-F238E27FC236}">
                <a16:creationId xmlns:a16="http://schemas.microsoft.com/office/drawing/2014/main" id="{8A63F871-2AFC-993C-0BBC-DD85F0413DEE}"/>
              </a:ext>
            </a:extLst>
          </p:cNvPr>
          <p:cNvSpPr/>
          <p:nvPr/>
        </p:nvSpPr>
        <p:spPr>
          <a:xfrm>
            <a:off x="1897441" y="3736903"/>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29" name="矩形 228">
            <a:extLst>
              <a:ext uri="{FF2B5EF4-FFF2-40B4-BE49-F238E27FC236}">
                <a16:creationId xmlns:a16="http://schemas.microsoft.com/office/drawing/2014/main" id="{814F4628-1CDE-5471-A108-FCDFE7C37481}"/>
              </a:ext>
            </a:extLst>
          </p:cNvPr>
          <p:cNvSpPr/>
          <p:nvPr/>
        </p:nvSpPr>
        <p:spPr>
          <a:xfrm>
            <a:off x="2069667" y="3736903"/>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30" name="矩形 229">
            <a:extLst>
              <a:ext uri="{FF2B5EF4-FFF2-40B4-BE49-F238E27FC236}">
                <a16:creationId xmlns:a16="http://schemas.microsoft.com/office/drawing/2014/main" id="{7AD3E989-8C68-9900-1926-59F477A28E16}"/>
              </a:ext>
            </a:extLst>
          </p:cNvPr>
          <p:cNvSpPr/>
          <p:nvPr/>
        </p:nvSpPr>
        <p:spPr>
          <a:xfrm>
            <a:off x="2241893" y="3736903"/>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31" name="矩形 230">
            <a:extLst>
              <a:ext uri="{FF2B5EF4-FFF2-40B4-BE49-F238E27FC236}">
                <a16:creationId xmlns:a16="http://schemas.microsoft.com/office/drawing/2014/main" id="{405238F5-7B38-E635-51FC-F194DBA88153}"/>
              </a:ext>
            </a:extLst>
          </p:cNvPr>
          <p:cNvSpPr/>
          <p:nvPr/>
        </p:nvSpPr>
        <p:spPr>
          <a:xfrm>
            <a:off x="2414119" y="3736903"/>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32" name="矩形 231">
            <a:extLst>
              <a:ext uri="{FF2B5EF4-FFF2-40B4-BE49-F238E27FC236}">
                <a16:creationId xmlns:a16="http://schemas.microsoft.com/office/drawing/2014/main" id="{BC41EF97-50E7-A8BA-2C6C-D462E6B7E8A0}"/>
              </a:ext>
            </a:extLst>
          </p:cNvPr>
          <p:cNvSpPr/>
          <p:nvPr/>
        </p:nvSpPr>
        <p:spPr>
          <a:xfrm>
            <a:off x="2583688" y="3736903"/>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33" name="矩形 232">
            <a:extLst>
              <a:ext uri="{FF2B5EF4-FFF2-40B4-BE49-F238E27FC236}">
                <a16:creationId xmlns:a16="http://schemas.microsoft.com/office/drawing/2014/main" id="{73438E84-2C1A-4D9F-3A24-824AA35BCBC7}"/>
              </a:ext>
            </a:extLst>
          </p:cNvPr>
          <p:cNvSpPr/>
          <p:nvPr/>
        </p:nvSpPr>
        <p:spPr>
          <a:xfrm>
            <a:off x="2755914" y="3736903"/>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34" name="矩形 233">
            <a:extLst>
              <a:ext uri="{FF2B5EF4-FFF2-40B4-BE49-F238E27FC236}">
                <a16:creationId xmlns:a16="http://schemas.microsoft.com/office/drawing/2014/main" id="{40E52211-4BF8-0166-0F32-D07571C70CF5}"/>
              </a:ext>
            </a:extLst>
          </p:cNvPr>
          <p:cNvSpPr/>
          <p:nvPr/>
        </p:nvSpPr>
        <p:spPr>
          <a:xfrm>
            <a:off x="2928140" y="3736903"/>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35" name="矩形 234">
            <a:extLst>
              <a:ext uri="{FF2B5EF4-FFF2-40B4-BE49-F238E27FC236}">
                <a16:creationId xmlns:a16="http://schemas.microsoft.com/office/drawing/2014/main" id="{4EDD5285-3D40-EAE7-C542-786A6D829197}"/>
              </a:ext>
            </a:extLst>
          </p:cNvPr>
          <p:cNvSpPr/>
          <p:nvPr/>
        </p:nvSpPr>
        <p:spPr>
          <a:xfrm>
            <a:off x="3100366" y="3736903"/>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36" name="矩形 235">
            <a:extLst>
              <a:ext uri="{FF2B5EF4-FFF2-40B4-BE49-F238E27FC236}">
                <a16:creationId xmlns:a16="http://schemas.microsoft.com/office/drawing/2014/main" id="{F1A01163-BE90-1001-9F9C-CCCC4EE80B56}"/>
              </a:ext>
            </a:extLst>
          </p:cNvPr>
          <p:cNvSpPr/>
          <p:nvPr/>
        </p:nvSpPr>
        <p:spPr>
          <a:xfrm>
            <a:off x="3272592" y="3736903"/>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37" name="矩形 236">
            <a:extLst>
              <a:ext uri="{FF2B5EF4-FFF2-40B4-BE49-F238E27FC236}">
                <a16:creationId xmlns:a16="http://schemas.microsoft.com/office/drawing/2014/main" id="{941557BB-D51C-CB1D-075B-407042CAE9E7}"/>
              </a:ext>
            </a:extLst>
          </p:cNvPr>
          <p:cNvSpPr/>
          <p:nvPr/>
        </p:nvSpPr>
        <p:spPr>
          <a:xfrm>
            <a:off x="3444818" y="3736903"/>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41" name="矩形 240">
            <a:extLst>
              <a:ext uri="{FF2B5EF4-FFF2-40B4-BE49-F238E27FC236}">
                <a16:creationId xmlns:a16="http://schemas.microsoft.com/office/drawing/2014/main" id="{D52C9CE6-4861-6D5D-B158-D1F7F694BE77}"/>
              </a:ext>
            </a:extLst>
          </p:cNvPr>
          <p:cNvSpPr/>
          <p:nvPr/>
        </p:nvSpPr>
        <p:spPr>
          <a:xfrm>
            <a:off x="1380763" y="3909129"/>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42" name="矩形 241">
            <a:extLst>
              <a:ext uri="{FF2B5EF4-FFF2-40B4-BE49-F238E27FC236}">
                <a16:creationId xmlns:a16="http://schemas.microsoft.com/office/drawing/2014/main" id="{F7C19CD2-297F-99E3-933F-AF322013430A}"/>
              </a:ext>
            </a:extLst>
          </p:cNvPr>
          <p:cNvSpPr/>
          <p:nvPr/>
        </p:nvSpPr>
        <p:spPr>
          <a:xfrm>
            <a:off x="1552989" y="3909129"/>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43" name="矩形 242">
            <a:extLst>
              <a:ext uri="{FF2B5EF4-FFF2-40B4-BE49-F238E27FC236}">
                <a16:creationId xmlns:a16="http://schemas.microsoft.com/office/drawing/2014/main" id="{0C6733B1-FC32-F36E-E540-8E956877F01E}"/>
              </a:ext>
            </a:extLst>
          </p:cNvPr>
          <p:cNvSpPr/>
          <p:nvPr/>
        </p:nvSpPr>
        <p:spPr>
          <a:xfrm>
            <a:off x="1725215" y="3909129"/>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44" name="矩形 243">
            <a:extLst>
              <a:ext uri="{FF2B5EF4-FFF2-40B4-BE49-F238E27FC236}">
                <a16:creationId xmlns:a16="http://schemas.microsoft.com/office/drawing/2014/main" id="{1F67462B-D351-6CD5-9F17-6FB00D6A6894}"/>
              </a:ext>
            </a:extLst>
          </p:cNvPr>
          <p:cNvSpPr/>
          <p:nvPr/>
        </p:nvSpPr>
        <p:spPr>
          <a:xfrm>
            <a:off x="1897441" y="3909129"/>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45" name="矩形 244">
            <a:extLst>
              <a:ext uri="{FF2B5EF4-FFF2-40B4-BE49-F238E27FC236}">
                <a16:creationId xmlns:a16="http://schemas.microsoft.com/office/drawing/2014/main" id="{22B9BD38-F703-2C2F-98E3-2DB191339D69}"/>
              </a:ext>
            </a:extLst>
          </p:cNvPr>
          <p:cNvSpPr/>
          <p:nvPr/>
        </p:nvSpPr>
        <p:spPr>
          <a:xfrm>
            <a:off x="2069667" y="3909129"/>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46" name="矩形 245">
            <a:extLst>
              <a:ext uri="{FF2B5EF4-FFF2-40B4-BE49-F238E27FC236}">
                <a16:creationId xmlns:a16="http://schemas.microsoft.com/office/drawing/2014/main" id="{03989518-1BBE-0E3A-1406-A652F6210652}"/>
              </a:ext>
            </a:extLst>
          </p:cNvPr>
          <p:cNvSpPr/>
          <p:nvPr/>
        </p:nvSpPr>
        <p:spPr>
          <a:xfrm>
            <a:off x="2241893" y="3909129"/>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47" name="矩形 246">
            <a:extLst>
              <a:ext uri="{FF2B5EF4-FFF2-40B4-BE49-F238E27FC236}">
                <a16:creationId xmlns:a16="http://schemas.microsoft.com/office/drawing/2014/main" id="{20148471-C46E-28A4-BBFB-B66A614CA6E0}"/>
              </a:ext>
            </a:extLst>
          </p:cNvPr>
          <p:cNvSpPr/>
          <p:nvPr/>
        </p:nvSpPr>
        <p:spPr>
          <a:xfrm>
            <a:off x="2414119" y="3909129"/>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48" name="矩形 247">
            <a:extLst>
              <a:ext uri="{FF2B5EF4-FFF2-40B4-BE49-F238E27FC236}">
                <a16:creationId xmlns:a16="http://schemas.microsoft.com/office/drawing/2014/main" id="{29D52307-9CFA-0798-854D-F7E460A655AF}"/>
              </a:ext>
            </a:extLst>
          </p:cNvPr>
          <p:cNvSpPr/>
          <p:nvPr/>
        </p:nvSpPr>
        <p:spPr>
          <a:xfrm>
            <a:off x="2583688" y="3909129"/>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49" name="矩形 248">
            <a:extLst>
              <a:ext uri="{FF2B5EF4-FFF2-40B4-BE49-F238E27FC236}">
                <a16:creationId xmlns:a16="http://schemas.microsoft.com/office/drawing/2014/main" id="{F6956A5C-9E56-EC13-855C-CC0A99388F65}"/>
              </a:ext>
            </a:extLst>
          </p:cNvPr>
          <p:cNvSpPr/>
          <p:nvPr/>
        </p:nvSpPr>
        <p:spPr>
          <a:xfrm>
            <a:off x="2755914" y="3909129"/>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50" name="矩形 249">
            <a:extLst>
              <a:ext uri="{FF2B5EF4-FFF2-40B4-BE49-F238E27FC236}">
                <a16:creationId xmlns:a16="http://schemas.microsoft.com/office/drawing/2014/main" id="{EDBDD29B-3123-D011-8F3C-41F0DBCBC46A}"/>
              </a:ext>
            </a:extLst>
          </p:cNvPr>
          <p:cNvSpPr/>
          <p:nvPr/>
        </p:nvSpPr>
        <p:spPr>
          <a:xfrm>
            <a:off x="2928140" y="3909129"/>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51" name="矩形 250">
            <a:extLst>
              <a:ext uri="{FF2B5EF4-FFF2-40B4-BE49-F238E27FC236}">
                <a16:creationId xmlns:a16="http://schemas.microsoft.com/office/drawing/2014/main" id="{51E3FDD3-31B9-24C0-5090-933D82DAA367}"/>
              </a:ext>
            </a:extLst>
          </p:cNvPr>
          <p:cNvSpPr/>
          <p:nvPr/>
        </p:nvSpPr>
        <p:spPr>
          <a:xfrm>
            <a:off x="3100366" y="3909129"/>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52" name="矩形 251">
            <a:extLst>
              <a:ext uri="{FF2B5EF4-FFF2-40B4-BE49-F238E27FC236}">
                <a16:creationId xmlns:a16="http://schemas.microsoft.com/office/drawing/2014/main" id="{CFE14809-DBE2-F479-FD48-858C2831B0AD}"/>
              </a:ext>
            </a:extLst>
          </p:cNvPr>
          <p:cNvSpPr/>
          <p:nvPr/>
        </p:nvSpPr>
        <p:spPr>
          <a:xfrm>
            <a:off x="3272592" y="3909129"/>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53" name="矩形 252">
            <a:extLst>
              <a:ext uri="{FF2B5EF4-FFF2-40B4-BE49-F238E27FC236}">
                <a16:creationId xmlns:a16="http://schemas.microsoft.com/office/drawing/2014/main" id="{98DEBBDA-FBA0-C385-5232-2BE688588C1B}"/>
              </a:ext>
            </a:extLst>
          </p:cNvPr>
          <p:cNvSpPr/>
          <p:nvPr/>
        </p:nvSpPr>
        <p:spPr>
          <a:xfrm>
            <a:off x="3444818" y="3909129"/>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57" name="矩形 256">
            <a:extLst>
              <a:ext uri="{FF2B5EF4-FFF2-40B4-BE49-F238E27FC236}">
                <a16:creationId xmlns:a16="http://schemas.microsoft.com/office/drawing/2014/main" id="{C815E2BD-D466-D2AD-F387-561182144A41}"/>
              </a:ext>
            </a:extLst>
          </p:cNvPr>
          <p:cNvSpPr/>
          <p:nvPr/>
        </p:nvSpPr>
        <p:spPr>
          <a:xfrm>
            <a:off x="1380763" y="4081355"/>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58" name="矩形 257">
            <a:extLst>
              <a:ext uri="{FF2B5EF4-FFF2-40B4-BE49-F238E27FC236}">
                <a16:creationId xmlns:a16="http://schemas.microsoft.com/office/drawing/2014/main" id="{B14A190C-5C88-CC41-D6EE-123E3A292A2D}"/>
              </a:ext>
            </a:extLst>
          </p:cNvPr>
          <p:cNvSpPr/>
          <p:nvPr/>
        </p:nvSpPr>
        <p:spPr>
          <a:xfrm>
            <a:off x="1552989" y="408135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59" name="矩形 258">
            <a:extLst>
              <a:ext uri="{FF2B5EF4-FFF2-40B4-BE49-F238E27FC236}">
                <a16:creationId xmlns:a16="http://schemas.microsoft.com/office/drawing/2014/main" id="{9CA39EDA-7C4A-3E06-66B0-9C532C4B940C}"/>
              </a:ext>
            </a:extLst>
          </p:cNvPr>
          <p:cNvSpPr/>
          <p:nvPr/>
        </p:nvSpPr>
        <p:spPr>
          <a:xfrm>
            <a:off x="1725215" y="408135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60" name="矩形 259">
            <a:extLst>
              <a:ext uri="{FF2B5EF4-FFF2-40B4-BE49-F238E27FC236}">
                <a16:creationId xmlns:a16="http://schemas.microsoft.com/office/drawing/2014/main" id="{6B57FF41-D3C4-BC84-509B-68D5634B2E7C}"/>
              </a:ext>
            </a:extLst>
          </p:cNvPr>
          <p:cNvSpPr/>
          <p:nvPr/>
        </p:nvSpPr>
        <p:spPr>
          <a:xfrm>
            <a:off x="1897441" y="408135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61" name="矩形 260">
            <a:extLst>
              <a:ext uri="{FF2B5EF4-FFF2-40B4-BE49-F238E27FC236}">
                <a16:creationId xmlns:a16="http://schemas.microsoft.com/office/drawing/2014/main" id="{593B3357-2960-CAD2-D942-EA245590C366}"/>
              </a:ext>
            </a:extLst>
          </p:cNvPr>
          <p:cNvSpPr/>
          <p:nvPr/>
        </p:nvSpPr>
        <p:spPr>
          <a:xfrm>
            <a:off x="2069667" y="408135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62" name="矩形 261">
            <a:extLst>
              <a:ext uri="{FF2B5EF4-FFF2-40B4-BE49-F238E27FC236}">
                <a16:creationId xmlns:a16="http://schemas.microsoft.com/office/drawing/2014/main" id="{F33EA6DE-CDD5-C02F-7216-EABE49140C0C}"/>
              </a:ext>
            </a:extLst>
          </p:cNvPr>
          <p:cNvSpPr/>
          <p:nvPr/>
        </p:nvSpPr>
        <p:spPr>
          <a:xfrm>
            <a:off x="2241893" y="408135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63" name="矩形 262">
            <a:extLst>
              <a:ext uri="{FF2B5EF4-FFF2-40B4-BE49-F238E27FC236}">
                <a16:creationId xmlns:a16="http://schemas.microsoft.com/office/drawing/2014/main" id="{2A70BE5C-7B2C-88F2-35C5-02E92B3C2F19}"/>
              </a:ext>
            </a:extLst>
          </p:cNvPr>
          <p:cNvSpPr/>
          <p:nvPr/>
        </p:nvSpPr>
        <p:spPr>
          <a:xfrm>
            <a:off x="2414119" y="408135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64" name="矩形 263">
            <a:extLst>
              <a:ext uri="{FF2B5EF4-FFF2-40B4-BE49-F238E27FC236}">
                <a16:creationId xmlns:a16="http://schemas.microsoft.com/office/drawing/2014/main" id="{31622DE8-9225-BA3C-8AAE-90B83819C6CF}"/>
              </a:ext>
            </a:extLst>
          </p:cNvPr>
          <p:cNvSpPr/>
          <p:nvPr/>
        </p:nvSpPr>
        <p:spPr>
          <a:xfrm>
            <a:off x="2583688" y="408135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65" name="矩形 264">
            <a:extLst>
              <a:ext uri="{FF2B5EF4-FFF2-40B4-BE49-F238E27FC236}">
                <a16:creationId xmlns:a16="http://schemas.microsoft.com/office/drawing/2014/main" id="{C3572FF2-C553-8925-E2BF-91A02DDB4CB0}"/>
              </a:ext>
            </a:extLst>
          </p:cNvPr>
          <p:cNvSpPr/>
          <p:nvPr/>
        </p:nvSpPr>
        <p:spPr>
          <a:xfrm>
            <a:off x="2755914" y="408135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66" name="矩形 265">
            <a:extLst>
              <a:ext uri="{FF2B5EF4-FFF2-40B4-BE49-F238E27FC236}">
                <a16:creationId xmlns:a16="http://schemas.microsoft.com/office/drawing/2014/main" id="{B30F548E-E5F1-522F-1866-26FBEEC8B248}"/>
              </a:ext>
            </a:extLst>
          </p:cNvPr>
          <p:cNvSpPr/>
          <p:nvPr/>
        </p:nvSpPr>
        <p:spPr>
          <a:xfrm>
            <a:off x="2928140" y="408135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67" name="矩形 266">
            <a:extLst>
              <a:ext uri="{FF2B5EF4-FFF2-40B4-BE49-F238E27FC236}">
                <a16:creationId xmlns:a16="http://schemas.microsoft.com/office/drawing/2014/main" id="{9DE1FCB9-7A14-FA12-89A7-0E1F3EFEE954}"/>
              </a:ext>
            </a:extLst>
          </p:cNvPr>
          <p:cNvSpPr/>
          <p:nvPr/>
        </p:nvSpPr>
        <p:spPr>
          <a:xfrm>
            <a:off x="3100366" y="408135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68" name="矩形 267">
            <a:extLst>
              <a:ext uri="{FF2B5EF4-FFF2-40B4-BE49-F238E27FC236}">
                <a16:creationId xmlns:a16="http://schemas.microsoft.com/office/drawing/2014/main" id="{308103E2-BC21-03ED-8D6C-68BF9E893C95}"/>
              </a:ext>
            </a:extLst>
          </p:cNvPr>
          <p:cNvSpPr/>
          <p:nvPr/>
        </p:nvSpPr>
        <p:spPr>
          <a:xfrm>
            <a:off x="3272592" y="408135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69" name="矩形 268">
            <a:extLst>
              <a:ext uri="{FF2B5EF4-FFF2-40B4-BE49-F238E27FC236}">
                <a16:creationId xmlns:a16="http://schemas.microsoft.com/office/drawing/2014/main" id="{31304C33-7452-D2CC-DBAC-693F3C1D4212}"/>
              </a:ext>
            </a:extLst>
          </p:cNvPr>
          <p:cNvSpPr/>
          <p:nvPr/>
        </p:nvSpPr>
        <p:spPr>
          <a:xfrm>
            <a:off x="3444818" y="4081355"/>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73" name="矩形 272">
            <a:extLst>
              <a:ext uri="{FF2B5EF4-FFF2-40B4-BE49-F238E27FC236}">
                <a16:creationId xmlns:a16="http://schemas.microsoft.com/office/drawing/2014/main" id="{FAD8BB2D-257E-68E6-2CA2-90C08D0E9F00}"/>
              </a:ext>
            </a:extLst>
          </p:cNvPr>
          <p:cNvSpPr/>
          <p:nvPr/>
        </p:nvSpPr>
        <p:spPr>
          <a:xfrm>
            <a:off x="1380763" y="4253581"/>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74" name="矩形 273">
            <a:extLst>
              <a:ext uri="{FF2B5EF4-FFF2-40B4-BE49-F238E27FC236}">
                <a16:creationId xmlns:a16="http://schemas.microsoft.com/office/drawing/2014/main" id="{FC354FBE-A4C2-33CE-C85F-97E0522204B3}"/>
              </a:ext>
            </a:extLst>
          </p:cNvPr>
          <p:cNvSpPr/>
          <p:nvPr/>
        </p:nvSpPr>
        <p:spPr>
          <a:xfrm>
            <a:off x="1552989" y="4253581"/>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75" name="矩形 274">
            <a:extLst>
              <a:ext uri="{FF2B5EF4-FFF2-40B4-BE49-F238E27FC236}">
                <a16:creationId xmlns:a16="http://schemas.microsoft.com/office/drawing/2014/main" id="{FC97E59B-5497-9B50-5C84-1B14D39243A4}"/>
              </a:ext>
            </a:extLst>
          </p:cNvPr>
          <p:cNvSpPr/>
          <p:nvPr/>
        </p:nvSpPr>
        <p:spPr>
          <a:xfrm>
            <a:off x="1725215" y="4253581"/>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76" name="矩形 275">
            <a:extLst>
              <a:ext uri="{FF2B5EF4-FFF2-40B4-BE49-F238E27FC236}">
                <a16:creationId xmlns:a16="http://schemas.microsoft.com/office/drawing/2014/main" id="{1A2B2F5A-A4DC-5A8F-0081-327561941EEE}"/>
              </a:ext>
            </a:extLst>
          </p:cNvPr>
          <p:cNvSpPr/>
          <p:nvPr/>
        </p:nvSpPr>
        <p:spPr>
          <a:xfrm>
            <a:off x="1897441" y="4253581"/>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77" name="矩形 276">
            <a:extLst>
              <a:ext uri="{FF2B5EF4-FFF2-40B4-BE49-F238E27FC236}">
                <a16:creationId xmlns:a16="http://schemas.microsoft.com/office/drawing/2014/main" id="{1E609464-0E41-6861-41AF-B70B8751B6C7}"/>
              </a:ext>
            </a:extLst>
          </p:cNvPr>
          <p:cNvSpPr/>
          <p:nvPr/>
        </p:nvSpPr>
        <p:spPr>
          <a:xfrm>
            <a:off x="2069667" y="4253581"/>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78" name="矩形 277">
            <a:extLst>
              <a:ext uri="{FF2B5EF4-FFF2-40B4-BE49-F238E27FC236}">
                <a16:creationId xmlns:a16="http://schemas.microsoft.com/office/drawing/2014/main" id="{245CAD8D-17EE-D592-8ED0-605A38F65702}"/>
              </a:ext>
            </a:extLst>
          </p:cNvPr>
          <p:cNvSpPr/>
          <p:nvPr/>
        </p:nvSpPr>
        <p:spPr>
          <a:xfrm>
            <a:off x="2241893" y="4253581"/>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79" name="矩形 278">
            <a:extLst>
              <a:ext uri="{FF2B5EF4-FFF2-40B4-BE49-F238E27FC236}">
                <a16:creationId xmlns:a16="http://schemas.microsoft.com/office/drawing/2014/main" id="{5285568B-35F0-C353-0391-95A82A3C61E5}"/>
              </a:ext>
            </a:extLst>
          </p:cNvPr>
          <p:cNvSpPr/>
          <p:nvPr/>
        </p:nvSpPr>
        <p:spPr>
          <a:xfrm>
            <a:off x="2414119" y="4253581"/>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80" name="矩形 279">
            <a:extLst>
              <a:ext uri="{FF2B5EF4-FFF2-40B4-BE49-F238E27FC236}">
                <a16:creationId xmlns:a16="http://schemas.microsoft.com/office/drawing/2014/main" id="{01EB4774-C78C-53B2-69A0-81E88B966AD0}"/>
              </a:ext>
            </a:extLst>
          </p:cNvPr>
          <p:cNvSpPr/>
          <p:nvPr/>
        </p:nvSpPr>
        <p:spPr>
          <a:xfrm>
            <a:off x="2583688" y="4253581"/>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81" name="矩形 280">
            <a:extLst>
              <a:ext uri="{FF2B5EF4-FFF2-40B4-BE49-F238E27FC236}">
                <a16:creationId xmlns:a16="http://schemas.microsoft.com/office/drawing/2014/main" id="{7BBBC64B-7A97-A95A-9226-092D718D2C31}"/>
              </a:ext>
            </a:extLst>
          </p:cNvPr>
          <p:cNvSpPr/>
          <p:nvPr/>
        </p:nvSpPr>
        <p:spPr>
          <a:xfrm>
            <a:off x="2755914" y="4253581"/>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82" name="矩形 281">
            <a:extLst>
              <a:ext uri="{FF2B5EF4-FFF2-40B4-BE49-F238E27FC236}">
                <a16:creationId xmlns:a16="http://schemas.microsoft.com/office/drawing/2014/main" id="{34C86712-B62E-6045-89D9-B1C21C178D93}"/>
              </a:ext>
            </a:extLst>
          </p:cNvPr>
          <p:cNvSpPr/>
          <p:nvPr/>
        </p:nvSpPr>
        <p:spPr>
          <a:xfrm>
            <a:off x="2928140" y="4253581"/>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83" name="矩形 282">
            <a:extLst>
              <a:ext uri="{FF2B5EF4-FFF2-40B4-BE49-F238E27FC236}">
                <a16:creationId xmlns:a16="http://schemas.microsoft.com/office/drawing/2014/main" id="{0F4DEAB9-0624-57EF-4C1E-A7A34B6362F4}"/>
              </a:ext>
            </a:extLst>
          </p:cNvPr>
          <p:cNvSpPr/>
          <p:nvPr/>
        </p:nvSpPr>
        <p:spPr>
          <a:xfrm>
            <a:off x="3100366" y="4253581"/>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84" name="矩形 283">
            <a:extLst>
              <a:ext uri="{FF2B5EF4-FFF2-40B4-BE49-F238E27FC236}">
                <a16:creationId xmlns:a16="http://schemas.microsoft.com/office/drawing/2014/main" id="{8522A5EB-9B90-3D7F-0F63-468D66917678}"/>
              </a:ext>
            </a:extLst>
          </p:cNvPr>
          <p:cNvSpPr/>
          <p:nvPr/>
        </p:nvSpPr>
        <p:spPr>
          <a:xfrm>
            <a:off x="3272592" y="4253581"/>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85" name="矩形 284">
            <a:extLst>
              <a:ext uri="{FF2B5EF4-FFF2-40B4-BE49-F238E27FC236}">
                <a16:creationId xmlns:a16="http://schemas.microsoft.com/office/drawing/2014/main" id="{0C172E08-E85F-7953-9F66-B6874A2FAEA3}"/>
              </a:ext>
            </a:extLst>
          </p:cNvPr>
          <p:cNvSpPr/>
          <p:nvPr/>
        </p:nvSpPr>
        <p:spPr>
          <a:xfrm>
            <a:off x="3444818" y="4253581"/>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30197" name="组合 30196">
            <a:extLst>
              <a:ext uri="{FF2B5EF4-FFF2-40B4-BE49-F238E27FC236}">
                <a16:creationId xmlns:a16="http://schemas.microsoft.com/office/drawing/2014/main" id="{E8DC7A86-F0DE-9D4C-F6A6-0E22101EF7DC}"/>
              </a:ext>
            </a:extLst>
          </p:cNvPr>
          <p:cNvGrpSpPr/>
          <p:nvPr/>
        </p:nvGrpSpPr>
        <p:grpSpPr>
          <a:xfrm>
            <a:off x="4760588" y="2186869"/>
            <a:ext cx="2237610" cy="2238938"/>
            <a:chOff x="4760588" y="2186869"/>
            <a:chExt cx="2237610" cy="2238938"/>
          </a:xfrm>
        </p:grpSpPr>
        <p:sp>
          <p:nvSpPr>
            <p:cNvPr id="30196" name="矩形 30195">
              <a:extLst>
                <a:ext uri="{FF2B5EF4-FFF2-40B4-BE49-F238E27FC236}">
                  <a16:creationId xmlns:a16="http://schemas.microsoft.com/office/drawing/2014/main" id="{D30637A9-37E1-AD82-F932-3706256139EB}"/>
                </a:ext>
              </a:extLst>
            </p:cNvPr>
            <p:cNvSpPr/>
            <p:nvPr/>
          </p:nvSpPr>
          <p:spPr>
            <a:xfrm>
              <a:off x="4760588" y="2186869"/>
              <a:ext cx="2237609" cy="2238938"/>
            </a:xfrm>
            <a:prstGeom prst="rect">
              <a:avLst/>
            </a:prstGeom>
            <a:solidFill>
              <a:schemeClr val="bg1"/>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 name="矩形 3">
              <a:extLst>
                <a:ext uri="{FF2B5EF4-FFF2-40B4-BE49-F238E27FC236}">
                  <a16:creationId xmlns:a16="http://schemas.microsoft.com/office/drawing/2014/main" id="{C692B77E-C428-3E65-17E2-FA3D65CA1734}"/>
                </a:ext>
              </a:extLst>
            </p:cNvPr>
            <p:cNvSpPr/>
            <p:nvPr/>
          </p:nvSpPr>
          <p:spPr>
            <a:xfrm>
              <a:off x="4761917" y="2186869"/>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矩形 5">
              <a:extLst>
                <a:ext uri="{FF2B5EF4-FFF2-40B4-BE49-F238E27FC236}">
                  <a16:creationId xmlns:a16="http://schemas.microsoft.com/office/drawing/2014/main" id="{C9AD5DCC-A78D-5A18-1B51-9CF5D5A1121B}"/>
                </a:ext>
              </a:extLst>
            </p:cNvPr>
            <p:cNvSpPr/>
            <p:nvPr/>
          </p:nvSpPr>
          <p:spPr>
            <a:xfrm>
              <a:off x="4934143" y="2186869"/>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矩形 7">
              <a:extLst>
                <a:ext uri="{FF2B5EF4-FFF2-40B4-BE49-F238E27FC236}">
                  <a16:creationId xmlns:a16="http://schemas.microsoft.com/office/drawing/2014/main" id="{0541B91C-5D16-380D-751C-14C190D5A1B8}"/>
                </a:ext>
              </a:extLst>
            </p:cNvPr>
            <p:cNvSpPr/>
            <p:nvPr/>
          </p:nvSpPr>
          <p:spPr>
            <a:xfrm>
              <a:off x="5106369" y="2186869"/>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矩形 8">
              <a:extLst>
                <a:ext uri="{FF2B5EF4-FFF2-40B4-BE49-F238E27FC236}">
                  <a16:creationId xmlns:a16="http://schemas.microsoft.com/office/drawing/2014/main" id="{E40E563C-7E4E-B995-CC7A-C4BBAF85F3C2}"/>
                </a:ext>
              </a:extLst>
            </p:cNvPr>
            <p:cNvSpPr/>
            <p:nvPr/>
          </p:nvSpPr>
          <p:spPr>
            <a:xfrm>
              <a:off x="5278595" y="2186869"/>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 name="矩形 9">
              <a:extLst>
                <a:ext uri="{FF2B5EF4-FFF2-40B4-BE49-F238E27FC236}">
                  <a16:creationId xmlns:a16="http://schemas.microsoft.com/office/drawing/2014/main" id="{6F8D6AE7-B4A6-FBBC-734E-514647717C46}"/>
                </a:ext>
              </a:extLst>
            </p:cNvPr>
            <p:cNvSpPr/>
            <p:nvPr/>
          </p:nvSpPr>
          <p:spPr>
            <a:xfrm>
              <a:off x="5450821" y="2186869"/>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矩形 10">
              <a:extLst>
                <a:ext uri="{FF2B5EF4-FFF2-40B4-BE49-F238E27FC236}">
                  <a16:creationId xmlns:a16="http://schemas.microsoft.com/office/drawing/2014/main" id="{940A57B2-C867-B153-F315-95D179D2AB38}"/>
                </a:ext>
              </a:extLst>
            </p:cNvPr>
            <p:cNvSpPr/>
            <p:nvPr/>
          </p:nvSpPr>
          <p:spPr>
            <a:xfrm>
              <a:off x="5623047" y="2186869"/>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矩形 11">
              <a:extLst>
                <a:ext uri="{FF2B5EF4-FFF2-40B4-BE49-F238E27FC236}">
                  <a16:creationId xmlns:a16="http://schemas.microsoft.com/office/drawing/2014/main" id="{F2C31E62-0D22-E23C-B86C-CA2C44138ABD}"/>
                </a:ext>
              </a:extLst>
            </p:cNvPr>
            <p:cNvSpPr/>
            <p:nvPr/>
          </p:nvSpPr>
          <p:spPr>
            <a:xfrm>
              <a:off x="5795273" y="2186869"/>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矩形 12">
              <a:extLst>
                <a:ext uri="{FF2B5EF4-FFF2-40B4-BE49-F238E27FC236}">
                  <a16:creationId xmlns:a16="http://schemas.microsoft.com/office/drawing/2014/main" id="{1D4FBAC8-45F2-9402-F6E3-4CEFF8F12EF0}"/>
                </a:ext>
              </a:extLst>
            </p:cNvPr>
            <p:cNvSpPr/>
            <p:nvPr/>
          </p:nvSpPr>
          <p:spPr>
            <a:xfrm>
              <a:off x="5964842" y="2186869"/>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矩形 13">
              <a:extLst>
                <a:ext uri="{FF2B5EF4-FFF2-40B4-BE49-F238E27FC236}">
                  <a16:creationId xmlns:a16="http://schemas.microsoft.com/office/drawing/2014/main" id="{326BC1A5-81E8-F188-D9EB-B19338C35C4C}"/>
                </a:ext>
              </a:extLst>
            </p:cNvPr>
            <p:cNvSpPr/>
            <p:nvPr/>
          </p:nvSpPr>
          <p:spPr>
            <a:xfrm>
              <a:off x="6137068" y="2186869"/>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 name="矩形 14">
              <a:extLst>
                <a:ext uri="{FF2B5EF4-FFF2-40B4-BE49-F238E27FC236}">
                  <a16:creationId xmlns:a16="http://schemas.microsoft.com/office/drawing/2014/main" id="{C8E3DECB-C6BD-80B3-1854-6F433B084E17}"/>
                </a:ext>
              </a:extLst>
            </p:cNvPr>
            <p:cNvSpPr/>
            <p:nvPr/>
          </p:nvSpPr>
          <p:spPr>
            <a:xfrm>
              <a:off x="6309294" y="2186869"/>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 name="矩形 15">
              <a:extLst>
                <a:ext uri="{FF2B5EF4-FFF2-40B4-BE49-F238E27FC236}">
                  <a16:creationId xmlns:a16="http://schemas.microsoft.com/office/drawing/2014/main" id="{4BBBA28F-8D73-A8FF-19F6-BFB434D97D6E}"/>
                </a:ext>
              </a:extLst>
            </p:cNvPr>
            <p:cNvSpPr/>
            <p:nvPr/>
          </p:nvSpPr>
          <p:spPr>
            <a:xfrm>
              <a:off x="6481520" y="2186869"/>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 name="矩形 16">
              <a:extLst>
                <a:ext uri="{FF2B5EF4-FFF2-40B4-BE49-F238E27FC236}">
                  <a16:creationId xmlns:a16="http://schemas.microsoft.com/office/drawing/2014/main" id="{2087812D-AD60-BA0E-C2CA-EF30FD77468F}"/>
                </a:ext>
              </a:extLst>
            </p:cNvPr>
            <p:cNvSpPr/>
            <p:nvPr/>
          </p:nvSpPr>
          <p:spPr>
            <a:xfrm>
              <a:off x="6653746" y="2186869"/>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8" name="矩形 17">
              <a:extLst>
                <a:ext uri="{FF2B5EF4-FFF2-40B4-BE49-F238E27FC236}">
                  <a16:creationId xmlns:a16="http://schemas.microsoft.com/office/drawing/2014/main" id="{8C5913E9-3631-9FF2-96AF-F2FA3CE47AD1}"/>
                </a:ext>
              </a:extLst>
            </p:cNvPr>
            <p:cNvSpPr/>
            <p:nvPr/>
          </p:nvSpPr>
          <p:spPr>
            <a:xfrm>
              <a:off x="6825972" y="2186869"/>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9" name="矩形 18">
              <a:extLst>
                <a:ext uri="{FF2B5EF4-FFF2-40B4-BE49-F238E27FC236}">
                  <a16:creationId xmlns:a16="http://schemas.microsoft.com/office/drawing/2014/main" id="{27911F13-714E-E8A2-3DD4-04ADFF30B8DC}"/>
                </a:ext>
              </a:extLst>
            </p:cNvPr>
            <p:cNvSpPr/>
            <p:nvPr/>
          </p:nvSpPr>
          <p:spPr>
            <a:xfrm>
              <a:off x="4761917" y="2359095"/>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0" name="矩形 19">
              <a:extLst>
                <a:ext uri="{FF2B5EF4-FFF2-40B4-BE49-F238E27FC236}">
                  <a16:creationId xmlns:a16="http://schemas.microsoft.com/office/drawing/2014/main" id="{F77F1D74-2DC1-F445-390C-64459A01487D}"/>
                </a:ext>
              </a:extLst>
            </p:cNvPr>
            <p:cNvSpPr/>
            <p:nvPr/>
          </p:nvSpPr>
          <p:spPr>
            <a:xfrm>
              <a:off x="4934143" y="2359095"/>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 name="矩形 29">
              <a:extLst>
                <a:ext uri="{FF2B5EF4-FFF2-40B4-BE49-F238E27FC236}">
                  <a16:creationId xmlns:a16="http://schemas.microsoft.com/office/drawing/2014/main" id="{8215B070-689F-1DF3-D688-D79B69D612A1}"/>
                </a:ext>
              </a:extLst>
            </p:cNvPr>
            <p:cNvSpPr/>
            <p:nvPr/>
          </p:nvSpPr>
          <p:spPr>
            <a:xfrm>
              <a:off x="6653746" y="2359095"/>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1" name="矩形 30">
              <a:extLst>
                <a:ext uri="{FF2B5EF4-FFF2-40B4-BE49-F238E27FC236}">
                  <a16:creationId xmlns:a16="http://schemas.microsoft.com/office/drawing/2014/main" id="{41E1B6B9-301E-8CF6-A093-E3606505568A}"/>
                </a:ext>
              </a:extLst>
            </p:cNvPr>
            <p:cNvSpPr/>
            <p:nvPr/>
          </p:nvSpPr>
          <p:spPr>
            <a:xfrm>
              <a:off x="6825972" y="2359095"/>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2" name="矩形 31">
              <a:extLst>
                <a:ext uri="{FF2B5EF4-FFF2-40B4-BE49-F238E27FC236}">
                  <a16:creationId xmlns:a16="http://schemas.microsoft.com/office/drawing/2014/main" id="{920D4E06-FD7B-C153-6ED5-7F2DAFDF3112}"/>
                </a:ext>
              </a:extLst>
            </p:cNvPr>
            <p:cNvSpPr/>
            <p:nvPr/>
          </p:nvSpPr>
          <p:spPr>
            <a:xfrm>
              <a:off x="4761917" y="2531321"/>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4" name="矩形 43">
              <a:extLst>
                <a:ext uri="{FF2B5EF4-FFF2-40B4-BE49-F238E27FC236}">
                  <a16:creationId xmlns:a16="http://schemas.microsoft.com/office/drawing/2014/main" id="{39F4DD60-2C56-93D2-F1DF-71BDBFAB697E}"/>
                </a:ext>
              </a:extLst>
            </p:cNvPr>
            <p:cNvSpPr/>
            <p:nvPr/>
          </p:nvSpPr>
          <p:spPr>
            <a:xfrm>
              <a:off x="6825972" y="2531321"/>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5" name="矩形 44">
              <a:extLst>
                <a:ext uri="{FF2B5EF4-FFF2-40B4-BE49-F238E27FC236}">
                  <a16:creationId xmlns:a16="http://schemas.microsoft.com/office/drawing/2014/main" id="{3425BA3C-ED3D-1FCC-4869-4417ACDE3A00}"/>
                </a:ext>
              </a:extLst>
            </p:cNvPr>
            <p:cNvSpPr/>
            <p:nvPr/>
          </p:nvSpPr>
          <p:spPr>
            <a:xfrm>
              <a:off x="4761917" y="2703547"/>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7" name="矩形 56">
              <a:extLst>
                <a:ext uri="{FF2B5EF4-FFF2-40B4-BE49-F238E27FC236}">
                  <a16:creationId xmlns:a16="http://schemas.microsoft.com/office/drawing/2014/main" id="{7F7701DE-C184-04A7-EDF7-5AC73407A43F}"/>
                </a:ext>
              </a:extLst>
            </p:cNvPr>
            <p:cNvSpPr/>
            <p:nvPr/>
          </p:nvSpPr>
          <p:spPr>
            <a:xfrm>
              <a:off x="6825972" y="2703547"/>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8" name="矩形 57">
              <a:extLst>
                <a:ext uri="{FF2B5EF4-FFF2-40B4-BE49-F238E27FC236}">
                  <a16:creationId xmlns:a16="http://schemas.microsoft.com/office/drawing/2014/main" id="{95BA0030-D8E9-F504-94FC-24B5EEAA69F6}"/>
                </a:ext>
              </a:extLst>
            </p:cNvPr>
            <p:cNvSpPr/>
            <p:nvPr/>
          </p:nvSpPr>
          <p:spPr>
            <a:xfrm>
              <a:off x="4761917" y="2875773"/>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0" name="矩形 69">
              <a:extLst>
                <a:ext uri="{FF2B5EF4-FFF2-40B4-BE49-F238E27FC236}">
                  <a16:creationId xmlns:a16="http://schemas.microsoft.com/office/drawing/2014/main" id="{7B8B872E-7420-442D-C825-18EFC6357184}"/>
                </a:ext>
              </a:extLst>
            </p:cNvPr>
            <p:cNvSpPr/>
            <p:nvPr/>
          </p:nvSpPr>
          <p:spPr>
            <a:xfrm>
              <a:off x="6825972" y="2875773"/>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1" name="矩形 70">
              <a:extLst>
                <a:ext uri="{FF2B5EF4-FFF2-40B4-BE49-F238E27FC236}">
                  <a16:creationId xmlns:a16="http://schemas.microsoft.com/office/drawing/2014/main" id="{5D8A9FD2-4F7E-B8FD-A89E-7F41AE66B55B}"/>
                </a:ext>
              </a:extLst>
            </p:cNvPr>
            <p:cNvSpPr/>
            <p:nvPr/>
          </p:nvSpPr>
          <p:spPr>
            <a:xfrm>
              <a:off x="4761917" y="3047999"/>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6" name="矩形 75">
              <a:extLst>
                <a:ext uri="{FF2B5EF4-FFF2-40B4-BE49-F238E27FC236}">
                  <a16:creationId xmlns:a16="http://schemas.microsoft.com/office/drawing/2014/main" id="{CDD26E15-18C3-71AA-351B-9FBD177A20AA}"/>
                </a:ext>
              </a:extLst>
            </p:cNvPr>
            <p:cNvSpPr/>
            <p:nvPr/>
          </p:nvSpPr>
          <p:spPr>
            <a:xfrm>
              <a:off x="5623047" y="3047999"/>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7" name="矩形 76">
              <a:extLst>
                <a:ext uri="{FF2B5EF4-FFF2-40B4-BE49-F238E27FC236}">
                  <a16:creationId xmlns:a16="http://schemas.microsoft.com/office/drawing/2014/main" id="{D11434FA-9A29-DA4E-F952-66264F155A57}"/>
                </a:ext>
              </a:extLst>
            </p:cNvPr>
            <p:cNvSpPr/>
            <p:nvPr/>
          </p:nvSpPr>
          <p:spPr>
            <a:xfrm>
              <a:off x="5795273" y="3047999"/>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8" name="矩形 77">
              <a:extLst>
                <a:ext uri="{FF2B5EF4-FFF2-40B4-BE49-F238E27FC236}">
                  <a16:creationId xmlns:a16="http://schemas.microsoft.com/office/drawing/2014/main" id="{19520DA9-47C6-BC65-63CD-7E44406A2F59}"/>
                </a:ext>
              </a:extLst>
            </p:cNvPr>
            <p:cNvSpPr/>
            <p:nvPr/>
          </p:nvSpPr>
          <p:spPr>
            <a:xfrm>
              <a:off x="5964842" y="3047999"/>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6" name="矩形 95">
              <a:extLst>
                <a:ext uri="{FF2B5EF4-FFF2-40B4-BE49-F238E27FC236}">
                  <a16:creationId xmlns:a16="http://schemas.microsoft.com/office/drawing/2014/main" id="{2799F47C-4F62-3E4D-1FAF-7D69573F68D6}"/>
                </a:ext>
              </a:extLst>
            </p:cNvPr>
            <p:cNvSpPr/>
            <p:nvPr/>
          </p:nvSpPr>
          <p:spPr>
            <a:xfrm>
              <a:off x="6825972" y="3047999"/>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0" name="矩形 109">
              <a:extLst>
                <a:ext uri="{FF2B5EF4-FFF2-40B4-BE49-F238E27FC236}">
                  <a16:creationId xmlns:a16="http://schemas.microsoft.com/office/drawing/2014/main" id="{9E7C5947-F7E3-C5AD-8A55-014AD0F91CBA}"/>
                </a:ext>
              </a:extLst>
            </p:cNvPr>
            <p:cNvSpPr/>
            <p:nvPr/>
          </p:nvSpPr>
          <p:spPr>
            <a:xfrm>
              <a:off x="4761917" y="3220225"/>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8" name="矩形 127">
              <a:extLst>
                <a:ext uri="{FF2B5EF4-FFF2-40B4-BE49-F238E27FC236}">
                  <a16:creationId xmlns:a16="http://schemas.microsoft.com/office/drawing/2014/main" id="{74B731DE-F11B-64D2-F324-610754EF2E45}"/>
                </a:ext>
              </a:extLst>
            </p:cNvPr>
            <p:cNvSpPr/>
            <p:nvPr/>
          </p:nvSpPr>
          <p:spPr>
            <a:xfrm>
              <a:off x="5623047" y="3220225"/>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2" name="矩形 141">
              <a:extLst>
                <a:ext uri="{FF2B5EF4-FFF2-40B4-BE49-F238E27FC236}">
                  <a16:creationId xmlns:a16="http://schemas.microsoft.com/office/drawing/2014/main" id="{234ED82D-0DE9-1836-15D9-B6AA3350CAD0}"/>
                </a:ext>
              </a:extLst>
            </p:cNvPr>
            <p:cNvSpPr/>
            <p:nvPr/>
          </p:nvSpPr>
          <p:spPr>
            <a:xfrm>
              <a:off x="5795273" y="3220225"/>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3" name="矩形 142">
              <a:extLst>
                <a:ext uri="{FF2B5EF4-FFF2-40B4-BE49-F238E27FC236}">
                  <a16:creationId xmlns:a16="http://schemas.microsoft.com/office/drawing/2014/main" id="{A57E48E0-2C80-C0C3-F44B-6AB4BB6AA23B}"/>
                </a:ext>
              </a:extLst>
            </p:cNvPr>
            <p:cNvSpPr/>
            <p:nvPr/>
          </p:nvSpPr>
          <p:spPr>
            <a:xfrm>
              <a:off x="5964842" y="3220225"/>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4" name="矩形 173">
              <a:extLst>
                <a:ext uri="{FF2B5EF4-FFF2-40B4-BE49-F238E27FC236}">
                  <a16:creationId xmlns:a16="http://schemas.microsoft.com/office/drawing/2014/main" id="{5C7089C7-C139-4C6A-7FD6-63E64BDC8196}"/>
                </a:ext>
              </a:extLst>
            </p:cNvPr>
            <p:cNvSpPr/>
            <p:nvPr/>
          </p:nvSpPr>
          <p:spPr>
            <a:xfrm>
              <a:off x="6825972" y="3220225"/>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5" name="矩形 174">
              <a:extLst>
                <a:ext uri="{FF2B5EF4-FFF2-40B4-BE49-F238E27FC236}">
                  <a16:creationId xmlns:a16="http://schemas.microsoft.com/office/drawing/2014/main" id="{F7D4048A-42AF-DD4E-206A-47092EFD20CE}"/>
                </a:ext>
              </a:extLst>
            </p:cNvPr>
            <p:cNvSpPr/>
            <p:nvPr/>
          </p:nvSpPr>
          <p:spPr>
            <a:xfrm>
              <a:off x="4761917" y="3392451"/>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9697" name="矩形 29696">
              <a:extLst>
                <a:ext uri="{FF2B5EF4-FFF2-40B4-BE49-F238E27FC236}">
                  <a16:creationId xmlns:a16="http://schemas.microsoft.com/office/drawing/2014/main" id="{E04B3AAC-DC0A-EF78-4C1F-D4E7E6581E39}"/>
                </a:ext>
              </a:extLst>
            </p:cNvPr>
            <p:cNvSpPr/>
            <p:nvPr/>
          </p:nvSpPr>
          <p:spPr>
            <a:xfrm>
              <a:off x="5623047" y="3392451"/>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9699" name="矩形 29698">
              <a:extLst>
                <a:ext uri="{FF2B5EF4-FFF2-40B4-BE49-F238E27FC236}">
                  <a16:creationId xmlns:a16="http://schemas.microsoft.com/office/drawing/2014/main" id="{5E07DACA-7097-6A8E-AA79-6B9CF965D3EF}"/>
                </a:ext>
              </a:extLst>
            </p:cNvPr>
            <p:cNvSpPr/>
            <p:nvPr/>
          </p:nvSpPr>
          <p:spPr>
            <a:xfrm>
              <a:off x="5795273" y="3392451"/>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9700" name="矩形 29699">
              <a:extLst>
                <a:ext uri="{FF2B5EF4-FFF2-40B4-BE49-F238E27FC236}">
                  <a16:creationId xmlns:a16="http://schemas.microsoft.com/office/drawing/2014/main" id="{F941CDCB-EFB5-1835-BFEE-719FC25EDFA8}"/>
                </a:ext>
              </a:extLst>
            </p:cNvPr>
            <p:cNvSpPr/>
            <p:nvPr/>
          </p:nvSpPr>
          <p:spPr>
            <a:xfrm>
              <a:off x="5964842" y="3392451"/>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9705" name="矩形 29704">
              <a:extLst>
                <a:ext uri="{FF2B5EF4-FFF2-40B4-BE49-F238E27FC236}">
                  <a16:creationId xmlns:a16="http://schemas.microsoft.com/office/drawing/2014/main" id="{DB86B407-FC7A-7448-2D05-E6162F646E22}"/>
                </a:ext>
              </a:extLst>
            </p:cNvPr>
            <p:cNvSpPr/>
            <p:nvPr/>
          </p:nvSpPr>
          <p:spPr>
            <a:xfrm>
              <a:off x="6825972" y="3392451"/>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9706" name="矩形 29705">
              <a:extLst>
                <a:ext uri="{FF2B5EF4-FFF2-40B4-BE49-F238E27FC236}">
                  <a16:creationId xmlns:a16="http://schemas.microsoft.com/office/drawing/2014/main" id="{BFA86F2C-6EDF-72AC-05AE-D03EEC7D30B5}"/>
                </a:ext>
              </a:extLst>
            </p:cNvPr>
            <p:cNvSpPr/>
            <p:nvPr/>
          </p:nvSpPr>
          <p:spPr>
            <a:xfrm>
              <a:off x="4761917" y="3564677"/>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9711" name="矩形 29710">
              <a:extLst>
                <a:ext uri="{FF2B5EF4-FFF2-40B4-BE49-F238E27FC236}">
                  <a16:creationId xmlns:a16="http://schemas.microsoft.com/office/drawing/2014/main" id="{A99EE1BA-5F98-FA0C-FD92-4F797881FBA8}"/>
                </a:ext>
              </a:extLst>
            </p:cNvPr>
            <p:cNvSpPr/>
            <p:nvPr/>
          </p:nvSpPr>
          <p:spPr>
            <a:xfrm>
              <a:off x="5623047" y="3564677"/>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9712" name="矩形 29711">
              <a:extLst>
                <a:ext uri="{FF2B5EF4-FFF2-40B4-BE49-F238E27FC236}">
                  <a16:creationId xmlns:a16="http://schemas.microsoft.com/office/drawing/2014/main" id="{DC0F25CE-ABCC-6E68-EB1F-DEA9FA3A5472}"/>
                </a:ext>
              </a:extLst>
            </p:cNvPr>
            <p:cNvSpPr/>
            <p:nvPr/>
          </p:nvSpPr>
          <p:spPr>
            <a:xfrm>
              <a:off x="5795273" y="3564677"/>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9713" name="矩形 29712">
              <a:extLst>
                <a:ext uri="{FF2B5EF4-FFF2-40B4-BE49-F238E27FC236}">
                  <a16:creationId xmlns:a16="http://schemas.microsoft.com/office/drawing/2014/main" id="{6B7BD13A-48A0-0CCD-D5D2-8C78A536BED2}"/>
                </a:ext>
              </a:extLst>
            </p:cNvPr>
            <p:cNvSpPr/>
            <p:nvPr/>
          </p:nvSpPr>
          <p:spPr>
            <a:xfrm>
              <a:off x="5964842" y="3564677"/>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9718" name="矩形 29717">
              <a:extLst>
                <a:ext uri="{FF2B5EF4-FFF2-40B4-BE49-F238E27FC236}">
                  <a16:creationId xmlns:a16="http://schemas.microsoft.com/office/drawing/2014/main" id="{762B9D4E-4C44-0933-83A9-403AA97C1376}"/>
                </a:ext>
              </a:extLst>
            </p:cNvPr>
            <p:cNvSpPr/>
            <p:nvPr/>
          </p:nvSpPr>
          <p:spPr>
            <a:xfrm>
              <a:off x="6825972" y="3564677"/>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9719" name="矩形 29718">
              <a:extLst>
                <a:ext uri="{FF2B5EF4-FFF2-40B4-BE49-F238E27FC236}">
                  <a16:creationId xmlns:a16="http://schemas.microsoft.com/office/drawing/2014/main" id="{14695737-02FF-5B33-93B1-94422082C06C}"/>
                </a:ext>
              </a:extLst>
            </p:cNvPr>
            <p:cNvSpPr/>
            <p:nvPr/>
          </p:nvSpPr>
          <p:spPr>
            <a:xfrm>
              <a:off x="4761917" y="3736903"/>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9724" name="矩形 29723">
              <a:extLst>
                <a:ext uri="{FF2B5EF4-FFF2-40B4-BE49-F238E27FC236}">
                  <a16:creationId xmlns:a16="http://schemas.microsoft.com/office/drawing/2014/main" id="{F4ED632A-7F7D-3EA1-1C6E-C980380C69E3}"/>
                </a:ext>
              </a:extLst>
            </p:cNvPr>
            <p:cNvSpPr/>
            <p:nvPr/>
          </p:nvSpPr>
          <p:spPr>
            <a:xfrm>
              <a:off x="5623047" y="3736903"/>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9725" name="矩形 29724">
              <a:extLst>
                <a:ext uri="{FF2B5EF4-FFF2-40B4-BE49-F238E27FC236}">
                  <a16:creationId xmlns:a16="http://schemas.microsoft.com/office/drawing/2014/main" id="{4DB98E78-81D6-BC53-060D-980BA5BBA809}"/>
                </a:ext>
              </a:extLst>
            </p:cNvPr>
            <p:cNvSpPr/>
            <p:nvPr/>
          </p:nvSpPr>
          <p:spPr>
            <a:xfrm>
              <a:off x="5795273" y="3736903"/>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9726" name="矩形 29725">
              <a:extLst>
                <a:ext uri="{FF2B5EF4-FFF2-40B4-BE49-F238E27FC236}">
                  <a16:creationId xmlns:a16="http://schemas.microsoft.com/office/drawing/2014/main" id="{E3033918-61A4-707C-6DD6-17F73349A6EF}"/>
                </a:ext>
              </a:extLst>
            </p:cNvPr>
            <p:cNvSpPr/>
            <p:nvPr/>
          </p:nvSpPr>
          <p:spPr>
            <a:xfrm>
              <a:off x="5964842" y="3736903"/>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9731" name="矩形 29730">
              <a:extLst>
                <a:ext uri="{FF2B5EF4-FFF2-40B4-BE49-F238E27FC236}">
                  <a16:creationId xmlns:a16="http://schemas.microsoft.com/office/drawing/2014/main" id="{8F8E78DB-56D2-2064-98B2-3D1D6043FD38}"/>
                </a:ext>
              </a:extLst>
            </p:cNvPr>
            <p:cNvSpPr/>
            <p:nvPr/>
          </p:nvSpPr>
          <p:spPr>
            <a:xfrm>
              <a:off x="6825972" y="3736903"/>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9732" name="矩形 29731">
              <a:extLst>
                <a:ext uri="{FF2B5EF4-FFF2-40B4-BE49-F238E27FC236}">
                  <a16:creationId xmlns:a16="http://schemas.microsoft.com/office/drawing/2014/main" id="{46D2B705-51C4-3AE9-E41A-FABE1C30158C}"/>
                </a:ext>
              </a:extLst>
            </p:cNvPr>
            <p:cNvSpPr/>
            <p:nvPr/>
          </p:nvSpPr>
          <p:spPr>
            <a:xfrm>
              <a:off x="4761917" y="3909129"/>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9737" name="矩形 29736">
              <a:extLst>
                <a:ext uri="{FF2B5EF4-FFF2-40B4-BE49-F238E27FC236}">
                  <a16:creationId xmlns:a16="http://schemas.microsoft.com/office/drawing/2014/main" id="{5A3CABE3-4B7E-AACB-868D-64F6882388B5}"/>
                </a:ext>
              </a:extLst>
            </p:cNvPr>
            <p:cNvSpPr/>
            <p:nvPr/>
          </p:nvSpPr>
          <p:spPr>
            <a:xfrm>
              <a:off x="5623047" y="3909129"/>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9738" name="矩形 29737">
              <a:extLst>
                <a:ext uri="{FF2B5EF4-FFF2-40B4-BE49-F238E27FC236}">
                  <a16:creationId xmlns:a16="http://schemas.microsoft.com/office/drawing/2014/main" id="{91D2C09A-F5AD-710E-26F7-C93E2E03F5FB}"/>
                </a:ext>
              </a:extLst>
            </p:cNvPr>
            <p:cNvSpPr/>
            <p:nvPr/>
          </p:nvSpPr>
          <p:spPr>
            <a:xfrm>
              <a:off x="5795273" y="3909129"/>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9739" name="矩形 29738">
              <a:extLst>
                <a:ext uri="{FF2B5EF4-FFF2-40B4-BE49-F238E27FC236}">
                  <a16:creationId xmlns:a16="http://schemas.microsoft.com/office/drawing/2014/main" id="{91444F39-8EB0-EA21-E9B0-17EC83E55A2F}"/>
                </a:ext>
              </a:extLst>
            </p:cNvPr>
            <p:cNvSpPr/>
            <p:nvPr/>
          </p:nvSpPr>
          <p:spPr>
            <a:xfrm>
              <a:off x="5964842" y="3909129"/>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9744" name="矩形 29743">
              <a:extLst>
                <a:ext uri="{FF2B5EF4-FFF2-40B4-BE49-F238E27FC236}">
                  <a16:creationId xmlns:a16="http://schemas.microsoft.com/office/drawing/2014/main" id="{6CECA419-C5DB-6874-1616-DA04D06C230B}"/>
                </a:ext>
              </a:extLst>
            </p:cNvPr>
            <p:cNvSpPr/>
            <p:nvPr/>
          </p:nvSpPr>
          <p:spPr>
            <a:xfrm>
              <a:off x="6825972" y="3909129"/>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9745" name="矩形 29744">
              <a:extLst>
                <a:ext uri="{FF2B5EF4-FFF2-40B4-BE49-F238E27FC236}">
                  <a16:creationId xmlns:a16="http://schemas.microsoft.com/office/drawing/2014/main" id="{4B943BDD-B969-0E9C-67B2-B246B055A648}"/>
                </a:ext>
              </a:extLst>
            </p:cNvPr>
            <p:cNvSpPr/>
            <p:nvPr/>
          </p:nvSpPr>
          <p:spPr>
            <a:xfrm>
              <a:off x="4761917" y="4081355"/>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9750" name="矩形 29749">
              <a:extLst>
                <a:ext uri="{FF2B5EF4-FFF2-40B4-BE49-F238E27FC236}">
                  <a16:creationId xmlns:a16="http://schemas.microsoft.com/office/drawing/2014/main" id="{89AFFC09-3727-8258-6B1C-D946B35E1604}"/>
                </a:ext>
              </a:extLst>
            </p:cNvPr>
            <p:cNvSpPr/>
            <p:nvPr/>
          </p:nvSpPr>
          <p:spPr>
            <a:xfrm>
              <a:off x="5623047" y="4081355"/>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9751" name="矩形 29750">
              <a:extLst>
                <a:ext uri="{FF2B5EF4-FFF2-40B4-BE49-F238E27FC236}">
                  <a16:creationId xmlns:a16="http://schemas.microsoft.com/office/drawing/2014/main" id="{37A0B7C9-7BAB-088B-FC2F-41F76495A31E}"/>
                </a:ext>
              </a:extLst>
            </p:cNvPr>
            <p:cNvSpPr/>
            <p:nvPr/>
          </p:nvSpPr>
          <p:spPr>
            <a:xfrm>
              <a:off x="5795273" y="4081355"/>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9752" name="矩形 29751">
              <a:extLst>
                <a:ext uri="{FF2B5EF4-FFF2-40B4-BE49-F238E27FC236}">
                  <a16:creationId xmlns:a16="http://schemas.microsoft.com/office/drawing/2014/main" id="{1F6C807A-FEC8-3AD8-4E8C-6EB8A5D81AFB}"/>
                </a:ext>
              </a:extLst>
            </p:cNvPr>
            <p:cNvSpPr/>
            <p:nvPr/>
          </p:nvSpPr>
          <p:spPr>
            <a:xfrm>
              <a:off x="5964842" y="4081355"/>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9757" name="矩形 29756">
              <a:extLst>
                <a:ext uri="{FF2B5EF4-FFF2-40B4-BE49-F238E27FC236}">
                  <a16:creationId xmlns:a16="http://schemas.microsoft.com/office/drawing/2014/main" id="{9F97C5F3-F025-C998-CD42-9ABEB33F9BC3}"/>
                </a:ext>
              </a:extLst>
            </p:cNvPr>
            <p:cNvSpPr/>
            <p:nvPr/>
          </p:nvSpPr>
          <p:spPr>
            <a:xfrm>
              <a:off x="6825972" y="4081355"/>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9758" name="矩形 29757">
              <a:extLst>
                <a:ext uri="{FF2B5EF4-FFF2-40B4-BE49-F238E27FC236}">
                  <a16:creationId xmlns:a16="http://schemas.microsoft.com/office/drawing/2014/main" id="{4F412069-9C37-D80A-8C31-EB48FE7D5EBC}"/>
                </a:ext>
              </a:extLst>
            </p:cNvPr>
            <p:cNvSpPr/>
            <p:nvPr/>
          </p:nvSpPr>
          <p:spPr>
            <a:xfrm>
              <a:off x="4761917" y="4253581"/>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08" name="矩形 207">
              <a:extLst>
                <a:ext uri="{FF2B5EF4-FFF2-40B4-BE49-F238E27FC236}">
                  <a16:creationId xmlns:a16="http://schemas.microsoft.com/office/drawing/2014/main" id="{43D18A6D-8A21-BB0F-3ED7-74AE3391CB49}"/>
                </a:ext>
              </a:extLst>
            </p:cNvPr>
            <p:cNvSpPr/>
            <p:nvPr/>
          </p:nvSpPr>
          <p:spPr>
            <a:xfrm>
              <a:off x="5623047" y="4253581"/>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22" name="矩形 221">
              <a:extLst>
                <a:ext uri="{FF2B5EF4-FFF2-40B4-BE49-F238E27FC236}">
                  <a16:creationId xmlns:a16="http://schemas.microsoft.com/office/drawing/2014/main" id="{3CC39189-C7DC-8B4A-111C-4041EDD4BE09}"/>
                </a:ext>
              </a:extLst>
            </p:cNvPr>
            <p:cNvSpPr/>
            <p:nvPr/>
          </p:nvSpPr>
          <p:spPr>
            <a:xfrm>
              <a:off x="5795273" y="4253581"/>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23" name="矩形 222">
              <a:extLst>
                <a:ext uri="{FF2B5EF4-FFF2-40B4-BE49-F238E27FC236}">
                  <a16:creationId xmlns:a16="http://schemas.microsoft.com/office/drawing/2014/main" id="{74F8AD88-1D85-44F5-4742-CA3650051938}"/>
                </a:ext>
              </a:extLst>
            </p:cNvPr>
            <p:cNvSpPr/>
            <p:nvPr/>
          </p:nvSpPr>
          <p:spPr>
            <a:xfrm>
              <a:off x="5964842" y="4253581"/>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1" name="矩形 20">
              <a:extLst>
                <a:ext uri="{FF2B5EF4-FFF2-40B4-BE49-F238E27FC236}">
                  <a16:creationId xmlns:a16="http://schemas.microsoft.com/office/drawing/2014/main" id="{FAE365BD-3394-34D7-6B3E-4148395E4081}"/>
                </a:ext>
              </a:extLst>
            </p:cNvPr>
            <p:cNvSpPr/>
            <p:nvPr/>
          </p:nvSpPr>
          <p:spPr>
            <a:xfrm>
              <a:off x="5106369" y="2359095"/>
              <a:ext cx="172226" cy="172226"/>
            </a:xfrm>
            <a:prstGeom prst="rect">
              <a:avLst/>
            </a:prstGeom>
            <a:solidFill>
              <a:schemeClr val="accent4">
                <a:alpha val="9727"/>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2" name="矩形 21">
              <a:extLst>
                <a:ext uri="{FF2B5EF4-FFF2-40B4-BE49-F238E27FC236}">
                  <a16:creationId xmlns:a16="http://schemas.microsoft.com/office/drawing/2014/main" id="{5A47320C-858F-FBAD-E719-1895317A172C}"/>
                </a:ext>
              </a:extLst>
            </p:cNvPr>
            <p:cNvSpPr/>
            <p:nvPr/>
          </p:nvSpPr>
          <p:spPr>
            <a:xfrm>
              <a:off x="5278595" y="2359095"/>
              <a:ext cx="172226" cy="172226"/>
            </a:xfrm>
            <a:prstGeom prst="rect">
              <a:avLst/>
            </a:prstGeom>
            <a:solidFill>
              <a:schemeClr val="accent4">
                <a:alpha val="1700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3" name="矩形 22">
              <a:extLst>
                <a:ext uri="{FF2B5EF4-FFF2-40B4-BE49-F238E27FC236}">
                  <a16:creationId xmlns:a16="http://schemas.microsoft.com/office/drawing/2014/main" id="{95C1ED4C-264E-D48C-83D7-EDA4CD12659A}"/>
                </a:ext>
              </a:extLst>
            </p:cNvPr>
            <p:cNvSpPr/>
            <p:nvPr/>
          </p:nvSpPr>
          <p:spPr>
            <a:xfrm>
              <a:off x="5450821" y="2359095"/>
              <a:ext cx="172226" cy="172226"/>
            </a:xfrm>
            <a:prstGeom prst="rect">
              <a:avLst/>
            </a:prstGeom>
            <a:solidFill>
              <a:schemeClr val="accent4">
                <a:alpha val="30269"/>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4" name="矩形 23">
              <a:extLst>
                <a:ext uri="{FF2B5EF4-FFF2-40B4-BE49-F238E27FC236}">
                  <a16:creationId xmlns:a16="http://schemas.microsoft.com/office/drawing/2014/main" id="{EEFE2403-D16D-F401-3833-F6C25B8F3CFF}"/>
                </a:ext>
              </a:extLst>
            </p:cNvPr>
            <p:cNvSpPr/>
            <p:nvPr/>
          </p:nvSpPr>
          <p:spPr>
            <a:xfrm>
              <a:off x="5623047" y="2359095"/>
              <a:ext cx="172226" cy="172226"/>
            </a:xfrm>
            <a:prstGeom prst="rect">
              <a:avLst/>
            </a:prstGeom>
            <a:solidFill>
              <a:schemeClr val="accent4">
                <a:alpha val="30269"/>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5" name="矩形 24">
              <a:extLst>
                <a:ext uri="{FF2B5EF4-FFF2-40B4-BE49-F238E27FC236}">
                  <a16:creationId xmlns:a16="http://schemas.microsoft.com/office/drawing/2014/main" id="{16685F52-A006-724E-4B22-180548C3D9CA}"/>
                </a:ext>
              </a:extLst>
            </p:cNvPr>
            <p:cNvSpPr/>
            <p:nvPr/>
          </p:nvSpPr>
          <p:spPr>
            <a:xfrm>
              <a:off x="5795273" y="2359095"/>
              <a:ext cx="172226" cy="172226"/>
            </a:xfrm>
            <a:prstGeom prst="rect">
              <a:avLst/>
            </a:prstGeom>
            <a:solidFill>
              <a:schemeClr val="accent4">
                <a:alpha val="30269"/>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6" name="矩形 25">
              <a:extLst>
                <a:ext uri="{FF2B5EF4-FFF2-40B4-BE49-F238E27FC236}">
                  <a16:creationId xmlns:a16="http://schemas.microsoft.com/office/drawing/2014/main" id="{4A31DF36-E123-3EA8-5B10-F01A0C5179BB}"/>
                </a:ext>
              </a:extLst>
            </p:cNvPr>
            <p:cNvSpPr/>
            <p:nvPr/>
          </p:nvSpPr>
          <p:spPr>
            <a:xfrm>
              <a:off x="5964842" y="2359095"/>
              <a:ext cx="172226" cy="172226"/>
            </a:xfrm>
            <a:prstGeom prst="rect">
              <a:avLst/>
            </a:prstGeom>
            <a:solidFill>
              <a:schemeClr val="accent4">
                <a:alpha val="30269"/>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7" name="矩形 26">
              <a:extLst>
                <a:ext uri="{FF2B5EF4-FFF2-40B4-BE49-F238E27FC236}">
                  <a16:creationId xmlns:a16="http://schemas.microsoft.com/office/drawing/2014/main" id="{BCD56944-6260-04A8-2DE8-B34D7885DF97}"/>
                </a:ext>
              </a:extLst>
            </p:cNvPr>
            <p:cNvSpPr/>
            <p:nvPr/>
          </p:nvSpPr>
          <p:spPr>
            <a:xfrm>
              <a:off x="6137068" y="2359095"/>
              <a:ext cx="172226" cy="172226"/>
            </a:xfrm>
            <a:prstGeom prst="rect">
              <a:avLst/>
            </a:prstGeom>
            <a:solidFill>
              <a:schemeClr val="accent4">
                <a:alpha val="30269"/>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8" name="矩形 27">
              <a:extLst>
                <a:ext uri="{FF2B5EF4-FFF2-40B4-BE49-F238E27FC236}">
                  <a16:creationId xmlns:a16="http://schemas.microsoft.com/office/drawing/2014/main" id="{9FFD69D1-6048-99E6-53AF-1E6E94A7DF79}"/>
                </a:ext>
              </a:extLst>
            </p:cNvPr>
            <p:cNvSpPr/>
            <p:nvPr/>
          </p:nvSpPr>
          <p:spPr>
            <a:xfrm>
              <a:off x="6309294" y="2359095"/>
              <a:ext cx="172226" cy="172226"/>
            </a:xfrm>
            <a:prstGeom prst="rect">
              <a:avLst/>
            </a:prstGeom>
            <a:solidFill>
              <a:schemeClr val="accent4">
                <a:alpha val="1700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9" name="矩形 28">
              <a:extLst>
                <a:ext uri="{FF2B5EF4-FFF2-40B4-BE49-F238E27FC236}">
                  <a16:creationId xmlns:a16="http://schemas.microsoft.com/office/drawing/2014/main" id="{594EE54E-AFFE-0C00-EF93-169BC781D89C}"/>
                </a:ext>
              </a:extLst>
            </p:cNvPr>
            <p:cNvSpPr/>
            <p:nvPr/>
          </p:nvSpPr>
          <p:spPr>
            <a:xfrm>
              <a:off x="6481520" y="2359095"/>
              <a:ext cx="172226" cy="172226"/>
            </a:xfrm>
            <a:prstGeom prst="rect">
              <a:avLst/>
            </a:prstGeom>
            <a:solidFill>
              <a:schemeClr val="accent4">
                <a:alpha val="9727"/>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3" name="矩形 32">
              <a:extLst>
                <a:ext uri="{FF2B5EF4-FFF2-40B4-BE49-F238E27FC236}">
                  <a16:creationId xmlns:a16="http://schemas.microsoft.com/office/drawing/2014/main" id="{0838C581-8A72-8F77-AC77-A0704D44E36E}"/>
                </a:ext>
              </a:extLst>
            </p:cNvPr>
            <p:cNvSpPr/>
            <p:nvPr/>
          </p:nvSpPr>
          <p:spPr>
            <a:xfrm>
              <a:off x="4934143" y="2531321"/>
              <a:ext cx="172226" cy="172226"/>
            </a:xfrm>
            <a:prstGeom prst="rect">
              <a:avLst/>
            </a:prstGeom>
            <a:solidFill>
              <a:schemeClr val="accent4">
                <a:alpha val="9727"/>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4" name="矩形 33">
              <a:extLst>
                <a:ext uri="{FF2B5EF4-FFF2-40B4-BE49-F238E27FC236}">
                  <a16:creationId xmlns:a16="http://schemas.microsoft.com/office/drawing/2014/main" id="{7FD80302-0D26-9EBB-345C-8432FC501EEA}"/>
                </a:ext>
              </a:extLst>
            </p:cNvPr>
            <p:cNvSpPr/>
            <p:nvPr/>
          </p:nvSpPr>
          <p:spPr>
            <a:xfrm>
              <a:off x="5106369" y="2531321"/>
              <a:ext cx="172226" cy="172226"/>
            </a:xfrm>
            <a:prstGeom prst="rect">
              <a:avLst/>
            </a:prstGeom>
            <a:solidFill>
              <a:schemeClr val="accent4">
                <a:alpha val="16954"/>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5" name="矩形 34">
              <a:extLst>
                <a:ext uri="{FF2B5EF4-FFF2-40B4-BE49-F238E27FC236}">
                  <a16:creationId xmlns:a16="http://schemas.microsoft.com/office/drawing/2014/main" id="{4026099E-6563-0B40-8042-9CFD4BEA0BAC}"/>
                </a:ext>
              </a:extLst>
            </p:cNvPr>
            <p:cNvSpPr/>
            <p:nvPr/>
          </p:nvSpPr>
          <p:spPr>
            <a:xfrm>
              <a:off x="5278595" y="2531321"/>
              <a:ext cx="172226" cy="172226"/>
            </a:xfrm>
            <a:prstGeom prst="rect">
              <a:avLst/>
            </a:prstGeom>
            <a:solidFill>
              <a:schemeClr val="accent4">
                <a:alpha val="4300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6" name="矩形 35">
              <a:extLst>
                <a:ext uri="{FF2B5EF4-FFF2-40B4-BE49-F238E27FC236}">
                  <a16:creationId xmlns:a16="http://schemas.microsoft.com/office/drawing/2014/main" id="{424689E6-4967-C8EA-D246-11F23AEAFBEB}"/>
                </a:ext>
              </a:extLst>
            </p:cNvPr>
            <p:cNvSpPr/>
            <p:nvPr/>
          </p:nvSpPr>
          <p:spPr>
            <a:xfrm>
              <a:off x="5450821" y="2531321"/>
              <a:ext cx="172226" cy="172226"/>
            </a:xfrm>
            <a:prstGeom prst="rect">
              <a:avLst/>
            </a:prstGeom>
            <a:solidFill>
              <a:schemeClr val="accent4">
                <a:alpha val="7200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7" name="矩形 36">
              <a:extLst>
                <a:ext uri="{FF2B5EF4-FFF2-40B4-BE49-F238E27FC236}">
                  <a16:creationId xmlns:a16="http://schemas.microsoft.com/office/drawing/2014/main" id="{200C44E4-0732-27C6-2A01-957A6D6DDA75}"/>
                </a:ext>
              </a:extLst>
            </p:cNvPr>
            <p:cNvSpPr/>
            <p:nvPr/>
          </p:nvSpPr>
          <p:spPr>
            <a:xfrm>
              <a:off x="5623047" y="2531321"/>
              <a:ext cx="172226" cy="172226"/>
            </a:xfrm>
            <a:prstGeom prst="rect">
              <a:avLst/>
            </a:prstGeom>
            <a:solidFill>
              <a:schemeClr val="accent4">
                <a:alpha val="7200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8" name="矩形 37">
              <a:extLst>
                <a:ext uri="{FF2B5EF4-FFF2-40B4-BE49-F238E27FC236}">
                  <a16:creationId xmlns:a16="http://schemas.microsoft.com/office/drawing/2014/main" id="{EDDFFDC5-13A9-D9B0-9437-73269A9B89A3}"/>
                </a:ext>
              </a:extLst>
            </p:cNvPr>
            <p:cNvSpPr/>
            <p:nvPr/>
          </p:nvSpPr>
          <p:spPr>
            <a:xfrm>
              <a:off x="5795273" y="2531321"/>
              <a:ext cx="172226" cy="172226"/>
            </a:xfrm>
            <a:prstGeom prst="rect">
              <a:avLst/>
            </a:prstGeom>
            <a:solidFill>
              <a:schemeClr val="accent4">
                <a:alpha val="7200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9" name="矩形 38">
              <a:extLst>
                <a:ext uri="{FF2B5EF4-FFF2-40B4-BE49-F238E27FC236}">
                  <a16:creationId xmlns:a16="http://schemas.microsoft.com/office/drawing/2014/main" id="{61ADE5B4-1E88-6CD4-40E8-A56E6C8975EB}"/>
                </a:ext>
              </a:extLst>
            </p:cNvPr>
            <p:cNvSpPr/>
            <p:nvPr/>
          </p:nvSpPr>
          <p:spPr>
            <a:xfrm>
              <a:off x="5964842" y="2531321"/>
              <a:ext cx="172226" cy="172226"/>
            </a:xfrm>
            <a:prstGeom prst="rect">
              <a:avLst/>
            </a:prstGeom>
            <a:solidFill>
              <a:schemeClr val="accent4">
                <a:alpha val="7200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0" name="矩形 39">
              <a:extLst>
                <a:ext uri="{FF2B5EF4-FFF2-40B4-BE49-F238E27FC236}">
                  <a16:creationId xmlns:a16="http://schemas.microsoft.com/office/drawing/2014/main" id="{59345F31-2C19-2483-7C1B-3C839D0E6BF2}"/>
                </a:ext>
              </a:extLst>
            </p:cNvPr>
            <p:cNvSpPr/>
            <p:nvPr/>
          </p:nvSpPr>
          <p:spPr>
            <a:xfrm>
              <a:off x="6137068" y="2531321"/>
              <a:ext cx="172226" cy="172226"/>
            </a:xfrm>
            <a:prstGeom prst="rect">
              <a:avLst/>
            </a:prstGeom>
            <a:solidFill>
              <a:schemeClr val="accent4">
                <a:alpha val="7200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1" name="矩形 40">
              <a:extLst>
                <a:ext uri="{FF2B5EF4-FFF2-40B4-BE49-F238E27FC236}">
                  <a16:creationId xmlns:a16="http://schemas.microsoft.com/office/drawing/2014/main" id="{C061AA9F-01E1-8DDA-CF8E-21C0953E8580}"/>
                </a:ext>
              </a:extLst>
            </p:cNvPr>
            <p:cNvSpPr/>
            <p:nvPr/>
          </p:nvSpPr>
          <p:spPr>
            <a:xfrm>
              <a:off x="6309294" y="2531321"/>
              <a:ext cx="172226" cy="172226"/>
            </a:xfrm>
            <a:prstGeom prst="rect">
              <a:avLst/>
            </a:prstGeom>
            <a:solidFill>
              <a:schemeClr val="accent4">
                <a:alpha val="4300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2" name="矩形 41">
              <a:extLst>
                <a:ext uri="{FF2B5EF4-FFF2-40B4-BE49-F238E27FC236}">
                  <a16:creationId xmlns:a16="http://schemas.microsoft.com/office/drawing/2014/main" id="{92B7BE03-7CB4-84BA-120D-D4C7E0DAFCFE}"/>
                </a:ext>
              </a:extLst>
            </p:cNvPr>
            <p:cNvSpPr/>
            <p:nvPr/>
          </p:nvSpPr>
          <p:spPr>
            <a:xfrm>
              <a:off x="6481520" y="2531321"/>
              <a:ext cx="172226" cy="172226"/>
            </a:xfrm>
            <a:prstGeom prst="rect">
              <a:avLst/>
            </a:prstGeom>
            <a:solidFill>
              <a:schemeClr val="accent4">
                <a:alpha val="16954"/>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3" name="矩形 42">
              <a:extLst>
                <a:ext uri="{FF2B5EF4-FFF2-40B4-BE49-F238E27FC236}">
                  <a16:creationId xmlns:a16="http://schemas.microsoft.com/office/drawing/2014/main" id="{B68D5A17-1B43-550D-CCBE-07586485E140}"/>
                </a:ext>
              </a:extLst>
            </p:cNvPr>
            <p:cNvSpPr/>
            <p:nvPr/>
          </p:nvSpPr>
          <p:spPr>
            <a:xfrm>
              <a:off x="6653746" y="2531321"/>
              <a:ext cx="172226" cy="172226"/>
            </a:xfrm>
            <a:prstGeom prst="rect">
              <a:avLst/>
            </a:prstGeom>
            <a:solidFill>
              <a:schemeClr val="accent4">
                <a:alpha val="9727"/>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6" name="矩形 45">
              <a:extLst>
                <a:ext uri="{FF2B5EF4-FFF2-40B4-BE49-F238E27FC236}">
                  <a16:creationId xmlns:a16="http://schemas.microsoft.com/office/drawing/2014/main" id="{FEA3C545-377A-D6B4-69D1-2D5F1F34FA70}"/>
                </a:ext>
              </a:extLst>
            </p:cNvPr>
            <p:cNvSpPr/>
            <p:nvPr/>
          </p:nvSpPr>
          <p:spPr>
            <a:xfrm>
              <a:off x="4934143" y="2703547"/>
              <a:ext cx="172226" cy="172226"/>
            </a:xfrm>
            <a:prstGeom prst="rect">
              <a:avLst/>
            </a:prstGeom>
            <a:solidFill>
              <a:schemeClr val="accent4">
                <a:alpha val="1700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7" name="矩形 46">
              <a:extLst>
                <a:ext uri="{FF2B5EF4-FFF2-40B4-BE49-F238E27FC236}">
                  <a16:creationId xmlns:a16="http://schemas.microsoft.com/office/drawing/2014/main" id="{8908C914-27C9-1D99-9C17-98C71E022B0F}"/>
                </a:ext>
              </a:extLst>
            </p:cNvPr>
            <p:cNvSpPr/>
            <p:nvPr/>
          </p:nvSpPr>
          <p:spPr>
            <a:xfrm>
              <a:off x="5106369" y="2703547"/>
              <a:ext cx="172226" cy="172226"/>
            </a:xfrm>
            <a:prstGeom prst="rect">
              <a:avLst/>
            </a:prstGeom>
            <a:solidFill>
              <a:schemeClr val="accent4">
                <a:alpha val="4300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8" name="矩形 47">
              <a:extLst>
                <a:ext uri="{FF2B5EF4-FFF2-40B4-BE49-F238E27FC236}">
                  <a16:creationId xmlns:a16="http://schemas.microsoft.com/office/drawing/2014/main" id="{434D6359-5691-F0AB-9781-E2CCE0DB9C4D}"/>
                </a:ext>
              </a:extLst>
            </p:cNvPr>
            <p:cNvSpPr/>
            <p:nvPr/>
          </p:nvSpPr>
          <p:spPr>
            <a:xfrm>
              <a:off x="5278595" y="2703547"/>
              <a:ext cx="172226" cy="172226"/>
            </a:xfrm>
            <a:prstGeom prst="rect">
              <a:avLst/>
            </a:prstGeom>
            <a:solidFill>
              <a:schemeClr val="accent4">
                <a:alpha val="3400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9" name="矩形 48">
              <a:extLst>
                <a:ext uri="{FF2B5EF4-FFF2-40B4-BE49-F238E27FC236}">
                  <a16:creationId xmlns:a16="http://schemas.microsoft.com/office/drawing/2014/main" id="{1EA68441-8BAD-06C1-616F-AA334E6B53DA}"/>
                </a:ext>
              </a:extLst>
            </p:cNvPr>
            <p:cNvSpPr/>
            <p:nvPr/>
          </p:nvSpPr>
          <p:spPr>
            <a:xfrm>
              <a:off x="5450821" y="2703547"/>
              <a:ext cx="172226" cy="172226"/>
            </a:xfrm>
            <a:prstGeom prst="rect">
              <a:avLst/>
            </a:prstGeom>
            <a:solidFill>
              <a:schemeClr val="accent4">
                <a:alpha val="3400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0" name="矩形 49">
              <a:extLst>
                <a:ext uri="{FF2B5EF4-FFF2-40B4-BE49-F238E27FC236}">
                  <a16:creationId xmlns:a16="http://schemas.microsoft.com/office/drawing/2014/main" id="{5C4BFE6F-CB87-B23E-72B7-DD48A9CE6D33}"/>
                </a:ext>
              </a:extLst>
            </p:cNvPr>
            <p:cNvSpPr/>
            <p:nvPr/>
          </p:nvSpPr>
          <p:spPr>
            <a:xfrm>
              <a:off x="5623047" y="2703547"/>
              <a:ext cx="172226" cy="172226"/>
            </a:xfrm>
            <a:prstGeom prst="rect">
              <a:avLst/>
            </a:prstGeom>
            <a:solidFill>
              <a:schemeClr val="accent4">
                <a:alpha val="3400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1" name="矩形 50">
              <a:extLst>
                <a:ext uri="{FF2B5EF4-FFF2-40B4-BE49-F238E27FC236}">
                  <a16:creationId xmlns:a16="http://schemas.microsoft.com/office/drawing/2014/main" id="{E0D2BE6F-5CAA-86CC-11E0-CF3F23C837A8}"/>
                </a:ext>
              </a:extLst>
            </p:cNvPr>
            <p:cNvSpPr/>
            <p:nvPr/>
          </p:nvSpPr>
          <p:spPr>
            <a:xfrm>
              <a:off x="5795273" y="2703547"/>
              <a:ext cx="172226" cy="172226"/>
            </a:xfrm>
            <a:prstGeom prst="rect">
              <a:avLst/>
            </a:prstGeom>
            <a:solidFill>
              <a:schemeClr val="accent4">
                <a:alpha val="3400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2" name="矩形 51">
              <a:extLst>
                <a:ext uri="{FF2B5EF4-FFF2-40B4-BE49-F238E27FC236}">
                  <a16:creationId xmlns:a16="http://schemas.microsoft.com/office/drawing/2014/main" id="{33482549-B5C0-4621-03B3-1D9C2410DE88}"/>
                </a:ext>
              </a:extLst>
            </p:cNvPr>
            <p:cNvSpPr/>
            <p:nvPr/>
          </p:nvSpPr>
          <p:spPr>
            <a:xfrm>
              <a:off x="5964842" y="2703547"/>
              <a:ext cx="172226" cy="172226"/>
            </a:xfrm>
            <a:prstGeom prst="rect">
              <a:avLst/>
            </a:prstGeom>
            <a:solidFill>
              <a:schemeClr val="accent4">
                <a:alpha val="3400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3" name="矩形 52">
              <a:extLst>
                <a:ext uri="{FF2B5EF4-FFF2-40B4-BE49-F238E27FC236}">
                  <a16:creationId xmlns:a16="http://schemas.microsoft.com/office/drawing/2014/main" id="{B382899C-8CE7-B4B0-9529-838BE087E407}"/>
                </a:ext>
              </a:extLst>
            </p:cNvPr>
            <p:cNvSpPr/>
            <p:nvPr/>
          </p:nvSpPr>
          <p:spPr>
            <a:xfrm>
              <a:off x="6137068" y="2703547"/>
              <a:ext cx="172226" cy="172226"/>
            </a:xfrm>
            <a:prstGeom prst="rect">
              <a:avLst/>
            </a:prstGeom>
            <a:solidFill>
              <a:schemeClr val="accent4">
                <a:alpha val="3400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4" name="矩形 53">
              <a:extLst>
                <a:ext uri="{FF2B5EF4-FFF2-40B4-BE49-F238E27FC236}">
                  <a16:creationId xmlns:a16="http://schemas.microsoft.com/office/drawing/2014/main" id="{6A9FB274-FB6C-BDA2-739F-8655BAFEA14C}"/>
                </a:ext>
              </a:extLst>
            </p:cNvPr>
            <p:cNvSpPr/>
            <p:nvPr/>
          </p:nvSpPr>
          <p:spPr>
            <a:xfrm>
              <a:off x="6309294" y="2703547"/>
              <a:ext cx="172226" cy="172226"/>
            </a:xfrm>
            <a:prstGeom prst="rect">
              <a:avLst/>
            </a:prstGeom>
            <a:solidFill>
              <a:schemeClr val="accent4">
                <a:alpha val="3400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5" name="矩形 54">
              <a:extLst>
                <a:ext uri="{FF2B5EF4-FFF2-40B4-BE49-F238E27FC236}">
                  <a16:creationId xmlns:a16="http://schemas.microsoft.com/office/drawing/2014/main" id="{931ED62A-699B-AFF2-B0DC-D42E6DB6457D}"/>
                </a:ext>
              </a:extLst>
            </p:cNvPr>
            <p:cNvSpPr/>
            <p:nvPr/>
          </p:nvSpPr>
          <p:spPr>
            <a:xfrm>
              <a:off x="6481520" y="2703547"/>
              <a:ext cx="172226" cy="172226"/>
            </a:xfrm>
            <a:prstGeom prst="rect">
              <a:avLst/>
            </a:prstGeom>
            <a:solidFill>
              <a:schemeClr val="accent4">
                <a:alpha val="4300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6" name="矩形 55">
              <a:extLst>
                <a:ext uri="{FF2B5EF4-FFF2-40B4-BE49-F238E27FC236}">
                  <a16:creationId xmlns:a16="http://schemas.microsoft.com/office/drawing/2014/main" id="{940A9A58-6782-8CFD-5CCE-56827C95B0E4}"/>
                </a:ext>
              </a:extLst>
            </p:cNvPr>
            <p:cNvSpPr/>
            <p:nvPr/>
          </p:nvSpPr>
          <p:spPr>
            <a:xfrm>
              <a:off x="6653746" y="2703547"/>
              <a:ext cx="172226" cy="172226"/>
            </a:xfrm>
            <a:prstGeom prst="rect">
              <a:avLst/>
            </a:prstGeom>
            <a:solidFill>
              <a:schemeClr val="accent4">
                <a:alpha val="1700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9" name="矩形 58">
              <a:extLst>
                <a:ext uri="{FF2B5EF4-FFF2-40B4-BE49-F238E27FC236}">
                  <a16:creationId xmlns:a16="http://schemas.microsoft.com/office/drawing/2014/main" id="{93A08368-B384-1A9C-F00B-536422D53298}"/>
                </a:ext>
              </a:extLst>
            </p:cNvPr>
            <p:cNvSpPr/>
            <p:nvPr/>
          </p:nvSpPr>
          <p:spPr>
            <a:xfrm>
              <a:off x="4934143" y="2875773"/>
              <a:ext cx="172226" cy="172226"/>
            </a:xfrm>
            <a:prstGeom prst="rect">
              <a:avLst/>
            </a:prstGeom>
            <a:solidFill>
              <a:schemeClr val="accent4">
                <a:alpha val="30269"/>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0" name="矩形 59">
              <a:extLst>
                <a:ext uri="{FF2B5EF4-FFF2-40B4-BE49-F238E27FC236}">
                  <a16:creationId xmlns:a16="http://schemas.microsoft.com/office/drawing/2014/main" id="{3578F6FD-F06B-86BD-CE78-3E6DE096DBF4}"/>
                </a:ext>
              </a:extLst>
            </p:cNvPr>
            <p:cNvSpPr/>
            <p:nvPr/>
          </p:nvSpPr>
          <p:spPr>
            <a:xfrm>
              <a:off x="5106369" y="2875773"/>
              <a:ext cx="172226" cy="172226"/>
            </a:xfrm>
            <a:prstGeom prst="rect">
              <a:avLst/>
            </a:prstGeom>
            <a:solidFill>
              <a:schemeClr val="accent4">
                <a:alpha val="7200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1" name="矩形 60">
              <a:extLst>
                <a:ext uri="{FF2B5EF4-FFF2-40B4-BE49-F238E27FC236}">
                  <a16:creationId xmlns:a16="http://schemas.microsoft.com/office/drawing/2014/main" id="{A3EA4E88-6D08-92A3-85C1-314B35D6835E}"/>
                </a:ext>
              </a:extLst>
            </p:cNvPr>
            <p:cNvSpPr/>
            <p:nvPr/>
          </p:nvSpPr>
          <p:spPr>
            <a:xfrm>
              <a:off x="5278595" y="2875773"/>
              <a:ext cx="172226" cy="172226"/>
            </a:xfrm>
            <a:prstGeom prst="rect">
              <a:avLst/>
            </a:prstGeom>
            <a:solidFill>
              <a:schemeClr val="accent4">
                <a:alpha val="3400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2" name="矩形 61">
              <a:extLst>
                <a:ext uri="{FF2B5EF4-FFF2-40B4-BE49-F238E27FC236}">
                  <a16:creationId xmlns:a16="http://schemas.microsoft.com/office/drawing/2014/main" id="{4B523E24-9CFB-0F6D-18F9-652DA0621EA7}"/>
                </a:ext>
              </a:extLst>
            </p:cNvPr>
            <p:cNvSpPr/>
            <p:nvPr/>
          </p:nvSpPr>
          <p:spPr>
            <a:xfrm>
              <a:off x="5450821" y="2875773"/>
              <a:ext cx="172226" cy="172226"/>
            </a:xfrm>
            <a:prstGeom prst="rect">
              <a:avLst/>
            </a:prstGeom>
            <a:solidFill>
              <a:schemeClr val="accent4">
                <a:alpha val="621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3" name="矩形 62">
              <a:extLst>
                <a:ext uri="{FF2B5EF4-FFF2-40B4-BE49-F238E27FC236}">
                  <a16:creationId xmlns:a16="http://schemas.microsoft.com/office/drawing/2014/main" id="{441B00F4-AF17-449A-93C4-FED0C70A929B}"/>
                </a:ext>
              </a:extLst>
            </p:cNvPr>
            <p:cNvSpPr/>
            <p:nvPr/>
          </p:nvSpPr>
          <p:spPr>
            <a:xfrm>
              <a:off x="5623047" y="2875773"/>
              <a:ext cx="172226" cy="172226"/>
            </a:xfrm>
            <a:prstGeom prst="rect">
              <a:avLst/>
            </a:prstGeom>
            <a:solidFill>
              <a:schemeClr val="accent4">
                <a:alpha val="621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4" name="矩形 63">
              <a:extLst>
                <a:ext uri="{FF2B5EF4-FFF2-40B4-BE49-F238E27FC236}">
                  <a16:creationId xmlns:a16="http://schemas.microsoft.com/office/drawing/2014/main" id="{3EE435DE-CC43-AF8A-F156-A5C7A7FF098E}"/>
                </a:ext>
              </a:extLst>
            </p:cNvPr>
            <p:cNvSpPr/>
            <p:nvPr/>
          </p:nvSpPr>
          <p:spPr>
            <a:xfrm>
              <a:off x="5795273" y="2875773"/>
              <a:ext cx="172226" cy="172226"/>
            </a:xfrm>
            <a:prstGeom prst="rect">
              <a:avLst/>
            </a:prstGeom>
            <a:solidFill>
              <a:schemeClr val="accent4">
                <a:alpha val="621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5" name="矩形 64">
              <a:extLst>
                <a:ext uri="{FF2B5EF4-FFF2-40B4-BE49-F238E27FC236}">
                  <a16:creationId xmlns:a16="http://schemas.microsoft.com/office/drawing/2014/main" id="{483BCE0B-DE12-ADDA-8BFE-3BDE69D012B6}"/>
                </a:ext>
              </a:extLst>
            </p:cNvPr>
            <p:cNvSpPr/>
            <p:nvPr/>
          </p:nvSpPr>
          <p:spPr>
            <a:xfrm>
              <a:off x="5964842" y="2875773"/>
              <a:ext cx="172226" cy="172226"/>
            </a:xfrm>
            <a:prstGeom prst="rect">
              <a:avLst/>
            </a:prstGeom>
            <a:solidFill>
              <a:schemeClr val="accent4">
                <a:alpha val="621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6" name="矩形 65">
              <a:extLst>
                <a:ext uri="{FF2B5EF4-FFF2-40B4-BE49-F238E27FC236}">
                  <a16:creationId xmlns:a16="http://schemas.microsoft.com/office/drawing/2014/main" id="{E1C12863-FD28-59B1-393D-173E27258D85}"/>
                </a:ext>
              </a:extLst>
            </p:cNvPr>
            <p:cNvSpPr/>
            <p:nvPr/>
          </p:nvSpPr>
          <p:spPr>
            <a:xfrm>
              <a:off x="6137068" y="2875773"/>
              <a:ext cx="172226" cy="172226"/>
            </a:xfrm>
            <a:prstGeom prst="rect">
              <a:avLst/>
            </a:prstGeom>
            <a:solidFill>
              <a:schemeClr val="accent4">
                <a:alpha val="621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7" name="矩形 66">
              <a:extLst>
                <a:ext uri="{FF2B5EF4-FFF2-40B4-BE49-F238E27FC236}">
                  <a16:creationId xmlns:a16="http://schemas.microsoft.com/office/drawing/2014/main" id="{DE0E4087-AEFF-6F82-E8C3-1FA8E1B892D3}"/>
                </a:ext>
              </a:extLst>
            </p:cNvPr>
            <p:cNvSpPr/>
            <p:nvPr/>
          </p:nvSpPr>
          <p:spPr>
            <a:xfrm>
              <a:off x="6309294" y="2875773"/>
              <a:ext cx="172226" cy="172226"/>
            </a:xfrm>
            <a:prstGeom prst="rect">
              <a:avLst/>
            </a:prstGeom>
            <a:solidFill>
              <a:schemeClr val="accent4">
                <a:alpha val="25685"/>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8" name="矩形 67">
              <a:extLst>
                <a:ext uri="{FF2B5EF4-FFF2-40B4-BE49-F238E27FC236}">
                  <a16:creationId xmlns:a16="http://schemas.microsoft.com/office/drawing/2014/main" id="{3A83711F-396A-EA20-635D-A2BCA078E056}"/>
                </a:ext>
              </a:extLst>
            </p:cNvPr>
            <p:cNvSpPr/>
            <p:nvPr/>
          </p:nvSpPr>
          <p:spPr>
            <a:xfrm>
              <a:off x="6481520" y="2875773"/>
              <a:ext cx="172226" cy="172226"/>
            </a:xfrm>
            <a:prstGeom prst="rect">
              <a:avLst/>
            </a:prstGeom>
            <a:solidFill>
              <a:schemeClr val="accent4">
                <a:alpha val="3200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9" name="矩形 68">
              <a:extLst>
                <a:ext uri="{FF2B5EF4-FFF2-40B4-BE49-F238E27FC236}">
                  <a16:creationId xmlns:a16="http://schemas.microsoft.com/office/drawing/2014/main" id="{E594C1DF-11C3-647C-5426-C806FD7F98B5}"/>
                </a:ext>
              </a:extLst>
            </p:cNvPr>
            <p:cNvSpPr/>
            <p:nvPr/>
          </p:nvSpPr>
          <p:spPr>
            <a:xfrm>
              <a:off x="6653746" y="2875773"/>
              <a:ext cx="172226" cy="172226"/>
            </a:xfrm>
            <a:prstGeom prst="rect">
              <a:avLst/>
            </a:prstGeom>
            <a:solidFill>
              <a:schemeClr val="accent4">
                <a:alpha val="13173"/>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2" name="矩形 71">
              <a:extLst>
                <a:ext uri="{FF2B5EF4-FFF2-40B4-BE49-F238E27FC236}">
                  <a16:creationId xmlns:a16="http://schemas.microsoft.com/office/drawing/2014/main" id="{FCDFD78E-0E66-53C5-9E93-60F8C4E1F4B7}"/>
                </a:ext>
              </a:extLst>
            </p:cNvPr>
            <p:cNvSpPr/>
            <p:nvPr/>
          </p:nvSpPr>
          <p:spPr>
            <a:xfrm>
              <a:off x="4934143" y="3047999"/>
              <a:ext cx="172226" cy="172226"/>
            </a:xfrm>
            <a:prstGeom prst="rect">
              <a:avLst/>
            </a:prstGeom>
            <a:solidFill>
              <a:schemeClr val="accent4">
                <a:alpha val="30269"/>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3" name="矩形 72">
              <a:extLst>
                <a:ext uri="{FF2B5EF4-FFF2-40B4-BE49-F238E27FC236}">
                  <a16:creationId xmlns:a16="http://schemas.microsoft.com/office/drawing/2014/main" id="{4510E95F-AFB3-B0B0-40C9-73BFDD0D2E1D}"/>
                </a:ext>
              </a:extLst>
            </p:cNvPr>
            <p:cNvSpPr/>
            <p:nvPr/>
          </p:nvSpPr>
          <p:spPr>
            <a:xfrm>
              <a:off x="5106369" y="3047999"/>
              <a:ext cx="172226" cy="172226"/>
            </a:xfrm>
            <a:prstGeom prst="rect">
              <a:avLst/>
            </a:prstGeom>
            <a:solidFill>
              <a:schemeClr val="accent4">
                <a:alpha val="7200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4" name="矩形 73">
              <a:extLst>
                <a:ext uri="{FF2B5EF4-FFF2-40B4-BE49-F238E27FC236}">
                  <a16:creationId xmlns:a16="http://schemas.microsoft.com/office/drawing/2014/main" id="{3A80964F-D5A6-8A53-6443-4254A10DBC9A}"/>
                </a:ext>
              </a:extLst>
            </p:cNvPr>
            <p:cNvSpPr/>
            <p:nvPr/>
          </p:nvSpPr>
          <p:spPr>
            <a:xfrm>
              <a:off x="5278595" y="3047999"/>
              <a:ext cx="172226" cy="172226"/>
            </a:xfrm>
            <a:prstGeom prst="rect">
              <a:avLst/>
            </a:prstGeom>
            <a:solidFill>
              <a:schemeClr val="accent4">
                <a:alpha val="3400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5" name="矩形 74">
              <a:extLst>
                <a:ext uri="{FF2B5EF4-FFF2-40B4-BE49-F238E27FC236}">
                  <a16:creationId xmlns:a16="http://schemas.microsoft.com/office/drawing/2014/main" id="{EC9B7B4D-3218-B24D-BB95-EC746549EF35}"/>
                </a:ext>
              </a:extLst>
            </p:cNvPr>
            <p:cNvSpPr/>
            <p:nvPr/>
          </p:nvSpPr>
          <p:spPr>
            <a:xfrm>
              <a:off x="5450821" y="3047999"/>
              <a:ext cx="172226" cy="172226"/>
            </a:xfrm>
            <a:prstGeom prst="rect">
              <a:avLst/>
            </a:prstGeom>
            <a:solidFill>
              <a:schemeClr val="accent4">
                <a:alpha val="621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9" name="矩形 78">
              <a:extLst>
                <a:ext uri="{FF2B5EF4-FFF2-40B4-BE49-F238E27FC236}">
                  <a16:creationId xmlns:a16="http://schemas.microsoft.com/office/drawing/2014/main" id="{7F5ED4F9-71B8-5112-0946-B79BFEE4D080}"/>
                </a:ext>
              </a:extLst>
            </p:cNvPr>
            <p:cNvSpPr/>
            <p:nvPr/>
          </p:nvSpPr>
          <p:spPr>
            <a:xfrm>
              <a:off x="6137068" y="3047999"/>
              <a:ext cx="172226" cy="172226"/>
            </a:xfrm>
            <a:prstGeom prst="rect">
              <a:avLst/>
            </a:prstGeom>
            <a:solidFill>
              <a:schemeClr val="bg1">
                <a:alpha val="3848"/>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0" name="矩形 79">
              <a:extLst>
                <a:ext uri="{FF2B5EF4-FFF2-40B4-BE49-F238E27FC236}">
                  <a16:creationId xmlns:a16="http://schemas.microsoft.com/office/drawing/2014/main" id="{3B3703D8-208C-2FBD-924E-D3022AA11E71}"/>
                </a:ext>
              </a:extLst>
            </p:cNvPr>
            <p:cNvSpPr/>
            <p:nvPr/>
          </p:nvSpPr>
          <p:spPr>
            <a:xfrm>
              <a:off x="6309294" y="3047999"/>
              <a:ext cx="172226" cy="172226"/>
            </a:xfrm>
            <a:prstGeom prst="rect">
              <a:avLst/>
            </a:prstGeom>
            <a:solidFill>
              <a:schemeClr val="accent4">
                <a:alpha val="1100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4" name="矩形 93">
              <a:extLst>
                <a:ext uri="{FF2B5EF4-FFF2-40B4-BE49-F238E27FC236}">
                  <a16:creationId xmlns:a16="http://schemas.microsoft.com/office/drawing/2014/main" id="{EC3742F4-FD5C-90C2-0418-138B3145A3A5}"/>
                </a:ext>
              </a:extLst>
            </p:cNvPr>
            <p:cNvSpPr/>
            <p:nvPr/>
          </p:nvSpPr>
          <p:spPr>
            <a:xfrm>
              <a:off x="6481520" y="3047999"/>
              <a:ext cx="172226" cy="172226"/>
            </a:xfrm>
            <a:prstGeom prst="rect">
              <a:avLst/>
            </a:prstGeom>
            <a:solidFill>
              <a:schemeClr val="accent4">
                <a:alpha val="1400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5" name="矩形 94">
              <a:extLst>
                <a:ext uri="{FF2B5EF4-FFF2-40B4-BE49-F238E27FC236}">
                  <a16:creationId xmlns:a16="http://schemas.microsoft.com/office/drawing/2014/main" id="{E9460D43-4313-48E2-7CA6-B9D01595CBB5}"/>
                </a:ext>
              </a:extLst>
            </p:cNvPr>
            <p:cNvSpPr/>
            <p:nvPr/>
          </p:nvSpPr>
          <p:spPr>
            <a:xfrm>
              <a:off x="6653746" y="3047999"/>
              <a:ext cx="172226" cy="172226"/>
            </a:xfrm>
            <a:prstGeom prst="rect">
              <a:avLst/>
            </a:prstGeom>
            <a:solidFill>
              <a:schemeClr val="accent4">
                <a:alpha val="700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1" name="矩形 110">
              <a:extLst>
                <a:ext uri="{FF2B5EF4-FFF2-40B4-BE49-F238E27FC236}">
                  <a16:creationId xmlns:a16="http://schemas.microsoft.com/office/drawing/2014/main" id="{15D6EBE1-588E-0844-1E5E-F02EB90CA47A}"/>
                </a:ext>
              </a:extLst>
            </p:cNvPr>
            <p:cNvSpPr/>
            <p:nvPr/>
          </p:nvSpPr>
          <p:spPr>
            <a:xfrm>
              <a:off x="4934143" y="3220225"/>
              <a:ext cx="172226" cy="172226"/>
            </a:xfrm>
            <a:prstGeom prst="rect">
              <a:avLst/>
            </a:prstGeom>
            <a:solidFill>
              <a:schemeClr val="accent4">
                <a:alpha val="30269"/>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2" name="矩形 111">
              <a:extLst>
                <a:ext uri="{FF2B5EF4-FFF2-40B4-BE49-F238E27FC236}">
                  <a16:creationId xmlns:a16="http://schemas.microsoft.com/office/drawing/2014/main" id="{37E117A7-9FBE-CBB5-A350-3BF1945BD0A6}"/>
                </a:ext>
              </a:extLst>
            </p:cNvPr>
            <p:cNvSpPr/>
            <p:nvPr/>
          </p:nvSpPr>
          <p:spPr>
            <a:xfrm>
              <a:off x="5106369" y="3220225"/>
              <a:ext cx="172226" cy="172226"/>
            </a:xfrm>
            <a:prstGeom prst="rect">
              <a:avLst/>
            </a:prstGeom>
            <a:solidFill>
              <a:schemeClr val="accent4">
                <a:alpha val="7200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6" name="矩形 125">
              <a:extLst>
                <a:ext uri="{FF2B5EF4-FFF2-40B4-BE49-F238E27FC236}">
                  <a16:creationId xmlns:a16="http://schemas.microsoft.com/office/drawing/2014/main" id="{79D73030-D108-DCE1-427C-0297CDF60A6D}"/>
                </a:ext>
              </a:extLst>
            </p:cNvPr>
            <p:cNvSpPr/>
            <p:nvPr/>
          </p:nvSpPr>
          <p:spPr>
            <a:xfrm>
              <a:off x="5278595" y="3220225"/>
              <a:ext cx="172226" cy="172226"/>
            </a:xfrm>
            <a:prstGeom prst="rect">
              <a:avLst/>
            </a:prstGeom>
            <a:solidFill>
              <a:schemeClr val="accent4">
                <a:alpha val="3400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7" name="矩形 126">
              <a:extLst>
                <a:ext uri="{FF2B5EF4-FFF2-40B4-BE49-F238E27FC236}">
                  <a16:creationId xmlns:a16="http://schemas.microsoft.com/office/drawing/2014/main" id="{0DDEDE23-210D-C87B-01BD-A8B07DF4B8F6}"/>
                </a:ext>
              </a:extLst>
            </p:cNvPr>
            <p:cNvSpPr/>
            <p:nvPr/>
          </p:nvSpPr>
          <p:spPr>
            <a:xfrm>
              <a:off x="5450821" y="3220225"/>
              <a:ext cx="172226" cy="172226"/>
            </a:xfrm>
            <a:prstGeom prst="rect">
              <a:avLst/>
            </a:prstGeom>
            <a:solidFill>
              <a:schemeClr val="accent4">
                <a:alpha val="621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4" name="矩形 143">
              <a:extLst>
                <a:ext uri="{FF2B5EF4-FFF2-40B4-BE49-F238E27FC236}">
                  <a16:creationId xmlns:a16="http://schemas.microsoft.com/office/drawing/2014/main" id="{73B13EE4-A3A3-C534-814B-9160D491CB06}"/>
                </a:ext>
              </a:extLst>
            </p:cNvPr>
            <p:cNvSpPr/>
            <p:nvPr/>
          </p:nvSpPr>
          <p:spPr>
            <a:xfrm>
              <a:off x="6137068" y="3220225"/>
              <a:ext cx="172226" cy="172226"/>
            </a:xfrm>
            <a:prstGeom prst="rect">
              <a:avLst/>
            </a:prstGeom>
            <a:solidFill>
              <a:schemeClr val="bg1">
                <a:alpha val="3848"/>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8" name="矩形 157">
              <a:extLst>
                <a:ext uri="{FF2B5EF4-FFF2-40B4-BE49-F238E27FC236}">
                  <a16:creationId xmlns:a16="http://schemas.microsoft.com/office/drawing/2014/main" id="{3393D8A2-69BB-3043-752B-367848AA0F3E}"/>
                </a:ext>
              </a:extLst>
            </p:cNvPr>
            <p:cNvSpPr/>
            <p:nvPr/>
          </p:nvSpPr>
          <p:spPr>
            <a:xfrm>
              <a:off x="6309294" y="3220225"/>
              <a:ext cx="172226" cy="172226"/>
            </a:xfrm>
            <a:prstGeom prst="rect">
              <a:avLst/>
            </a:prstGeom>
            <a:solidFill>
              <a:schemeClr val="accent4">
                <a:alpha val="1100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9" name="矩形 158">
              <a:extLst>
                <a:ext uri="{FF2B5EF4-FFF2-40B4-BE49-F238E27FC236}">
                  <a16:creationId xmlns:a16="http://schemas.microsoft.com/office/drawing/2014/main" id="{4FDAAD9D-6F31-86CC-862E-9C2BC7B17511}"/>
                </a:ext>
              </a:extLst>
            </p:cNvPr>
            <p:cNvSpPr/>
            <p:nvPr/>
          </p:nvSpPr>
          <p:spPr>
            <a:xfrm>
              <a:off x="6481520" y="3220225"/>
              <a:ext cx="172226" cy="172226"/>
            </a:xfrm>
            <a:prstGeom prst="rect">
              <a:avLst/>
            </a:prstGeom>
            <a:solidFill>
              <a:schemeClr val="accent4">
                <a:alpha val="1400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0" name="矩形 159">
              <a:extLst>
                <a:ext uri="{FF2B5EF4-FFF2-40B4-BE49-F238E27FC236}">
                  <a16:creationId xmlns:a16="http://schemas.microsoft.com/office/drawing/2014/main" id="{8C5F75D6-B75E-3834-84E6-9143DA2F9D14}"/>
                </a:ext>
              </a:extLst>
            </p:cNvPr>
            <p:cNvSpPr/>
            <p:nvPr/>
          </p:nvSpPr>
          <p:spPr>
            <a:xfrm>
              <a:off x="6653746" y="3220225"/>
              <a:ext cx="172226" cy="172226"/>
            </a:xfrm>
            <a:prstGeom prst="rect">
              <a:avLst/>
            </a:prstGeom>
            <a:solidFill>
              <a:schemeClr val="accent4">
                <a:alpha val="700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6" name="矩形 175">
              <a:extLst>
                <a:ext uri="{FF2B5EF4-FFF2-40B4-BE49-F238E27FC236}">
                  <a16:creationId xmlns:a16="http://schemas.microsoft.com/office/drawing/2014/main" id="{EDCE6CF9-E65A-EFAC-8C63-ABB3CBBDAB76}"/>
                </a:ext>
              </a:extLst>
            </p:cNvPr>
            <p:cNvSpPr/>
            <p:nvPr/>
          </p:nvSpPr>
          <p:spPr>
            <a:xfrm>
              <a:off x="4934143" y="3392451"/>
              <a:ext cx="172226" cy="172226"/>
            </a:xfrm>
            <a:prstGeom prst="rect">
              <a:avLst/>
            </a:prstGeom>
            <a:solidFill>
              <a:schemeClr val="accent4">
                <a:alpha val="30269"/>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90" name="矩形 189">
              <a:extLst>
                <a:ext uri="{FF2B5EF4-FFF2-40B4-BE49-F238E27FC236}">
                  <a16:creationId xmlns:a16="http://schemas.microsoft.com/office/drawing/2014/main" id="{A59F3787-8EF8-93EE-7800-C09D8370A1ED}"/>
                </a:ext>
              </a:extLst>
            </p:cNvPr>
            <p:cNvSpPr/>
            <p:nvPr/>
          </p:nvSpPr>
          <p:spPr>
            <a:xfrm>
              <a:off x="5106369" y="3392451"/>
              <a:ext cx="172226" cy="172226"/>
            </a:xfrm>
            <a:prstGeom prst="rect">
              <a:avLst/>
            </a:prstGeom>
            <a:solidFill>
              <a:schemeClr val="accent4">
                <a:alpha val="7200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91" name="矩形 190">
              <a:extLst>
                <a:ext uri="{FF2B5EF4-FFF2-40B4-BE49-F238E27FC236}">
                  <a16:creationId xmlns:a16="http://schemas.microsoft.com/office/drawing/2014/main" id="{69EE0F6B-B9AB-5C2E-25A4-0748B6AD17D0}"/>
                </a:ext>
              </a:extLst>
            </p:cNvPr>
            <p:cNvSpPr/>
            <p:nvPr/>
          </p:nvSpPr>
          <p:spPr>
            <a:xfrm>
              <a:off x="5278595" y="3392451"/>
              <a:ext cx="172226" cy="172226"/>
            </a:xfrm>
            <a:prstGeom prst="rect">
              <a:avLst/>
            </a:prstGeom>
            <a:solidFill>
              <a:schemeClr val="accent4">
                <a:alpha val="3400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9696" name="矩形 29695">
              <a:extLst>
                <a:ext uri="{FF2B5EF4-FFF2-40B4-BE49-F238E27FC236}">
                  <a16:creationId xmlns:a16="http://schemas.microsoft.com/office/drawing/2014/main" id="{E55D852E-DADD-37A1-652F-C024994BD9FF}"/>
                </a:ext>
              </a:extLst>
            </p:cNvPr>
            <p:cNvSpPr/>
            <p:nvPr/>
          </p:nvSpPr>
          <p:spPr>
            <a:xfrm>
              <a:off x="5450821" y="3392451"/>
              <a:ext cx="172226" cy="172226"/>
            </a:xfrm>
            <a:prstGeom prst="rect">
              <a:avLst/>
            </a:prstGeom>
            <a:solidFill>
              <a:schemeClr val="accent4">
                <a:alpha val="621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9701" name="矩形 29700">
              <a:extLst>
                <a:ext uri="{FF2B5EF4-FFF2-40B4-BE49-F238E27FC236}">
                  <a16:creationId xmlns:a16="http://schemas.microsoft.com/office/drawing/2014/main" id="{F70E3F8D-FDF0-9CD1-5BDA-DEDB701A765A}"/>
                </a:ext>
              </a:extLst>
            </p:cNvPr>
            <p:cNvSpPr/>
            <p:nvPr/>
          </p:nvSpPr>
          <p:spPr>
            <a:xfrm>
              <a:off x="6137068" y="3392451"/>
              <a:ext cx="172226" cy="172226"/>
            </a:xfrm>
            <a:prstGeom prst="rect">
              <a:avLst/>
            </a:prstGeom>
            <a:solidFill>
              <a:schemeClr val="bg1">
                <a:alpha val="3848"/>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9702" name="矩形 29701">
              <a:extLst>
                <a:ext uri="{FF2B5EF4-FFF2-40B4-BE49-F238E27FC236}">
                  <a16:creationId xmlns:a16="http://schemas.microsoft.com/office/drawing/2014/main" id="{2B9B1B9B-9757-AEEF-9883-55CF7D27493A}"/>
                </a:ext>
              </a:extLst>
            </p:cNvPr>
            <p:cNvSpPr/>
            <p:nvPr/>
          </p:nvSpPr>
          <p:spPr>
            <a:xfrm>
              <a:off x="6309294" y="3392451"/>
              <a:ext cx="172226" cy="172226"/>
            </a:xfrm>
            <a:prstGeom prst="rect">
              <a:avLst/>
            </a:prstGeom>
            <a:solidFill>
              <a:schemeClr val="accent4">
                <a:alpha val="16111"/>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9703" name="矩形 29702">
              <a:extLst>
                <a:ext uri="{FF2B5EF4-FFF2-40B4-BE49-F238E27FC236}">
                  <a16:creationId xmlns:a16="http://schemas.microsoft.com/office/drawing/2014/main" id="{CBF24DB0-059F-B960-FCEE-1C65532DEDCA}"/>
                </a:ext>
              </a:extLst>
            </p:cNvPr>
            <p:cNvSpPr/>
            <p:nvPr/>
          </p:nvSpPr>
          <p:spPr>
            <a:xfrm>
              <a:off x="6481520" y="3392451"/>
              <a:ext cx="172226" cy="172226"/>
            </a:xfrm>
            <a:prstGeom prst="rect">
              <a:avLst/>
            </a:prstGeom>
            <a:solidFill>
              <a:schemeClr val="accent4">
                <a:alpha val="29926"/>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9704" name="矩形 29703">
              <a:extLst>
                <a:ext uri="{FF2B5EF4-FFF2-40B4-BE49-F238E27FC236}">
                  <a16:creationId xmlns:a16="http://schemas.microsoft.com/office/drawing/2014/main" id="{4C600DA8-BA3B-9735-E544-8CE5B9746A92}"/>
                </a:ext>
              </a:extLst>
            </p:cNvPr>
            <p:cNvSpPr/>
            <p:nvPr/>
          </p:nvSpPr>
          <p:spPr>
            <a:xfrm>
              <a:off x="6653746" y="3392451"/>
              <a:ext cx="172226" cy="172226"/>
            </a:xfrm>
            <a:prstGeom prst="rect">
              <a:avLst/>
            </a:prstGeom>
            <a:solidFill>
              <a:schemeClr val="accent4">
                <a:alpha val="1500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9707" name="矩形 29706">
              <a:extLst>
                <a:ext uri="{FF2B5EF4-FFF2-40B4-BE49-F238E27FC236}">
                  <a16:creationId xmlns:a16="http://schemas.microsoft.com/office/drawing/2014/main" id="{898481C8-A0DC-FA75-0AAB-49E5BC3F4B5D}"/>
                </a:ext>
              </a:extLst>
            </p:cNvPr>
            <p:cNvSpPr/>
            <p:nvPr/>
          </p:nvSpPr>
          <p:spPr>
            <a:xfrm>
              <a:off x="4934143" y="3564677"/>
              <a:ext cx="172226" cy="172226"/>
            </a:xfrm>
            <a:prstGeom prst="rect">
              <a:avLst/>
            </a:prstGeom>
            <a:solidFill>
              <a:schemeClr val="accent4">
                <a:alpha val="30269"/>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9708" name="矩形 29707">
              <a:extLst>
                <a:ext uri="{FF2B5EF4-FFF2-40B4-BE49-F238E27FC236}">
                  <a16:creationId xmlns:a16="http://schemas.microsoft.com/office/drawing/2014/main" id="{7460E323-4D8C-FE8C-E553-023F59FECA8B}"/>
                </a:ext>
              </a:extLst>
            </p:cNvPr>
            <p:cNvSpPr/>
            <p:nvPr/>
          </p:nvSpPr>
          <p:spPr>
            <a:xfrm>
              <a:off x="5106369" y="3564677"/>
              <a:ext cx="172226" cy="172226"/>
            </a:xfrm>
            <a:prstGeom prst="rect">
              <a:avLst/>
            </a:prstGeom>
            <a:solidFill>
              <a:schemeClr val="accent4">
                <a:alpha val="7200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9709" name="矩形 29708">
              <a:extLst>
                <a:ext uri="{FF2B5EF4-FFF2-40B4-BE49-F238E27FC236}">
                  <a16:creationId xmlns:a16="http://schemas.microsoft.com/office/drawing/2014/main" id="{125A0E53-D8E8-412A-64DC-182979BB4060}"/>
                </a:ext>
              </a:extLst>
            </p:cNvPr>
            <p:cNvSpPr/>
            <p:nvPr/>
          </p:nvSpPr>
          <p:spPr>
            <a:xfrm>
              <a:off x="5278595" y="3564677"/>
              <a:ext cx="172226" cy="172226"/>
            </a:xfrm>
            <a:prstGeom prst="rect">
              <a:avLst/>
            </a:prstGeom>
            <a:solidFill>
              <a:schemeClr val="accent4">
                <a:alpha val="3400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9710" name="矩形 29709">
              <a:extLst>
                <a:ext uri="{FF2B5EF4-FFF2-40B4-BE49-F238E27FC236}">
                  <a16:creationId xmlns:a16="http://schemas.microsoft.com/office/drawing/2014/main" id="{BE7057D7-D6B9-5AE2-68C2-97FD39C8B279}"/>
                </a:ext>
              </a:extLst>
            </p:cNvPr>
            <p:cNvSpPr/>
            <p:nvPr/>
          </p:nvSpPr>
          <p:spPr>
            <a:xfrm>
              <a:off x="5450821" y="3564677"/>
              <a:ext cx="172226" cy="172226"/>
            </a:xfrm>
            <a:prstGeom prst="rect">
              <a:avLst/>
            </a:prstGeom>
            <a:solidFill>
              <a:schemeClr val="accent4">
                <a:alpha val="621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9714" name="矩形 29713">
              <a:extLst>
                <a:ext uri="{FF2B5EF4-FFF2-40B4-BE49-F238E27FC236}">
                  <a16:creationId xmlns:a16="http://schemas.microsoft.com/office/drawing/2014/main" id="{EC5BEACE-D548-0466-1D63-72CD8A23D2FD}"/>
                </a:ext>
              </a:extLst>
            </p:cNvPr>
            <p:cNvSpPr/>
            <p:nvPr/>
          </p:nvSpPr>
          <p:spPr>
            <a:xfrm>
              <a:off x="6137068" y="3564677"/>
              <a:ext cx="172226" cy="172226"/>
            </a:xfrm>
            <a:prstGeom prst="rect">
              <a:avLst/>
            </a:prstGeom>
            <a:solidFill>
              <a:schemeClr val="bg1">
                <a:alpha val="621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9715" name="矩形 29714">
              <a:extLst>
                <a:ext uri="{FF2B5EF4-FFF2-40B4-BE49-F238E27FC236}">
                  <a16:creationId xmlns:a16="http://schemas.microsoft.com/office/drawing/2014/main" id="{50F653A1-CC61-F1B1-347D-C48F9C603AD7}"/>
                </a:ext>
              </a:extLst>
            </p:cNvPr>
            <p:cNvSpPr/>
            <p:nvPr/>
          </p:nvSpPr>
          <p:spPr>
            <a:xfrm>
              <a:off x="6309294" y="3564677"/>
              <a:ext cx="172226" cy="172226"/>
            </a:xfrm>
            <a:prstGeom prst="rect">
              <a:avLst/>
            </a:prstGeom>
            <a:solidFill>
              <a:schemeClr val="accent4">
                <a:alpha val="26108"/>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9716" name="矩形 29715">
              <a:extLst>
                <a:ext uri="{FF2B5EF4-FFF2-40B4-BE49-F238E27FC236}">
                  <a16:creationId xmlns:a16="http://schemas.microsoft.com/office/drawing/2014/main" id="{AD0C087C-1583-E73F-F739-CA5640DAB38D}"/>
                </a:ext>
              </a:extLst>
            </p:cNvPr>
            <p:cNvSpPr/>
            <p:nvPr/>
          </p:nvSpPr>
          <p:spPr>
            <a:xfrm>
              <a:off x="6481520" y="3564677"/>
              <a:ext cx="172226" cy="172226"/>
            </a:xfrm>
            <a:prstGeom prst="rect">
              <a:avLst/>
            </a:prstGeom>
            <a:solidFill>
              <a:schemeClr val="accent4">
                <a:alpha val="51911"/>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9717" name="矩形 29716">
              <a:extLst>
                <a:ext uri="{FF2B5EF4-FFF2-40B4-BE49-F238E27FC236}">
                  <a16:creationId xmlns:a16="http://schemas.microsoft.com/office/drawing/2014/main" id="{E11857CF-0126-95DA-C889-45067378CE88}"/>
                </a:ext>
              </a:extLst>
            </p:cNvPr>
            <p:cNvSpPr/>
            <p:nvPr/>
          </p:nvSpPr>
          <p:spPr>
            <a:xfrm>
              <a:off x="6653746" y="3564677"/>
              <a:ext cx="172226" cy="172226"/>
            </a:xfrm>
            <a:prstGeom prst="rect">
              <a:avLst/>
            </a:prstGeom>
            <a:solidFill>
              <a:schemeClr val="accent4">
                <a:alpha val="22691"/>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9720" name="矩形 29719">
              <a:extLst>
                <a:ext uri="{FF2B5EF4-FFF2-40B4-BE49-F238E27FC236}">
                  <a16:creationId xmlns:a16="http://schemas.microsoft.com/office/drawing/2014/main" id="{75C61B4D-6C10-1004-E8EB-DC571C60C7AA}"/>
                </a:ext>
              </a:extLst>
            </p:cNvPr>
            <p:cNvSpPr/>
            <p:nvPr/>
          </p:nvSpPr>
          <p:spPr>
            <a:xfrm>
              <a:off x="4934143" y="3736903"/>
              <a:ext cx="172226" cy="172226"/>
            </a:xfrm>
            <a:prstGeom prst="rect">
              <a:avLst/>
            </a:prstGeom>
            <a:solidFill>
              <a:schemeClr val="accent4">
                <a:alpha val="30269"/>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9721" name="矩形 29720">
              <a:extLst>
                <a:ext uri="{FF2B5EF4-FFF2-40B4-BE49-F238E27FC236}">
                  <a16:creationId xmlns:a16="http://schemas.microsoft.com/office/drawing/2014/main" id="{1C63B157-EF34-6235-2957-35EA664BA44A}"/>
                </a:ext>
              </a:extLst>
            </p:cNvPr>
            <p:cNvSpPr/>
            <p:nvPr/>
          </p:nvSpPr>
          <p:spPr>
            <a:xfrm>
              <a:off x="5106369" y="3736903"/>
              <a:ext cx="172226" cy="172226"/>
            </a:xfrm>
            <a:prstGeom prst="rect">
              <a:avLst/>
            </a:prstGeom>
            <a:solidFill>
              <a:schemeClr val="accent4">
                <a:alpha val="7200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9722" name="矩形 29721">
              <a:extLst>
                <a:ext uri="{FF2B5EF4-FFF2-40B4-BE49-F238E27FC236}">
                  <a16:creationId xmlns:a16="http://schemas.microsoft.com/office/drawing/2014/main" id="{9E806011-5241-6CA1-23B4-3E44ABBB535E}"/>
                </a:ext>
              </a:extLst>
            </p:cNvPr>
            <p:cNvSpPr/>
            <p:nvPr/>
          </p:nvSpPr>
          <p:spPr>
            <a:xfrm>
              <a:off x="5278595" y="3736903"/>
              <a:ext cx="172226" cy="172226"/>
            </a:xfrm>
            <a:prstGeom prst="rect">
              <a:avLst/>
            </a:prstGeom>
            <a:solidFill>
              <a:schemeClr val="accent4">
                <a:alpha val="3400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9723" name="矩形 29722">
              <a:extLst>
                <a:ext uri="{FF2B5EF4-FFF2-40B4-BE49-F238E27FC236}">
                  <a16:creationId xmlns:a16="http://schemas.microsoft.com/office/drawing/2014/main" id="{95F099F7-01C8-41F2-D7A7-BC43D2CCD322}"/>
                </a:ext>
              </a:extLst>
            </p:cNvPr>
            <p:cNvSpPr/>
            <p:nvPr/>
          </p:nvSpPr>
          <p:spPr>
            <a:xfrm>
              <a:off x="5450821" y="3736903"/>
              <a:ext cx="172226" cy="172226"/>
            </a:xfrm>
            <a:prstGeom prst="rect">
              <a:avLst/>
            </a:prstGeom>
            <a:solidFill>
              <a:schemeClr val="accent4">
                <a:alpha val="621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9727" name="矩形 29726">
              <a:extLst>
                <a:ext uri="{FF2B5EF4-FFF2-40B4-BE49-F238E27FC236}">
                  <a16:creationId xmlns:a16="http://schemas.microsoft.com/office/drawing/2014/main" id="{613CD2BE-D86C-FCD1-38E7-91C84A8D4501}"/>
                </a:ext>
              </a:extLst>
            </p:cNvPr>
            <p:cNvSpPr/>
            <p:nvPr/>
          </p:nvSpPr>
          <p:spPr>
            <a:xfrm>
              <a:off x="6137068" y="3736903"/>
              <a:ext cx="172226" cy="172226"/>
            </a:xfrm>
            <a:prstGeom prst="rect">
              <a:avLst/>
            </a:prstGeom>
            <a:solidFill>
              <a:schemeClr val="bg1">
                <a:alpha val="621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9728" name="矩形 29727">
              <a:extLst>
                <a:ext uri="{FF2B5EF4-FFF2-40B4-BE49-F238E27FC236}">
                  <a16:creationId xmlns:a16="http://schemas.microsoft.com/office/drawing/2014/main" id="{28D16A2B-ECEE-779A-7094-245F2D8A3CDA}"/>
                </a:ext>
              </a:extLst>
            </p:cNvPr>
            <p:cNvSpPr/>
            <p:nvPr/>
          </p:nvSpPr>
          <p:spPr>
            <a:xfrm>
              <a:off x="6309294" y="3736903"/>
              <a:ext cx="172226" cy="172226"/>
            </a:xfrm>
            <a:prstGeom prst="rect">
              <a:avLst/>
            </a:prstGeom>
            <a:solidFill>
              <a:schemeClr val="accent4">
                <a:alpha val="3400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9729" name="矩形 29728">
              <a:extLst>
                <a:ext uri="{FF2B5EF4-FFF2-40B4-BE49-F238E27FC236}">
                  <a16:creationId xmlns:a16="http://schemas.microsoft.com/office/drawing/2014/main" id="{AC7F96BD-B0E9-D3A3-13E6-B5E980453D27}"/>
                </a:ext>
              </a:extLst>
            </p:cNvPr>
            <p:cNvSpPr/>
            <p:nvPr/>
          </p:nvSpPr>
          <p:spPr>
            <a:xfrm>
              <a:off x="6481520" y="3736903"/>
              <a:ext cx="172226" cy="172226"/>
            </a:xfrm>
            <a:prstGeom prst="rect">
              <a:avLst/>
            </a:prstGeom>
            <a:solidFill>
              <a:schemeClr val="accent4">
                <a:alpha val="7200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9730" name="矩形 29729">
              <a:extLst>
                <a:ext uri="{FF2B5EF4-FFF2-40B4-BE49-F238E27FC236}">
                  <a16:creationId xmlns:a16="http://schemas.microsoft.com/office/drawing/2014/main" id="{6951D71C-AC65-6221-FE97-B2BCA687A0F8}"/>
                </a:ext>
              </a:extLst>
            </p:cNvPr>
            <p:cNvSpPr/>
            <p:nvPr/>
          </p:nvSpPr>
          <p:spPr>
            <a:xfrm>
              <a:off x="6653746" y="3736903"/>
              <a:ext cx="172226" cy="172226"/>
            </a:xfrm>
            <a:prstGeom prst="rect">
              <a:avLst/>
            </a:prstGeom>
            <a:solidFill>
              <a:schemeClr val="accent4">
                <a:alpha val="30269"/>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9733" name="矩形 29732">
              <a:extLst>
                <a:ext uri="{FF2B5EF4-FFF2-40B4-BE49-F238E27FC236}">
                  <a16:creationId xmlns:a16="http://schemas.microsoft.com/office/drawing/2014/main" id="{32539906-4248-B00A-7215-D2ED10EF2C35}"/>
                </a:ext>
              </a:extLst>
            </p:cNvPr>
            <p:cNvSpPr/>
            <p:nvPr/>
          </p:nvSpPr>
          <p:spPr>
            <a:xfrm>
              <a:off x="4934143" y="3909129"/>
              <a:ext cx="172226" cy="172226"/>
            </a:xfrm>
            <a:prstGeom prst="rect">
              <a:avLst/>
            </a:prstGeom>
            <a:solidFill>
              <a:schemeClr val="accent4">
                <a:alpha val="30269"/>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9734" name="矩形 29733">
              <a:extLst>
                <a:ext uri="{FF2B5EF4-FFF2-40B4-BE49-F238E27FC236}">
                  <a16:creationId xmlns:a16="http://schemas.microsoft.com/office/drawing/2014/main" id="{C19DC5F5-1611-6130-AB4F-FA1CDEC6B5F8}"/>
                </a:ext>
              </a:extLst>
            </p:cNvPr>
            <p:cNvSpPr/>
            <p:nvPr/>
          </p:nvSpPr>
          <p:spPr>
            <a:xfrm>
              <a:off x="5106369" y="3909129"/>
              <a:ext cx="172226" cy="172226"/>
            </a:xfrm>
            <a:prstGeom prst="rect">
              <a:avLst/>
            </a:prstGeom>
            <a:solidFill>
              <a:schemeClr val="accent4">
                <a:alpha val="7200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9735" name="矩形 29734">
              <a:extLst>
                <a:ext uri="{FF2B5EF4-FFF2-40B4-BE49-F238E27FC236}">
                  <a16:creationId xmlns:a16="http://schemas.microsoft.com/office/drawing/2014/main" id="{FEAB59E2-5D2D-EBE5-FA10-94E08481C500}"/>
                </a:ext>
              </a:extLst>
            </p:cNvPr>
            <p:cNvSpPr/>
            <p:nvPr/>
          </p:nvSpPr>
          <p:spPr>
            <a:xfrm>
              <a:off x="5278595" y="3909129"/>
              <a:ext cx="172226" cy="172226"/>
            </a:xfrm>
            <a:prstGeom prst="rect">
              <a:avLst/>
            </a:prstGeom>
            <a:solidFill>
              <a:schemeClr val="accent4">
                <a:alpha val="3400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9736" name="矩形 29735">
              <a:extLst>
                <a:ext uri="{FF2B5EF4-FFF2-40B4-BE49-F238E27FC236}">
                  <a16:creationId xmlns:a16="http://schemas.microsoft.com/office/drawing/2014/main" id="{810DDEC7-5E10-0822-CF20-6BDBFC10C0A9}"/>
                </a:ext>
              </a:extLst>
            </p:cNvPr>
            <p:cNvSpPr/>
            <p:nvPr/>
          </p:nvSpPr>
          <p:spPr>
            <a:xfrm>
              <a:off x="5450821" y="3909129"/>
              <a:ext cx="172226" cy="172226"/>
            </a:xfrm>
            <a:prstGeom prst="rect">
              <a:avLst/>
            </a:prstGeom>
            <a:solidFill>
              <a:schemeClr val="accent4">
                <a:alpha val="621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9740" name="矩形 29739">
              <a:extLst>
                <a:ext uri="{FF2B5EF4-FFF2-40B4-BE49-F238E27FC236}">
                  <a16:creationId xmlns:a16="http://schemas.microsoft.com/office/drawing/2014/main" id="{4E947925-07D6-C9C0-731A-2051EB5F3A52}"/>
                </a:ext>
              </a:extLst>
            </p:cNvPr>
            <p:cNvSpPr/>
            <p:nvPr/>
          </p:nvSpPr>
          <p:spPr>
            <a:xfrm>
              <a:off x="6137068" y="3909129"/>
              <a:ext cx="172226" cy="172226"/>
            </a:xfrm>
            <a:prstGeom prst="rect">
              <a:avLst/>
            </a:prstGeom>
            <a:solidFill>
              <a:schemeClr val="bg1">
                <a:alpha val="621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9741" name="矩形 29740">
              <a:extLst>
                <a:ext uri="{FF2B5EF4-FFF2-40B4-BE49-F238E27FC236}">
                  <a16:creationId xmlns:a16="http://schemas.microsoft.com/office/drawing/2014/main" id="{9791EADA-944C-98E0-05E4-0E20306CE681}"/>
                </a:ext>
              </a:extLst>
            </p:cNvPr>
            <p:cNvSpPr/>
            <p:nvPr/>
          </p:nvSpPr>
          <p:spPr>
            <a:xfrm>
              <a:off x="6309294" y="3909129"/>
              <a:ext cx="172226" cy="172226"/>
            </a:xfrm>
            <a:prstGeom prst="rect">
              <a:avLst/>
            </a:prstGeom>
            <a:solidFill>
              <a:schemeClr val="accent4">
                <a:alpha val="3400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9742" name="矩形 29741">
              <a:extLst>
                <a:ext uri="{FF2B5EF4-FFF2-40B4-BE49-F238E27FC236}">
                  <a16:creationId xmlns:a16="http://schemas.microsoft.com/office/drawing/2014/main" id="{9D43FD77-5423-8D27-589F-91A2F2D4B52C}"/>
                </a:ext>
              </a:extLst>
            </p:cNvPr>
            <p:cNvSpPr/>
            <p:nvPr/>
          </p:nvSpPr>
          <p:spPr>
            <a:xfrm>
              <a:off x="6481520" y="3909129"/>
              <a:ext cx="172226" cy="172226"/>
            </a:xfrm>
            <a:prstGeom prst="rect">
              <a:avLst/>
            </a:prstGeom>
            <a:solidFill>
              <a:schemeClr val="accent4">
                <a:alpha val="7200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9743" name="矩形 29742">
              <a:extLst>
                <a:ext uri="{FF2B5EF4-FFF2-40B4-BE49-F238E27FC236}">
                  <a16:creationId xmlns:a16="http://schemas.microsoft.com/office/drawing/2014/main" id="{C8F1F53A-295E-3069-9339-B87EFC043CB6}"/>
                </a:ext>
              </a:extLst>
            </p:cNvPr>
            <p:cNvSpPr/>
            <p:nvPr/>
          </p:nvSpPr>
          <p:spPr>
            <a:xfrm>
              <a:off x="6653746" y="3909129"/>
              <a:ext cx="172226" cy="172226"/>
            </a:xfrm>
            <a:prstGeom prst="rect">
              <a:avLst/>
            </a:prstGeom>
            <a:solidFill>
              <a:schemeClr val="accent4">
                <a:alpha val="30269"/>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9746" name="矩形 29745">
              <a:extLst>
                <a:ext uri="{FF2B5EF4-FFF2-40B4-BE49-F238E27FC236}">
                  <a16:creationId xmlns:a16="http://schemas.microsoft.com/office/drawing/2014/main" id="{BB09F492-187C-C7CE-7711-7192D10E252E}"/>
                </a:ext>
              </a:extLst>
            </p:cNvPr>
            <p:cNvSpPr/>
            <p:nvPr/>
          </p:nvSpPr>
          <p:spPr>
            <a:xfrm>
              <a:off x="4934143" y="4081355"/>
              <a:ext cx="172226" cy="172226"/>
            </a:xfrm>
            <a:prstGeom prst="rect">
              <a:avLst/>
            </a:prstGeom>
            <a:solidFill>
              <a:schemeClr val="accent4">
                <a:alpha val="30269"/>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9747" name="矩形 29746">
              <a:extLst>
                <a:ext uri="{FF2B5EF4-FFF2-40B4-BE49-F238E27FC236}">
                  <a16:creationId xmlns:a16="http://schemas.microsoft.com/office/drawing/2014/main" id="{167B27BA-F6C6-774E-E58C-BFFCC8732EA3}"/>
                </a:ext>
              </a:extLst>
            </p:cNvPr>
            <p:cNvSpPr/>
            <p:nvPr/>
          </p:nvSpPr>
          <p:spPr>
            <a:xfrm>
              <a:off x="5106369" y="4081355"/>
              <a:ext cx="172226" cy="172226"/>
            </a:xfrm>
            <a:prstGeom prst="rect">
              <a:avLst/>
            </a:prstGeom>
            <a:solidFill>
              <a:schemeClr val="accent4">
                <a:alpha val="7200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9748" name="矩形 29747">
              <a:extLst>
                <a:ext uri="{FF2B5EF4-FFF2-40B4-BE49-F238E27FC236}">
                  <a16:creationId xmlns:a16="http://schemas.microsoft.com/office/drawing/2014/main" id="{31606B8D-2AE6-A41E-DFD8-CE051B3D66E4}"/>
                </a:ext>
              </a:extLst>
            </p:cNvPr>
            <p:cNvSpPr/>
            <p:nvPr/>
          </p:nvSpPr>
          <p:spPr>
            <a:xfrm>
              <a:off x="5278595" y="4081355"/>
              <a:ext cx="172226" cy="172226"/>
            </a:xfrm>
            <a:prstGeom prst="rect">
              <a:avLst/>
            </a:prstGeom>
            <a:solidFill>
              <a:schemeClr val="accent4">
                <a:alpha val="3400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9749" name="矩形 29748">
              <a:extLst>
                <a:ext uri="{FF2B5EF4-FFF2-40B4-BE49-F238E27FC236}">
                  <a16:creationId xmlns:a16="http://schemas.microsoft.com/office/drawing/2014/main" id="{7159E6CA-31C5-D29E-24B2-9244AE5671E8}"/>
                </a:ext>
              </a:extLst>
            </p:cNvPr>
            <p:cNvSpPr/>
            <p:nvPr/>
          </p:nvSpPr>
          <p:spPr>
            <a:xfrm>
              <a:off x="5450821" y="4081355"/>
              <a:ext cx="172226" cy="172226"/>
            </a:xfrm>
            <a:prstGeom prst="rect">
              <a:avLst/>
            </a:prstGeom>
            <a:solidFill>
              <a:schemeClr val="accent4">
                <a:alpha val="621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9753" name="矩形 29752">
              <a:extLst>
                <a:ext uri="{FF2B5EF4-FFF2-40B4-BE49-F238E27FC236}">
                  <a16:creationId xmlns:a16="http://schemas.microsoft.com/office/drawing/2014/main" id="{FBF38264-534A-FDB7-295B-56B59FA10BDE}"/>
                </a:ext>
              </a:extLst>
            </p:cNvPr>
            <p:cNvSpPr/>
            <p:nvPr/>
          </p:nvSpPr>
          <p:spPr>
            <a:xfrm>
              <a:off x="6137068" y="4081355"/>
              <a:ext cx="172226" cy="172226"/>
            </a:xfrm>
            <a:prstGeom prst="rect">
              <a:avLst/>
            </a:prstGeom>
            <a:solidFill>
              <a:schemeClr val="bg1">
                <a:alpha val="621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9754" name="矩形 29753">
              <a:extLst>
                <a:ext uri="{FF2B5EF4-FFF2-40B4-BE49-F238E27FC236}">
                  <a16:creationId xmlns:a16="http://schemas.microsoft.com/office/drawing/2014/main" id="{413908C4-D00D-57A8-A9E6-C6C48489DCFB}"/>
                </a:ext>
              </a:extLst>
            </p:cNvPr>
            <p:cNvSpPr/>
            <p:nvPr/>
          </p:nvSpPr>
          <p:spPr>
            <a:xfrm>
              <a:off x="6309294" y="4081355"/>
              <a:ext cx="172226" cy="172226"/>
            </a:xfrm>
            <a:prstGeom prst="rect">
              <a:avLst/>
            </a:prstGeom>
            <a:solidFill>
              <a:schemeClr val="accent4">
                <a:alpha val="3400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9755" name="矩形 29754">
              <a:extLst>
                <a:ext uri="{FF2B5EF4-FFF2-40B4-BE49-F238E27FC236}">
                  <a16:creationId xmlns:a16="http://schemas.microsoft.com/office/drawing/2014/main" id="{C00F6F43-FAA0-ABD5-FBDC-3D968B39D593}"/>
                </a:ext>
              </a:extLst>
            </p:cNvPr>
            <p:cNvSpPr/>
            <p:nvPr/>
          </p:nvSpPr>
          <p:spPr>
            <a:xfrm>
              <a:off x="6481520" y="4081355"/>
              <a:ext cx="172226" cy="172226"/>
            </a:xfrm>
            <a:prstGeom prst="rect">
              <a:avLst/>
            </a:prstGeom>
            <a:solidFill>
              <a:schemeClr val="accent4">
                <a:alpha val="7200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9756" name="矩形 29755">
              <a:extLst>
                <a:ext uri="{FF2B5EF4-FFF2-40B4-BE49-F238E27FC236}">
                  <a16:creationId xmlns:a16="http://schemas.microsoft.com/office/drawing/2014/main" id="{F9A430A7-CA1F-84AD-3FF0-C20BB7D7122C}"/>
                </a:ext>
              </a:extLst>
            </p:cNvPr>
            <p:cNvSpPr/>
            <p:nvPr/>
          </p:nvSpPr>
          <p:spPr>
            <a:xfrm>
              <a:off x="6653746" y="4081355"/>
              <a:ext cx="172226" cy="172226"/>
            </a:xfrm>
            <a:prstGeom prst="rect">
              <a:avLst/>
            </a:prstGeom>
            <a:solidFill>
              <a:schemeClr val="accent4">
                <a:alpha val="30269"/>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9759" name="矩形 29758">
              <a:extLst>
                <a:ext uri="{FF2B5EF4-FFF2-40B4-BE49-F238E27FC236}">
                  <a16:creationId xmlns:a16="http://schemas.microsoft.com/office/drawing/2014/main" id="{F3AEE9F3-D6AE-04C8-03B5-86C1BA7B59B5}"/>
                </a:ext>
              </a:extLst>
            </p:cNvPr>
            <p:cNvSpPr/>
            <p:nvPr/>
          </p:nvSpPr>
          <p:spPr>
            <a:xfrm>
              <a:off x="4934143" y="4253581"/>
              <a:ext cx="172226" cy="172226"/>
            </a:xfrm>
            <a:prstGeom prst="rect">
              <a:avLst/>
            </a:prstGeom>
            <a:solidFill>
              <a:schemeClr val="accent4">
                <a:alpha val="30269"/>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92" name="矩形 191">
              <a:extLst>
                <a:ext uri="{FF2B5EF4-FFF2-40B4-BE49-F238E27FC236}">
                  <a16:creationId xmlns:a16="http://schemas.microsoft.com/office/drawing/2014/main" id="{FF3C9B1D-4A34-806C-5C0F-18ECF441BE0E}"/>
                </a:ext>
              </a:extLst>
            </p:cNvPr>
            <p:cNvSpPr/>
            <p:nvPr/>
          </p:nvSpPr>
          <p:spPr>
            <a:xfrm>
              <a:off x="5106369" y="4253581"/>
              <a:ext cx="172226" cy="172226"/>
            </a:xfrm>
            <a:prstGeom prst="rect">
              <a:avLst/>
            </a:prstGeom>
            <a:solidFill>
              <a:schemeClr val="accent4">
                <a:alpha val="7200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06" name="矩形 205">
              <a:extLst>
                <a:ext uri="{FF2B5EF4-FFF2-40B4-BE49-F238E27FC236}">
                  <a16:creationId xmlns:a16="http://schemas.microsoft.com/office/drawing/2014/main" id="{DD56908A-6B22-2190-6E6D-57879124BE02}"/>
                </a:ext>
              </a:extLst>
            </p:cNvPr>
            <p:cNvSpPr/>
            <p:nvPr/>
          </p:nvSpPr>
          <p:spPr>
            <a:xfrm>
              <a:off x="5278595" y="4253581"/>
              <a:ext cx="172226" cy="172226"/>
            </a:xfrm>
            <a:prstGeom prst="rect">
              <a:avLst/>
            </a:prstGeom>
            <a:solidFill>
              <a:schemeClr val="accent4">
                <a:alpha val="3400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07" name="矩形 206">
              <a:extLst>
                <a:ext uri="{FF2B5EF4-FFF2-40B4-BE49-F238E27FC236}">
                  <a16:creationId xmlns:a16="http://schemas.microsoft.com/office/drawing/2014/main" id="{45BD968C-ECFB-2274-FC27-5D3517FE51CF}"/>
                </a:ext>
              </a:extLst>
            </p:cNvPr>
            <p:cNvSpPr/>
            <p:nvPr/>
          </p:nvSpPr>
          <p:spPr>
            <a:xfrm>
              <a:off x="5450821" y="4253581"/>
              <a:ext cx="172226" cy="172226"/>
            </a:xfrm>
            <a:prstGeom prst="rect">
              <a:avLst/>
            </a:prstGeom>
            <a:solidFill>
              <a:schemeClr val="accent4">
                <a:alpha val="621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24" name="矩形 223">
              <a:extLst>
                <a:ext uri="{FF2B5EF4-FFF2-40B4-BE49-F238E27FC236}">
                  <a16:creationId xmlns:a16="http://schemas.microsoft.com/office/drawing/2014/main" id="{50FC286B-5A0A-180C-4F33-ECA0459147AE}"/>
                </a:ext>
              </a:extLst>
            </p:cNvPr>
            <p:cNvSpPr/>
            <p:nvPr/>
          </p:nvSpPr>
          <p:spPr>
            <a:xfrm>
              <a:off x="6137068" y="4253581"/>
              <a:ext cx="172226" cy="172226"/>
            </a:xfrm>
            <a:prstGeom prst="rect">
              <a:avLst/>
            </a:prstGeom>
            <a:solidFill>
              <a:schemeClr val="bg1">
                <a:alpha val="621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38" name="矩形 237">
              <a:extLst>
                <a:ext uri="{FF2B5EF4-FFF2-40B4-BE49-F238E27FC236}">
                  <a16:creationId xmlns:a16="http://schemas.microsoft.com/office/drawing/2014/main" id="{0BC19374-B0FC-D282-DFCA-CB0D572A8C5B}"/>
                </a:ext>
              </a:extLst>
            </p:cNvPr>
            <p:cNvSpPr/>
            <p:nvPr/>
          </p:nvSpPr>
          <p:spPr>
            <a:xfrm>
              <a:off x="6309294" y="4253581"/>
              <a:ext cx="172226" cy="172226"/>
            </a:xfrm>
            <a:prstGeom prst="rect">
              <a:avLst/>
            </a:prstGeom>
            <a:solidFill>
              <a:schemeClr val="accent4">
                <a:alpha val="3400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39" name="矩形 238">
              <a:extLst>
                <a:ext uri="{FF2B5EF4-FFF2-40B4-BE49-F238E27FC236}">
                  <a16:creationId xmlns:a16="http://schemas.microsoft.com/office/drawing/2014/main" id="{CED4FCF1-0193-116F-2307-CAA9557B1B06}"/>
                </a:ext>
              </a:extLst>
            </p:cNvPr>
            <p:cNvSpPr/>
            <p:nvPr/>
          </p:nvSpPr>
          <p:spPr>
            <a:xfrm>
              <a:off x="6481520" y="4253581"/>
              <a:ext cx="172226" cy="172226"/>
            </a:xfrm>
            <a:prstGeom prst="rect">
              <a:avLst/>
            </a:prstGeom>
            <a:solidFill>
              <a:schemeClr val="accent4">
                <a:alpha val="7200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40" name="矩形 239">
              <a:extLst>
                <a:ext uri="{FF2B5EF4-FFF2-40B4-BE49-F238E27FC236}">
                  <a16:creationId xmlns:a16="http://schemas.microsoft.com/office/drawing/2014/main" id="{0444F698-7AA7-71DF-F2ED-D121BD11CE8E}"/>
                </a:ext>
              </a:extLst>
            </p:cNvPr>
            <p:cNvSpPr/>
            <p:nvPr/>
          </p:nvSpPr>
          <p:spPr>
            <a:xfrm>
              <a:off x="6653746" y="4253581"/>
              <a:ext cx="172226" cy="172226"/>
            </a:xfrm>
            <a:prstGeom prst="rect">
              <a:avLst/>
            </a:prstGeom>
            <a:solidFill>
              <a:schemeClr val="accent4">
                <a:alpha val="30269"/>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54" name="矩形 253">
              <a:extLst>
                <a:ext uri="{FF2B5EF4-FFF2-40B4-BE49-F238E27FC236}">
                  <a16:creationId xmlns:a16="http://schemas.microsoft.com/office/drawing/2014/main" id="{2DBA4135-6007-C57F-F3B1-987A9A3A9C95}"/>
                </a:ext>
              </a:extLst>
            </p:cNvPr>
            <p:cNvSpPr/>
            <p:nvPr/>
          </p:nvSpPr>
          <p:spPr>
            <a:xfrm>
              <a:off x="6825972" y="4253581"/>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pic>
        <p:nvPicPr>
          <p:cNvPr id="255" name="Picture 2" descr="Pop! Wall-E (Facet) — Double Boxed Toys">
            <a:extLst>
              <a:ext uri="{FF2B5EF4-FFF2-40B4-BE49-F238E27FC236}">
                <a16:creationId xmlns:a16="http://schemas.microsoft.com/office/drawing/2014/main" id="{C02D4DBC-2832-4D48-FA12-A0E1E792568A}"/>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2782" t="8914" r="12960" b="8907"/>
          <a:stretch/>
        </p:blipFill>
        <p:spPr bwMode="auto">
          <a:xfrm>
            <a:off x="2739138" y="2469665"/>
            <a:ext cx="205778" cy="227729"/>
          </a:xfrm>
          <a:prstGeom prst="rect">
            <a:avLst/>
          </a:prstGeom>
          <a:noFill/>
          <a:extLst>
            <a:ext uri="{909E8E84-426E-40DD-AFC4-6F175D3DCCD1}">
              <a14:hiddenFill xmlns:a14="http://schemas.microsoft.com/office/drawing/2010/main">
                <a:solidFill>
                  <a:srgbClr val="FFFFFF"/>
                </a:solidFill>
              </a14:hiddenFill>
            </a:ext>
          </a:extLst>
        </p:spPr>
      </p:pic>
      <p:sp>
        <p:nvSpPr>
          <p:cNvPr id="256" name="文本框 255">
            <a:extLst>
              <a:ext uri="{FF2B5EF4-FFF2-40B4-BE49-F238E27FC236}">
                <a16:creationId xmlns:a16="http://schemas.microsoft.com/office/drawing/2014/main" id="{3CB231BF-7158-0B15-B2BF-2557221FB75E}"/>
              </a:ext>
            </a:extLst>
          </p:cNvPr>
          <p:cNvSpPr txBox="1"/>
          <p:nvPr/>
        </p:nvSpPr>
        <p:spPr>
          <a:xfrm>
            <a:off x="1878044" y="4478016"/>
            <a:ext cx="1222322" cy="338554"/>
          </a:xfrm>
          <a:prstGeom prst="rect">
            <a:avLst/>
          </a:prstGeom>
          <a:noFill/>
        </p:spPr>
        <p:txBody>
          <a:bodyPr wrap="none" rtlCol="0">
            <a:spAutoFit/>
          </a:bodyPr>
          <a:lstStyle/>
          <a:p>
            <a:r>
              <a:rPr lang="en-GB" sz="1600" dirty="0">
                <a:solidFill>
                  <a:srgbClr val="003399"/>
                </a:solidFill>
              </a:rPr>
              <a:t>real</a:t>
            </a:r>
            <a:r>
              <a:rPr lang="zh-CN" altLang="en-US" sz="1600" dirty="0">
                <a:solidFill>
                  <a:srgbClr val="003399"/>
                </a:solidFill>
              </a:rPr>
              <a:t> </a:t>
            </a:r>
            <a:r>
              <a:rPr lang="en-GB" altLang="zh-CN" sz="1600" dirty="0">
                <a:solidFill>
                  <a:srgbClr val="003399"/>
                </a:solidFill>
              </a:rPr>
              <a:t>position</a:t>
            </a:r>
            <a:endParaRPr lang="en-GB" sz="1600" dirty="0">
              <a:solidFill>
                <a:srgbClr val="003399"/>
              </a:solidFill>
            </a:endParaRPr>
          </a:p>
        </p:txBody>
      </p:sp>
      <p:sp>
        <p:nvSpPr>
          <p:cNvPr id="270" name="文本框 269">
            <a:extLst>
              <a:ext uri="{FF2B5EF4-FFF2-40B4-BE49-F238E27FC236}">
                <a16:creationId xmlns:a16="http://schemas.microsoft.com/office/drawing/2014/main" id="{089768A6-2E30-A334-7BD6-C6C4CBB601D7}"/>
              </a:ext>
            </a:extLst>
          </p:cNvPr>
          <p:cNvSpPr txBox="1"/>
          <p:nvPr/>
        </p:nvSpPr>
        <p:spPr>
          <a:xfrm>
            <a:off x="5020256" y="4478016"/>
            <a:ext cx="1737976" cy="338554"/>
          </a:xfrm>
          <a:prstGeom prst="rect">
            <a:avLst/>
          </a:prstGeom>
          <a:noFill/>
        </p:spPr>
        <p:txBody>
          <a:bodyPr wrap="none" rtlCol="0">
            <a:spAutoFit/>
          </a:bodyPr>
          <a:lstStyle/>
          <a:p>
            <a:r>
              <a:rPr lang="en-GB" sz="1600" dirty="0">
                <a:solidFill>
                  <a:schemeClr val="accent4"/>
                </a:solidFill>
              </a:rPr>
              <a:t>estimated</a:t>
            </a:r>
            <a:r>
              <a:rPr lang="zh-CN" altLang="en-US" sz="1600" dirty="0">
                <a:solidFill>
                  <a:schemeClr val="accent4"/>
                </a:solidFill>
              </a:rPr>
              <a:t> </a:t>
            </a:r>
            <a:r>
              <a:rPr lang="en-GB" altLang="zh-CN" sz="1600" dirty="0">
                <a:solidFill>
                  <a:schemeClr val="accent4"/>
                </a:solidFill>
              </a:rPr>
              <a:t>position</a:t>
            </a:r>
            <a:endParaRPr lang="en-GB" sz="1600" dirty="0">
              <a:solidFill>
                <a:schemeClr val="accent4"/>
              </a:solidFill>
            </a:endParaRPr>
          </a:p>
        </p:txBody>
      </p:sp>
    </p:spTree>
    <p:extLst>
      <p:ext uri="{BB962C8B-B14F-4D97-AF65-F5344CB8AC3E}">
        <p14:creationId xmlns:p14="http://schemas.microsoft.com/office/powerpoint/2010/main" val="261470038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0098" name="组合 30097">
            <a:extLst>
              <a:ext uri="{FF2B5EF4-FFF2-40B4-BE49-F238E27FC236}">
                <a16:creationId xmlns:a16="http://schemas.microsoft.com/office/drawing/2014/main" id="{F1CA6A88-CE31-AF0C-D44C-F1EB9F65DC17}"/>
              </a:ext>
            </a:extLst>
          </p:cNvPr>
          <p:cNvGrpSpPr/>
          <p:nvPr/>
        </p:nvGrpSpPr>
        <p:grpSpPr>
          <a:xfrm>
            <a:off x="4760587" y="2186869"/>
            <a:ext cx="2237610" cy="2238938"/>
            <a:chOff x="4760588" y="2186869"/>
            <a:chExt cx="2237610" cy="2238938"/>
          </a:xfrm>
        </p:grpSpPr>
        <p:sp>
          <p:nvSpPr>
            <p:cNvPr id="30099" name="矩形 30098">
              <a:extLst>
                <a:ext uri="{FF2B5EF4-FFF2-40B4-BE49-F238E27FC236}">
                  <a16:creationId xmlns:a16="http://schemas.microsoft.com/office/drawing/2014/main" id="{996C0F69-C41B-A86A-5D9B-F6E2A7143BEC}"/>
                </a:ext>
              </a:extLst>
            </p:cNvPr>
            <p:cNvSpPr/>
            <p:nvPr/>
          </p:nvSpPr>
          <p:spPr>
            <a:xfrm>
              <a:off x="4760588" y="2186869"/>
              <a:ext cx="2237609" cy="2238938"/>
            </a:xfrm>
            <a:prstGeom prst="rect">
              <a:avLst/>
            </a:prstGeom>
            <a:solidFill>
              <a:schemeClr val="bg1"/>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100" name="矩形 30099">
              <a:extLst>
                <a:ext uri="{FF2B5EF4-FFF2-40B4-BE49-F238E27FC236}">
                  <a16:creationId xmlns:a16="http://schemas.microsoft.com/office/drawing/2014/main" id="{C2A915C9-A00C-8827-077E-52CC3547FA6D}"/>
                </a:ext>
              </a:extLst>
            </p:cNvPr>
            <p:cNvSpPr/>
            <p:nvPr/>
          </p:nvSpPr>
          <p:spPr>
            <a:xfrm>
              <a:off x="4761917" y="2186869"/>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101" name="矩形 30100">
              <a:extLst>
                <a:ext uri="{FF2B5EF4-FFF2-40B4-BE49-F238E27FC236}">
                  <a16:creationId xmlns:a16="http://schemas.microsoft.com/office/drawing/2014/main" id="{E0543E04-817B-04A4-C69F-3659583FA95E}"/>
                </a:ext>
              </a:extLst>
            </p:cNvPr>
            <p:cNvSpPr/>
            <p:nvPr/>
          </p:nvSpPr>
          <p:spPr>
            <a:xfrm>
              <a:off x="4934143" y="2186869"/>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102" name="矩形 30101">
              <a:extLst>
                <a:ext uri="{FF2B5EF4-FFF2-40B4-BE49-F238E27FC236}">
                  <a16:creationId xmlns:a16="http://schemas.microsoft.com/office/drawing/2014/main" id="{BC1380D2-F60A-CC7E-568C-5628CDE89E67}"/>
                </a:ext>
              </a:extLst>
            </p:cNvPr>
            <p:cNvSpPr/>
            <p:nvPr/>
          </p:nvSpPr>
          <p:spPr>
            <a:xfrm>
              <a:off x="5106369" y="2186869"/>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103" name="矩形 30102">
              <a:extLst>
                <a:ext uri="{FF2B5EF4-FFF2-40B4-BE49-F238E27FC236}">
                  <a16:creationId xmlns:a16="http://schemas.microsoft.com/office/drawing/2014/main" id="{8D6B828C-D8C5-531D-9761-7F1BF5980F71}"/>
                </a:ext>
              </a:extLst>
            </p:cNvPr>
            <p:cNvSpPr/>
            <p:nvPr/>
          </p:nvSpPr>
          <p:spPr>
            <a:xfrm>
              <a:off x="5278595" y="2186869"/>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104" name="矩形 30103">
              <a:extLst>
                <a:ext uri="{FF2B5EF4-FFF2-40B4-BE49-F238E27FC236}">
                  <a16:creationId xmlns:a16="http://schemas.microsoft.com/office/drawing/2014/main" id="{23959F0E-EF25-7938-AAC0-130D134018D1}"/>
                </a:ext>
              </a:extLst>
            </p:cNvPr>
            <p:cNvSpPr/>
            <p:nvPr/>
          </p:nvSpPr>
          <p:spPr>
            <a:xfrm>
              <a:off x="5450821" y="2186869"/>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105" name="矩形 30104">
              <a:extLst>
                <a:ext uri="{FF2B5EF4-FFF2-40B4-BE49-F238E27FC236}">
                  <a16:creationId xmlns:a16="http://schemas.microsoft.com/office/drawing/2014/main" id="{B29FA1F6-9177-BB7A-12BB-42B9B722968B}"/>
                </a:ext>
              </a:extLst>
            </p:cNvPr>
            <p:cNvSpPr/>
            <p:nvPr/>
          </p:nvSpPr>
          <p:spPr>
            <a:xfrm>
              <a:off x="5623047" y="2186869"/>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106" name="矩形 30105">
              <a:extLst>
                <a:ext uri="{FF2B5EF4-FFF2-40B4-BE49-F238E27FC236}">
                  <a16:creationId xmlns:a16="http://schemas.microsoft.com/office/drawing/2014/main" id="{2999A2A0-F4BB-6CFF-2873-2CDDD5A3808C}"/>
                </a:ext>
              </a:extLst>
            </p:cNvPr>
            <p:cNvSpPr/>
            <p:nvPr/>
          </p:nvSpPr>
          <p:spPr>
            <a:xfrm>
              <a:off x="5795273" y="2186869"/>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107" name="矩形 30106">
              <a:extLst>
                <a:ext uri="{FF2B5EF4-FFF2-40B4-BE49-F238E27FC236}">
                  <a16:creationId xmlns:a16="http://schemas.microsoft.com/office/drawing/2014/main" id="{82D44CC2-7A2B-4ACF-BFFE-FB03A3EC827E}"/>
                </a:ext>
              </a:extLst>
            </p:cNvPr>
            <p:cNvSpPr/>
            <p:nvPr/>
          </p:nvSpPr>
          <p:spPr>
            <a:xfrm>
              <a:off x="5964842" y="2186869"/>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108" name="矩形 30107">
              <a:extLst>
                <a:ext uri="{FF2B5EF4-FFF2-40B4-BE49-F238E27FC236}">
                  <a16:creationId xmlns:a16="http://schemas.microsoft.com/office/drawing/2014/main" id="{EA2594AC-F72A-8BA9-6A8C-2821691CBB12}"/>
                </a:ext>
              </a:extLst>
            </p:cNvPr>
            <p:cNvSpPr/>
            <p:nvPr/>
          </p:nvSpPr>
          <p:spPr>
            <a:xfrm>
              <a:off x="6137068" y="2186869"/>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109" name="矩形 30108">
              <a:extLst>
                <a:ext uri="{FF2B5EF4-FFF2-40B4-BE49-F238E27FC236}">
                  <a16:creationId xmlns:a16="http://schemas.microsoft.com/office/drawing/2014/main" id="{7452B482-C95A-F69A-4E5E-8434D746D6E6}"/>
                </a:ext>
              </a:extLst>
            </p:cNvPr>
            <p:cNvSpPr/>
            <p:nvPr/>
          </p:nvSpPr>
          <p:spPr>
            <a:xfrm>
              <a:off x="6309294" y="2186869"/>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110" name="矩形 30109">
              <a:extLst>
                <a:ext uri="{FF2B5EF4-FFF2-40B4-BE49-F238E27FC236}">
                  <a16:creationId xmlns:a16="http://schemas.microsoft.com/office/drawing/2014/main" id="{A95D2084-4A76-4E24-0705-2CAAF87219A6}"/>
                </a:ext>
              </a:extLst>
            </p:cNvPr>
            <p:cNvSpPr/>
            <p:nvPr/>
          </p:nvSpPr>
          <p:spPr>
            <a:xfrm>
              <a:off x="6481520" y="2186869"/>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111" name="矩形 30110">
              <a:extLst>
                <a:ext uri="{FF2B5EF4-FFF2-40B4-BE49-F238E27FC236}">
                  <a16:creationId xmlns:a16="http://schemas.microsoft.com/office/drawing/2014/main" id="{80A696D1-F57B-268B-A6BC-8BB09E7A83C4}"/>
                </a:ext>
              </a:extLst>
            </p:cNvPr>
            <p:cNvSpPr/>
            <p:nvPr/>
          </p:nvSpPr>
          <p:spPr>
            <a:xfrm>
              <a:off x="6653746" y="2186869"/>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112" name="矩形 30111">
              <a:extLst>
                <a:ext uri="{FF2B5EF4-FFF2-40B4-BE49-F238E27FC236}">
                  <a16:creationId xmlns:a16="http://schemas.microsoft.com/office/drawing/2014/main" id="{1A9ED3FD-A2DC-5A3B-72E4-727A1D071AD1}"/>
                </a:ext>
              </a:extLst>
            </p:cNvPr>
            <p:cNvSpPr/>
            <p:nvPr/>
          </p:nvSpPr>
          <p:spPr>
            <a:xfrm>
              <a:off x="6825972" y="2186869"/>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113" name="矩形 30112">
              <a:extLst>
                <a:ext uri="{FF2B5EF4-FFF2-40B4-BE49-F238E27FC236}">
                  <a16:creationId xmlns:a16="http://schemas.microsoft.com/office/drawing/2014/main" id="{F4AFE9DE-F7E4-FDF4-FFBB-5C421985424D}"/>
                </a:ext>
              </a:extLst>
            </p:cNvPr>
            <p:cNvSpPr/>
            <p:nvPr/>
          </p:nvSpPr>
          <p:spPr>
            <a:xfrm>
              <a:off x="4761917" y="2359095"/>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114" name="矩形 30113">
              <a:extLst>
                <a:ext uri="{FF2B5EF4-FFF2-40B4-BE49-F238E27FC236}">
                  <a16:creationId xmlns:a16="http://schemas.microsoft.com/office/drawing/2014/main" id="{ACE060D1-68BE-864F-393C-3126755B37F3}"/>
                </a:ext>
              </a:extLst>
            </p:cNvPr>
            <p:cNvSpPr/>
            <p:nvPr/>
          </p:nvSpPr>
          <p:spPr>
            <a:xfrm>
              <a:off x="4934143" y="2359095"/>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115" name="矩形 30114">
              <a:extLst>
                <a:ext uri="{FF2B5EF4-FFF2-40B4-BE49-F238E27FC236}">
                  <a16:creationId xmlns:a16="http://schemas.microsoft.com/office/drawing/2014/main" id="{A1F0A88F-160C-AD5B-9F9B-702D34DC3DCE}"/>
                </a:ext>
              </a:extLst>
            </p:cNvPr>
            <p:cNvSpPr/>
            <p:nvPr/>
          </p:nvSpPr>
          <p:spPr>
            <a:xfrm>
              <a:off x="6653746" y="2359095"/>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116" name="矩形 30115">
              <a:extLst>
                <a:ext uri="{FF2B5EF4-FFF2-40B4-BE49-F238E27FC236}">
                  <a16:creationId xmlns:a16="http://schemas.microsoft.com/office/drawing/2014/main" id="{E7259828-F71C-50A0-476D-FC4F088EF6E4}"/>
                </a:ext>
              </a:extLst>
            </p:cNvPr>
            <p:cNvSpPr/>
            <p:nvPr/>
          </p:nvSpPr>
          <p:spPr>
            <a:xfrm>
              <a:off x="6825972" y="2359095"/>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117" name="矩形 30116">
              <a:extLst>
                <a:ext uri="{FF2B5EF4-FFF2-40B4-BE49-F238E27FC236}">
                  <a16:creationId xmlns:a16="http://schemas.microsoft.com/office/drawing/2014/main" id="{6A92C5C0-A0F2-848B-F19C-24CA5967BC5F}"/>
                </a:ext>
              </a:extLst>
            </p:cNvPr>
            <p:cNvSpPr/>
            <p:nvPr/>
          </p:nvSpPr>
          <p:spPr>
            <a:xfrm>
              <a:off x="4761917" y="2531321"/>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118" name="矩形 30117">
              <a:extLst>
                <a:ext uri="{FF2B5EF4-FFF2-40B4-BE49-F238E27FC236}">
                  <a16:creationId xmlns:a16="http://schemas.microsoft.com/office/drawing/2014/main" id="{478C7A24-F5B7-07B8-90D1-DB9B0656E5B3}"/>
                </a:ext>
              </a:extLst>
            </p:cNvPr>
            <p:cNvSpPr/>
            <p:nvPr/>
          </p:nvSpPr>
          <p:spPr>
            <a:xfrm>
              <a:off x="6825972" y="2531321"/>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119" name="矩形 30118">
              <a:extLst>
                <a:ext uri="{FF2B5EF4-FFF2-40B4-BE49-F238E27FC236}">
                  <a16:creationId xmlns:a16="http://schemas.microsoft.com/office/drawing/2014/main" id="{428AA66C-E6B6-4B5A-72BF-6EE76C6235B5}"/>
                </a:ext>
              </a:extLst>
            </p:cNvPr>
            <p:cNvSpPr/>
            <p:nvPr/>
          </p:nvSpPr>
          <p:spPr>
            <a:xfrm>
              <a:off x="4761917" y="2703547"/>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120" name="矩形 30119">
              <a:extLst>
                <a:ext uri="{FF2B5EF4-FFF2-40B4-BE49-F238E27FC236}">
                  <a16:creationId xmlns:a16="http://schemas.microsoft.com/office/drawing/2014/main" id="{35C2A51A-1AB3-637A-C0B4-FA64E7514642}"/>
                </a:ext>
              </a:extLst>
            </p:cNvPr>
            <p:cNvSpPr/>
            <p:nvPr/>
          </p:nvSpPr>
          <p:spPr>
            <a:xfrm>
              <a:off x="6825972" y="2703547"/>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121" name="矩形 30120">
              <a:extLst>
                <a:ext uri="{FF2B5EF4-FFF2-40B4-BE49-F238E27FC236}">
                  <a16:creationId xmlns:a16="http://schemas.microsoft.com/office/drawing/2014/main" id="{653597FD-5357-ACFD-732E-6C86004470BF}"/>
                </a:ext>
              </a:extLst>
            </p:cNvPr>
            <p:cNvSpPr/>
            <p:nvPr/>
          </p:nvSpPr>
          <p:spPr>
            <a:xfrm>
              <a:off x="4761917" y="2875773"/>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122" name="矩形 30121">
              <a:extLst>
                <a:ext uri="{FF2B5EF4-FFF2-40B4-BE49-F238E27FC236}">
                  <a16:creationId xmlns:a16="http://schemas.microsoft.com/office/drawing/2014/main" id="{F2DB5C2F-BB96-C379-62B4-368524837CA3}"/>
                </a:ext>
              </a:extLst>
            </p:cNvPr>
            <p:cNvSpPr/>
            <p:nvPr/>
          </p:nvSpPr>
          <p:spPr>
            <a:xfrm>
              <a:off x="6825972" y="2875773"/>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123" name="矩形 30122">
              <a:extLst>
                <a:ext uri="{FF2B5EF4-FFF2-40B4-BE49-F238E27FC236}">
                  <a16:creationId xmlns:a16="http://schemas.microsoft.com/office/drawing/2014/main" id="{02BA91EB-9500-C6CA-E4F2-F0B475423E1E}"/>
                </a:ext>
              </a:extLst>
            </p:cNvPr>
            <p:cNvSpPr/>
            <p:nvPr/>
          </p:nvSpPr>
          <p:spPr>
            <a:xfrm>
              <a:off x="4761917" y="3047999"/>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124" name="矩形 30123">
              <a:extLst>
                <a:ext uri="{FF2B5EF4-FFF2-40B4-BE49-F238E27FC236}">
                  <a16:creationId xmlns:a16="http://schemas.microsoft.com/office/drawing/2014/main" id="{59A3E3F2-7A7A-19E4-E7EF-5C15F0361006}"/>
                </a:ext>
              </a:extLst>
            </p:cNvPr>
            <p:cNvSpPr/>
            <p:nvPr/>
          </p:nvSpPr>
          <p:spPr>
            <a:xfrm>
              <a:off x="5623047" y="3047999"/>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125" name="矩形 30124">
              <a:extLst>
                <a:ext uri="{FF2B5EF4-FFF2-40B4-BE49-F238E27FC236}">
                  <a16:creationId xmlns:a16="http://schemas.microsoft.com/office/drawing/2014/main" id="{7CE2EF7B-A99C-99A3-D188-7FA5FDA663D8}"/>
                </a:ext>
              </a:extLst>
            </p:cNvPr>
            <p:cNvSpPr/>
            <p:nvPr/>
          </p:nvSpPr>
          <p:spPr>
            <a:xfrm>
              <a:off x="5795273" y="3047999"/>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126" name="矩形 30125">
              <a:extLst>
                <a:ext uri="{FF2B5EF4-FFF2-40B4-BE49-F238E27FC236}">
                  <a16:creationId xmlns:a16="http://schemas.microsoft.com/office/drawing/2014/main" id="{FBC51A89-2E9B-7F6E-13F4-871AA60491B9}"/>
                </a:ext>
              </a:extLst>
            </p:cNvPr>
            <p:cNvSpPr/>
            <p:nvPr/>
          </p:nvSpPr>
          <p:spPr>
            <a:xfrm>
              <a:off x="5964842" y="3047999"/>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127" name="矩形 30126">
              <a:extLst>
                <a:ext uri="{FF2B5EF4-FFF2-40B4-BE49-F238E27FC236}">
                  <a16:creationId xmlns:a16="http://schemas.microsoft.com/office/drawing/2014/main" id="{6EC5D872-E046-4CE8-5963-E325D6033FF3}"/>
                </a:ext>
              </a:extLst>
            </p:cNvPr>
            <p:cNvSpPr/>
            <p:nvPr/>
          </p:nvSpPr>
          <p:spPr>
            <a:xfrm>
              <a:off x="6825972" y="3047999"/>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128" name="矩形 30127">
              <a:extLst>
                <a:ext uri="{FF2B5EF4-FFF2-40B4-BE49-F238E27FC236}">
                  <a16:creationId xmlns:a16="http://schemas.microsoft.com/office/drawing/2014/main" id="{DD158E3E-E8FD-1191-51C9-F76A55D6BF18}"/>
                </a:ext>
              </a:extLst>
            </p:cNvPr>
            <p:cNvSpPr/>
            <p:nvPr/>
          </p:nvSpPr>
          <p:spPr>
            <a:xfrm>
              <a:off x="4761917" y="3220225"/>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129" name="矩形 30128">
              <a:extLst>
                <a:ext uri="{FF2B5EF4-FFF2-40B4-BE49-F238E27FC236}">
                  <a16:creationId xmlns:a16="http://schemas.microsoft.com/office/drawing/2014/main" id="{E45C5A3B-E43B-26D6-D087-E5D4FAF7173F}"/>
                </a:ext>
              </a:extLst>
            </p:cNvPr>
            <p:cNvSpPr/>
            <p:nvPr/>
          </p:nvSpPr>
          <p:spPr>
            <a:xfrm>
              <a:off x="5623047" y="3220225"/>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130" name="矩形 30129">
              <a:extLst>
                <a:ext uri="{FF2B5EF4-FFF2-40B4-BE49-F238E27FC236}">
                  <a16:creationId xmlns:a16="http://schemas.microsoft.com/office/drawing/2014/main" id="{444E64CB-14B3-09DE-5CF2-D3FC0FA33CCD}"/>
                </a:ext>
              </a:extLst>
            </p:cNvPr>
            <p:cNvSpPr/>
            <p:nvPr/>
          </p:nvSpPr>
          <p:spPr>
            <a:xfrm>
              <a:off x="5795273" y="3220225"/>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131" name="矩形 30130">
              <a:extLst>
                <a:ext uri="{FF2B5EF4-FFF2-40B4-BE49-F238E27FC236}">
                  <a16:creationId xmlns:a16="http://schemas.microsoft.com/office/drawing/2014/main" id="{8F04E3A9-4483-7DD0-A3F4-8E3F5AFC82B5}"/>
                </a:ext>
              </a:extLst>
            </p:cNvPr>
            <p:cNvSpPr/>
            <p:nvPr/>
          </p:nvSpPr>
          <p:spPr>
            <a:xfrm>
              <a:off x="5964842" y="3220225"/>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132" name="矩形 30131">
              <a:extLst>
                <a:ext uri="{FF2B5EF4-FFF2-40B4-BE49-F238E27FC236}">
                  <a16:creationId xmlns:a16="http://schemas.microsoft.com/office/drawing/2014/main" id="{4E560D25-1C5D-57BC-0BF9-1F8B02D149BD}"/>
                </a:ext>
              </a:extLst>
            </p:cNvPr>
            <p:cNvSpPr/>
            <p:nvPr/>
          </p:nvSpPr>
          <p:spPr>
            <a:xfrm>
              <a:off x="6825972" y="3220225"/>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133" name="矩形 30132">
              <a:extLst>
                <a:ext uri="{FF2B5EF4-FFF2-40B4-BE49-F238E27FC236}">
                  <a16:creationId xmlns:a16="http://schemas.microsoft.com/office/drawing/2014/main" id="{00EC1080-E34F-4595-33FD-4D2BA37CECDF}"/>
                </a:ext>
              </a:extLst>
            </p:cNvPr>
            <p:cNvSpPr/>
            <p:nvPr/>
          </p:nvSpPr>
          <p:spPr>
            <a:xfrm>
              <a:off x="4761917" y="3392451"/>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134" name="矩形 30133">
              <a:extLst>
                <a:ext uri="{FF2B5EF4-FFF2-40B4-BE49-F238E27FC236}">
                  <a16:creationId xmlns:a16="http://schemas.microsoft.com/office/drawing/2014/main" id="{ABD2F390-A479-BDB4-3A22-6B48B498C4CA}"/>
                </a:ext>
              </a:extLst>
            </p:cNvPr>
            <p:cNvSpPr/>
            <p:nvPr/>
          </p:nvSpPr>
          <p:spPr>
            <a:xfrm>
              <a:off x="5623047" y="3392451"/>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135" name="矩形 30134">
              <a:extLst>
                <a:ext uri="{FF2B5EF4-FFF2-40B4-BE49-F238E27FC236}">
                  <a16:creationId xmlns:a16="http://schemas.microsoft.com/office/drawing/2014/main" id="{DBFD6838-6873-DA93-F2FA-581C51EA0A57}"/>
                </a:ext>
              </a:extLst>
            </p:cNvPr>
            <p:cNvSpPr/>
            <p:nvPr/>
          </p:nvSpPr>
          <p:spPr>
            <a:xfrm>
              <a:off x="5795273" y="3392451"/>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136" name="矩形 30135">
              <a:extLst>
                <a:ext uri="{FF2B5EF4-FFF2-40B4-BE49-F238E27FC236}">
                  <a16:creationId xmlns:a16="http://schemas.microsoft.com/office/drawing/2014/main" id="{905D8FB0-22BF-924E-A5F3-E17918A92402}"/>
                </a:ext>
              </a:extLst>
            </p:cNvPr>
            <p:cNvSpPr/>
            <p:nvPr/>
          </p:nvSpPr>
          <p:spPr>
            <a:xfrm>
              <a:off x="5964842" y="3392451"/>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137" name="矩形 30136">
              <a:extLst>
                <a:ext uri="{FF2B5EF4-FFF2-40B4-BE49-F238E27FC236}">
                  <a16:creationId xmlns:a16="http://schemas.microsoft.com/office/drawing/2014/main" id="{89883BAF-6EDD-60EB-69F0-DA4170FDD08A}"/>
                </a:ext>
              </a:extLst>
            </p:cNvPr>
            <p:cNvSpPr/>
            <p:nvPr/>
          </p:nvSpPr>
          <p:spPr>
            <a:xfrm>
              <a:off x="6825972" y="3392451"/>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138" name="矩形 30137">
              <a:extLst>
                <a:ext uri="{FF2B5EF4-FFF2-40B4-BE49-F238E27FC236}">
                  <a16:creationId xmlns:a16="http://schemas.microsoft.com/office/drawing/2014/main" id="{D15E0D80-EA5C-7F4A-EAFE-78DA4038B4EC}"/>
                </a:ext>
              </a:extLst>
            </p:cNvPr>
            <p:cNvSpPr/>
            <p:nvPr/>
          </p:nvSpPr>
          <p:spPr>
            <a:xfrm>
              <a:off x="4761917" y="3564677"/>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139" name="矩形 30138">
              <a:extLst>
                <a:ext uri="{FF2B5EF4-FFF2-40B4-BE49-F238E27FC236}">
                  <a16:creationId xmlns:a16="http://schemas.microsoft.com/office/drawing/2014/main" id="{B7107EFD-624B-0BAC-AB14-887D5B25ECCE}"/>
                </a:ext>
              </a:extLst>
            </p:cNvPr>
            <p:cNvSpPr/>
            <p:nvPr/>
          </p:nvSpPr>
          <p:spPr>
            <a:xfrm>
              <a:off x="5623047" y="3564677"/>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140" name="矩形 30139">
              <a:extLst>
                <a:ext uri="{FF2B5EF4-FFF2-40B4-BE49-F238E27FC236}">
                  <a16:creationId xmlns:a16="http://schemas.microsoft.com/office/drawing/2014/main" id="{30A55248-E092-56FC-3E17-84E4634AAA45}"/>
                </a:ext>
              </a:extLst>
            </p:cNvPr>
            <p:cNvSpPr/>
            <p:nvPr/>
          </p:nvSpPr>
          <p:spPr>
            <a:xfrm>
              <a:off x="5795273" y="3564677"/>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141" name="矩形 30140">
              <a:extLst>
                <a:ext uri="{FF2B5EF4-FFF2-40B4-BE49-F238E27FC236}">
                  <a16:creationId xmlns:a16="http://schemas.microsoft.com/office/drawing/2014/main" id="{3596A0CC-603A-6E63-4A1D-5DB1932CE47C}"/>
                </a:ext>
              </a:extLst>
            </p:cNvPr>
            <p:cNvSpPr/>
            <p:nvPr/>
          </p:nvSpPr>
          <p:spPr>
            <a:xfrm>
              <a:off x="5964842" y="3564677"/>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142" name="矩形 30141">
              <a:extLst>
                <a:ext uri="{FF2B5EF4-FFF2-40B4-BE49-F238E27FC236}">
                  <a16:creationId xmlns:a16="http://schemas.microsoft.com/office/drawing/2014/main" id="{7C7FCBEF-F895-76C0-2087-82AFF949C0EE}"/>
                </a:ext>
              </a:extLst>
            </p:cNvPr>
            <p:cNvSpPr/>
            <p:nvPr/>
          </p:nvSpPr>
          <p:spPr>
            <a:xfrm>
              <a:off x="6825972" y="3564677"/>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143" name="矩形 30142">
              <a:extLst>
                <a:ext uri="{FF2B5EF4-FFF2-40B4-BE49-F238E27FC236}">
                  <a16:creationId xmlns:a16="http://schemas.microsoft.com/office/drawing/2014/main" id="{F5D99638-34C1-97C2-231A-4636FA60230E}"/>
                </a:ext>
              </a:extLst>
            </p:cNvPr>
            <p:cNvSpPr/>
            <p:nvPr/>
          </p:nvSpPr>
          <p:spPr>
            <a:xfrm>
              <a:off x="4761917" y="3736903"/>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144" name="矩形 30143">
              <a:extLst>
                <a:ext uri="{FF2B5EF4-FFF2-40B4-BE49-F238E27FC236}">
                  <a16:creationId xmlns:a16="http://schemas.microsoft.com/office/drawing/2014/main" id="{2DACEBF4-1C19-4E51-F179-B6D0A918F38A}"/>
                </a:ext>
              </a:extLst>
            </p:cNvPr>
            <p:cNvSpPr/>
            <p:nvPr/>
          </p:nvSpPr>
          <p:spPr>
            <a:xfrm>
              <a:off x="5623047" y="3736903"/>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145" name="矩形 30144">
              <a:extLst>
                <a:ext uri="{FF2B5EF4-FFF2-40B4-BE49-F238E27FC236}">
                  <a16:creationId xmlns:a16="http://schemas.microsoft.com/office/drawing/2014/main" id="{973B284E-6D96-8ED6-D0AA-55BC12AFFF53}"/>
                </a:ext>
              </a:extLst>
            </p:cNvPr>
            <p:cNvSpPr/>
            <p:nvPr/>
          </p:nvSpPr>
          <p:spPr>
            <a:xfrm>
              <a:off x="5795273" y="3736903"/>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146" name="矩形 30145">
              <a:extLst>
                <a:ext uri="{FF2B5EF4-FFF2-40B4-BE49-F238E27FC236}">
                  <a16:creationId xmlns:a16="http://schemas.microsoft.com/office/drawing/2014/main" id="{D222C4B7-7862-D218-DB69-6D944F0799C2}"/>
                </a:ext>
              </a:extLst>
            </p:cNvPr>
            <p:cNvSpPr/>
            <p:nvPr/>
          </p:nvSpPr>
          <p:spPr>
            <a:xfrm>
              <a:off x="5964842" y="3736903"/>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147" name="矩形 30146">
              <a:extLst>
                <a:ext uri="{FF2B5EF4-FFF2-40B4-BE49-F238E27FC236}">
                  <a16:creationId xmlns:a16="http://schemas.microsoft.com/office/drawing/2014/main" id="{7F8D68BE-E5B8-0023-33B4-83DB8E87732D}"/>
                </a:ext>
              </a:extLst>
            </p:cNvPr>
            <p:cNvSpPr/>
            <p:nvPr/>
          </p:nvSpPr>
          <p:spPr>
            <a:xfrm>
              <a:off x="6825972" y="3736903"/>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148" name="矩形 30147">
              <a:extLst>
                <a:ext uri="{FF2B5EF4-FFF2-40B4-BE49-F238E27FC236}">
                  <a16:creationId xmlns:a16="http://schemas.microsoft.com/office/drawing/2014/main" id="{2F7A2C02-FDF7-7670-EF4D-634B1B55B1BD}"/>
                </a:ext>
              </a:extLst>
            </p:cNvPr>
            <p:cNvSpPr/>
            <p:nvPr/>
          </p:nvSpPr>
          <p:spPr>
            <a:xfrm>
              <a:off x="4761917" y="3909129"/>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149" name="矩形 30148">
              <a:extLst>
                <a:ext uri="{FF2B5EF4-FFF2-40B4-BE49-F238E27FC236}">
                  <a16:creationId xmlns:a16="http://schemas.microsoft.com/office/drawing/2014/main" id="{F0662E43-EB22-5802-4DEB-E51C6E30EDD2}"/>
                </a:ext>
              </a:extLst>
            </p:cNvPr>
            <p:cNvSpPr/>
            <p:nvPr/>
          </p:nvSpPr>
          <p:spPr>
            <a:xfrm>
              <a:off x="5623047" y="3909129"/>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150" name="矩形 30149">
              <a:extLst>
                <a:ext uri="{FF2B5EF4-FFF2-40B4-BE49-F238E27FC236}">
                  <a16:creationId xmlns:a16="http://schemas.microsoft.com/office/drawing/2014/main" id="{3990ECF6-81A6-DDD8-B52C-DA47D4872905}"/>
                </a:ext>
              </a:extLst>
            </p:cNvPr>
            <p:cNvSpPr/>
            <p:nvPr/>
          </p:nvSpPr>
          <p:spPr>
            <a:xfrm>
              <a:off x="5795273" y="3909129"/>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151" name="矩形 30150">
              <a:extLst>
                <a:ext uri="{FF2B5EF4-FFF2-40B4-BE49-F238E27FC236}">
                  <a16:creationId xmlns:a16="http://schemas.microsoft.com/office/drawing/2014/main" id="{22A1F949-6315-71EE-526E-9CAD3510E6B3}"/>
                </a:ext>
              </a:extLst>
            </p:cNvPr>
            <p:cNvSpPr/>
            <p:nvPr/>
          </p:nvSpPr>
          <p:spPr>
            <a:xfrm>
              <a:off x="5964842" y="3909129"/>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152" name="矩形 30151">
              <a:extLst>
                <a:ext uri="{FF2B5EF4-FFF2-40B4-BE49-F238E27FC236}">
                  <a16:creationId xmlns:a16="http://schemas.microsoft.com/office/drawing/2014/main" id="{ACEC9A88-2FB5-5055-D96E-0018EBCC7AB9}"/>
                </a:ext>
              </a:extLst>
            </p:cNvPr>
            <p:cNvSpPr/>
            <p:nvPr/>
          </p:nvSpPr>
          <p:spPr>
            <a:xfrm>
              <a:off x="6825972" y="3909129"/>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153" name="矩形 30152">
              <a:extLst>
                <a:ext uri="{FF2B5EF4-FFF2-40B4-BE49-F238E27FC236}">
                  <a16:creationId xmlns:a16="http://schemas.microsoft.com/office/drawing/2014/main" id="{E0C2DEF3-6245-7490-507E-F40963F3AC89}"/>
                </a:ext>
              </a:extLst>
            </p:cNvPr>
            <p:cNvSpPr/>
            <p:nvPr/>
          </p:nvSpPr>
          <p:spPr>
            <a:xfrm>
              <a:off x="4761917" y="4081355"/>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154" name="矩形 30153">
              <a:extLst>
                <a:ext uri="{FF2B5EF4-FFF2-40B4-BE49-F238E27FC236}">
                  <a16:creationId xmlns:a16="http://schemas.microsoft.com/office/drawing/2014/main" id="{C14A3FD7-91D6-14E4-B6F7-79ED32226303}"/>
                </a:ext>
              </a:extLst>
            </p:cNvPr>
            <p:cNvSpPr/>
            <p:nvPr/>
          </p:nvSpPr>
          <p:spPr>
            <a:xfrm>
              <a:off x="5623047" y="4081355"/>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155" name="矩形 30154">
              <a:extLst>
                <a:ext uri="{FF2B5EF4-FFF2-40B4-BE49-F238E27FC236}">
                  <a16:creationId xmlns:a16="http://schemas.microsoft.com/office/drawing/2014/main" id="{2D7EF9F0-4C92-123F-C94B-B38962FF04FA}"/>
                </a:ext>
              </a:extLst>
            </p:cNvPr>
            <p:cNvSpPr/>
            <p:nvPr/>
          </p:nvSpPr>
          <p:spPr>
            <a:xfrm>
              <a:off x="5795273" y="4081355"/>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156" name="矩形 30155">
              <a:extLst>
                <a:ext uri="{FF2B5EF4-FFF2-40B4-BE49-F238E27FC236}">
                  <a16:creationId xmlns:a16="http://schemas.microsoft.com/office/drawing/2014/main" id="{BF30F691-795E-5A0B-C869-2D4E9EA180A5}"/>
                </a:ext>
              </a:extLst>
            </p:cNvPr>
            <p:cNvSpPr/>
            <p:nvPr/>
          </p:nvSpPr>
          <p:spPr>
            <a:xfrm>
              <a:off x="5964842" y="4081355"/>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157" name="矩形 30156">
              <a:extLst>
                <a:ext uri="{FF2B5EF4-FFF2-40B4-BE49-F238E27FC236}">
                  <a16:creationId xmlns:a16="http://schemas.microsoft.com/office/drawing/2014/main" id="{5630F06D-5BAA-65AA-CD78-AC210E8ADD6A}"/>
                </a:ext>
              </a:extLst>
            </p:cNvPr>
            <p:cNvSpPr/>
            <p:nvPr/>
          </p:nvSpPr>
          <p:spPr>
            <a:xfrm>
              <a:off x="6825972" y="4081355"/>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158" name="矩形 30157">
              <a:extLst>
                <a:ext uri="{FF2B5EF4-FFF2-40B4-BE49-F238E27FC236}">
                  <a16:creationId xmlns:a16="http://schemas.microsoft.com/office/drawing/2014/main" id="{46DA4F82-C1EC-4987-160C-960923BC32CE}"/>
                </a:ext>
              </a:extLst>
            </p:cNvPr>
            <p:cNvSpPr/>
            <p:nvPr/>
          </p:nvSpPr>
          <p:spPr>
            <a:xfrm>
              <a:off x="4761917" y="4253581"/>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159" name="矩形 30158">
              <a:extLst>
                <a:ext uri="{FF2B5EF4-FFF2-40B4-BE49-F238E27FC236}">
                  <a16:creationId xmlns:a16="http://schemas.microsoft.com/office/drawing/2014/main" id="{76FEECED-509B-EF21-47A3-785F7803C84D}"/>
                </a:ext>
              </a:extLst>
            </p:cNvPr>
            <p:cNvSpPr/>
            <p:nvPr/>
          </p:nvSpPr>
          <p:spPr>
            <a:xfrm>
              <a:off x="5623047" y="4253581"/>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160" name="矩形 30159">
              <a:extLst>
                <a:ext uri="{FF2B5EF4-FFF2-40B4-BE49-F238E27FC236}">
                  <a16:creationId xmlns:a16="http://schemas.microsoft.com/office/drawing/2014/main" id="{A1FED1C1-DCD4-5B77-80E8-8C36DBA2584D}"/>
                </a:ext>
              </a:extLst>
            </p:cNvPr>
            <p:cNvSpPr/>
            <p:nvPr/>
          </p:nvSpPr>
          <p:spPr>
            <a:xfrm>
              <a:off x="5795273" y="4253581"/>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161" name="矩形 30160">
              <a:extLst>
                <a:ext uri="{FF2B5EF4-FFF2-40B4-BE49-F238E27FC236}">
                  <a16:creationId xmlns:a16="http://schemas.microsoft.com/office/drawing/2014/main" id="{94DF8992-9D1D-617B-18CB-3511DAEF933C}"/>
                </a:ext>
              </a:extLst>
            </p:cNvPr>
            <p:cNvSpPr/>
            <p:nvPr/>
          </p:nvSpPr>
          <p:spPr>
            <a:xfrm>
              <a:off x="5964842" y="4253581"/>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162" name="矩形 30161">
              <a:extLst>
                <a:ext uri="{FF2B5EF4-FFF2-40B4-BE49-F238E27FC236}">
                  <a16:creationId xmlns:a16="http://schemas.microsoft.com/office/drawing/2014/main" id="{4B82DFA1-5F44-FF7F-D0A4-0355F19DFD74}"/>
                </a:ext>
              </a:extLst>
            </p:cNvPr>
            <p:cNvSpPr/>
            <p:nvPr/>
          </p:nvSpPr>
          <p:spPr>
            <a:xfrm>
              <a:off x="5106369" y="2359095"/>
              <a:ext cx="172226" cy="172226"/>
            </a:xfrm>
            <a:prstGeom prst="rect">
              <a:avLst/>
            </a:prstGeom>
            <a:solidFill>
              <a:schemeClr val="accent4">
                <a:alpha val="9727"/>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163" name="矩形 30162">
              <a:extLst>
                <a:ext uri="{FF2B5EF4-FFF2-40B4-BE49-F238E27FC236}">
                  <a16:creationId xmlns:a16="http://schemas.microsoft.com/office/drawing/2014/main" id="{F2B82D8A-B76E-C92D-B342-946C4FD5E556}"/>
                </a:ext>
              </a:extLst>
            </p:cNvPr>
            <p:cNvSpPr/>
            <p:nvPr/>
          </p:nvSpPr>
          <p:spPr>
            <a:xfrm>
              <a:off x="5278595" y="2359095"/>
              <a:ext cx="172226" cy="172226"/>
            </a:xfrm>
            <a:prstGeom prst="rect">
              <a:avLst/>
            </a:prstGeom>
            <a:solidFill>
              <a:schemeClr val="accent4">
                <a:alpha val="1700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164" name="矩形 30163">
              <a:extLst>
                <a:ext uri="{FF2B5EF4-FFF2-40B4-BE49-F238E27FC236}">
                  <a16:creationId xmlns:a16="http://schemas.microsoft.com/office/drawing/2014/main" id="{0AC3A85C-96DE-DDED-8E05-E3EF71DD07C3}"/>
                </a:ext>
              </a:extLst>
            </p:cNvPr>
            <p:cNvSpPr/>
            <p:nvPr/>
          </p:nvSpPr>
          <p:spPr>
            <a:xfrm>
              <a:off x="5450821" y="2359095"/>
              <a:ext cx="172226" cy="172226"/>
            </a:xfrm>
            <a:prstGeom prst="rect">
              <a:avLst/>
            </a:prstGeom>
            <a:solidFill>
              <a:schemeClr val="accent4">
                <a:alpha val="30269"/>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165" name="矩形 30164">
              <a:extLst>
                <a:ext uri="{FF2B5EF4-FFF2-40B4-BE49-F238E27FC236}">
                  <a16:creationId xmlns:a16="http://schemas.microsoft.com/office/drawing/2014/main" id="{F8CCC79A-DA50-230A-3BCD-057103798FBB}"/>
                </a:ext>
              </a:extLst>
            </p:cNvPr>
            <p:cNvSpPr/>
            <p:nvPr/>
          </p:nvSpPr>
          <p:spPr>
            <a:xfrm>
              <a:off x="5623047" y="2359095"/>
              <a:ext cx="172226" cy="172226"/>
            </a:xfrm>
            <a:prstGeom prst="rect">
              <a:avLst/>
            </a:prstGeom>
            <a:solidFill>
              <a:schemeClr val="accent4">
                <a:alpha val="30269"/>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166" name="矩形 30165">
              <a:extLst>
                <a:ext uri="{FF2B5EF4-FFF2-40B4-BE49-F238E27FC236}">
                  <a16:creationId xmlns:a16="http://schemas.microsoft.com/office/drawing/2014/main" id="{B29F3C99-9C7D-3CEC-7AA4-0C761C97FF67}"/>
                </a:ext>
              </a:extLst>
            </p:cNvPr>
            <p:cNvSpPr/>
            <p:nvPr/>
          </p:nvSpPr>
          <p:spPr>
            <a:xfrm>
              <a:off x="5795273" y="2359095"/>
              <a:ext cx="172226" cy="172226"/>
            </a:xfrm>
            <a:prstGeom prst="rect">
              <a:avLst/>
            </a:prstGeom>
            <a:solidFill>
              <a:schemeClr val="accent4">
                <a:alpha val="30269"/>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167" name="矩形 30166">
              <a:extLst>
                <a:ext uri="{FF2B5EF4-FFF2-40B4-BE49-F238E27FC236}">
                  <a16:creationId xmlns:a16="http://schemas.microsoft.com/office/drawing/2014/main" id="{5733054F-988A-3C62-3C90-1128951D3B08}"/>
                </a:ext>
              </a:extLst>
            </p:cNvPr>
            <p:cNvSpPr/>
            <p:nvPr/>
          </p:nvSpPr>
          <p:spPr>
            <a:xfrm>
              <a:off x="5964842" y="2359095"/>
              <a:ext cx="172226" cy="172226"/>
            </a:xfrm>
            <a:prstGeom prst="rect">
              <a:avLst/>
            </a:prstGeom>
            <a:solidFill>
              <a:schemeClr val="accent4">
                <a:alpha val="30269"/>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168" name="矩形 30167">
              <a:extLst>
                <a:ext uri="{FF2B5EF4-FFF2-40B4-BE49-F238E27FC236}">
                  <a16:creationId xmlns:a16="http://schemas.microsoft.com/office/drawing/2014/main" id="{CFE2A3C4-F225-0B1E-0B4F-CBA9155C54F8}"/>
                </a:ext>
              </a:extLst>
            </p:cNvPr>
            <p:cNvSpPr/>
            <p:nvPr/>
          </p:nvSpPr>
          <p:spPr>
            <a:xfrm>
              <a:off x="6137068" y="2359095"/>
              <a:ext cx="172226" cy="172226"/>
            </a:xfrm>
            <a:prstGeom prst="rect">
              <a:avLst/>
            </a:prstGeom>
            <a:solidFill>
              <a:schemeClr val="accent4">
                <a:alpha val="30269"/>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169" name="矩形 30168">
              <a:extLst>
                <a:ext uri="{FF2B5EF4-FFF2-40B4-BE49-F238E27FC236}">
                  <a16:creationId xmlns:a16="http://schemas.microsoft.com/office/drawing/2014/main" id="{BD77D47A-4952-8C20-16D8-83A3DF1B52C1}"/>
                </a:ext>
              </a:extLst>
            </p:cNvPr>
            <p:cNvSpPr/>
            <p:nvPr/>
          </p:nvSpPr>
          <p:spPr>
            <a:xfrm>
              <a:off x="6309294" y="2359095"/>
              <a:ext cx="172226" cy="172226"/>
            </a:xfrm>
            <a:prstGeom prst="rect">
              <a:avLst/>
            </a:prstGeom>
            <a:solidFill>
              <a:schemeClr val="accent4">
                <a:alpha val="1700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170" name="矩形 30169">
              <a:extLst>
                <a:ext uri="{FF2B5EF4-FFF2-40B4-BE49-F238E27FC236}">
                  <a16:creationId xmlns:a16="http://schemas.microsoft.com/office/drawing/2014/main" id="{078339E7-9220-6AB2-6F4E-7F85ABDCB2F5}"/>
                </a:ext>
              </a:extLst>
            </p:cNvPr>
            <p:cNvSpPr/>
            <p:nvPr/>
          </p:nvSpPr>
          <p:spPr>
            <a:xfrm>
              <a:off x="6481520" y="2359095"/>
              <a:ext cx="172226" cy="172226"/>
            </a:xfrm>
            <a:prstGeom prst="rect">
              <a:avLst/>
            </a:prstGeom>
            <a:solidFill>
              <a:schemeClr val="accent4">
                <a:alpha val="9727"/>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171" name="矩形 30170">
              <a:extLst>
                <a:ext uri="{FF2B5EF4-FFF2-40B4-BE49-F238E27FC236}">
                  <a16:creationId xmlns:a16="http://schemas.microsoft.com/office/drawing/2014/main" id="{9CDD4549-030D-1DB1-7D2C-5C5B36E0A6CF}"/>
                </a:ext>
              </a:extLst>
            </p:cNvPr>
            <p:cNvSpPr/>
            <p:nvPr/>
          </p:nvSpPr>
          <p:spPr>
            <a:xfrm>
              <a:off x="4934143" y="2531321"/>
              <a:ext cx="172226" cy="172226"/>
            </a:xfrm>
            <a:prstGeom prst="rect">
              <a:avLst/>
            </a:prstGeom>
            <a:solidFill>
              <a:schemeClr val="accent4">
                <a:alpha val="9727"/>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172" name="矩形 30171">
              <a:extLst>
                <a:ext uri="{FF2B5EF4-FFF2-40B4-BE49-F238E27FC236}">
                  <a16:creationId xmlns:a16="http://schemas.microsoft.com/office/drawing/2014/main" id="{031141C5-24F3-9433-ED1A-1705BA5B3D86}"/>
                </a:ext>
              </a:extLst>
            </p:cNvPr>
            <p:cNvSpPr/>
            <p:nvPr/>
          </p:nvSpPr>
          <p:spPr>
            <a:xfrm>
              <a:off x="5106369" y="2531321"/>
              <a:ext cx="172226" cy="172226"/>
            </a:xfrm>
            <a:prstGeom prst="rect">
              <a:avLst/>
            </a:prstGeom>
            <a:solidFill>
              <a:schemeClr val="accent4">
                <a:alpha val="16954"/>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173" name="矩形 30172">
              <a:extLst>
                <a:ext uri="{FF2B5EF4-FFF2-40B4-BE49-F238E27FC236}">
                  <a16:creationId xmlns:a16="http://schemas.microsoft.com/office/drawing/2014/main" id="{D6E698E6-5055-7692-F6C2-C5F201CDC790}"/>
                </a:ext>
              </a:extLst>
            </p:cNvPr>
            <p:cNvSpPr/>
            <p:nvPr/>
          </p:nvSpPr>
          <p:spPr>
            <a:xfrm>
              <a:off x="5278595" y="2531321"/>
              <a:ext cx="172226" cy="172226"/>
            </a:xfrm>
            <a:prstGeom prst="rect">
              <a:avLst/>
            </a:prstGeom>
            <a:solidFill>
              <a:schemeClr val="accent4">
                <a:alpha val="4300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174" name="矩形 30173">
              <a:extLst>
                <a:ext uri="{FF2B5EF4-FFF2-40B4-BE49-F238E27FC236}">
                  <a16:creationId xmlns:a16="http://schemas.microsoft.com/office/drawing/2014/main" id="{CA5073D8-CB44-1938-4562-871416EACCF2}"/>
                </a:ext>
              </a:extLst>
            </p:cNvPr>
            <p:cNvSpPr/>
            <p:nvPr/>
          </p:nvSpPr>
          <p:spPr>
            <a:xfrm>
              <a:off x="5450821" y="2531321"/>
              <a:ext cx="172226" cy="172226"/>
            </a:xfrm>
            <a:prstGeom prst="rect">
              <a:avLst/>
            </a:prstGeom>
            <a:solidFill>
              <a:schemeClr val="accent4">
                <a:alpha val="7200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175" name="矩形 30174">
              <a:extLst>
                <a:ext uri="{FF2B5EF4-FFF2-40B4-BE49-F238E27FC236}">
                  <a16:creationId xmlns:a16="http://schemas.microsoft.com/office/drawing/2014/main" id="{414B41E1-9156-4EA4-9900-7B9D15090B1A}"/>
                </a:ext>
              </a:extLst>
            </p:cNvPr>
            <p:cNvSpPr/>
            <p:nvPr/>
          </p:nvSpPr>
          <p:spPr>
            <a:xfrm>
              <a:off x="5623047" y="2531321"/>
              <a:ext cx="172226" cy="172226"/>
            </a:xfrm>
            <a:prstGeom prst="rect">
              <a:avLst/>
            </a:prstGeom>
            <a:solidFill>
              <a:schemeClr val="accent4">
                <a:alpha val="7200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176" name="矩形 30175">
              <a:extLst>
                <a:ext uri="{FF2B5EF4-FFF2-40B4-BE49-F238E27FC236}">
                  <a16:creationId xmlns:a16="http://schemas.microsoft.com/office/drawing/2014/main" id="{9E478491-7F94-F0C8-19C8-F368896C3368}"/>
                </a:ext>
              </a:extLst>
            </p:cNvPr>
            <p:cNvSpPr/>
            <p:nvPr/>
          </p:nvSpPr>
          <p:spPr>
            <a:xfrm>
              <a:off x="5795273" y="2531321"/>
              <a:ext cx="172226" cy="172226"/>
            </a:xfrm>
            <a:prstGeom prst="rect">
              <a:avLst/>
            </a:prstGeom>
            <a:solidFill>
              <a:schemeClr val="accent4">
                <a:alpha val="7200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177" name="矩形 30176">
              <a:extLst>
                <a:ext uri="{FF2B5EF4-FFF2-40B4-BE49-F238E27FC236}">
                  <a16:creationId xmlns:a16="http://schemas.microsoft.com/office/drawing/2014/main" id="{3FE0F4D5-9800-8238-D50B-54D68A46DE19}"/>
                </a:ext>
              </a:extLst>
            </p:cNvPr>
            <p:cNvSpPr/>
            <p:nvPr/>
          </p:nvSpPr>
          <p:spPr>
            <a:xfrm>
              <a:off x="5964842" y="2531321"/>
              <a:ext cx="172226" cy="172226"/>
            </a:xfrm>
            <a:prstGeom prst="rect">
              <a:avLst/>
            </a:prstGeom>
            <a:solidFill>
              <a:schemeClr val="accent4">
                <a:alpha val="7200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178" name="矩形 30177">
              <a:extLst>
                <a:ext uri="{FF2B5EF4-FFF2-40B4-BE49-F238E27FC236}">
                  <a16:creationId xmlns:a16="http://schemas.microsoft.com/office/drawing/2014/main" id="{DABDD029-462C-AFED-550E-484A24BD2880}"/>
                </a:ext>
              </a:extLst>
            </p:cNvPr>
            <p:cNvSpPr/>
            <p:nvPr/>
          </p:nvSpPr>
          <p:spPr>
            <a:xfrm>
              <a:off x="6137068" y="2531321"/>
              <a:ext cx="172226" cy="172226"/>
            </a:xfrm>
            <a:prstGeom prst="rect">
              <a:avLst/>
            </a:prstGeom>
            <a:solidFill>
              <a:schemeClr val="accent4">
                <a:alpha val="7200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179" name="矩形 30178">
              <a:extLst>
                <a:ext uri="{FF2B5EF4-FFF2-40B4-BE49-F238E27FC236}">
                  <a16:creationId xmlns:a16="http://schemas.microsoft.com/office/drawing/2014/main" id="{2B5AA587-2551-F82E-DFC4-16B907967FFF}"/>
                </a:ext>
              </a:extLst>
            </p:cNvPr>
            <p:cNvSpPr/>
            <p:nvPr/>
          </p:nvSpPr>
          <p:spPr>
            <a:xfrm>
              <a:off x="6309294" y="2531321"/>
              <a:ext cx="172226" cy="172226"/>
            </a:xfrm>
            <a:prstGeom prst="rect">
              <a:avLst/>
            </a:prstGeom>
            <a:solidFill>
              <a:schemeClr val="accent4">
                <a:alpha val="4300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180" name="矩形 30179">
              <a:extLst>
                <a:ext uri="{FF2B5EF4-FFF2-40B4-BE49-F238E27FC236}">
                  <a16:creationId xmlns:a16="http://schemas.microsoft.com/office/drawing/2014/main" id="{9FD81631-FD33-88E5-A2AD-0DAC79987B9B}"/>
                </a:ext>
              </a:extLst>
            </p:cNvPr>
            <p:cNvSpPr/>
            <p:nvPr/>
          </p:nvSpPr>
          <p:spPr>
            <a:xfrm>
              <a:off x="6481520" y="2531321"/>
              <a:ext cx="172226" cy="172226"/>
            </a:xfrm>
            <a:prstGeom prst="rect">
              <a:avLst/>
            </a:prstGeom>
            <a:solidFill>
              <a:schemeClr val="accent4">
                <a:alpha val="16954"/>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181" name="矩形 30180">
              <a:extLst>
                <a:ext uri="{FF2B5EF4-FFF2-40B4-BE49-F238E27FC236}">
                  <a16:creationId xmlns:a16="http://schemas.microsoft.com/office/drawing/2014/main" id="{032C1FB3-AF37-BCFF-3B20-6B4D1584C7C7}"/>
                </a:ext>
              </a:extLst>
            </p:cNvPr>
            <p:cNvSpPr/>
            <p:nvPr/>
          </p:nvSpPr>
          <p:spPr>
            <a:xfrm>
              <a:off x="6653746" y="2531321"/>
              <a:ext cx="172226" cy="172226"/>
            </a:xfrm>
            <a:prstGeom prst="rect">
              <a:avLst/>
            </a:prstGeom>
            <a:solidFill>
              <a:schemeClr val="accent4">
                <a:alpha val="9727"/>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182" name="矩形 30181">
              <a:extLst>
                <a:ext uri="{FF2B5EF4-FFF2-40B4-BE49-F238E27FC236}">
                  <a16:creationId xmlns:a16="http://schemas.microsoft.com/office/drawing/2014/main" id="{5F977C42-0627-794F-265E-254525CEC5B7}"/>
                </a:ext>
              </a:extLst>
            </p:cNvPr>
            <p:cNvSpPr/>
            <p:nvPr/>
          </p:nvSpPr>
          <p:spPr>
            <a:xfrm>
              <a:off x="4934143" y="2703547"/>
              <a:ext cx="172226" cy="172226"/>
            </a:xfrm>
            <a:prstGeom prst="rect">
              <a:avLst/>
            </a:prstGeom>
            <a:solidFill>
              <a:schemeClr val="accent4">
                <a:alpha val="1700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183" name="矩形 30182">
              <a:extLst>
                <a:ext uri="{FF2B5EF4-FFF2-40B4-BE49-F238E27FC236}">
                  <a16:creationId xmlns:a16="http://schemas.microsoft.com/office/drawing/2014/main" id="{C174F1E0-F9E5-1B0A-D7CF-DA9DA67A66B9}"/>
                </a:ext>
              </a:extLst>
            </p:cNvPr>
            <p:cNvSpPr/>
            <p:nvPr/>
          </p:nvSpPr>
          <p:spPr>
            <a:xfrm>
              <a:off x="5106369" y="2703547"/>
              <a:ext cx="172226" cy="172226"/>
            </a:xfrm>
            <a:prstGeom prst="rect">
              <a:avLst/>
            </a:prstGeom>
            <a:solidFill>
              <a:schemeClr val="accent4">
                <a:alpha val="4300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184" name="矩形 30183">
              <a:extLst>
                <a:ext uri="{FF2B5EF4-FFF2-40B4-BE49-F238E27FC236}">
                  <a16:creationId xmlns:a16="http://schemas.microsoft.com/office/drawing/2014/main" id="{AF3A188A-B304-93E3-0C09-23ACD2E9DF4D}"/>
                </a:ext>
              </a:extLst>
            </p:cNvPr>
            <p:cNvSpPr/>
            <p:nvPr/>
          </p:nvSpPr>
          <p:spPr>
            <a:xfrm>
              <a:off x="5278595" y="2703547"/>
              <a:ext cx="172226" cy="172226"/>
            </a:xfrm>
            <a:prstGeom prst="rect">
              <a:avLst/>
            </a:prstGeom>
            <a:solidFill>
              <a:schemeClr val="accent4">
                <a:alpha val="3400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185" name="矩形 30184">
              <a:extLst>
                <a:ext uri="{FF2B5EF4-FFF2-40B4-BE49-F238E27FC236}">
                  <a16:creationId xmlns:a16="http://schemas.microsoft.com/office/drawing/2014/main" id="{75269EDC-49C2-1E99-F871-58803D051FCC}"/>
                </a:ext>
              </a:extLst>
            </p:cNvPr>
            <p:cNvSpPr/>
            <p:nvPr/>
          </p:nvSpPr>
          <p:spPr>
            <a:xfrm>
              <a:off x="5450821" y="2703547"/>
              <a:ext cx="172226" cy="172226"/>
            </a:xfrm>
            <a:prstGeom prst="rect">
              <a:avLst/>
            </a:prstGeom>
            <a:solidFill>
              <a:schemeClr val="accent4">
                <a:alpha val="3400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186" name="矩形 30185">
              <a:extLst>
                <a:ext uri="{FF2B5EF4-FFF2-40B4-BE49-F238E27FC236}">
                  <a16:creationId xmlns:a16="http://schemas.microsoft.com/office/drawing/2014/main" id="{47845177-9441-B8A3-0AB5-D73040DDEED8}"/>
                </a:ext>
              </a:extLst>
            </p:cNvPr>
            <p:cNvSpPr/>
            <p:nvPr/>
          </p:nvSpPr>
          <p:spPr>
            <a:xfrm>
              <a:off x="5623047" y="2703547"/>
              <a:ext cx="172226" cy="172226"/>
            </a:xfrm>
            <a:prstGeom prst="rect">
              <a:avLst/>
            </a:prstGeom>
            <a:solidFill>
              <a:schemeClr val="accent4">
                <a:alpha val="3400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187" name="矩形 30186">
              <a:extLst>
                <a:ext uri="{FF2B5EF4-FFF2-40B4-BE49-F238E27FC236}">
                  <a16:creationId xmlns:a16="http://schemas.microsoft.com/office/drawing/2014/main" id="{C4B2D927-C07C-5F96-0BA1-EC151985C69D}"/>
                </a:ext>
              </a:extLst>
            </p:cNvPr>
            <p:cNvSpPr/>
            <p:nvPr/>
          </p:nvSpPr>
          <p:spPr>
            <a:xfrm>
              <a:off x="5795273" y="2703547"/>
              <a:ext cx="172226" cy="172226"/>
            </a:xfrm>
            <a:prstGeom prst="rect">
              <a:avLst/>
            </a:prstGeom>
            <a:solidFill>
              <a:schemeClr val="accent4">
                <a:alpha val="3400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188" name="矩形 30187">
              <a:extLst>
                <a:ext uri="{FF2B5EF4-FFF2-40B4-BE49-F238E27FC236}">
                  <a16:creationId xmlns:a16="http://schemas.microsoft.com/office/drawing/2014/main" id="{2F5AF38A-FEA2-7678-E2D4-4EC118437EE0}"/>
                </a:ext>
              </a:extLst>
            </p:cNvPr>
            <p:cNvSpPr/>
            <p:nvPr/>
          </p:nvSpPr>
          <p:spPr>
            <a:xfrm>
              <a:off x="5964842" y="2703547"/>
              <a:ext cx="172226" cy="172226"/>
            </a:xfrm>
            <a:prstGeom prst="rect">
              <a:avLst/>
            </a:prstGeom>
            <a:solidFill>
              <a:schemeClr val="accent4">
                <a:alpha val="3400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189" name="矩形 30188">
              <a:extLst>
                <a:ext uri="{FF2B5EF4-FFF2-40B4-BE49-F238E27FC236}">
                  <a16:creationId xmlns:a16="http://schemas.microsoft.com/office/drawing/2014/main" id="{564F11C6-AD54-06F1-2668-C151388C4AC2}"/>
                </a:ext>
              </a:extLst>
            </p:cNvPr>
            <p:cNvSpPr/>
            <p:nvPr/>
          </p:nvSpPr>
          <p:spPr>
            <a:xfrm>
              <a:off x="6137068" y="2703547"/>
              <a:ext cx="172226" cy="172226"/>
            </a:xfrm>
            <a:prstGeom prst="rect">
              <a:avLst/>
            </a:prstGeom>
            <a:solidFill>
              <a:schemeClr val="accent4">
                <a:alpha val="3400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190" name="矩形 30189">
              <a:extLst>
                <a:ext uri="{FF2B5EF4-FFF2-40B4-BE49-F238E27FC236}">
                  <a16:creationId xmlns:a16="http://schemas.microsoft.com/office/drawing/2014/main" id="{0406FF54-E9BB-22C8-5B1D-15514FC2DAF6}"/>
                </a:ext>
              </a:extLst>
            </p:cNvPr>
            <p:cNvSpPr/>
            <p:nvPr/>
          </p:nvSpPr>
          <p:spPr>
            <a:xfrm>
              <a:off x="6309294" y="2703547"/>
              <a:ext cx="172226" cy="172226"/>
            </a:xfrm>
            <a:prstGeom prst="rect">
              <a:avLst/>
            </a:prstGeom>
            <a:solidFill>
              <a:schemeClr val="accent4">
                <a:alpha val="3400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191" name="矩形 30190">
              <a:extLst>
                <a:ext uri="{FF2B5EF4-FFF2-40B4-BE49-F238E27FC236}">
                  <a16:creationId xmlns:a16="http://schemas.microsoft.com/office/drawing/2014/main" id="{423BC11C-A76A-ACBA-AD11-DA86E481BA02}"/>
                </a:ext>
              </a:extLst>
            </p:cNvPr>
            <p:cNvSpPr/>
            <p:nvPr/>
          </p:nvSpPr>
          <p:spPr>
            <a:xfrm>
              <a:off x="6481520" y="2703547"/>
              <a:ext cx="172226" cy="172226"/>
            </a:xfrm>
            <a:prstGeom prst="rect">
              <a:avLst/>
            </a:prstGeom>
            <a:solidFill>
              <a:schemeClr val="accent4">
                <a:alpha val="4300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192" name="矩形 30191">
              <a:extLst>
                <a:ext uri="{FF2B5EF4-FFF2-40B4-BE49-F238E27FC236}">
                  <a16:creationId xmlns:a16="http://schemas.microsoft.com/office/drawing/2014/main" id="{F08AFED6-4444-7675-916B-73FD84745FCC}"/>
                </a:ext>
              </a:extLst>
            </p:cNvPr>
            <p:cNvSpPr/>
            <p:nvPr/>
          </p:nvSpPr>
          <p:spPr>
            <a:xfrm>
              <a:off x="6653746" y="2703547"/>
              <a:ext cx="172226" cy="172226"/>
            </a:xfrm>
            <a:prstGeom prst="rect">
              <a:avLst/>
            </a:prstGeom>
            <a:solidFill>
              <a:schemeClr val="accent4">
                <a:alpha val="1700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193" name="矩形 30192">
              <a:extLst>
                <a:ext uri="{FF2B5EF4-FFF2-40B4-BE49-F238E27FC236}">
                  <a16:creationId xmlns:a16="http://schemas.microsoft.com/office/drawing/2014/main" id="{EAE73C68-C6A2-6329-EB67-BFB3845D2B65}"/>
                </a:ext>
              </a:extLst>
            </p:cNvPr>
            <p:cNvSpPr/>
            <p:nvPr/>
          </p:nvSpPr>
          <p:spPr>
            <a:xfrm>
              <a:off x="4934143" y="2875773"/>
              <a:ext cx="172226" cy="172226"/>
            </a:xfrm>
            <a:prstGeom prst="rect">
              <a:avLst/>
            </a:prstGeom>
            <a:solidFill>
              <a:schemeClr val="accent4">
                <a:alpha val="30269"/>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194" name="矩形 30193">
              <a:extLst>
                <a:ext uri="{FF2B5EF4-FFF2-40B4-BE49-F238E27FC236}">
                  <a16:creationId xmlns:a16="http://schemas.microsoft.com/office/drawing/2014/main" id="{EBC46297-9E80-757C-A472-33FAACB45A23}"/>
                </a:ext>
              </a:extLst>
            </p:cNvPr>
            <p:cNvSpPr/>
            <p:nvPr/>
          </p:nvSpPr>
          <p:spPr>
            <a:xfrm>
              <a:off x="5106369" y="2875773"/>
              <a:ext cx="172226" cy="172226"/>
            </a:xfrm>
            <a:prstGeom prst="rect">
              <a:avLst/>
            </a:prstGeom>
            <a:solidFill>
              <a:schemeClr val="accent4">
                <a:alpha val="7200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195" name="矩形 30194">
              <a:extLst>
                <a:ext uri="{FF2B5EF4-FFF2-40B4-BE49-F238E27FC236}">
                  <a16:creationId xmlns:a16="http://schemas.microsoft.com/office/drawing/2014/main" id="{98C97C71-DF2B-2585-D201-8E163965251B}"/>
                </a:ext>
              </a:extLst>
            </p:cNvPr>
            <p:cNvSpPr/>
            <p:nvPr/>
          </p:nvSpPr>
          <p:spPr>
            <a:xfrm>
              <a:off x="5278595" y="2875773"/>
              <a:ext cx="172226" cy="172226"/>
            </a:xfrm>
            <a:prstGeom prst="rect">
              <a:avLst/>
            </a:prstGeom>
            <a:solidFill>
              <a:schemeClr val="accent4">
                <a:alpha val="3400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196" name="矩形 30195">
              <a:extLst>
                <a:ext uri="{FF2B5EF4-FFF2-40B4-BE49-F238E27FC236}">
                  <a16:creationId xmlns:a16="http://schemas.microsoft.com/office/drawing/2014/main" id="{87FEC6BB-ED2C-5A6A-1D4E-56F6B07259F6}"/>
                </a:ext>
              </a:extLst>
            </p:cNvPr>
            <p:cNvSpPr/>
            <p:nvPr/>
          </p:nvSpPr>
          <p:spPr>
            <a:xfrm>
              <a:off x="5450821" y="2875773"/>
              <a:ext cx="172226" cy="172226"/>
            </a:xfrm>
            <a:prstGeom prst="rect">
              <a:avLst/>
            </a:prstGeom>
            <a:solidFill>
              <a:schemeClr val="accent4">
                <a:alpha val="621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197" name="矩形 30196">
              <a:extLst>
                <a:ext uri="{FF2B5EF4-FFF2-40B4-BE49-F238E27FC236}">
                  <a16:creationId xmlns:a16="http://schemas.microsoft.com/office/drawing/2014/main" id="{BFC5F94B-C824-BA17-68F3-681485EE9487}"/>
                </a:ext>
              </a:extLst>
            </p:cNvPr>
            <p:cNvSpPr/>
            <p:nvPr/>
          </p:nvSpPr>
          <p:spPr>
            <a:xfrm>
              <a:off x="5623047" y="2875773"/>
              <a:ext cx="172226" cy="172226"/>
            </a:xfrm>
            <a:prstGeom prst="rect">
              <a:avLst/>
            </a:prstGeom>
            <a:solidFill>
              <a:schemeClr val="accent4">
                <a:alpha val="621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198" name="矩形 30197">
              <a:extLst>
                <a:ext uri="{FF2B5EF4-FFF2-40B4-BE49-F238E27FC236}">
                  <a16:creationId xmlns:a16="http://schemas.microsoft.com/office/drawing/2014/main" id="{D333EC4F-9592-9CF0-0A0B-ECD61E51396C}"/>
                </a:ext>
              </a:extLst>
            </p:cNvPr>
            <p:cNvSpPr/>
            <p:nvPr/>
          </p:nvSpPr>
          <p:spPr>
            <a:xfrm>
              <a:off x="5795273" y="2875773"/>
              <a:ext cx="172226" cy="172226"/>
            </a:xfrm>
            <a:prstGeom prst="rect">
              <a:avLst/>
            </a:prstGeom>
            <a:solidFill>
              <a:schemeClr val="accent4">
                <a:alpha val="621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199" name="矩形 30198">
              <a:extLst>
                <a:ext uri="{FF2B5EF4-FFF2-40B4-BE49-F238E27FC236}">
                  <a16:creationId xmlns:a16="http://schemas.microsoft.com/office/drawing/2014/main" id="{7A78A940-384B-8F65-60EA-61651D3D4CFE}"/>
                </a:ext>
              </a:extLst>
            </p:cNvPr>
            <p:cNvSpPr/>
            <p:nvPr/>
          </p:nvSpPr>
          <p:spPr>
            <a:xfrm>
              <a:off x="5964842" y="2875773"/>
              <a:ext cx="172226" cy="172226"/>
            </a:xfrm>
            <a:prstGeom prst="rect">
              <a:avLst/>
            </a:prstGeom>
            <a:solidFill>
              <a:schemeClr val="accent4">
                <a:alpha val="621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200" name="矩形 30199">
              <a:extLst>
                <a:ext uri="{FF2B5EF4-FFF2-40B4-BE49-F238E27FC236}">
                  <a16:creationId xmlns:a16="http://schemas.microsoft.com/office/drawing/2014/main" id="{0724E568-39E3-7A63-07C5-B82694FF97AA}"/>
                </a:ext>
              </a:extLst>
            </p:cNvPr>
            <p:cNvSpPr/>
            <p:nvPr/>
          </p:nvSpPr>
          <p:spPr>
            <a:xfrm>
              <a:off x="6137068" y="2875773"/>
              <a:ext cx="172226" cy="172226"/>
            </a:xfrm>
            <a:prstGeom prst="rect">
              <a:avLst/>
            </a:prstGeom>
            <a:solidFill>
              <a:schemeClr val="accent4">
                <a:alpha val="621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201" name="矩形 30200">
              <a:extLst>
                <a:ext uri="{FF2B5EF4-FFF2-40B4-BE49-F238E27FC236}">
                  <a16:creationId xmlns:a16="http://schemas.microsoft.com/office/drawing/2014/main" id="{5581DCCD-CBE9-C8A3-59A7-E715615340B2}"/>
                </a:ext>
              </a:extLst>
            </p:cNvPr>
            <p:cNvSpPr/>
            <p:nvPr/>
          </p:nvSpPr>
          <p:spPr>
            <a:xfrm>
              <a:off x="6309294" y="2875773"/>
              <a:ext cx="172226" cy="172226"/>
            </a:xfrm>
            <a:prstGeom prst="rect">
              <a:avLst/>
            </a:prstGeom>
            <a:solidFill>
              <a:schemeClr val="accent4">
                <a:alpha val="25685"/>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202" name="矩形 30201">
              <a:extLst>
                <a:ext uri="{FF2B5EF4-FFF2-40B4-BE49-F238E27FC236}">
                  <a16:creationId xmlns:a16="http://schemas.microsoft.com/office/drawing/2014/main" id="{6DE6274C-684D-6ECE-4C60-1CBEFE253D29}"/>
                </a:ext>
              </a:extLst>
            </p:cNvPr>
            <p:cNvSpPr/>
            <p:nvPr/>
          </p:nvSpPr>
          <p:spPr>
            <a:xfrm>
              <a:off x="6481520" y="2875773"/>
              <a:ext cx="172226" cy="172226"/>
            </a:xfrm>
            <a:prstGeom prst="rect">
              <a:avLst/>
            </a:prstGeom>
            <a:solidFill>
              <a:schemeClr val="accent4">
                <a:alpha val="3200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203" name="矩形 30202">
              <a:extLst>
                <a:ext uri="{FF2B5EF4-FFF2-40B4-BE49-F238E27FC236}">
                  <a16:creationId xmlns:a16="http://schemas.microsoft.com/office/drawing/2014/main" id="{0BBB9FE8-8E13-4904-4727-E313CA19EBD1}"/>
                </a:ext>
              </a:extLst>
            </p:cNvPr>
            <p:cNvSpPr/>
            <p:nvPr/>
          </p:nvSpPr>
          <p:spPr>
            <a:xfrm>
              <a:off x="6653746" y="2875773"/>
              <a:ext cx="172226" cy="172226"/>
            </a:xfrm>
            <a:prstGeom prst="rect">
              <a:avLst/>
            </a:prstGeom>
            <a:solidFill>
              <a:schemeClr val="accent4">
                <a:alpha val="13173"/>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204" name="矩形 30203">
              <a:extLst>
                <a:ext uri="{FF2B5EF4-FFF2-40B4-BE49-F238E27FC236}">
                  <a16:creationId xmlns:a16="http://schemas.microsoft.com/office/drawing/2014/main" id="{6BEEC5FF-4398-82A0-BFFF-107DA7D20FFA}"/>
                </a:ext>
              </a:extLst>
            </p:cNvPr>
            <p:cNvSpPr/>
            <p:nvPr/>
          </p:nvSpPr>
          <p:spPr>
            <a:xfrm>
              <a:off x="4934143" y="3047999"/>
              <a:ext cx="172226" cy="172226"/>
            </a:xfrm>
            <a:prstGeom prst="rect">
              <a:avLst/>
            </a:prstGeom>
            <a:solidFill>
              <a:schemeClr val="accent4">
                <a:alpha val="30269"/>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205" name="矩形 30204">
              <a:extLst>
                <a:ext uri="{FF2B5EF4-FFF2-40B4-BE49-F238E27FC236}">
                  <a16:creationId xmlns:a16="http://schemas.microsoft.com/office/drawing/2014/main" id="{43859128-D873-48EE-7A70-9CA405F83D2B}"/>
                </a:ext>
              </a:extLst>
            </p:cNvPr>
            <p:cNvSpPr/>
            <p:nvPr/>
          </p:nvSpPr>
          <p:spPr>
            <a:xfrm>
              <a:off x="5106369" y="3047999"/>
              <a:ext cx="172226" cy="172226"/>
            </a:xfrm>
            <a:prstGeom prst="rect">
              <a:avLst/>
            </a:prstGeom>
            <a:solidFill>
              <a:schemeClr val="accent4">
                <a:alpha val="7200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206" name="矩形 30205">
              <a:extLst>
                <a:ext uri="{FF2B5EF4-FFF2-40B4-BE49-F238E27FC236}">
                  <a16:creationId xmlns:a16="http://schemas.microsoft.com/office/drawing/2014/main" id="{F184C34B-E0E0-76BC-AE5D-2FEAAE77FAFA}"/>
                </a:ext>
              </a:extLst>
            </p:cNvPr>
            <p:cNvSpPr/>
            <p:nvPr/>
          </p:nvSpPr>
          <p:spPr>
            <a:xfrm>
              <a:off x="5278595" y="3047999"/>
              <a:ext cx="172226" cy="172226"/>
            </a:xfrm>
            <a:prstGeom prst="rect">
              <a:avLst/>
            </a:prstGeom>
            <a:solidFill>
              <a:schemeClr val="accent4">
                <a:alpha val="3400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207" name="矩形 30206">
              <a:extLst>
                <a:ext uri="{FF2B5EF4-FFF2-40B4-BE49-F238E27FC236}">
                  <a16:creationId xmlns:a16="http://schemas.microsoft.com/office/drawing/2014/main" id="{0404A125-D6A0-DE74-38BE-5E4A5768C006}"/>
                </a:ext>
              </a:extLst>
            </p:cNvPr>
            <p:cNvSpPr/>
            <p:nvPr/>
          </p:nvSpPr>
          <p:spPr>
            <a:xfrm>
              <a:off x="5450821" y="3047999"/>
              <a:ext cx="172226" cy="172226"/>
            </a:xfrm>
            <a:prstGeom prst="rect">
              <a:avLst/>
            </a:prstGeom>
            <a:solidFill>
              <a:schemeClr val="accent4">
                <a:alpha val="621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208" name="矩形 30207">
              <a:extLst>
                <a:ext uri="{FF2B5EF4-FFF2-40B4-BE49-F238E27FC236}">
                  <a16:creationId xmlns:a16="http://schemas.microsoft.com/office/drawing/2014/main" id="{E177F8C0-8A96-0F8E-DA72-B17C26AE992C}"/>
                </a:ext>
              </a:extLst>
            </p:cNvPr>
            <p:cNvSpPr/>
            <p:nvPr/>
          </p:nvSpPr>
          <p:spPr>
            <a:xfrm>
              <a:off x="6137068" y="3047999"/>
              <a:ext cx="172226" cy="172226"/>
            </a:xfrm>
            <a:prstGeom prst="rect">
              <a:avLst/>
            </a:prstGeom>
            <a:solidFill>
              <a:schemeClr val="bg1">
                <a:alpha val="3848"/>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209" name="矩形 30208">
              <a:extLst>
                <a:ext uri="{FF2B5EF4-FFF2-40B4-BE49-F238E27FC236}">
                  <a16:creationId xmlns:a16="http://schemas.microsoft.com/office/drawing/2014/main" id="{4E3AD1CD-CC9C-A083-C4A6-293FA19EE398}"/>
                </a:ext>
              </a:extLst>
            </p:cNvPr>
            <p:cNvSpPr/>
            <p:nvPr/>
          </p:nvSpPr>
          <p:spPr>
            <a:xfrm>
              <a:off x="6309294" y="3047999"/>
              <a:ext cx="172226" cy="172226"/>
            </a:xfrm>
            <a:prstGeom prst="rect">
              <a:avLst/>
            </a:prstGeom>
            <a:solidFill>
              <a:schemeClr val="accent4">
                <a:alpha val="1100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210" name="矩形 30209">
              <a:extLst>
                <a:ext uri="{FF2B5EF4-FFF2-40B4-BE49-F238E27FC236}">
                  <a16:creationId xmlns:a16="http://schemas.microsoft.com/office/drawing/2014/main" id="{B1FC57B1-EE3E-79DB-40CB-756F7CA36739}"/>
                </a:ext>
              </a:extLst>
            </p:cNvPr>
            <p:cNvSpPr/>
            <p:nvPr/>
          </p:nvSpPr>
          <p:spPr>
            <a:xfrm>
              <a:off x="6481520" y="3047999"/>
              <a:ext cx="172226" cy="172226"/>
            </a:xfrm>
            <a:prstGeom prst="rect">
              <a:avLst/>
            </a:prstGeom>
            <a:solidFill>
              <a:schemeClr val="accent4">
                <a:alpha val="1400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211" name="矩形 30210">
              <a:extLst>
                <a:ext uri="{FF2B5EF4-FFF2-40B4-BE49-F238E27FC236}">
                  <a16:creationId xmlns:a16="http://schemas.microsoft.com/office/drawing/2014/main" id="{602F79FD-E0B7-B17E-53EE-E483D02E3A22}"/>
                </a:ext>
              </a:extLst>
            </p:cNvPr>
            <p:cNvSpPr/>
            <p:nvPr/>
          </p:nvSpPr>
          <p:spPr>
            <a:xfrm>
              <a:off x="6653746" y="3047999"/>
              <a:ext cx="172226" cy="172226"/>
            </a:xfrm>
            <a:prstGeom prst="rect">
              <a:avLst/>
            </a:prstGeom>
            <a:solidFill>
              <a:schemeClr val="accent4">
                <a:alpha val="700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212" name="矩形 30211">
              <a:extLst>
                <a:ext uri="{FF2B5EF4-FFF2-40B4-BE49-F238E27FC236}">
                  <a16:creationId xmlns:a16="http://schemas.microsoft.com/office/drawing/2014/main" id="{6B7D88D4-B50D-3149-6876-23F1BB91BF00}"/>
                </a:ext>
              </a:extLst>
            </p:cNvPr>
            <p:cNvSpPr/>
            <p:nvPr/>
          </p:nvSpPr>
          <p:spPr>
            <a:xfrm>
              <a:off x="4934143" y="3220225"/>
              <a:ext cx="172226" cy="172226"/>
            </a:xfrm>
            <a:prstGeom prst="rect">
              <a:avLst/>
            </a:prstGeom>
            <a:solidFill>
              <a:schemeClr val="accent4">
                <a:alpha val="30269"/>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213" name="矩形 30212">
              <a:extLst>
                <a:ext uri="{FF2B5EF4-FFF2-40B4-BE49-F238E27FC236}">
                  <a16:creationId xmlns:a16="http://schemas.microsoft.com/office/drawing/2014/main" id="{45414665-B21C-D3D5-5381-503F56ABD1D1}"/>
                </a:ext>
              </a:extLst>
            </p:cNvPr>
            <p:cNvSpPr/>
            <p:nvPr/>
          </p:nvSpPr>
          <p:spPr>
            <a:xfrm>
              <a:off x="5106369" y="3220225"/>
              <a:ext cx="172226" cy="172226"/>
            </a:xfrm>
            <a:prstGeom prst="rect">
              <a:avLst/>
            </a:prstGeom>
            <a:solidFill>
              <a:schemeClr val="accent4">
                <a:alpha val="7200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214" name="矩形 30213">
              <a:extLst>
                <a:ext uri="{FF2B5EF4-FFF2-40B4-BE49-F238E27FC236}">
                  <a16:creationId xmlns:a16="http://schemas.microsoft.com/office/drawing/2014/main" id="{BED2FEE9-4246-1FD4-D14E-17994292F8ED}"/>
                </a:ext>
              </a:extLst>
            </p:cNvPr>
            <p:cNvSpPr/>
            <p:nvPr/>
          </p:nvSpPr>
          <p:spPr>
            <a:xfrm>
              <a:off x="5278595" y="3220225"/>
              <a:ext cx="172226" cy="172226"/>
            </a:xfrm>
            <a:prstGeom prst="rect">
              <a:avLst/>
            </a:prstGeom>
            <a:solidFill>
              <a:schemeClr val="accent4">
                <a:alpha val="3400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215" name="矩形 30214">
              <a:extLst>
                <a:ext uri="{FF2B5EF4-FFF2-40B4-BE49-F238E27FC236}">
                  <a16:creationId xmlns:a16="http://schemas.microsoft.com/office/drawing/2014/main" id="{63F8A534-21EB-92EC-8CA3-92A260B8BD8A}"/>
                </a:ext>
              </a:extLst>
            </p:cNvPr>
            <p:cNvSpPr/>
            <p:nvPr/>
          </p:nvSpPr>
          <p:spPr>
            <a:xfrm>
              <a:off x="5450821" y="3220225"/>
              <a:ext cx="172226" cy="172226"/>
            </a:xfrm>
            <a:prstGeom prst="rect">
              <a:avLst/>
            </a:prstGeom>
            <a:solidFill>
              <a:schemeClr val="accent4">
                <a:alpha val="621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216" name="矩形 30215">
              <a:extLst>
                <a:ext uri="{FF2B5EF4-FFF2-40B4-BE49-F238E27FC236}">
                  <a16:creationId xmlns:a16="http://schemas.microsoft.com/office/drawing/2014/main" id="{021EB47F-97A2-10BF-8DDD-E256FFFEDB06}"/>
                </a:ext>
              </a:extLst>
            </p:cNvPr>
            <p:cNvSpPr/>
            <p:nvPr/>
          </p:nvSpPr>
          <p:spPr>
            <a:xfrm>
              <a:off x="6137068" y="3220225"/>
              <a:ext cx="172226" cy="172226"/>
            </a:xfrm>
            <a:prstGeom prst="rect">
              <a:avLst/>
            </a:prstGeom>
            <a:solidFill>
              <a:schemeClr val="bg1">
                <a:alpha val="3848"/>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217" name="矩形 30216">
              <a:extLst>
                <a:ext uri="{FF2B5EF4-FFF2-40B4-BE49-F238E27FC236}">
                  <a16:creationId xmlns:a16="http://schemas.microsoft.com/office/drawing/2014/main" id="{B17C37AD-7894-854A-2548-D9B7400ABCFA}"/>
                </a:ext>
              </a:extLst>
            </p:cNvPr>
            <p:cNvSpPr/>
            <p:nvPr/>
          </p:nvSpPr>
          <p:spPr>
            <a:xfrm>
              <a:off x="6309294" y="3220225"/>
              <a:ext cx="172226" cy="172226"/>
            </a:xfrm>
            <a:prstGeom prst="rect">
              <a:avLst/>
            </a:prstGeom>
            <a:solidFill>
              <a:schemeClr val="accent4">
                <a:alpha val="1100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218" name="矩形 30217">
              <a:extLst>
                <a:ext uri="{FF2B5EF4-FFF2-40B4-BE49-F238E27FC236}">
                  <a16:creationId xmlns:a16="http://schemas.microsoft.com/office/drawing/2014/main" id="{20593AA5-3C6F-D5EB-95A7-44222B672BF3}"/>
                </a:ext>
              </a:extLst>
            </p:cNvPr>
            <p:cNvSpPr/>
            <p:nvPr/>
          </p:nvSpPr>
          <p:spPr>
            <a:xfrm>
              <a:off x="6481520" y="3220225"/>
              <a:ext cx="172226" cy="172226"/>
            </a:xfrm>
            <a:prstGeom prst="rect">
              <a:avLst/>
            </a:prstGeom>
            <a:solidFill>
              <a:schemeClr val="accent4">
                <a:alpha val="1400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219" name="矩形 30218">
              <a:extLst>
                <a:ext uri="{FF2B5EF4-FFF2-40B4-BE49-F238E27FC236}">
                  <a16:creationId xmlns:a16="http://schemas.microsoft.com/office/drawing/2014/main" id="{D41A4DC1-5F13-AE38-BE6D-885D0F3EFAAB}"/>
                </a:ext>
              </a:extLst>
            </p:cNvPr>
            <p:cNvSpPr/>
            <p:nvPr/>
          </p:nvSpPr>
          <p:spPr>
            <a:xfrm>
              <a:off x="6653746" y="3220225"/>
              <a:ext cx="172226" cy="172226"/>
            </a:xfrm>
            <a:prstGeom prst="rect">
              <a:avLst/>
            </a:prstGeom>
            <a:solidFill>
              <a:schemeClr val="accent4">
                <a:alpha val="700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220" name="矩形 30219">
              <a:extLst>
                <a:ext uri="{FF2B5EF4-FFF2-40B4-BE49-F238E27FC236}">
                  <a16:creationId xmlns:a16="http://schemas.microsoft.com/office/drawing/2014/main" id="{F7673C31-FEA3-E71D-32F5-369240951CB4}"/>
                </a:ext>
              </a:extLst>
            </p:cNvPr>
            <p:cNvSpPr/>
            <p:nvPr/>
          </p:nvSpPr>
          <p:spPr>
            <a:xfrm>
              <a:off x="4934143" y="3392451"/>
              <a:ext cx="172226" cy="172226"/>
            </a:xfrm>
            <a:prstGeom prst="rect">
              <a:avLst/>
            </a:prstGeom>
            <a:solidFill>
              <a:schemeClr val="accent4">
                <a:alpha val="30269"/>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221" name="矩形 30220">
              <a:extLst>
                <a:ext uri="{FF2B5EF4-FFF2-40B4-BE49-F238E27FC236}">
                  <a16:creationId xmlns:a16="http://schemas.microsoft.com/office/drawing/2014/main" id="{6A823ACB-EEF4-FAE7-3B05-6F72763C7BD7}"/>
                </a:ext>
              </a:extLst>
            </p:cNvPr>
            <p:cNvSpPr/>
            <p:nvPr/>
          </p:nvSpPr>
          <p:spPr>
            <a:xfrm>
              <a:off x="5106369" y="3392451"/>
              <a:ext cx="172226" cy="172226"/>
            </a:xfrm>
            <a:prstGeom prst="rect">
              <a:avLst/>
            </a:prstGeom>
            <a:solidFill>
              <a:schemeClr val="accent4">
                <a:alpha val="7200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222" name="矩形 30221">
              <a:extLst>
                <a:ext uri="{FF2B5EF4-FFF2-40B4-BE49-F238E27FC236}">
                  <a16:creationId xmlns:a16="http://schemas.microsoft.com/office/drawing/2014/main" id="{2DB9E474-053F-D058-2996-7E870DFE0722}"/>
                </a:ext>
              </a:extLst>
            </p:cNvPr>
            <p:cNvSpPr/>
            <p:nvPr/>
          </p:nvSpPr>
          <p:spPr>
            <a:xfrm>
              <a:off x="5278595" y="3392451"/>
              <a:ext cx="172226" cy="172226"/>
            </a:xfrm>
            <a:prstGeom prst="rect">
              <a:avLst/>
            </a:prstGeom>
            <a:solidFill>
              <a:schemeClr val="accent4">
                <a:alpha val="3400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223" name="矩形 30222">
              <a:extLst>
                <a:ext uri="{FF2B5EF4-FFF2-40B4-BE49-F238E27FC236}">
                  <a16:creationId xmlns:a16="http://schemas.microsoft.com/office/drawing/2014/main" id="{D6533BF5-069E-D0DC-D282-22EE9B077BC4}"/>
                </a:ext>
              </a:extLst>
            </p:cNvPr>
            <p:cNvSpPr/>
            <p:nvPr/>
          </p:nvSpPr>
          <p:spPr>
            <a:xfrm>
              <a:off x="5450821" y="3392451"/>
              <a:ext cx="172226" cy="172226"/>
            </a:xfrm>
            <a:prstGeom prst="rect">
              <a:avLst/>
            </a:prstGeom>
            <a:solidFill>
              <a:schemeClr val="accent4">
                <a:alpha val="621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224" name="矩形 30223">
              <a:extLst>
                <a:ext uri="{FF2B5EF4-FFF2-40B4-BE49-F238E27FC236}">
                  <a16:creationId xmlns:a16="http://schemas.microsoft.com/office/drawing/2014/main" id="{FFC08785-64E5-ABB6-AC76-F244B9E93C32}"/>
                </a:ext>
              </a:extLst>
            </p:cNvPr>
            <p:cNvSpPr/>
            <p:nvPr/>
          </p:nvSpPr>
          <p:spPr>
            <a:xfrm>
              <a:off x="6137068" y="3392451"/>
              <a:ext cx="172226" cy="172226"/>
            </a:xfrm>
            <a:prstGeom prst="rect">
              <a:avLst/>
            </a:prstGeom>
            <a:solidFill>
              <a:schemeClr val="bg1">
                <a:alpha val="3848"/>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225" name="矩形 30224">
              <a:extLst>
                <a:ext uri="{FF2B5EF4-FFF2-40B4-BE49-F238E27FC236}">
                  <a16:creationId xmlns:a16="http://schemas.microsoft.com/office/drawing/2014/main" id="{A4587869-ED03-2510-8AC0-BC156E8C304F}"/>
                </a:ext>
              </a:extLst>
            </p:cNvPr>
            <p:cNvSpPr/>
            <p:nvPr/>
          </p:nvSpPr>
          <p:spPr>
            <a:xfrm>
              <a:off x="6309294" y="3392451"/>
              <a:ext cx="172226" cy="172226"/>
            </a:xfrm>
            <a:prstGeom prst="rect">
              <a:avLst/>
            </a:prstGeom>
            <a:solidFill>
              <a:schemeClr val="accent4">
                <a:alpha val="16111"/>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226" name="矩形 30225">
              <a:extLst>
                <a:ext uri="{FF2B5EF4-FFF2-40B4-BE49-F238E27FC236}">
                  <a16:creationId xmlns:a16="http://schemas.microsoft.com/office/drawing/2014/main" id="{2E68F354-653D-EBF6-24B9-83BA025650D5}"/>
                </a:ext>
              </a:extLst>
            </p:cNvPr>
            <p:cNvSpPr/>
            <p:nvPr/>
          </p:nvSpPr>
          <p:spPr>
            <a:xfrm>
              <a:off x="6481520" y="3392451"/>
              <a:ext cx="172226" cy="172226"/>
            </a:xfrm>
            <a:prstGeom prst="rect">
              <a:avLst/>
            </a:prstGeom>
            <a:solidFill>
              <a:schemeClr val="accent4">
                <a:alpha val="29926"/>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227" name="矩形 30226">
              <a:extLst>
                <a:ext uri="{FF2B5EF4-FFF2-40B4-BE49-F238E27FC236}">
                  <a16:creationId xmlns:a16="http://schemas.microsoft.com/office/drawing/2014/main" id="{3A3075AC-D48D-2BFD-C149-9FBB1B81F4D2}"/>
                </a:ext>
              </a:extLst>
            </p:cNvPr>
            <p:cNvSpPr/>
            <p:nvPr/>
          </p:nvSpPr>
          <p:spPr>
            <a:xfrm>
              <a:off x="6653746" y="3392451"/>
              <a:ext cx="172226" cy="172226"/>
            </a:xfrm>
            <a:prstGeom prst="rect">
              <a:avLst/>
            </a:prstGeom>
            <a:solidFill>
              <a:schemeClr val="accent4">
                <a:alpha val="1500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228" name="矩形 30227">
              <a:extLst>
                <a:ext uri="{FF2B5EF4-FFF2-40B4-BE49-F238E27FC236}">
                  <a16:creationId xmlns:a16="http://schemas.microsoft.com/office/drawing/2014/main" id="{00EB0922-D758-F85D-5FC9-BEC7F26119AE}"/>
                </a:ext>
              </a:extLst>
            </p:cNvPr>
            <p:cNvSpPr/>
            <p:nvPr/>
          </p:nvSpPr>
          <p:spPr>
            <a:xfrm>
              <a:off x="4934143" y="3564677"/>
              <a:ext cx="172226" cy="172226"/>
            </a:xfrm>
            <a:prstGeom prst="rect">
              <a:avLst/>
            </a:prstGeom>
            <a:solidFill>
              <a:schemeClr val="accent4">
                <a:alpha val="30269"/>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229" name="矩形 30228">
              <a:extLst>
                <a:ext uri="{FF2B5EF4-FFF2-40B4-BE49-F238E27FC236}">
                  <a16:creationId xmlns:a16="http://schemas.microsoft.com/office/drawing/2014/main" id="{608070EA-04DA-5FF2-CBC5-86642256F3A2}"/>
                </a:ext>
              </a:extLst>
            </p:cNvPr>
            <p:cNvSpPr/>
            <p:nvPr/>
          </p:nvSpPr>
          <p:spPr>
            <a:xfrm>
              <a:off x="5106369" y="3564677"/>
              <a:ext cx="172226" cy="172226"/>
            </a:xfrm>
            <a:prstGeom prst="rect">
              <a:avLst/>
            </a:prstGeom>
            <a:solidFill>
              <a:schemeClr val="accent4">
                <a:alpha val="7200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230" name="矩形 30229">
              <a:extLst>
                <a:ext uri="{FF2B5EF4-FFF2-40B4-BE49-F238E27FC236}">
                  <a16:creationId xmlns:a16="http://schemas.microsoft.com/office/drawing/2014/main" id="{7322B428-EC71-DCB4-0D45-67165E98ABDE}"/>
                </a:ext>
              </a:extLst>
            </p:cNvPr>
            <p:cNvSpPr/>
            <p:nvPr/>
          </p:nvSpPr>
          <p:spPr>
            <a:xfrm>
              <a:off x="5278595" y="3564677"/>
              <a:ext cx="172226" cy="172226"/>
            </a:xfrm>
            <a:prstGeom prst="rect">
              <a:avLst/>
            </a:prstGeom>
            <a:solidFill>
              <a:schemeClr val="accent4">
                <a:alpha val="3400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231" name="矩形 30230">
              <a:extLst>
                <a:ext uri="{FF2B5EF4-FFF2-40B4-BE49-F238E27FC236}">
                  <a16:creationId xmlns:a16="http://schemas.microsoft.com/office/drawing/2014/main" id="{4E5D0CE9-0342-A8B6-B380-AB5D965D66F8}"/>
                </a:ext>
              </a:extLst>
            </p:cNvPr>
            <p:cNvSpPr/>
            <p:nvPr/>
          </p:nvSpPr>
          <p:spPr>
            <a:xfrm>
              <a:off x="5450821" y="3564677"/>
              <a:ext cx="172226" cy="172226"/>
            </a:xfrm>
            <a:prstGeom prst="rect">
              <a:avLst/>
            </a:prstGeom>
            <a:solidFill>
              <a:schemeClr val="accent4">
                <a:alpha val="621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232" name="矩形 30231">
              <a:extLst>
                <a:ext uri="{FF2B5EF4-FFF2-40B4-BE49-F238E27FC236}">
                  <a16:creationId xmlns:a16="http://schemas.microsoft.com/office/drawing/2014/main" id="{B31DE6EE-698E-EE61-2B72-C1D829231F49}"/>
                </a:ext>
              </a:extLst>
            </p:cNvPr>
            <p:cNvSpPr/>
            <p:nvPr/>
          </p:nvSpPr>
          <p:spPr>
            <a:xfrm>
              <a:off x="6137068" y="3564677"/>
              <a:ext cx="172226" cy="172226"/>
            </a:xfrm>
            <a:prstGeom prst="rect">
              <a:avLst/>
            </a:prstGeom>
            <a:solidFill>
              <a:schemeClr val="bg1">
                <a:alpha val="621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233" name="矩形 30232">
              <a:extLst>
                <a:ext uri="{FF2B5EF4-FFF2-40B4-BE49-F238E27FC236}">
                  <a16:creationId xmlns:a16="http://schemas.microsoft.com/office/drawing/2014/main" id="{128220A1-1BF6-B081-9CEF-EF772431387D}"/>
                </a:ext>
              </a:extLst>
            </p:cNvPr>
            <p:cNvSpPr/>
            <p:nvPr/>
          </p:nvSpPr>
          <p:spPr>
            <a:xfrm>
              <a:off x="6309294" y="3564677"/>
              <a:ext cx="172226" cy="172226"/>
            </a:xfrm>
            <a:prstGeom prst="rect">
              <a:avLst/>
            </a:prstGeom>
            <a:solidFill>
              <a:schemeClr val="accent4">
                <a:alpha val="26108"/>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234" name="矩形 30233">
              <a:extLst>
                <a:ext uri="{FF2B5EF4-FFF2-40B4-BE49-F238E27FC236}">
                  <a16:creationId xmlns:a16="http://schemas.microsoft.com/office/drawing/2014/main" id="{AF0F9B17-2246-E479-FF37-DA498FE2F85F}"/>
                </a:ext>
              </a:extLst>
            </p:cNvPr>
            <p:cNvSpPr/>
            <p:nvPr/>
          </p:nvSpPr>
          <p:spPr>
            <a:xfrm>
              <a:off x="6481520" y="3564677"/>
              <a:ext cx="172226" cy="172226"/>
            </a:xfrm>
            <a:prstGeom prst="rect">
              <a:avLst/>
            </a:prstGeom>
            <a:solidFill>
              <a:schemeClr val="accent4">
                <a:alpha val="51911"/>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235" name="矩形 30234">
              <a:extLst>
                <a:ext uri="{FF2B5EF4-FFF2-40B4-BE49-F238E27FC236}">
                  <a16:creationId xmlns:a16="http://schemas.microsoft.com/office/drawing/2014/main" id="{3098889F-3C0D-7A10-64CC-A160AF7C07BB}"/>
                </a:ext>
              </a:extLst>
            </p:cNvPr>
            <p:cNvSpPr/>
            <p:nvPr/>
          </p:nvSpPr>
          <p:spPr>
            <a:xfrm>
              <a:off x="6653746" y="3564677"/>
              <a:ext cx="172226" cy="172226"/>
            </a:xfrm>
            <a:prstGeom prst="rect">
              <a:avLst/>
            </a:prstGeom>
            <a:solidFill>
              <a:schemeClr val="accent4">
                <a:alpha val="22691"/>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236" name="矩形 30235">
              <a:extLst>
                <a:ext uri="{FF2B5EF4-FFF2-40B4-BE49-F238E27FC236}">
                  <a16:creationId xmlns:a16="http://schemas.microsoft.com/office/drawing/2014/main" id="{E60C2123-C8FC-3C19-0A37-315030C9CF1A}"/>
                </a:ext>
              </a:extLst>
            </p:cNvPr>
            <p:cNvSpPr/>
            <p:nvPr/>
          </p:nvSpPr>
          <p:spPr>
            <a:xfrm>
              <a:off x="4934143" y="3736903"/>
              <a:ext cx="172226" cy="172226"/>
            </a:xfrm>
            <a:prstGeom prst="rect">
              <a:avLst/>
            </a:prstGeom>
            <a:solidFill>
              <a:schemeClr val="accent4">
                <a:alpha val="30269"/>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237" name="矩形 30236">
              <a:extLst>
                <a:ext uri="{FF2B5EF4-FFF2-40B4-BE49-F238E27FC236}">
                  <a16:creationId xmlns:a16="http://schemas.microsoft.com/office/drawing/2014/main" id="{6CF52057-31A3-0C70-74BE-9EA215AD47A5}"/>
                </a:ext>
              </a:extLst>
            </p:cNvPr>
            <p:cNvSpPr/>
            <p:nvPr/>
          </p:nvSpPr>
          <p:spPr>
            <a:xfrm>
              <a:off x="5106369" y="3736903"/>
              <a:ext cx="172226" cy="172226"/>
            </a:xfrm>
            <a:prstGeom prst="rect">
              <a:avLst/>
            </a:prstGeom>
            <a:solidFill>
              <a:schemeClr val="accent4">
                <a:alpha val="7200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238" name="矩形 30237">
              <a:extLst>
                <a:ext uri="{FF2B5EF4-FFF2-40B4-BE49-F238E27FC236}">
                  <a16:creationId xmlns:a16="http://schemas.microsoft.com/office/drawing/2014/main" id="{37E86684-FA4A-B8F0-08E5-7B82B7CEADBA}"/>
                </a:ext>
              </a:extLst>
            </p:cNvPr>
            <p:cNvSpPr/>
            <p:nvPr/>
          </p:nvSpPr>
          <p:spPr>
            <a:xfrm>
              <a:off x="5278595" y="3736903"/>
              <a:ext cx="172226" cy="172226"/>
            </a:xfrm>
            <a:prstGeom prst="rect">
              <a:avLst/>
            </a:prstGeom>
            <a:solidFill>
              <a:schemeClr val="accent4">
                <a:alpha val="3400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239" name="矩形 30238">
              <a:extLst>
                <a:ext uri="{FF2B5EF4-FFF2-40B4-BE49-F238E27FC236}">
                  <a16:creationId xmlns:a16="http://schemas.microsoft.com/office/drawing/2014/main" id="{58E2C8D2-5542-9754-9C47-0E0065029B00}"/>
                </a:ext>
              </a:extLst>
            </p:cNvPr>
            <p:cNvSpPr/>
            <p:nvPr/>
          </p:nvSpPr>
          <p:spPr>
            <a:xfrm>
              <a:off x="5450821" y="3736903"/>
              <a:ext cx="172226" cy="172226"/>
            </a:xfrm>
            <a:prstGeom prst="rect">
              <a:avLst/>
            </a:prstGeom>
            <a:solidFill>
              <a:schemeClr val="accent4">
                <a:alpha val="621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240" name="矩形 30239">
              <a:extLst>
                <a:ext uri="{FF2B5EF4-FFF2-40B4-BE49-F238E27FC236}">
                  <a16:creationId xmlns:a16="http://schemas.microsoft.com/office/drawing/2014/main" id="{C65DA8CE-05D9-3158-0CCC-A9E02E8456CD}"/>
                </a:ext>
              </a:extLst>
            </p:cNvPr>
            <p:cNvSpPr/>
            <p:nvPr/>
          </p:nvSpPr>
          <p:spPr>
            <a:xfrm>
              <a:off x="6137068" y="3736903"/>
              <a:ext cx="172226" cy="172226"/>
            </a:xfrm>
            <a:prstGeom prst="rect">
              <a:avLst/>
            </a:prstGeom>
            <a:solidFill>
              <a:schemeClr val="bg1">
                <a:alpha val="621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241" name="矩形 30240">
              <a:extLst>
                <a:ext uri="{FF2B5EF4-FFF2-40B4-BE49-F238E27FC236}">
                  <a16:creationId xmlns:a16="http://schemas.microsoft.com/office/drawing/2014/main" id="{D65FFF1A-D069-5C13-944C-5464E2E282EE}"/>
                </a:ext>
              </a:extLst>
            </p:cNvPr>
            <p:cNvSpPr/>
            <p:nvPr/>
          </p:nvSpPr>
          <p:spPr>
            <a:xfrm>
              <a:off x="6309294" y="3736903"/>
              <a:ext cx="172226" cy="172226"/>
            </a:xfrm>
            <a:prstGeom prst="rect">
              <a:avLst/>
            </a:prstGeom>
            <a:solidFill>
              <a:schemeClr val="accent4">
                <a:alpha val="3400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242" name="矩形 30241">
              <a:extLst>
                <a:ext uri="{FF2B5EF4-FFF2-40B4-BE49-F238E27FC236}">
                  <a16:creationId xmlns:a16="http://schemas.microsoft.com/office/drawing/2014/main" id="{F2454B73-889F-A95A-85DA-99CFA1F93175}"/>
                </a:ext>
              </a:extLst>
            </p:cNvPr>
            <p:cNvSpPr/>
            <p:nvPr/>
          </p:nvSpPr>
          <p:spPr>
            <a:xfrm>
              <a:off x="6481520" y="3736903"/>
              <a:ext cx="172226" cy="172226"/>
            </a:xfrm>
            <a:prstGeom prst="rect">
              <a:avLst/>
            </a:prstGeom>
            <a:solidFill>
              <a:schemeClr val="accent4">
                <a:alpha val="7200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243" name="矩形 30242">
              <a:extLst>
                <a:ext uri="{FF2B5EF4-FFF2-40B4-BE49-F238E27FC236}">
                  <a16:creationId xmlns:a16="http://schemas.microsoft.com/office/drawing/2014/main" id="{08E42072-C751-4F00-3FC5-C16201DF365C}"/>
                </a:ext>
              </a:extLst>
            </p:cNvPr>
            <p:cNvSpPr/>
            <p:nvPr/>
          </p:nvSpPr>
          <p:spPr>
            <a:xfrm>
              <a:off x="6653746" y="3736903"/>
              <a:ext cx="172226" cy="172226"/>
            </a:xfrm>
            <a:prstGeom prst="rect">
              <a:avLst/>
            </a:prstGeom>
            <a:solidFill>
              <a:schemeClr val="accent4">
                <a:alpha val="30269"/>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244" name="矩形 30243">
              <a:extLst>
                <a:ext uri="{FF2B5EF4-FFF2-40B4-BE49-F238E27FC236}">
                  <a16:creationId xmlns:a16="http://schemas.microsoft.com/office/drawing/2014/main" id="{9D2F1851-5A71-2D07-8F75-AF0157000479}"/>
                </a:ext>
              </a:extLst>
            </p:cNvPr>
            <p:cNvSpPr/>
            <p:nvPr/>
          </p:nvSpPr>
          <p:spPr>
            <a:xfrm>
              <a:off x="4934143" y="3909129"/>
              <a:ext cx="172226" cy="172226"/>
            </a:xfrm>
            <a:prstGeom prst="rect">
              <a:avLst/>
            </a:prstGeom>
            <a:solidFill>
              <a:schemeClr val="accent4">
                <a:alpha val="30269"/>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245" name="矩形 30244">
              <a:extLst>
                <a:ext uri="{FF2B5EF4-FFF2-40B4-BE49-F238E27FC236}">
                  <a16:creationId xmlns:a16="http://schemas.microsoft.com/office/drawing/2014/main" id="{9E93D995-1EE3-7352-5AA9-F31F14C16413}"/>
                </a:ext>
              </a:extLst>
            </p:cNvPr>
            <p:cNvSpPr/>
            <p:nvPr/>
          </p:nvSpPr>
          <p:spPr>
            <a:xfrm>
              <a:off x="5106369" y="3909129"/>
              <a:ext cx="172226" cy="172226"/>
            </a:xfrm>
            <a:prstGeom prst="rect">
              <a:avLst/>
            </a:prstGeom>
            <a:solidFill>
              <a:schemeClr val="accent4">
                <a:alpha val="7200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246" name="矩形 30245">
              <a:extLst>
                <a:ext uri="{FF2B5EF4-FFF2-40B4-BE49-F238E27FC236}">
                  <a16:creationId xmlns:a16="http://schemas.microsoft.com/office/drawing/2014/main" id="{8DE4CBC6-633C-0EBC-26AD-B659FB3DE53A}"/>
                </a:ext>
              </a:extLst>
            </p:cNvPr>
            <p:cNvSpPr/>
            <p:nvPr/>
          </p:nvSpPr>
          <p:spPr>
            <a:xfrm>
              <a:off x="5278595" y="3909129"/>
              <a:ext cx="172226" cy="172226"/>
            </a:xfrm>
            <a:prstGeom prst="rect">
              <a:avLst/>
            </a:prstGeom>
            <a:solidFill>
              <a:schemeClr val="accent4">
                <a:alpha val="3400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247" name="矩形 30246">
              <a:extLst>
                <a:ext uri="{FF2B5EF4-FFF2-40B4-BE49-F238E27FC236}">
                  <a16:creationId xmlns:a16="http://schemas.microsoft.com/office/drawing/2014/main" id="{CF0C55D1-F104-16EB-3D8D-49A152579C07}"/>
                </a:ext>
              </a:extLst>
            </p:cNvPr>
            <p:cNvSpPr/>
            <p:nvPr/>
          </p:nvSpPr>
          <p:spPr>
            <a:xfrm>
              <a:off x="5450821" y="3909129"/>
              <a:ext cx="172226" cy="172226"/>
            </a:xfrm>
            <a:prstGeom prst="rect">
              <a:avLst/>
            </a:prstGeom>
            <a:solidFill>
              <a:schemeClr val="accent4">
                <a:alpha val="621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248" name="矩形 30247">
              <a:extLst>
                <a:ext uri="{FF2B5EF4-FFF2-40B4-BE49-F238E27FC236}">
                  <a16:creationId xmlns:a16="http://schemas.microsoft.com/office/drawing/2014/main" id="{5A2CD551-BF50-7DE4-9B10-C35F73D76FDC}"/>
                </a:ext>
              </a:extLst>
            </p:cNvPr>
            <p:cNvSpPr/>
            <p:nvPr/>
          </p:nvSpPr>
          <p:spPr>
            <a:xfrm>
              <a:off x="6137068" y="3909129"/>
              <a:ext cx="172226" cy="172226"/>
            </a:xfrm>
            <a:prstGeom prst="rect">
              <a:avLst/>
            </a:prstGeom>
            <a:solidFill>
              <a:schemeClr val="bg1">
                <a:alpha val="621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249" name="矩形 30248">
              <a:extLst>
                <a:ext uri="{FF2B5EF4-FFF2-40B4-BE49-F238E27FC236}">
                  <a16:creationId xmlns:a16="http://schemas.microsoft.com/office/drawing/2014/main" id="{C8F94F98-F46C-C071-16CD-C5A0D09AC719}"/>
                </a:ext>
              </a:extLst>
            </p:cNvPr>
            <p:cNvSpPr/>
            <p:nvPr/>
          </p:nvSpPr>
          <p:spPr>
            <a:xfrm>
              <a:off x="6309294" y="3909129"/>
              <a:ext cx="172226" cy="172226"/>
            </a:xfrm>
            <a:prstGeom prst="rect">
              <a:avLst/>
            </a:prstGeom>
            <a:solidFill>
              <a:schemeClr val="accent4">
                <a:alpha val="3400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250" name="矩形 30249">
              <a:extLst>
                <a:ext uri="{FF2B5EF4-FFF2-40B4-BE49-F238E27FC236}">
                  <a16:creationId xmlns:a16="http://schemas.microsoft.com/office/drawing/2014/main" id="{90D313F4-3515-1C03-4ABA-2F19801D147D}"/>
                </a:ext>
              </a:extLst>
            </p:cNvPr>
            <p:cNvSpPr/>
            <p:nvPr/>
          </p:nvSpPr>
          <p:spPr>
            <a:xfrm>
              <a:off x="6481520" y="3909129"/>
              <a:ext cx="172226" cy="172226"/>
            </a:xfrm>
            <a:prstGeom prst="rect">
              <a:avLst/>
            </a:prstGeom>
            <a:solidFill>
              <a:schemeClr val="accent4">
                <a:alpha val="7200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251" name="矩形 30250">
              <a:extLst>
                <a:ext uri="{FF2B5EF4-FFF2-40B4-BE49-F238E27FC236}">
                  <a16:creationId xmlns:a16="http://schemas.microsoft.com/office/drawing/2014/main" id="{146FFFB1-AAC3-D26C-8C51-A6A10E6EFDEF}"/>
                </a:ext>
              </a:extLst>
            </p:cNvPr>
            <p:cNvSpPr/>
            <p:nvPr/>
          </p:nvSpPr>
          <p:spPr>
            <a:xfrm>
              <a:off x="6653746" y="3909129"/>
              <a:ext cx="172226" cy="172226"/>
            </a:xfrm>
            <a:prstGeom prst="rect">
              <a:avLst/>
            </a:prstGeom>
            <a:solidFill>
              <a:schemeClr val="accent4">
                <a:alpha val="30269"/>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252" name="矩形 30251">
              <a:extLst>
                <a:ext uri="{FF2B5EF4-FFF2-40B4-BE49-F238E27FC236}">
                  <a16:creationId xmlns:a16="http://schemas.microsoft.com/office/drawing/2014/main" id="{5EF51E0B-CC79-92E9-4203-6145365046F0}"/>
                </a:ext>
              </a:extLst>
            </p:cNvPr>
            <p:cNvSpPr/>
            <p:nvPr/>
          </p:nvSpPr>
          <p:spPr>
            <a:xfrm>
              <a:off x="4934143" y="4081355"/>
              <a:ext cx="172226" cy="172226"/>
            </a:xfrm>
            <a:prstGeom prst="rect">
              <a:avLst/>
            </a:prstGeom>
            <a:solidFill>
              <a:schemeClr val="accent4">
                <a:alpha val="30269"/>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253" name="矩形 30252">
              <a:extLst>
                <a:ext uri="{FF2B5EF4-FFF2-40B4-BE49-F238E27FC236}">
                  <a16:creationId xmlns:a16="http://schemas.microsoft.com/office/drawing/2014/main" id="{52E9D9A3-E286-25E4-89A7-C5ED33E0C95C}"/>
                </a:ext>
              </a:extLst>
            </p:cNvPr>
            <p:cNvSpPr/>
            <p:nvPr/>
          </p:nvSpPr>
          <p:spPr>
            <a:xfrm>
              <a:off x="5106369" y="4081355"/>
              <a:ext cx="172226" cy="172226"/>
            </a:xfrm>
            <a:prstGeom prst="rect">
              <a:avLst/>
            </a:prstGeom>
            <a:solidFill>
              <a:schemeClr val="accent4">
                <a:alpha val="7200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254" name="矩形 30253">
              <a:extLst>
                <a:ext uri="{FF2B5EF4-FFF2-40B4-BE49-F238E27FC236}">
                  <a16:creationId xmlns:a16="http://schemas.microsoft.com/office/drawing/2014/main" id="{332AE940-9EC4-9D0D-CF5C-243961226DCB}"/>
                </a:ext>
              </a:extLst>
            </p:cNvPr>
            <p:cNvSpPr/>
            <p:nvPr/>
          </p:nvSpPr>
          <p:spPr>
            <a:xfrm>
              <a:off x="5278595" y="4081355"/>
              <a:ext cx="172226" cy="172226"/>
            </a:xfrm>
            <a:prstGeom prst="rect">
              <a:avLst/>
            </a:prstGeom>
            <a:solidFill>
              <a:schemeClr val="accent4">
                <a:alpha val="3400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255" name="矩形 30254">
              <a:extLst>
                <a:ext uri="{FF2B5EF4-FFF2-40B4-BE49-F238E27FC236}">
                  <a16:creationId xmlns:a16="http://schemas.microsoft.com/office/drawing/2014/main" id="{9C9B5B15-E701-7BD6-FDE2-8802E38CA56F}"/>
                </a:ext>
              </a:extLst>
            </p:cNvPr>
            <p:cNvSpPr/>
            <p:nvPr/>
          </p:nvSpPr>
          <p:spPr>
            <a:xfrm>
              <a:off x="5450821" y="4081355"/>
              <a:ext cx="172226" cy="172226"/>
            </a:xfrm>
            <a:prstGeom prst="rect">
              <a:avLst/>
            </a:prstGeom>
            <a:solidFill>
              <a:schemeClr val="accent4">
                <a:alpha val="621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256" name="矩形 30255">
              <a:extLst>
                <a:ext uri="{FF2B5EF4-FFF2-40B4-BE49-F238E27FC236}">
                  <a16:creationId xmlns:a16="http://schemas.microsoft.com/office/drawing/2014/main" id="{CD289617-C6F4-92E5-50BC-93F172A6A17A}"/>
                </a:ext>
              </a:extLst>
            </p:cNvPr>
            <p:cNvSpPr/>
            <p:nvPr/>
          </p:nvSpPr>
          <p:spPr>
            <a:xfrm>
              <a:off x="6137068" y="4081355"/>
              <a:ext cx="172226" cy="172226"/>
            </a:xfrm>
            <a:prstGeom prst="rect">
              <a:avLst/>
            </a:prstGeom>
            <a:solidFill>
              <a:schemeClr val="bg1">
                <a:alpha val="621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257" name="矩形 30256">
              <a:extLst>
                <a:ext uri="{FF2B5EF4-FFF2-40B4-BE49-F238E27FC236}">
                  <a16:creationId xmlns:a16="http://schemas.microsoft.com/office/drawing/2014/main" id="{CFAA3554-8D3F-B48C-71BB-D122E7CE4540}"/>
                </a:ext>
              </a:extLst>
            </p:cNvPr>
            <p:cNvSpPr/>
            <p:nvPr/>
          </p:nvSpPr>
          <p:spPr>
            <a:xfrm>
              <a:off x="6309294" y="4081355"/>
              <a:ext cx="172226" cy="172226"/>
            </a:xfrm>
            <a:prstGeom prst="rect">
              <a:avLst/>
            </a:prstGeom>
            <a:solidFill>
              <a:schemeClr val="accent4">
                <a:alpha val="3400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258" name="矩形 30257">
              <a:extLst>
                <a:ext uri="{FF2B5EF4-FFF2-40B4-BE49-F238E27FC236}">
                  <a16:creationId xmlns:a16="http://schemas.microsoft.com/office/drawing/2014/main" id="{FD44ECE3-EAEB-5D3F-D3FA-5648D1849301}"/>
                </a:ext>
              </a:extLst>
            </p:cNvPr>
            <p:cNvSpPr/>
            <p:nvPr/>
          </p:nvSpPr>
          <p:spPr>
            <a:xfrm>
              <a:off x="6481520" y="4081355"/>
              <a:ext cx="172226" cy="172226"/>
            </a:xfrm>
            <a:prstGeom prst="rect">
              <a:avLst/>
            </a:prstGeom>
            <a:solidFill>
              <a:schemeClr val="accent4">
                <a:alpha val="7200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259" name="矩形 30258">
              <a:extLst>
                <a:ext uri="{FF2B5EF4-FFF2-40B4-BE49-F238E27FC236}">
                  <a16:creationId xmlns:a16="http://schemas.microsoft.com/office/drawing/2014/main" id="{B9420CE9-8D8C-D968-BBFB-E0AF5319A5F0}"/>
                </a:ext>
              </a:extLst>
            </p:cNvPr>
            <p:cNvSpPr/>
            <p:nvPr/>
          </p:nvSpPr>
          <p:spPr>
            <a:xfrm>
              <a:off x="6653746" y="4081355"/>
              <a:ext cx="172226" cy="172226"/>
            </a:xfrm>
            <a:prstGeom prst="rect">
              <a:avLst/>
            </a:prstGeom>
            <a:solidFill>
              <a:schemeClr val="accent4">
                <a:alpha val="30269"/>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260" name="矩形 30259">
              <a:extLst>
                <a:ext uri="{FF2B5EF4-FFF2-40B4-BE49-F238E27FC236}">
                  <a16:creationId xmlns:a16="http://schemas.microsoft.com/office/drawing/2014/main" id="{AE1A0045-D4B3-F7B0-6C20-CB2A6793D30C}"/>
                </a:ext>
              </a:extLst>
            </p:cNvPr>
            <p:cNvSpPr/>
            <p:nvPr/>
          </p:nvSpPr>
          <p:spPr>
            <a:xfrm>
              <a:off x="4934143" y="4253581"/>
              <a:ext cx="172226" cy="172226"/>
            </a:xfrm>
            <a:prstGeom prst="rect">
              <a:avLst/>
            </a:prstGeom>
            <a:solidFill>
              <a:schemeClr val="accent4">
                <a:alpha val="30269"/>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261" name="矩形 30260">
              <a:extLst>
                <a:ext uri="{FF2B5EF4-FFF2-40B4-BE49-F238E27FC236}">
                  <a16:creationId xmlns:a16="http://schemas.microsoft.com/office/drawing/2014/main" id="{B6285864-2DE0-7741-1354-8F8FFA5DAEEE}"/>
                </a:ext>
              </a:extLst>
            </p:cNvPr>
            <p:cNvSpPr/>
            <p:nvPr/>
          </p:nvSpPr>
          <p:spPr>
            <a:xfrm>
              <a:off x="5106369" y="4253581"/>
              <a:ext cx="172226" cy="172226"/>
            </a:xfrm>
            <a:prstGeom prst="rect">
              <a:avLst/>
            </a:prstGeom>
            <a:solidFill>
              <a:schemeClr val="accent4">
                <a:alpha val="7200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262" name="矩形 30261">
              <a:extLst>
                <a:ext uri="{FF2B5EF4-FFF2-40B4-BE49-F238E27FC236}">
                  <a16:creationId xmlns:a16="http://schemas.microsoft.com/office/drawing/2014/main" id="{5E2EA2FF-CE45-F119-0117-4D2E0D27630C}"/>
                </a:ext>
              </a:extLst>
            </p:cNvPr>
            <p:cNvSpPr/>
            <p:nvPr/>
          </p:nvSpPr>
          <p:spPr>
            <a:xfrm>
              <a:off x="5278595" y="4253581"/>
              <a:ext cx="172226" cy="172226"/>
            </a:xfrm>
            <a:prstGeom prst="rect">
              <a:avLst/>
            </a:prstGeom>
            <a:solidFill>
              <a:schemeClr val="accent4">
                <a:alpha val="3400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263" name="矩形 30262">
              <a:extLst>
                <a:ext uri="{FF2B5EF4-FFF2-40B4-BE49-F238E27FC236}">
                  <a16:creationId xmlns:a16="http://schemas.microsoft.com/office/drawing/2014/main" id="{AC3DCCE7-9C5D-BCF1-228F-AE80010FA393}"/>
                </a:ext>
              </a:extLst>
            </p:cNvPr>
            <p:cNvSpPr/>
            <p:nvPr/>
          </p:nvSpPr>
          <p:spPr>
            <a:xfrm>
              <a:off x="5450821" y="4253581"/>
              <a:ext cx="172226" cy="172226"/>
            </a:xfrm>
            <a:prstGeom prst="rect">
              <a:avLst/>
            </a:prstGeom>
            <a:solidFill>
              <a:schemeClr val="accent4">
                <a:alpha val="621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264" name="矩形 30263">
              <a:extLst>
                <a:ext uri="{FF2B5EF4-FFF2-40B4-BE49-F238E27FC236}">
                  <a16:creationId xmlns:a16="http://schemas.microsoft.com/office/drawing/2014/main" id="{84C658BD-568C-111C-E360-17285590A014}"/>
                </a:ext>
              </a:extLst>
            </p:cNvPr>
            <p:cNvSpPr/>
            <p:nvPr/>
          </p:nvSpPr>
          <p:spPr>
            <a:xfrm>
              <a:off x="6137068" y="4253581"/>
              <a:ext cx="172226" cy="172226"/>
            </a:xfrm>
            <a:prstGeom prst="rect">
              <a:avLst/>
            </a:prstGeom>
            <a:solidFill>
              <a:schemeClr val="bg1">
                <a:alpha val="621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265" name="矩形 30264">
              <a:extLst>
                <a:ext uri="{FF2B5EF4-FFF2-40B4-BE49-F238E27FC236}">
                  <a16:creationId xmlns:a16="http://schemas.microsoft.com/office/drawing/2014/main" id="{F0D7ADC7-58CB-22ED-070B-25279CC33542}"/>
                </a:ext>
              </a:extLst>
            </p:cNvPr>
            <p:cNvSpPr/>
            <p:nvPr/>
          </p:nvSpPr>
          <p:spPr>
            <a:xfrm>
              <a:off x="6309294" y="4253581"/>
              <a:ext cx="172226" cy="172226"/>
            </a:xfrm>
            <a:prstGeom prst="rect">
              <a:avLst/>
            </a:prstGeom>
            <a:solidFill>
              <a:schemeClr val="accent4">
                <a:alpha val="3400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266" name="矩形 30265">
              <a:extLst>
                <a:ext uri="{FF2B5EF4-FFF2-40B4-BE49-F238E27FC236}">
                  <a16:creationId xmlns:a16="http://schemas.microsoft.com/office/drawing/2014/main" id="{A5FD8FD9-9C24-2C50-1767-AC8E253D53A1}"/>
                </a:ext>
              </a:extLst>
            </p:cNvPr>
            <p:cNvSpPr/>
            <p:nvPr/>
          </p:nvSpPr>
          <p:spPr>
            <a:xfrm>
              <a:off x="6481520" y="4253581"/>
              <a:ext cx="172226" cy="172226"/>
            </a:xfrm>
            <a:prstGeom prst="rect">
              <a:avLst/>
            </a:prstGeom>
            <a:solidFill>
              <a:schemeClr val="accent4">
                <a:alpha val="7200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267" name="矩形 30266">
              <a:extLst>
                <a:ext uri="{FF2B5EF4-FFF2-40B4-BE49-F238E27FC236}">
                  <a16:creationId xmlns:a16="http://schemas.microsoft.com/office/drawing/2014/main" id="{037CAF48-7509-AD44-8693-4A3ABC19736F}"/>
                </a:ext>
              </a:extLst>
            </p:cNvPr>
            <p:cNvSpPr/>
            <p:nvPr/>
          </p:nvSpPr>
          <p:spPr>
            <a:xfrm>
              <a:off x="6653746" y="4253581"/>
              <a:ext cx="172226" cy="172226"/>
            </a:xfrm>
            <a:prstGeom prst="rect">
              <a:avLst/>
            </a:prstGeom>
            <a:solidFill>
              <a:schemeClr val="accent4">
                <a:alpha val="30269"/>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268" name="矩形 30267">
              <a:extLst>
                <a:ext uri="{FF2B5EF4-FFF2-40B4-BE49-F238E27FC236}">
                  <a16:creationId xmlns:a16="http://schemas.microsoft.com/office/drawing/2014/main" id="{897DDA74-1A58-66C3-2D79-CBE82CF5E6AA}"/>
                </a:ext>
              </a:extLst>
            </p:cNvPr>
            <p:cNvSpPr/>
            <p:nvPr/>
          </p:nvSpPr>
          <p:spPr>
            <a:xfrm>
              <a:off x="6825972" y="4253581"/>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5" name="标题 4">
            <a:extLst>
              <a:ext uri="{FF2B5EF4-FFF2-40B4-BE49-F238E27FC236}">
                <a16:creationId xmlns:a16="http://schemas.microsoft.com/office/drawing/2014/main" id="{94AD2C57-F265-8B0A-6998-D09748D5B04C}"/>
              </a:ext>
            </a:extLst>
          </p:cNvPr>
          <p:cNvSpPr>
            <a:spLocks noGrp="1"/>
          </p:cNvSpPr>
          <p:nvPr>
            <p:ph type="title"/>
          </p:nvPr>
        </p:nvSpPr>
        <p:spPr>
          <a:xfrm>
            <a:off x="628649" y="559420"/>
            <a:ext cx="7732925" cy="630335"/>
          </a:xfrm>
        </p:spPr>
        <p:txBody>
          <a:bodyPr/>
          <a:lstStyle/>
          <a:p>
            <a:r>
              <a:rPr lang="en-GB" altLang="zh-CN" b="0" dirty="0"/>
              <a:t>Example: Bayes Filter on a Grid </a:t>
            </a:r>
          </a:p>
        </p:txBody>
      </p:sp>
      <p:sp>
        <p:nvSpPr>
          <p:cNvPr id="7" name="文本占位符 6">
            <a:extLst>
              <a:ext uri="{FF2B5EF4-FFF2-40B4-BE49-F238E27FC236}">
                <a16:creationId xmlns:a16="http://schemas.microsoft.com/office/drawing/2014/main" id="{41E7D224-33C4-102F-2F66-ECDA152FA40B}"/>
              </a:ext>
            </a:extLst>
          </p:cNvPr>
          <p:cNvSpPr>
            <a:spLocks noGrp="1"/>
          </p:cNvSpPr>
          <p:nvPr>
            <p:ph type="body" sz="quarter" idx="10"/>
          </p:nvPr>
        </p:nvSpPr>
        <p:spPr>
          <a:xfrm>
            <a:off x="628650" y="1465264"/>
            <a:ext cx="7732713" cy="630238"/>
          </a:xfrm>
        </p:spPr>
        <p:txBody>
          <a:bodyPr/>
          <a:lstStyle/>
          <a:p>
            <a:r>
              <a:rPr lang="en-GB" altLang="zh-CN" dirty="0"/>
              <a:t>The robot then performs a </a:t>
            </a:r>
            <a:r>
              <a:rPr lang="en-GB" altLang="zh-CN" dirty="0">
                <a:solidFill>
                  <a:srgbClr val="003399"/>
                </a:solidFill>
              </a:rPr>
              <a:t>right turn</a:t>
            </a:r>
            <a:r>
              <a:rPr lang="en-GB" altLang="zh-CN" dirty="0"/>
              <a:t> and travels along the wall</a:t>
            </a:r>
            <a:r>
              <a:rPr lang="zh-CN" altLang="en-US" dirty="0"/>
              <a:t> </a:t>
            </a:r>
            <a:r>
              <a:rPr lang="en-GB" altLang="zh-CN" dirty="0"/>
              <a:t>until hits the wall again.</a:t>
            </a:r>
          </a:p>
        </p:txBody>
      </p:sp>
      <p:sp>
        <p:nvSpPr>
          <p:cNvPr id="81" name="矩形 80">
            <a:extLst>
              <a:ext uri="{FF2B5EF4-FFF2-40B4-BE49-F238E27FC236}">
                <a16:creationId xmlns:a16="http://schemas.microsoft.com/office/drawing/2014/main" id="{FA86B625-9340-3712-E028-F7226DE97150}"/>
              </a:ext>
            </a:extLst>
          </p:cNvPr>
          <p:cNvSpPr/>
          <p:nvPr/>
        </p:nvSpPr>
        <p:spPr>
          <a:xfrm>
            <a:off x="1380763" y="2186869"/>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2" name="矩形 81">
            <a:extLst>
              <a:ext uri="{FF2B5EF4-FFF2-40B4-BE49-F238E27FC236}">
                <a16:creationId xmlns:a16="http://schemas.microsoft.com/office/drawing/2014/main" id="{7D5B5B73-9561-7327-FACE-2C1A844B5DC4}"/>
              </a:ext>
            </a:extLst>
          </p:cNvPr>
          <p:cNvSpPr/>
          <p:nvPr/>
        </p:nvSpPr>
        <p:spPr>
          <a:xfrm>
            <a:off x="1552989" y="2186869"/>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3" name="矩形 82">
            <a:extLst>
              <a:ext uri="{FF2B5EF4-FFF2-40B4-BE49-F238E27FC236}">
                <a16:creationId xmlns:a16="http://schemas.microsoft.com/office/drawing/2014/main" id="{D8EB9593-ADB5-C7A7-4EA6-5948BF59BC00}"/>
              </a:ext>
            </a:extLst>
          </p:cNvPr>
          <p:cNvSpPr/>
          <p:nvPr/>
        </p:nvSpPr>
        <p:spPr>
          <a:xfrm>
            <a:off x="1725215" y="2186869"/>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4" name="矩形 83">
            <a:extLst>
              <a:ext uri="{FF2B5EF4-FFF2-40B4-BE49-F238E27FC236}">
                <a16:creationId xmlns:a16="http://schemas.microsoft.com/office/drawing/2014/main" id="{8FFA145A-97D6-DE13-07F2-83720D6FBF88}"/>
              </a:ext>
            </a:extLst>
          </p:cNvPr>
          <p:cNvSpPr/>
          <p:nvPr/>
        </p:nvSpPr>
        <p:spPr>
          <a:xfrm>
            <a:off x="1897441" y="2186869"/>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5" name="矩形 84">
            <a:extLst>
              <a:ext uri="{FF2B5EF4-FFF2-40B4-BE49-F238E27FC236}">
                <a16:creationId xmlns:a16="http://schemas.microsoft.com/office/drawing/2014/main" id="{6AE309C4-3425-B6DF-0563-35ACD5C9477B}"/>
              </a:ext>
            </a:extLst>
          </p:cNvPr>
          <p:cNvSpPr/>
          <p:nvPr/>
        </p:nvSpPr>
        <p:spPr>
          <a:xfrm>
            <a:off x="2069667" y="2186869"/>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6" name="矩形 85">
            <a:extLst>
              <a:ext uri="{FF2B5EF4-FFF2-40B4-BE49-F238E27FC236}">
                <a16:creationId xmlns:a16="http://schemas.microsoft.com/office/drawing/2014/main" id="{31816598-AA46-66D1-6E7E-0CAB5CFB4A92}"/>
              </a:ext>
            </a:extLst>
          </p:cNvPr>
          <p:cNvSpPr/>
          <p:nvPr/>
        </p:nvSpPr>
        <p:spPr>
          <a:xfrm>
            <a:off x="2241893" y="2186869"/>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7" name="矩形 86">
            <a:extLst>
              <a:ext uri="{FF2B5EF4-FFF2-40B4-BE49-F238E27FC236}">
                <a16:creationId xmlns:a16="http://schemas.microsoft.com/office/drawing/2014/main" id="{15FA27C9-E27B-D651-0702-0B9F3B475F83}"/>
              </a:ext>
            </a:extLst>
          </p:cNvPr>
          <p:cNvSpPr/>
          <p:nvPr/>
        </p:nvSpPr>
        <p:spPr>
          <a:xfrm>
            <a:off x="2414119" y="2186869"/>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8" name="矩形 87">
            <a:extLst>
              <a:ext uri="{FF2B5EF4-FFF2-40B4-BE49-F238E27FC236}">
                <a16:creationId xmlns:a16="http://schemas.microsoft.com/office/drawing/2014/main" id="{ECA1A14C-BE49-D730-B31B-81784EEDAF8E}"/>
              </a:ext>
            </a:extLst>
          </p:cNvPr>
          <p:cNvSpPr/>
          <p:nvPr/>
        </p:nvSpPr>
        <p:spPr>
          <a:xfrm>
            <a:off x="2583688" y="2186869"/>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9" name="矩形 88">
            <a:extLst>
              <a:ext uri="{FF2B5EF4-FFF2-40B4-BE49-F238E27FC236}">
                <a16:creationId xmlns:a16="http://schemas.microsoft.com/office/drawing/2014/main" id="{DD61CAF2-B030-7EC4-1E85-EFA778307B9D}"/>
              </a:ext>
            </a:extLst>
          </p:cNvPr>
          <p:cNvSpPr/>
          <p:nvPr/>
        </p:nvSpPr>
        <p:spPr>
          <a:xfrm>
            <a:off x="2755914" y="2186869"/>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0" name="矩形 89">
            <a:extLst>
              <a:ext uri="{FF2B5EF4-FFF2-40B4-BE49-F238E27FC236}">
                <a16:creationId xmlns:a16="http://schemas.microsoft.com/office/drawing/2014/main" id="{77D275B5-1DFE-D621-53C9-2DE25D0DCC26}"/>
              </a:ext>
            </a:extLst>
          </p:cNvPr>
          <p:cNvSpPr/>
          <p:nvPr/>
        </p:nvSpPr>
        <p:spPr>
          <a:xfrm>
            <a:off x="2928140" y="2186869"/>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1" name="矩形 90">
            <a:extLst>
              <a:ext uri="{FF2B5EF4-FFF2-40B4-BE49-F238E27FC236}">
                <a16:creationId xmlns:a16="http://schemas.microsoft.com/office/drawing/2014/main" id="{638F48B6-1106-9B44-C3AA-6B4F759E82FA}"/>
              </a:ext>
            </a:extLst>
          </p:cNvPr>
          <p:cNvSpPr/>
          <p:nvPr/>
        </p:nvSpPr>
        <p:spPr>
          <a:xfrm>
            <a:off x="3100366" y="2186869"/>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2" name="矩形 91">
            <a:extLst>
              <a:ext uri="{FF2B5EF4-FFF2-40B4-BE49-F238E27FC236}">
                <a16:creationId xmlns:a16="http://schemas.microsoft.com/office/drawing/2014/main" id="{DDA7C2A5-DCEE-E3D8-3197-1F0B79A39213}"/>
              </a:ext>
            </a:extLst>
          </p:cNvPr>
          <p:cNvSpPr/>
          <p:nvPr/>
        </p:nvSpPr>
        <p:spPr>
          <a:xfrm>
            <a:off x="3272592" y="2186869"/>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3" name="矩形 92">
            <a:extLst>
              <a:ext uri="{FF2B5EF4-FFF2-40B4-BE49-F238E27FC236}">
                <a16:creationId xmlns:a16="http://schemas.microsoft.com/office/drawing/2014/main" id="{5B8E9638-A5AA-7C0F-E4F3-06F22A181F42}"/>
              </a:ext>
            </a:extLst>
          </p:cNvPr>
          <p:cNvSpPr/>
          <p:nvPr/>
        </p:nvSpPr>
        <p:spPr>
          <a:xfrm>
            <a:off x="3444818" y="2186869"/>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7" name="矩形 96">
            <a:extLst>
              <a:ext uri="{FF2B5EF4-FFF2-40B4-BE49-F238E27FC236}">
                <a16:creationId xmlns:a16="http://schemas.microsoft.com/office/drawing/2014/main" id="{130283A0-A0F6-9A70-606F-AEC1710D7A91}"/>
              </a:ext>
            </a:extLst>
          </p:cNvPr>
          <p:cNvSpPr/>
          <p:nvPr/>
        </p:nvSpPr>
        <p:spPr>
          <a:xfrm>
            <a:off x="1380763" y="2359095"/>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8" name="矩形 97">
            <a:extLst>
              <a:ext uri="{FF2B5EF4-FFF2-40B4-BE49-F238E27FC236}">
                <a16:creationId xmlns:a16="http://schemas.microsoft.com/office/drawing/2014/main" id="{5677DA52-7FF0-52CA-0CD4-9CD3E176ED0B}"/>
              </a:ext>
            </a:extLst>
          </p:cNvPr>
          <p:cNvSpPr/>
          <p:nvPr/>
        </p:nvSpPr>
        <p:spPr>
          <a:xfrm>
            <a:off x="1552989" y="235909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9" name="矩形 98">
            <a:extLst>
              <a:ext uri="{FF2B5EF4-FFF2-40B4-BE49-F238E27FC236}">
                <a16:creationId xmlns:a16="http://schemas.microsoft.com/office/drawing/2014/main" id="{69EB70BF-8A20-1E7B-D62C-EC92BE3F4EE9}"/>
              </a:ext>
            </a:extLst>
          </p:cNvPr>
          <p:cNvSpPr/>
          <p:nvPr/>
        </p:nvSpPr>
        <p:spPr>
          <a:xfrm>
            <a:off x="1725215" y="235909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0" name="矩形 99">
            <a:extLst>
              <a:ext uri="{FF2B5EF4-FFF2-40B4-BE49-F238E27FC236}">
                <a16:creationId xmlns:a16="http://schemas.microsoft.com/office/drawing/2014/main" id="{8B9DC2E6-3C10-6BB7-657F-C81EA8AB3B30}"/>
              </a:ext>
            </a:extLst>
          </p:cNvPr>
          <p:cNvSpPr/>
          <p:nvPr/>
        </p:nvSpPr>
        <p:spPr>
          <a:xfrm>
            <a:off x="1897441" y="235909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1" name="矩形 100">
            <a:extLst>
              <a:ext uri="{FF2B5EF4-FFF2-40B4-BE49-F238E27FC236}">
                <a16:creationId xmlns:a16="http://schemas.microsoft.com/office/drawing/2014/main" id="{D55A5DC3-0A15-CC9B-5DA5-DAAAE5F08E2E}"/>
              </a:ext>
            </a:extLst>
          </p:cNvPr>
          <p:cNvSpPr/>
          <p:nvPr/>
        </p:nvSpPr>
        <p:spPr>
          <a:xfrm>
            <a:off x="2069667" y="235909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2" name="矩形 101">
            <a:extLst>
              <a:ext uri="{FF2B5EF4-FFF2-40B4-BE49-F238E27FC236}">
                <a16:creationId xmlns:a16="http://schemas.microsoft.com/office/drawing/2014/main" id="{BC396056-3D53-C3E4-E907-6971AC24283B}"/>
              </a:ext>
            </a:extLst>
          </p:cNvPr>
          <p:cNvSpPr/>
          <p:nvPr/>
        </p:nvSpPr>
        <p:spPr>
          <a:xfrm>
            <a:off x="2241893" y="235909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3" name="矩形 102">
            <a:extLst>
              <a:ext uri="{FF2B5EF4-FFF2-40B4-BE49-F238E27FC236}">
                <a16:creationId xmlns:a16="http://schemas.microsoft.com/office/drawing/2014/main" id="{542AADB9-9F83-0BED-A7BA-34BDDFB088A1}"/>
              </a:ext>
            </a:extLst>
          </p:cNvPr>
          <p:cNvSpPr/>
          <p:nvPr/>
        </p:nvSpPr>
        <p:spPr>
          <a:xfrm>
            <a:off x="2414119" y="235909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4" name="矩形 103">
            <a:extLst>
              <a:ext uri="{FF2B5EF4-FFF2-40B4-BE49-F238E27FC236}">
                <a16:creationId xmlns:a16="http://schemas.microsoft.com/office/drawing/2014/main" id="{2FFB8A55-8740-D3AF-D977-0FBC9FE14734}"/>
              </a:ext>
            </a:extLst>
          </p:cNvPr>
          <p:cNvSpPr/>
          <p:nvPr/>
        </p:nvSpPr>
        <p:spPr>
          <a:xfrm>
            <a:off x="2583688" y="235909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5" name="矩形 104">
            <a:extLst>
              <a:ext uri="{FF2B5EF4-FFF2-40B4-BE49-F238E27FC236}">
                <a16:creationId xmlns:a16="http://schemas.microsoft.com/office/drawing/2014/main" id="{CEE93981-2713-FB82-7693-FF179CF05BD7}"/>
              </a:ext>
            </a:extLst>
          </p:cNvPr>
          <p:cNvSpPr/>
          <p:nvPr/>
        </p:nvSpPr>
        <p:spPr>
          <a:xfrm>
            <a:off x="2755914" y="235909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6" name="矩形 105">
            <a:extLst>
              <a:ext uri="{FF2B5EF4-FFF2-40B4-BE49-F238E27FC236}">
                <a16:creationId xmlns:a16="http://schemas.microsoft.com/office/drawing/2014/main" id="{82E3A5F7-D9F2-DC66-0364-D61D4AFD9BE1}"/>
              </a:ext>
            </a:extLst>
          </p:cNvPr>
          <p:cNvSpPr/>
          <p:nvPr/>
        </p:nvSpPr>
        <p:spPr>
          <a:xfrm>
            <a:off x="2928140" y="235909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7" name="矩形 106">
            <a:extLst>
              <a:ext uri="{FF2B5EF4-FFF2-40B4-BE49-F238E27FC236}">
                <a16:creationId xmlns:a16="http://schemas.microsoft.com/office/drawing/2014/main" id="{B3C4AD60-FF59-03AC-6A2B-72558B8C010C}"/>
              </a:ext>
            </a:extLst>
          </p:cNvPr>
          <p:cNvSpPr/>
          <p:nvPr/>
        </p:nvSpPr>
        <p:spPr>
          <a:xfrm>
            <a:off x="3100366" y="235909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8" name="矩形 107">
            <a:extLst>
              <a:ext uri="{FF2B5EF4-FFF2-40B4-BE49-F238E27FC236}">
                <a16:creationId xmlns:a16="http://schemas.microsoft.com/office/drawing/2014/main" id="{A7E282F8-9712-9618-CA30-CBE57F1DC995}"/>
              </a:ext>
            </a:extLst>
          </p:cNvPr>
          <p:cNvSpPr/>
          <p:nvPr/>
        </p:nvSpPr>
        <p:spPr>
          <a:xfrm>
            <a:off x="3272592" y="235909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9" name="矩形 108">
            <a:extLst>
              <a:ext uri="{FF2B5EF4-FFF2-40B4-BE49-F238E27FC236}">
                <a16:creationId xmlns:a16="http://schemas.microsoft.com/office/drawing/2014/main" id="{D23C109F-CC7D-3023-245C-681CDEDB9F4F}"/>
              </a:ext>
            </a:extLst>
          </p:cNvPr>
          <p:cNvSpPr/>
          <p:nvPr/>
        </p:nvSpPr>
        <p:spPr>
          <a:xfrm>
            <a:off x="3444818" y="2359095"/>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3" name="矩形 112">
            <a:extLst>
              <a:ext uri="{FF2B5EF4-FFF2-40B4-BE49-F238E27FC236}">
                <a16:creationId xmlns:a16="http://schemas.microsoft.com/office/drawing/2014/main" id="{2F1C59B9-4298-FCE8-072D-A01C1000ACF5}"/>
              </a:ext>
            </a:extLst>
          </p:cNvPr>
          <p:cNvSpPr/>
          <p:nvPr/>
        </p:nvSpPr>
        <p:spPr>
          <a:xfrm>
            <a:off x="1380763" y="2531321"/>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4" name="矩形 113">
            <a:extLst>
              <a:ext uri="{FF2B5EF4-FFF2-40B4-BE49-F238E27FC236}">
                <a16:creationId xmlns:a16="http://schemas.microsoft.com/office/drawing/2014/main" id="{0F2EB630-C260-BD67-373C-CC026B2ED878}"/>
              </a:ext>
            </a:extLst>
          </p:cNvPr>
          <p:cNvSpPr/>
          <p:nvPr/>
        </p:nvSpPr>
        <p:spPr>
          <a:xfrm>
            <a:off x="1552989" y="2531321"/>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5" name="矩形 114">
            <a:extLst>
              <a:ext uri="{FF2B5EF4-FFF2-40B4-BE49-F238E27FC236}">
                <a16:creationId xmlns:a16="http://schemas.microsoft.com/office/drawing/2014/main" id="{0A4233A0-A7A1-8F0C-5DD1-A675C29C5351}"/>
              </a:ext>
            </a:extLst>
          </p:cNvPr>
          <p:cNvSpPr/>
          <p:nvPr/>
        </p:nvSpPr>
        <p:spPr>
          <a:xfrm>
            <a:off x="1725215" y="2531321"/>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6" name="矩形 115">
            <a:extLst>
              <a:ext uri="{FF2B5EF4-FFF2-40B4-BE49-F238E27FC236}">
                <a16:creationId xmlns:a16="http://schemas.microsoft.com/office/drawing/2014/main" id="{48648F6E-F153-CAC7-09E8-5BFC712D5DCA}"/>
              </a:ext>
            </a:extLst>
          </p:cNvPr>
          <p:cNvSpPr/>
          <p:nvPr/>
        </p:nvSpPr>
        <p:spPr>
          <a:xfrm>
            <a:off x="1897441" y="2531321"/>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7" name="矩形 116">
            <a:extLst>
              <a:ext uri="{FF2B5EF4-FFF2-40B4-BE49-F238E27FC236}">
                <a16:creationId xmlns:a16="http://schemas.microsoft.com/office/drawing/2014/main" id="{A90D02AF-7796-B17B-434F-D40ABFBEFC49}"/>
              </a:ext>
            </a:extLst>
          </p:cNvPr>
          <p:cNvSpPr/>
          <p:nvPr/>
        </p:nvSpPr>
        <p:spPr>
          <a:xfrm>
            <a:off x="2069667" y="2531321"/>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8" name="矩形 117">
            <a:extLst>
              <a:ext uri="{FF2B5EF4-FFF2-40B4-BE49-F238E27FC236}">
                <a16:creationId xmlns:a16="http://schemas.microsoft.com/office/drawing/2014/main" id="{C52921F1-62BB-5849-7654-56D44E91546E}"/>
              </a:ext>
            </a:extLst>
          </p:cNvPr>
          <p:cNvSpPr/>
          <p:nvPr/>
        </p:nvSpPr>
        <p:spPr>
          <a:xfrm>
            <a:off x="2241893" y="2531321"/>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9" name="矩形 118">
            <a:extLst>
              <a:ext uri="{FF2B5EF4-FFF2-40B4-BE49-F238E27FC236}">
                <a16:creationId xmlns:a16="http://schemas.microsoft.com/office/drawing/2014/main" id="{BB8F7EE6-0B97-49B5-BD4F-3EE97C2330E4}"/>
              </a:ext>
            </a:extLst>
          </p:cNvPr>
          <p:cNvSpPr/>
          <p:nvPr/>
        </p:nvSpPr>
        <p:spPr>
          <a:xfrm>
            <a:off x="2414119" y="2531321"/>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0" name="矩形 119">
            <a:extLst>
              <a:ext uri="{FF2B5EF4-FFF2-40B4-BE49-F238E27FC236}">
                <a16:creationId xmlns:a16="http://schemas.microsoft.com/office/drawing/2014/main" id="{59A09662-458D-0BC2-9FB8-DA71E656D283}"/>
              </a:ext>
            </a:extLst>
          </p:cNvPr>
          <p:cNvSpPr/>
          <p:nvPr/>
        </p:nvSpPr>
        <p:spPr>
          <a:xfrm>
            <a:off x="2583688" y="2531321"/>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1" name="矩形 120">
            <a:extLst>
              <a:ext uri="{FF2B5EF4-FFF2-40B4-BE49-F238E27FC236}">
                <a16:creationId xmlns:a16="http://schemas.microsoft.com/office/drawing/2014/main" id="{A64B0828-F0B5-4E19-FCB8-7FBCF7502A99}"/>
              </a:ext>
            </a:extLst>
          </p:cNvPr>
          <p:cNvSpPr/>
          <p:nvPr/>
        </p:nvSpPr>
        <p:spPr>
          <a:xfrm>
            <a:off x="2755914" y="2531321"/>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2" name="矩形 121">
            <a:extLst>
              <a:ext uri="{FF2B5EF4-FFF2-40B4-BE49-F238E27FC236}">
                <a16:creationId xmlns:a16="http://schemas.microsoft.com/office/drawing/2014/main" id="{A93C4D13-7A7D-12EB-0899-8B62B76F30B9}"/>
              </a:ext>
            </a:extLst>
          </p:cNvPr>
          <p:cNvSpPr/>
          <p:nvPr/>
        </p:nvSpPr>
        <p:spPr>
          <a:xfrm>
            <a:off x="2928140" y="2531321"/>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3" name="矩形 122">
            <a:extLst>
              <a:ext uri="{FF2B5EF4-FFF2-40B4-BE49-F238E27FC236}">
                <a16:creationId xmlns:a16="http://schemas.microsoft.com/office/drawing/2014/main" id="{55B1FB2C-A497-8E39-A6E5-31C38BF5E163}"/>
              </a:ext>
            </a:extLst>
          </p:cNvPr>
          <p:cNvSpPr/>
          <p:nvPr/>
        </p:nvSpPr>
        <p:spPr>
          <a:xfrm>
            <a:off x="3100366" y="2531321"/>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4" name="矩形 123">
            <a:extLst>
              <a:ext uri="{FF2B5EF4-FFF2-40B4-BE49-F238E27FC236}">
                <a16:creationId xmlns:a16="http://schemas.microsoft.com/office/drawing/2014/main" id="{58023706-6CA6-E439-2B26-A9FA223D8055}"/>
              </a:ext>
            </a:extLst>
          </p:cNvPr>
          <p:cNvSpPr/>
          <p:nvPr/>
        </p:nvSpPr>
        <p:spPr>
          <a:xfrm>
            <a:off x="3272592" y="2531321"/>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5" name="矩形 124">
            <a:extLst>
              <a:ext uri="{FF2B5EF4-FFF2-40B4-BE49-F238E27FC236}">
                <a16:creationId xmlns:a16="http://schemas.microsoft.com/office/drawing/2014/main" id="{7805DB05-44EF-58FC-9233-922446702E1E}"/>
              </a:ext>
            </a:extLst>
          </p:cNvPr>
          <p:cNvSpPr/>
          <p:nvPr/>
        </p:nvSpPr>
        <p:spPr>
          <a:xfrm>
            <a:off x="3444818" y="2531321"/>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9" name="矩形 128">
            <a:extLst>
              <a:ext uri="{FF2B5EF4-FFF2-40B4-BE49-F238E27FC236}">
                <a16:creationId xmlns:a16="http://schemas.microsoft.com/office/drawing/2014/main" id="{5ABF2960-8329-69F9-067A-9426FC6B4FC1}"/>
              </a:ext>
            </a:extLst>
          </p:cNvPr>
          <p:cNvSpPr/>
          <p:nvPr/>
        </p:nvSpPr>
        <p:spPr>
          <a:xfrm>
            <a:off x="1380763" y="2703547"/>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0" name="矩形 129">
            <a:extLst>
              <a:ext uri="{FF2B5EF4-FFF2-40B4-BE49-F238E27FC236}">
                <a16:creationId xmlns:a16="http://schemas.microsoft.com/office/drawing/2014/main" id="{C7604F56-A0F2-D70D-D9AC-689FFDA35390}"/>
              </a:ext>
            </a:extLst>
          </p:cNvPr>
          <p:cNvSpPr/>
          <p:nvPr/>
        </p:nvSpPr>
        <p:spPr>
          <a:xfrm>
            <a:off x="1552989" y="2703547"/>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1" name="矩形 130">
            <a:extLst>
              <a:ext uri="{FF2B5EF4-FFF2-40B4-BE49-F238E27FC236}">
                <a16:creationId xmlns:a16="http://schemas.microsoft.com/office/drawing/2014/main" id="{371B52BB-CE87-86BA-7597-1DBE01027B06}"/>
              </a:ext>
            </a:extLst>
          </p:cNvPr>
          <p:cNvSpPr/>
          <p:nvPr/>
        </p:nvSpPr>
        <p:spPr>
          <a:xfrm>
            <a:off x="1725215" y="2703547"/>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2" name="矩形 131">
            <a:extLst>
              <a:ext uri="{FF2B5EF4-FFF2-40B4-BE49-F238E27FC236}">
                <a16:creationId xmlns:a16="http://schemas.microsoft.com/office/drawing/2014/main" id="{18C16894-376C-F3F4-9E93-D9ED5C2EF272}"/>
              </a:ext>
            </a:extLst>
          </p:cNvPr>
          <p:cNvSpPr/>
          <p:nvPr/>
        </p:nvSpPr>
        <p:spPr>
          <a:xfrm>
            <a:off x="1897441" y="2703547"/>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3" name="矩形 132">
            <a:extLst>
              <a:ext uri="{FF2B5EF4-FFF2-40B4-BE49-F238E27FC236}">
                <a16:creationId xmlns:a16="http://schemas.microsoft.com/office/drawing/2014/main" id="{DD38CA72-8195-8122-1522-621051505C34}"/>
              </a:ext>
            </a:extLst>
          </p:cNvPr>
          <p:cNvSpPr/>
          <p:nvPr/>
        </p:nvSpPr>
        <p:spPr>
          <a:xfrm>
            <a:off x="2069667" y="2703547"/>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4" name="矩形 133">
            <a:extLst>
              <a:ext uri="{FF2B5EF4-FFF2-40B4-BE49-F238E27FC236}">
                <a16:creationId xmlns:a16="http://schemas.microsoft.com/office/drawing/2014/main" id="{F95624B5-510D-8788-7507-E846063E3A68}"/>
              </a:ext>
            </a:extLst>
          </p:cNvPr>
          <p:cNvSpPr/>
          <p:nvPr/>
        </p:nvSpPr>
        <p:spPr>
          <a:xfrm>
            <a:off x="2241893" y="2703547"/>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5" name="矩形 134">
            <a:extLst>
              <a:ext uri="{FF2B5EF4-FFF2-40B4-BE49-F238E27FC236}">
                <a16:creationId xmlns:a16="http://schemas.microsoft.com/office/drawing/2014/main" id="{3CE4DDB1-0F2B-77D3-04DE-E1DCB6F894E5}"/>
              </a:ext>
            </a:extLst>
          </p:cNvPr>
          <p:cNvSpPr/>
          <p:nvPr/>
        </p:nvSpPr>
        <p:spPr>
          <a:xfrm>
            <a:off x="2414119" y="2703547"/>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6" name="矩形 135">
            <a:extLst>
              <a:ext uri="{FF2B5EF4-FFF2-40B4-BE49-F238E27FC236}">
                <a16:creationId xmlns:a16="http://schemas.microsoft.com/office/drawing/2014/main" id="{DC6312D8-12C5-F83B-ECA5-A65F25ED4FDB}"/>
              </a:ext>
            </a:extLst>
          </p:cNvPr>
          <p:cNvSpPr/>
          <p:nvPr/>
        </p:nvSpPr>
        <p:spPr>
          <a:xfrm>
            <a:off x="2583688" y="2703547"/>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7" name="矩形 136">
            <a:extLst>
              <a:ext uri="{FF2B5EF4-FFF2-40B4-BE49-F238E27FC236}">
                <a16:creationId xmlns:a16="http://schemas.microsoft.com/office/drawing/2014/main" id="{F44EA424-7986-95D6-48D7-A12D5B69D482}"/>
              </a:ext>
            </a:extLst>
          </p:cNvPr>
          <p:cNvSpPr/>
          <p:nvPr/>
        </p:nvSpPr>
        <p:spPr>
          <a:xfrm>
            <a:off x="2755914" y="2703547"/>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8" name="矩形 137">
            <a:extLst>
              <a:ext uri="{FF2B5EF4-FFF2-40B4-BE49-F238E27FC236}">
                <a16:creationId xmlns:a16="http://schemas.microsoft.com/office/drawing/2014/main" id="{1C21B06A-6686-FFF0-ECAA-8192120E260A}"/>
              </a:ext>
            </a:extLst>
          </p:cNvPr>
          <p:cNvSpPr/>
          <p:nvPr/>
        </p:nvSpPr>
        <p:spPr>
          <a:xfrm>
            <a:off x="2928140" y="2703547"/>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9" name="矩形 138">
            <a:extLst>
              <a:ext uri="{FF2B5EF4-FFF2-40B4-BE49-F238E27FC236}">
                <a16:creationId xmlns:a16="http://schemas.microsoft.com/office/drawing/2014/main" id="{ED176B0B-C836-C27A-621D-B9AF5EFE57D0}"/>
              </a:ext>
            </a:extLst>
          </p:cNvPr>
          <p:cNvSpPr/>
          <p:nvPr/>
        </p:nvSpPr>
        <p:spPr>
          <a:xfrm>
            <a:off x="3100366" y="2703547"/>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0" name="矩形 139">
            <a:extLst>
              <a:ext uri="{FF2B5EF4-FFF2-40B4-BE49-F238E27FC236}">
                <a16:creationId xmlns:a16="http://schemas.microsoft.com/office/drawing/2014/main" id="{8F9F8EFD-FD3A-0CF5-1234-E6A82D4917C5}"/>
              </a:ext>
            </a:extLst>
          </p:cNvPr>
          <p:cNvSpPr/>
          <p:nvPr/>
        </p:nvSpPr>
        <p:spPr>
          <a:xfrm>
            <a:off x="3272592" y="2703547"/>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1" name="矩形 140">
            <a:extLst>
              <a:ext uri="{FF2B5EF4-FFF2-40B4-BE49-F238E27FC236}">
                <a16:creationId xmlns:a16="http://schemas.microsoft.com/office/drawing/2014/main" id="{C02FE464-4D3B-B0FE-743B-B81F77C0F0B0}"/>
              </a:ext>
            </a:extLst>
          </p:cNvPr>
          <p:cNvSpPr/>
          <p:nvPr/>
        </p:nvSpPr>
        <p:spPr>
          <a:xfrm>
            <a:off x="3444818" y="2703547"/>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5" name="矩形 144">
            <a:extLst>
              <a:ext uri="{FF2B5EF4-FFF2-40B4-BE49-F238E27FC236}">
                <a16:creationId xmlns:a16="http://schemas.microsoft.com/office/drawing/2014/main" id="{BA5F3B0C-7D05-FEFF-A3E5-E62436394352}"/>
              </a:ext>
            </a:extLst>
          </p:cNvPr>
          <p:cNvSpPr/>
          <p:nvPr/>
        </p:nvSpPr>
        <p:spPr>
          <a:xfrm>
            <a:off x="1380763" y="2875773"/>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6" name="矩形 145">
            <a:extLst>
              <a:ext uri="{FF2B5EF4-FFF2-40B4-BE49-F238E27FC236}">
                <a16:creationId xmlns:a16="http://schemas.microsoft.com/office/drawing/2014/main" id="{68410E65-222C-6050-73BF-207C51CE05F6}"/>
              </a:ext>
            </a:extLst>
          </p:cNvPr>
          <p:cNvSpPr/>
          <p:nvPr/>
        </p:nvSpPr>
        <p:spPr>
          <a:xfrm>
            <a:off x="1552989" y="2875773"/>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7" name="矩形 146">
            <a:extLst>
              <a:ext uri="{FF2B5EF4-FFF2-40B4-BE49-F238E27FC236}">
                <a16:creationId xmlns:a16="http://schemas.microsoft.com/office/drawing/2014/main" id="{83A0F8D2-7083-3448-6E20-677BA1CD7AF9}"/>
              </a:ext>
            </a:extLst>
          </p:cNvPr>
          <p:cNvSpPr/>
          <p:nvPr/>
        </p:nvSpPr>
        <p:spPr>
          <a:xfrm>
            <a:off x="1725215" y="2875773"/>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8" name="矩形 147">
            <a:extLst>
              <a:ext uri="{FF2B5EF4-FFF2-40B4-BE49-F238E27FC236}">
                <a16:creationId xmlns:a16="http://schemas.microsoft.com/office/drawing/2014/main" id="{BDF66DDD-EE57-DCEA-B462-DDB3EFC72E24}"/>
              </a:ext>
            </a:extLst>
          </p:cNvPr>
          <p:cNvSpPr/>
          <p:nvPr/>
        </p:nvSpPr>
        <p:spPr>
          <a:xfrm>
            <a:off x="1897441" y="2875773"/>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9" name="矩形 148">
            <a:extLst>
              <a:ext uri="{FF2B5EF4-FFF2-40B4-BE49-F238E27FC236}">
                <a16:creationId xmlns:a16="http://schemas.microsoft.com/office/drawing/2014/main" id="{0CBD7607-3008-6226-6570-B81193BCAC7C}"/>
              </a:ext>
            </a:extLst>
          </p:cNvPr>
          <p:cNvSpPr/>
          <p:nvPr/>
        </p:nvSpPr>
        <p:spPr>
          <a:xfrm>
            <a:off x="2069667" y="2875773"/>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0" name="矩形 149">
            <a:extLst>
              <a:ext uri="{FF2B5EF4-FFF2-40B4-BE49-F238E27FC236}">
                <a16:creationId xmlns:a16="http://schemas.microsoft.com/office/drawing/2014/main" id="{B45CDBBA-1E7D-6369-1BDB-BE94EDB1E203}"/>
              </a:ext>
            </a:extLst>
          </p:cNvPr>
          <p:cNvSpPr/>
          <p:nvPr/>
        </p:nvSpPr>
        <p:spPr>
          <a:xfrm>
            <a:off x="2241893" y="2875773"/>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1" name="矩形 150">
            <a:extLst>
              <a:ext uri="{FF2B5EF4-FFF2-40B4-BE49-F238E27FC236}">
                <a16:creationId xmlns:a16="http://schemas.microsoft.com/office/drawing/2014/main" id="{601C078B-63B2-5395-92DD-C7C191264F18}"/>
              </a:ext>
            </a:extLst>
          </p:cNvPr>
          <p:cNvSpPr/>
          <p:nvPr/>
        </p:nvSpPr>
        <p:spPr>
          <a:xfrm>
            <a:off x="2414119" y="2875773"/>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2" name="矩形 151">
            <a:extLst>
              <a:ext uri="{FF2B5EF4-FFF2-40B4-BE49-F238E27FC236}">
                <a16:creationId xmlns:a16="http://schemas.microsoft.com/office/drawing/2014/main" id="{162BAB68-1BF2-F081-3104-9AEF33A18B69}"/>
              </a:ext>
            </a:extLst>
          </p:cNvPr>
          <p:cNvSpPr/>
          <p:nvPr/>
        </p:nvSpPr>
        <p:spPr>
          <a:xfrm>
            <a:off x="2583688" y="2875773"/>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3" name="矩形 152">
            <a:extLst>
              <a:ext uri="{FF2B5EF4-FFF2-40B4-BE49-F238E27FC236}">
                <a16:creationId xmlns:a16="http://schemas.microsoft.com/office/drawing/2014/main" id="{A72174F0-4F58-1850-D696-190F2E5DB065}"/>
              </a:ext>
            </a:extLst>
          </p:cNvPr>
          <p:cNvSpPr/>
          <p:nvPr/>
        </p:nvSpPr>
        <p:spPr>
          <a:xfrm>
            <a:off x="2755914" y="2875773"/>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4" name="矩形 153">
            <a:extLst>
              <a:ext uri="{FF2B5EF4-FFF2-40B4-BE49-F238E27FC236}">
                <a16:creationId xmlns:a16="http://schemas.microsoft.com/office/drawing/2014/main" id="{4F8F89B5-D263-BF0F-A054-5A38A470F9F2}"/>
              </a:ext>
            </a:extLst>
          </p:cNvPr>
          <p:cNvSpPr/>
          <p:nvPr/>
        </p:nvSpPr>
        <p:spPr>
          <a:xfrm>
            <a:off x="2928140" y="2875773"/>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5" name="矩形 154">
            <a:extLst>
              <a:ext uri="{FF2B5EF4-FFF2-40B4-BE49-F238E27FC236}">
                <a16:creationId xmlns:a16="http://schemas.microsoft.com/office/drawing/2014/main" id="{799F3AA4-32B9-640F-8E38-13848EDD675F}"/>
              </a:ext>
            </a:extLst>
          </p:cNvPr>
          <p:cNvSpPr/>
          <p:nvPr/>
        </p:nvSpPr>
        <p:spPr>
          <a:xfrm>
            <a:off x="3100366" y="2875773"/>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6" name="矩形 155">
            <a:extLst>
              <a:ext uri="{FF2B5EF4-FFF2-40B4-BE49-F238E27FC236}">
                <a16:creationId xmlns:a16="http://schemas.microsoft.com/office/drawing/2014/main" id="{FF18DBD3-6DC0-A70C-EA56-624A799890F6}"/>
              </a:ext>
            </a:extLst>
          </p:cNvPr>
          <p:cNvSpPr/>
          <p:nvPr/>
        </p:nvSpPr>
        <p:spPr>
          <a:xfrm>
            <a:off x="3272592" y="2875773"/>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7" name="矩形 156">
            <a:extLst>
              <a:ext uri="{FF2B5EF4-FFF2-40B4-BE49-F238E27FC236}">
                <a16:creationId xmlns:a16="http://schemas.microsoft.com/office/drawing/2014/main" id="{AD8D1085-B391-1876-0ABC-1A4C7664EDAE}"/>
              </a:ext>
            </a:extLst>
          </p:cNvPr>
          <p:cNvSpPr/>
          <p:nvPr/>
        </p:nvSpPr>
        <p:spPr>
          <a:xfrm>
            <a:off x="3444818" y="2875773"/>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1" name="矩形 160">
            <a:extLst>
              <a:ext uri="{FF2B5EF4-FFF2-40B4-BE49-F238E27FC236}">
                <a16:creationId xmlns:a16="http://schemas.microsoft.com/office/drawing/2014/main" id="{36BB9C3B-221F-6054-67DC-0494B662897E}"/>
              </a:ext>
            </a:extLst>
          </p:cNvPr>
          <p:cNvSpPr/>
          <p:nvPr/>
        </p:nvSpPr>
        <p:spPr>
          <a:xfrm>
            <a:off x="1380763" y="3047999"/>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2" name="矩形 161">
            <a:extLst>
              <a:ext uri="{FF2B5EF4-FFF2-40B4-BE49-F238E27FC236}">
                <a16:creationId xmlns:a16="http://schemas.microsoft.com/office/drawing/2014/main" id="{46E41DB0-B436-41DF-9F5F-42141AA53BEC}"/>
              </a:ext>
            </a:extLst>
          </p:cNvPr>
          <p:cNvSpPr/>
          <p:nvPr/>
        </p:nvSpPr>
        <p:spPr>
          <a:xfrm>
            <a:off x="1552989" y="3047999"/>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3" name="矩形 162">
            <a:extLst>
              <a:ext uri="{FF2B5EF4-FFF2-40B4-BE49-F238E27FC236}">
                <a16:creationId xmlns:a16="http://schemas.microsoft.com/office/drawing/2014/main" id="{6B3A3F04-8AE6-E972-2A83-B9434286E12D}"/>
              </a:ext>
            </a:extLst>
          </p:cNvPr>
          <p:cNvSpPr/>
          <p:nvPr/>
        </p:nvSpPr>
        <p:spPr>
          <a:xfrm>
            <a:off x="1725215" y="3047999"/>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4" name="矩形 163">
            <a:extLst>
              <a:ext uri="{FF2B5EF4-FFF2-40B4-BE49-F238E27FC236}">
                <a16:creationId xmlns:a16="http://schemas.microsoft.com/office/drawing/2014/main" id="{1DDDBB0B-8D46-4C0D-2F53-EAAD6A64489E}"/>
              </a:ext>
            </a:extLst>
          </p:cNvPr>
          <p:cNvSpPr/>
          <p:nvPr/>
        </p:nvSpPr>
        <p:spPr>
          <a:xfrm>
            <a:off x="1897441" y="3047999"/>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5" name="矩形 164">
            <a:extLst>
              <a:ext uri="{FF2B5EF4-FFF2-40B4-BE49-F238E27FC236}">
                <a16:creationId xmlns:a16="http://schemas.microsoft.com/office/drawing/2014/main" id="{2D92D901-9302-A8CB-9D98-0DAF14F144CE}"/>
              </a:ext>
            </a:extLst>
          </p:cNvPr>
          <p:cNvSpPr/>
          <p:nvPr/>
        </p:nvSpPr>
        <p:spPr>
          <a:xfrm>
            <a:off x="2069667" y="3047999"/>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6" name="矩形 165">
            <a:extLst>
              <a:ext uri="{FF2B5EF4-FFF2-40B4-BE49-F238E27FC236}">
                <a16:creationId xmlns:a16="http://schemas.microsoft.com/office/drawing/2014/main" id="{ABD5DA64-C8AD-984E-A6BE-C1EE9B7DE3A4}"/>
              </a:ext>
            </a:extLst>
          </p:cNvPr>
          <p:cNvSpPr/>
          <p:nvPr/>
        </p:nvSpPr>
        <p:spPr>
          <a:xfrm>
            <a:off x="2241893" y="3047999"/>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7" name="矩形 166">
            <a:extLst>
              <a:ext uri="{FF2B5EF4-FFF2-40B4-BE49-F238E27FC236}">
                <a16:creationId xmlns:a16="http://schemas.microsoft.com/office/drawing/2014/main" id="{C7FD3C5A-08E6-7E4C-AA24-8BB6443213F5}"/>
              </a:ext>
            </a:extLst>
          </p:cNvPr>
          <p:cNvSpPr/>
          <p:nvPr/>
        </p:nvSpPr>
        <p:spPr>
          <a:xfrm>
            <a:off x="2414119" y="3047999"/>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8" name="矩形 167">
            <a:extLst>
              <a:ext uri="{FF2B5EF4-FFF2-40B4-BE49-F238E27FC236}">
                <a16:creationId xmlns:a16="http://schemas.microsoft.com/office/drawing/2014/main" id="{4FD35D79-DB89-105B-2E32-8AC7FC240DD2}"/>
              </a:ext>
            </a:extLst>
          </p:cNvPr>
          <p:cNvSpPr/>
          <p:nvPr/>
        </p:nvSpPr>
        <p:spPr>
          <a:xfrm>
            <a:off x="2583688" y="3047999"/>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9" name="矩形 168">
            <a:extLst>
              <a:ext uri="{FF2B5EF4-FFF2-40B4-BE49-F238E27FC236}">
                <a16:creationId xmlns:a16="http://schemas.microsoft.com/office/drawing/2014/main" id="{89F3CFB1-66B6-CC74-D544-92B3F5F5C2DE}"/>
              </a:ext>
            </a:extLst>
          </p:cNvPr>
          <p:cNvSpPr/>
          <p:nvPr/>
        </p:nvSpPr>
        <p:spPr>
          <a:xfrm>
            <a:off x="2755914" y="3047999"/>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0" name="矩形 169">
            <a:extLst>
              <a:ext uri="{FF2B5EF4-FFF2-40B4-BE49-F238E27FC236}">
                <a16:creationId xmlns:a16="http://schemas.microsoft.com/office/drawing/2014/main" id="{4C1D4B02-51DC-DC3F-CB4F-AF27A755DB52}"/>
              </a:ext>
            </a:extLst>
          </p:cNvPr>
          <p:cNvSpPr/>
          <p:nvPr/>
        </p:nvSpPr>
        <p:spPr>
          <a:xfrm>
            <a:off x="2928140" y="3047999"/>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1" name="矩形 170">
            <a:extLst>
              <a:ext uri="{FF2B5EF4-FFF2-40B4-BE49-F238E27FC236}">
                <a16:creationId xmlns:a16="http://schemas.microsoft.com/office/drawing/2014/main" id="{3513874E-3BE7-1D6B-E347-2B59FEB2B48A}"/>
              </a:ext>
            </a:extLst>
          </p:cNvPr>
          <p:cNvSpPr/>
          <p:nvPr/>
        </p:nvSpPr>
        <p:spPr>
          <a:xfrm>
            <a:off x="3100366" y="3047999"/>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2" name="矩形 171">
            <a:extLst>
              <a:ext uri="{FF2B5EF4-FFF2-40B4-BE49-F238E27FC236}">
                <a16:creationId xmlns:a16="http://schemas.microsoft.com/office/drawing/2014/main" id="{62BFF4E7-C60A-E865-D8CB-84E33C07D02F}"/>
              </a:ext>
            </a:extLst>
          </p:cNvPr>
          <p:cNvSpPr/>
          <p:nvPr/>
        </p:nvSpPr>
        <p:spPr>
          <a:xfrm>
            <a:off x="3272592" y="3047999"/>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3" name="矩形 172">
            <a:extLst>
              <a:ext uri="{FF2B5EF4-FFF2-40B4-BE49-F238E27FC236}">
                <a16:creationId xmlns:a16="http://schemas.microsoft.com/office/drawing/2014/main" id="{86CA7959-EBF7-8B0D-A966-338989D3109A}"/>
              </a:ext>
            </a:extLst>
          </p:cNvPr>
          <p:cNvSpPr/>
          <p:nvPr/>
        </p:nvSpPr>
        <p:spPr>
          <a:xfrm>
            <a:off x="3444818" y="3047999"/>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7" name="矩形 176">
            <a:extLst>
              <a:ext uri="{FF2B5EF4-FFF2-40B4-BE49-F238E27FC236}">
                <a16:creationId xmlns:a16="http://schemas.microsoft.com/office/drawing/2014/main" id="{221454AF-9F2D-3184-5503-D0144526F37E}"/>
              </a:ext>
            </a:extLst>
          </p:cNvPr>
          <p:cNvSpPr/>
          <p:nvPr/>
        </p:nvSpPr>
        <p:spPr>
          <a:xfrm>
            <a:off x="1380763" y="3220225"/>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8" name="矩形 177">
            <a:extLst>
              <a:ext uri="{FF2B5EF4-FFF2-40B4-BE49-F238E27FC236}">
                <a16:creationId xmlns:a16="http://schemas.microsoft.com/office/drawing/2014/main" id="{A928912B-4094-9C20-A8EA-EBCEFD5C99A7}"/>
              </a:ext>
            </a:extLst>
          </p:cNvPr>
          <p:cNvSpPr/>
          <p:nvPr/>
        </p:nvSpPr>
        <p:spPr>
          <a:xfrm>
            <a:off x="1552989" y="322022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9" name="矩形 178">
            <a:extLst>
              <a:ext uri="{FF2B5EF4-FFF2-40B4-BE49-F238E27FC236}">
                <a16:creationId xmlns:a16="http://schemas.microsoft.com/office/drawing/2014/main" id="{069A9FE1-B2E6-DC26-EA0B-5FCC8BD502C9}"/>
              </a:ext>
            </a:extLst>
          </p:cNvPr>
          <p:cNvSpPr/>
          <p:nvPr/>
        </p:nvSpPr>
        <p:spPr>
          <a:xfrm>
            <a:off x="1725215" y="322022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80" name="矩形 179">
            <a:extLst>
              <a:ext uri="{FF2B5EF4-FFF2-40B4-BE49-F238E27FC236}">
                <a16:creationId xmlns:a16="http://schemas.microsoft.com/office/drawing/2014/main" id="{0B8FEF7B-198B-7D91-78E5-38D02FE7DAEC}"/>
              </a:ext>
            </a:extLst>
          </p:cNvPr>
          <p:cNvSpPr/>
          <p:nvPr/>
        </p:nvSpPr>
        <p:spPr>
          <a:xfrm>
            <a:off x="1897441" y="322022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81" name="矩形 180">
            <a:extLst>
              <a:ext uri="{FF2B5EF4-FFF2-40B4-BE49-F238E27FC236}">
                <a16:creationId xmlns:a16="http://schemas.microsoft.com/office/drawing/2014/main" id="{C4324AE4-2A10-A19A-8D33-05891BD8DD11}"/>
              </a:ext>
            </a:extLst>
          </p:cNvPr>
          <p:cNvSpPr/>
          <p:nvPr/>
        </p:nvSpPr>
        <p:spPr>
          <a:xfrm>
            <a:off x="2069667" y="322022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82" name="矩形 181">
            <a:extLst>
              <a:ext uri="{FF2B5EF4-FFF2-40B4-BE49-F238E27FC236}">
                <a16:creationId xmlns:a16="http://schemas.microsoft.com/office/drawing/2014/main" id="{A871B42C-44C8-7D1B-00BA-C99BC7069FD9}"/>
              </a:ext>
            </a:extLst>
          </p:cNvPr>
          <p:cNvSpPr/>
          <p:nvPr/>
        </p:nvSpPr>
        <p:spPr>
          <a:xfrm>
            <a:off x="2241893" y="322022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83" name="矩形 182">
            <a:extLst>
              <a:ext uri="{FF2B5EF4-FFF2-40B4-BE49-F238E27FC236}">
                <a16:creationId xmlns:a16="http://schemas.microsoft.com/office/drawing/2014/main" id="{0475B36D-AED0-09C2-EC24-063009744F76}"/>
              </a:ext>
            </a:extLst>
          </p:cNvPr>
          <p:cNvSpPr/>
          <p:nvPr/>
        </p:nvSpPr>
        <p:spPr>
          <a:xfrm>
            <a:off x="2414119" y="322022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84" name="矩形 183">
            <a:extLst>
              <a:ext uri="{FF2B5EF4-FFF2-40B4-BE49-F238E27FC236}">
                <a16:creationId xmlns:a16="http://schemas.microsoft.com/office/drawing/2014/main" id="{61A1D462-787F-5360-EAE1-1E3D5C99A87B}"/>
              </a:ext>
            </a:extLst>
          </p:cNvPr>
          <p:cNvSpPr/>
          <p:nvPr/>
        </p:nvSpPr>
        <p:spPr>
          <a:xfrm>
            <a:off x="2583688" y="322022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85" name="矩形 184">
            <a:extLst>
              <a:ext uri="{FF2B5EF4-FFF2-40B4-BE49-F238E27FC236}">
                <a16:creationId xmlns:a16="http://schemas.microsoft.com/office/drawing/2014/main" id="{D098AA51-7FED-489B-052D-274FE571A6DA}"/>
              </a:ext>
            </a:extLst>
          </p:cNvPr>
          <p:cNvSpPr/>
          <p:nvPr/>
        </p:nvSpPr>
        <p:spPr>
          <a:xfrm>
            <a:off x="2755914" y="322022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86" name="矩形 185">
            <a:extLst>
              <a:ext uri="{FF2B5EF4-FFF2-40B4-BE49-F238E27FC236}">
                <a16:creationId xmlns:a16="http://schemas.microsoft.com/office/drawing/2014/main" id="{B1E69BCE-F4B9-6FB7-2C2B-D091D6271CAE}"/>
              </a:ext>
            </a:extLst>
          </p:cNvPr>
          <p:cNvSpPr/>
          <p:nvPr/>
        </p:nvSpPr>
        <p:spPr>
          <a:xfrm>
            <a:off x="2928140" y="322022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87" name="矩形 186">
            <a:extLst>
              <a:ext uri="{FF2B5EF4-FFF2-40B4-BE49-F238E27FC236}">
                <a16:creationId xmlns:a16="http://schemas.microsoft.com/office/drawing/2014/main" id="{1798D433-6CCA-E0F2-4C8D-5B9A719E2311}"/>
              </a:ext>
            </a:extLst>
          </p:cNvPr>
          <p:cNvSpPr/>
          <p:nvPr/>
        </p:nvSpPr>
        <p:spPr>
          <a:xfrm>
            <a:off x="3100366" y="322022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88" name="矩形 187">
            <a:extLst>
              <a:ext uri="{FF2B5EF4-FFF2-40B4-BE49-F238E27FC236}">
                <a16:creationId xmlns:a16="http://schemas.microsoft.com/office/drawing/2014/main" id="{E3F4C390-B598-54D3-1150-3D2C03DEBF98}"/>
              </a:ext>
            </a:extLst>
          </p:cNvPr>
          <p:cNvSpPr/>
          <p:nvPr/>
        </p:nvSpPr>
        <p:spPr>
          <a:xfrm>
            <a:off x="3272592" y="322022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89" name="矩形 188">
            <a:extLst>
              <a:ext uri="{FF2B5EF4-FFF2-40B4-BE49-F238E27FC236}">
                <a16:creationId xmlns:a16="http://schemas.microsoft.com/office/drawing/2014/main" id="{C2349BFC-ED35-4600-3B78-1B943BD73560}"/>
              </a:ext>
            </a:extLst>
          </p:cNvPr>
          <p:cNvSpPr/>
          <p:nvPr/>
        </p:nvSpPr>
        <p:spPr>
          <a:xfrm>
            <a:off x="3444818" y="322022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93" name="矩形 192">
            <a:extLst>
              <a:ext uri="{FF2B5EF4-FFF2-40B4-BE49-F238E27FC236}">
                <a16:creationId xmlns:a16="http://schemas.microsoft.com/office/drawing/2014/main" id="{1E0AEF9B-3271-FB51-BC1C-1A5F54B25C03}"/>
              </a:ext>
            </a:extLst>
          </p:cNvPr>
          <p:cNvSpPr/>
          <p:nvPr/>
        </p:nvSpPr>
        <p:spPr>
          <a:xfrm>
            <a:off x="1380763" y="3392451"/>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94" name="矩形 193">
            <a:extLst>
              <a:ext uri="{FF2B5EF4-FFF2-40B4-BE49-F238E27FC236}">
                <a16:creationId xmlns:a16="http://schemas.microsoft.com/office/drawing/2014/main" id="{B6EC868D-17D2-2725-6618-F2313C258AF3}"/>
              </a:ext>
            </a:extLst>
          </p:cNvPr>
          <p:cNvSpPr/>
          <p:nvPr/>
        </p:nvSpPr>
        <p:spPr>
          <a:xfrm>
            <a:off x="1552989" y="3392451"/>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95" name="矩形 194">
            <a:extLst>
              <a:ext uri="{FF2B5EF4-FFF2-40B4-BE49-F238E27FC236}">
                <a16:creationId xmlns:a16="http://schemas.microsoft.com/office/drawing/2014/main" id="{80375A0C-1819-6A87-E6DC-34F3FB41229D}"/>
              </a:ext>
            </a:extLst>
          </p:cNvPr>
          <p:cNvSpPr/>
          <p:nvPr/>
        </p:nvSpPr>
        <p:spPr>
          <a:xfrm>
            <a:off x="1725215" y="3392451"/>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96" name="矩形 195">
            <a:extLst>
              <a:ext uri="{FF2B5EF4-FFF2-40B4-BE49-F238E27FC236}">
                <a16:creationId xmlns:a16="http://schemas.microsoft.com/office/drawing/2014/main" id="{E3CAA8FF-A48B-6097-35C5-A1B20067DDE4}"/>
              </a:ext>
            </a:extLst>
          </p:cNvPr>
          <p:cNvSpPr/>
          <p:nvPr/>
        </p:nvSpPr>
        <p:spPr>
          <a:xfrm>
            <a:off x="1897441" y="3392451"/>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97" name="矩形 196">
            <a:extLst>
              <a:ext uri="{FF2B5EF4-FFF2-40B4-BE49-F238E27FC236}">
                <a16:creationId xmlns:a16="http://schemas.microsoft.com/office/drawing/2014/main" id="{5EE5D825-7D60-D2D6-577E-F880C209C3AC}"/>
              </a:ext>
            </a:extLst>
          </p:cNvPr>
          <p:cNvSpPr/>
          <p:nvPr/>
        </p:nvSpPr>
        <p:spPr>
          <a:xfrm>
            <a:off x="2069667" y="3392451"/>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98" name="矩形 197">
            <a:extLst>
              <a:ext uri="{FF2B5EF4-FFF2-40B4-BE49-F238E27FC236}">
                <a16:creationId xmlns:a16="http://schemas.microsoft.com/office/drawing/2014/main" id="{501E9B20-4A62-F662-8158-6A9E619595A0}"/>
              </a:ext>
            </a:extLst>
          </p:cNvPr>
          <p:cNvSpPr/>
          <p:nvPr/>
        </p:nvSpPr>
        <p:spPr>
          <a:xfrm>
            <a:off x="2241893" y="3392451"/>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99" name="矩形 198">
            <a:extLst>
              <a:ext uri="{FF2B5EF4-FFF2-40B4-BE49-F238E27FC236}">
                <a16:creationId xmlns:a16="http://schemas.microsoft.com/office/drawing/2014/main" id="{7CFD155D-FBD5-3375-52D4-0BEC25F1C875}"/>
              </a:ext>
            </a:extLst>
          </p:cNvPr>
          <p:cNvSpPr/>
          <p:nvPr/>
        </p:nvSpPr>
        <p:spPr>
          <a:xfrm>
            <a:off x="2414119" y="3392451"/>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00" name="矩形 199">
            <a:extLst>
              <a:ext uri="{FF2B5EF4-FFF2-40B4-BE49-F238E27FC236}">
                <a16:creationId xmlns:a16="http://schemas.microsoft.com/office/drawing/2014/main" id="{307B0A3E-64EA-A31A-8F8E-892632BC4161}"/>
              </a:ext>
            </a:extLst>
          </p:cNvPr>
          <p:cNvSpPr/>
          <p:nvPr/>
        </p:nvSpPr>
        <p:spPr>
          <a:xfrm>
            <a:off x="2583688" y="3392451"/>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01" name="矩形 200">
            <a:extLst>
              <a:ext uri="{FF2B5EF4-FFF2-40B4-BE49-F238E27FC236}">
                <a16:creationId xmlns:a16="http://schemas.microsoft.com/office/drawing/2014/main" id="{CADD4D62-6E71-52DA-311D-663AD8BF0053}"/>
              </a:ext>
            </a:extLst>
          </p:cNvPr>
          <p:cNvSpPr/>
          <p:nvPr/>
        </p:nvSpPr>
        <p:spPr>
          <a:xfrm>
            <a:off x="2755914" y="3392451"/>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02" name="矩形 201">
            <a:extLst>
              <a:ext uri="{FF2B5EF4-FFF2-40B4-BE49-F238E27FC236}">
                <a16:creationId xmlns:a16="http://schemas.microsoft.com/office/drawing/2014/main" id="{6F8793DF-CC55-CF3F-31B6-A3644F3B97D9}"/>
              </a:ext>
            </a:extLst>
          </p:cNvPr>
          <p:cNvSpPr/>
          <p:nvPr/>
        </p:nvSpPr>
        <p:spPr>
          <a:xfrm>
            <a:off x="2928140" y="3392451"/>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03" name="矩形 202">
            <a:extLst>
              <a:ext uri="{FF2B5EF4-FFF2-40B4-BE49-F238E27FC236}">
                <a16:creationId xmlns:a16="http://schemas.microsoft.com/office/drawing/2014/main" id="{F82E049D-09C2-2A6F-522D-D381C9CC8C2E}"/>
              </a:ext>
            </a:extLst>
          </p:cNvPr>
          <p:cNvSpPr/>
          <p:nvPr/>
        </p:nvSpPr>
        <p:spPr>
          <a:xfrm>
            <a:off x="3100366" y="3392451"/>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04" name="矩形 203">
            <a:extLst>
              <a:ext uri="{FF2B5EF4-FFF2-40B4-BE49-F238E27FC236}">
                <a16:creationId xmlns:a16="http://schemas.microsoft.com/office/drawing/2014/main" id="{783272ED-B730-B39C-75C4-E30F8925CE65}"/>
              </a:ext>
            </a:extLst>
          </p:cNvPr>
          <p:cNvSpPr/>
          <p:nvPr/>
        </p:nvSpPr>
        <p:spPr>
          <a:xfrm>
            <a:off x="3272592" y="3392451"/>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05" name="矩形 204">
            <a:extLst>
              <a:ext uri="{FF2B5EF4-FFF2-40B4-BE49-F238E27FC236}">
                <a16:creationId xmlns:a16="http://schemas.microsoft.com/office/drawing/2014/main" id="{49FAF00E-38F3-1086-3A89-54B35EC59CD2}"/>
              </a:ext>
            </a:extLst>
          </p:cNvPr>
          <p:cNvSpPr/>
          <p:nvPr/>
        </p:nvSpPr>
        <p:spPr>
          <a:xfrm>
            <a:off x="3444818" y="3392451"/>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09" name="矩形 208">
            <a:extLst>
              <a:ext uri="{FF2B5EF4-FFF2-40B4-BE49-F238E27FC236}">
                <a16:creationId xmlns:a16="http://schemas.microsoft.com/office/drawing/2014/main" id="{63F53DFA-2FD0-F559-C95E-68813C848752}"/>
              </a:ext>
            </a:extLst>
          </p:cNvPr>
          <p:cNvSpPr/>
          <p:nvPr/>
        </p:nvSpPr>
        <p:spPr>
          <a:xfrm>
            <a:off x="1380763" y="3564677"/>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10" name="矩形 209">
            <a:extLst>
              <a:ext uri="{FF2B5EF4-FFF2-40B4-BE49-F238E27FC236}">
                <a16:creationId xmlns:a16="http://schemas.microsoft.com/office/drawing/2014/main" id="{D22862BE-AAF6-FC6D-E812-9B5C185F2D7C}"/>
              </a:ext>
            </a:extLst>
          </p:cNvPr>
          <p:cNvSpPr/>
          <p:nvPr/>
        </p:nvSpPr>
        <p:spPr>
          <a:xfrm>
            <a:off x="1552989" y="3564677"/>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11" name="矩形 210">
            <a:extLst>
              <a:ext uri="{FF2B5EF4-FFF2-40B4-BE49-F238E27FC236}">
                <a16:creationId xmlns:a16="http://schemas.microsoft.com/office/drawing/2014/main" id="{511732B0-4E42-38DB-E3CC-5DA2C1D18743}"/>
              </a:ext>
            </a:extLst>
          </p:cNvPr>
          <p:cNvSpPr/>
          <p:nvPr/>
        </p:nvSpPr>
        <p:spPr>
          <a:xfrm>
            <a:off x="1725215" y="3564677"/>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12" name="矩形 211">
            <a:extLst>
              <a:ext uri="{FF2B5EF4-FFF2-40B4-BE49-F238E27FC236}">
                <a16:creationId xmlns:a16="http://schemas.microsoft.com/office/drawing/2014/main" id="{B9174772-4D86-2AE3-C80E-193623F8E188}"/>
              </a:ext>
            </a:extLst>
          </p:cNvPr>
          <p:cNvSpPr/>
          <p:nvPr/>
        </p:nvSpPr>
        <p:spPr>
          <a:xfrm>
            <a:off x="1897441" y="3564677"/>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13" name="矩形 212">
            <a:extLst>
              <a:ext uri="{FF2B5EF4-FFF2-40B4-BE49-F238E27FC236}">
                <a16:creationId xmlns:a16="http://schemas.microsoft.com/office/drawing/2014/main" id="{D023700C-B029-7149-FAFB-F7AE855470B4}"/>
              </a:ext>
            </a:extLst>
          </p:cNvPr>
          <p:cNvSpPr/>
          <p:nvPr/>
        </p:nvSpPr>
        <p:spPr>
          <a:xfrm>
            <a:off x="2069667" y="3564677"/>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14" name="矩形 213">
            <a:extLst>
              <a:ext uri="{FF2B5EF4-FFF2-40B4-BE49-F238E27FC236}">
                <a16:creationId xmlns:a16="http://schemas.microsoft.com/office/drawing/2014/main" id="{CF720C75-2329-DFD0-A7BD-2D50FB30BE29}"/>
              </a:ext>
            </a:extLst>
          </p:cNvPr>
          <p:cNvSpPr/>
          <p:nvPr/>
        </p:nvSpPr>
        <p:spPr>
          <a:xfrm>
            <a:off x="2241893" y="3564677"/>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15" name="矩形 214">
            <a:extLst>
              <a:ext uri="{FF2B5EF4-FFF2-40B4-BE49-F238E27FC236}">
                <a16:creationId xmlns:a16="http://schemas.microsoft.com/office/drawing/2014/main" id="{EC810D51-9F56-1E50-B605-B0E420CF02B4}"/>
              </a:ext>
            </a:extLst>
          </p:cNvPr>
          <p:cNvSpPr/>
          <p:nvPr/>
        </p:nvSpPr>
        <p:spPr>
          <a:xfrm>
            <a:off x="2414119" y="3564677"/>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16" name="矩形 215">
            <a:extLst>
              <a:ext uri="{FF2B5EF4-FFF2-40B4-BE49-F238E27FC236}">
                <a16:creationId xmlns:a16="http://schemas.microsoft.com/office/drawing/2014/main" id="{26B7BC11-4452-FA26-BB7B-4EE7A1F9FC94}"/>
              </a:ext>
            </a:extLst>
          </p:cNvPr>
          <p:cNvSpPr/>
          <p:nvPr/>
        </p:nvSpPr>
        <p:spPr>
          <a:xfrm>
            <a:off x="2583688" y="3564677"/>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17" name="矩形 216">
            <a:extLst>
              <a:ext uri="{FF2B5EF4-FFF2-40B4-BE49-F238E27FC236}">
                <a16:creationId xmlns:a16="http://schemas.microsoft.com/office/drawing/2014/main" id="{C521D6FF-B11E-E9F9-758C-7AA1A04EA6FF}"/>
              </a:ext>
            </a:extLst>
          </p:cNvPr>
          <p:cNvSpPr/>
          <p:nvPr/>
        </p:nvSpPr>
        <p:spPr>
          <a:xfrm>
            <a:off x="2755914" y="3564677"/>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18" name="矩形 217">
            <a:extLst>
              <a:ext uri="{FF2B5EF4-FFF2-40B4-BE49-F238E27FC236}">
                <a16:creationId xmlns:a16="http://schemas.microsoft.com/office/drawing/2014/main" id="{9B541223-7BED-0F35-6490-E61413F05D6C}"/>
              </a:ext>
            </a:extLst>
          </p:cNvPr>
          <p:cNvSpPr/>
          <p:nvPr/>
        </p:nvSpPr>
        <p:spPr>
          <a:xfrm>
            <a:off x="2928140" y="3564677"/>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19" name="矩形 218">
            <a:extLst>
              <a:ext uri="{FF2B5EF4-FFF2-40B4-BE49-F238E27FC236}">
                <a16:creationId xmlns:a16="http://schemas.microsoft.com/office/drawing/2014/main" id="{924C07B7-3237-641F-7271-08901EFBEA02}"/>
              </a:ext>
            </a:extLst>
          </p:cNvPr>
          <p:cNvSpPr/>
          <p:nvPr/>
        </p:nvSpPr>
        <p:spPr>
          <a:xfrm>
            <a:off x="3100366" y="3564677"/>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20" name="矩形 219">
            <a:extLst>
              <a:ext uri="{FF2B5EF4-FFF2-40B4-BE49-F238E27FC236}">
                <a16:creationId xmlns:a16="http://schemas.microsoft.com/office/drawing/2014/main" id="{246FA059-71D8-331C-F4AB-45483C5FF94D}"/>
              </a:ext>
            </a:extLst>
          </p:cNvPr>
          <p:cNvSpPr/>
          <p:nvPr/>
        </p:nvSpPr>
        <p:spPr>
          <a:xfrm>
            <a:off x="3272592" y="3564677"/>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21" name="矩形 220">
            <a:extLst>
              <a:ext uri="{FF2B5EF4-FFF2-40B4-BE49-F238E27FC236}">
                <a16:creationId xmlns:a16="http://schemas.microsoft.com/office/drawing/2014/main" id="{11E30D20-49A7-1747-0434-CBC0E76423BF}"/>
              </a:ext>
            </a:extLst>
          </p:cNvPr>
          <p:cNvSpPr/>
          <p:nvPr/>
        </p:nvSpPr>
        <p:spPr>
          <a:xfrm>
            <a:off x="3444818" y="3564677"/>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25" name="矩形 224">
            <a:extLst>
              <a:ext uri="{FF2B5EF4-FFF2-40B4-BE49-F238E27FC236}">
                <a16:creationId xmlns:a16="http://schemas.microsoft.com/office/drawing/2014/main" id="{4D380D49-C64C-BDEA-C947-31B252EC2335}"/>
              </a:ext>
            </a:extLst>
          </p:cNvPr>
          <p:cNvSpPr/>
          <p:nvPr/>
        </p:nvSpPr>
        <p:spPr>
          <a:xfrm>
            <a:off x="1380763" y="3736903"/>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26" name="矩形 225">
            <a:extLst>
              <a:ext uri="{FF2B5EF4-FFF2-40B4-BE49-F238E27FC236}">
                <a16:creationId xmlns:a16="http://schemas.microsoft.com/office/drawing/2014/main" id="{85E158F1-B452-7B27-3DAD-E0DF1923F689}"/>
              </a:ext>
            </a:extLst>
          </p:cNvPr>
          <p:cNvSpPr/>
          <p:nvPr/>
        </p:nvSpPr>
        <p:spPr>
          <a:xfrm>
            <a:off x="1552989" y="3736903"/>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27" name="矩形 226">
            <a:extLst>
              <a:ext uri="{FF2B5EF4-FFF2-40B4-BE49-F238E27FC236}">
                <a16:creationId xmlns:a16="http://schemas.microsoft.com/office/drawing/2014/main" id="{24144261-3FD4-5E8E-88A5-E2BA2B113DAA}"/>
              </a:ext>
            </a:extLst>
          </p:cNvPr>
          <p:cNvSpPr/>
          <p:nvPr/>
        </p:nvSpPr>
        <p:spPr>
          <a:xfrm>
            <a:off x="1725215" y="3736903"/>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28" name="矩形 227">
            <a:extLst>
              <a:ext uri="{FF2B5EF4-FFF2-40B4-BE49-F238E27FC236}">
                <a16:creationId xmlns:a16="http://schemas.microsoft.com/office/drawing/2014/main" id="{8A63F871-2AFC-993C-0BBC-DD85F0413DEE}"/>
              </a:ext>
            </a:extLst>
          </p:cNvPr>
          <p:cNvSpPr/>
          <p:nvPr/>
        </p:nvSpPr>
        <p:spPr>
          <a:xfrm>
            <a:off x="1897441" y="3736903"/>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29" name="矩形 228">
            <a:extLst>
              <a:ext uri="{FF2B5EF4-FFF2-40B4-BE49-F238E27FC236}">
                <a16:creationId xmlns:a16="http://schemas.microsoft.com/office/drawing/2014/main" id="{814F4628-1CDE-5471-A108-FCDFE7C37481}"/>
              </a:ext>
            </a:extLst>
          </p:cNvPr>
          <p:cNvSpPr/>
          <p:nvPr/>
        </p:nvSpPr>
        <p:spPr>
          <a:xfrm>
            <a:off x="2069667" y="3736903"/>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30" name="矩形 229">
            <a:extLst>
              <a:ext uri="{FF2B5EF4-FFF2-40B4-BE49-F238E27FC236}">
                <a16:creationId xmlns:a16="http://schemas.microsoft.com/office/drawing/2014/main" id="{7AD3E989-8C68-9900-1926-59F477A28E16}"/>
              </a:ext>
            </a:extLst>
          </p:cNvPr>
          <p:cNvSpPr/>
          <p:nvPr/>
        </p:nvSpPr>
        <p:spPr>
          <a:xfrm>
            <a:off x="2241893" y="3736903"/>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31" name="矩形 230">
            <a:extLst>
              <a:ext uri="{FF2B5EF4-FFF2-40B4-BE49-F238E27FC236}">
                <a16:creationId xmlns:a16="http://schemas.microsoft.com/office/drawing/2014/main" id="{405238F5-7B38-E635-51FC-F194DBA88153}"/>
              </a:ext>
            </a:extLst>
          </p:cNvPr>
          <p:cNvSpPr/>
          <p:nvPr/>
        </p:nvSpPr>
        <p:spPr>
          <a:xfrm>
            <a:off x="2414119" y="3736903"/>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32" name="矩形 231">
            <a:extLst>
              <a:ext uri="{FF2B5EF4-FFF2-40B4-BE49-F238E27FC236}">
                <a16:creationId xmlns:a16="http://schemas.microsoft.com/office/drawing/2014/main" id="{BC41EF97-50E7-A8BA-2C6C-D462E6B7E8A0}"/>
              </a:ext>
            </a:extLst>
          </p:cNvPr>
          <p:cNvSpPr/>
          <p:nvPr/>
        </p:nvSpPr>
        <p:spPr>
          <a:xfrm>
            <a:off x="2583688" y="3736903"/>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33" name="矩形 232">
            <a:extLst>
              <a:ext uri="{FF2B5EF4-FFF2-40B4-BE49-F238E27FC236}">
                <a16:creationId xmlns:a16="http://schemas.microsoft.com/office/drawing/2014/main" id="{73438E84-2C1A-4D9F-3A24-824AA35BCBC7}"/>
              </a:ext>
            </a:extLst>
          </p:cNvPr>
          <p:cNvSpPr/>
          <p:nvPr/>
        </p:nvSpPr>
        <p:spPr>
          <a:xfrm>
            <a:off x="2755914" y="3736903"/>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34" name="矩形 233">
            <a:extLst>
              <a:ext uri="{FF2B5EF4-FFF2-40B4-BE49-F238E27FC236}">
                <a16:creationId xmlns:a16="http://schemas.microsoft.com/office/drawing/2014/main" id="{40E52211-4BF8-0166-0F32-D07571C70CF5}"/>
              </a:ext>
            </a:extLst>
          </p:cNvPr>
          <p:cNvSpPr/>
          <p:nvPr/>
        </p:nvSpPr>
        <p:spPr>
          <a:xfrm>
            <a:off x="2928140" y="3736903"/>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35" name="矩形 234">
            <a:extLst>
              <a:ext uri="{FF2B5EF4-FFF2-40B4-BE49-F238E27FC236}">
                <a16:creationId xmlns:a16="http://schemas.microsoft.com/office/drawing/2014/main" id="{4EDD5285-3D40-EAE7-C542-786A6D829197}"/>
              </a:ext>
            </a:extLst>
          </p:cNvPr>
          <p:cNvSpPr/>
          <p:nvPr/>
        </p:nvSpPr>
        <p:spPr>
          <a:xfrm>
            <a:off x="3100366" y="3736903"/>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36" name="矩形 235">
            <a:extLst>
              <a:ext uri="{FF2B5EF4-FFF2-40B4-BE49-F238E27FC236}">
                <a16:creationId xmlns:a16="http://schemas.microsoft.com/office/drawing/2014/main" id="{F1A01163-BE90-1001-9F9C-CCCC4EE80B56}"/>
              </a:ext>
            </a:extLst>
          </p:cNvPr>
          <p:cNvSpPr/>
          <p:nvPr/>
        </p:nvSpPr>
        <p:spPr>
          <a:xfrm>
            <a:off x="3272592" y="3736903"/>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37" name="矩形 236">
            <a:extLst>
              <a:ext uri="{FF2B5EF4-FFF2-40B4-BE49-F238E27FC236}">
                <a16:creationId xmlns:a16="http://schemas.microsoft.com/office/drawing/2014/main" id="{941557BB-D51C-CB1D-075B-407042CAE9E7}"/>
              </a:ext>
            </a:extLst>
          </p:cNvPr>
          <p:cNvSpPr/>
          <p:nvPr/>
        </p:nvSpPr>
        <p:spPr>
          <a:xfrm>
            <a:off x="3444818" y="3736903"/>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41" name="矩形 240">
            <a:extLst>
              <a:ext uri="{FF2B5EF4-FFF2-40B4-BE49-F238E27FC236}">
                <a16:creationId xmlns:a16="http://schemas.microsoft.com/office/drawing/2014/main" id="{D52C9CE6-4861-6D5D-B158-D1F7F694BE77}"/>
              </a:ext>
            </a:extLst>
          </p:cNvPr>
          <p:cNvSpPr/>
          <p:nvPr/>
        </p:nvSpPr>
        <p:spPr>
          <a:xfrm>
            <a:off x="1380763" y="3909129"/>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42" name="矩形 241">
            <a:extLst>
              <a:ext uri="{FF2B5EF4-FFF2-40B4-BE49-F238E27FC236}">
                <a16:creationId xmlns:a16="http://schemas.microsoft.com/office/drawing/2014/main" id="{F7C19CD2-297F-99E3-933F-AF322013430A}"/>
              </a:ext>
            </a:extLst>
          </p:cNvPr>
          <p:cNvSpPr/>
          <p:nvPr/>
        </p:nvSpPr>
        <p:spPr>
          <a:xfrm>
            <a:off x="1552989" y="3909129"/>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43" name="矩形 242">
            <a:extLst>
              <a:ext uri="{FF2B5EF4-FFF2-40B4-BE49-F238E27FC236}">
                <a16:creationId xmlns:a16="http://schemas.microsoft.com/office/drawing/2014/main" id="{0C6733B1-FC32-F36E-E540-8E956877F01E}"/>
              </a:ext>
            </a:extLst>
          </p:cNvPr>
          <p:cNvSpPr/>
          <p:nvPr/>
        </p:nvSpPr>
        <p:spPr>
          <a:xfrm>
            <a:off x="1725215" y="3909129"/>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44" name="矩形 243">
            <a:extLst>
              <a:ext uri="{FF2B5EF4-FFF2-40B4-BE49-F238E27FC236}">
                <a16:creationId xmlns:a16="http://schemas.microsoft.com/office/drawing/2014/main" id="{1F67462B-D351-6CD5-9F17-6FB00D6A6894}"/>
              </a:ext>
            </a:extLst>
          </p:cNvPr>
          <p:cNvSpPr/>
          <p:nvPr/>
        </p:nvSpPr>
        <p:spPr>
          <a:xfrm>
            <a:off x="1897441" y="3909129"/>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45" name="矩形 244">
            <a:extLst>
              <a:ext uri="{FF2B5EF4-FFF2-40B4-BE49-F238E27FC236}">
                <a16:creationId xmlns:a16="http://schemas.microsoft.com/office/drawing/2014/main" id="{22B9BD38-F703-2C2F-98E3-2DB191339D69}"/>
              </a:ext>
            </a:extLst>
          </p:cNvPr>
          <p:cNvSpPr/>
          <p:nvPr/>
        </p:nvSpPr>
        <p:spPr>
          <a:xfrm>
            <a:off x="2069667" y="3909129"/>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46" name="矩形 245">
            <a:extLst>
              <a:ext uri="{FF2B5EF4-FFF2-40B4-BE49-F238E27FC236}">
                <a16:creationId xmlns:a16="http://schemas.microsoft.com/office/drawing/2014/main" id="{03989518-1BBE-0E3A-1406-A652F6210652}"/>
              </a:ext>
            </a:extLst>
          </p:cNvPr>
          <p:cNvSpPr/>
          <p:nvPr/>
        </p:nvSpPr>
        <p:spPr>
          <a:xfrm>
            <a:off x="2241893" y="3909129"/>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47" name="矩形 246">
            <a:extLst>
              <a:ext uri="{FF2B5EF4-FFF2-40B4-BE49-F238E27FC236}">
                <a16:creationId xmlns:a16="http://schemas.microsoft.com/office/drawing/2014/main" id="{20148471-C46E-28A4-BBFB-B66A614CA6E0}"/>
              </a:ext>
            </a:extLst>
          </p:cNvPr>
          <p:cNvSpPr/>
          <p:nvPr/>
        </p:nvSpPr>
        <p:spPr>
          <a:xfrm>
            <a:off x="2414119" y="3909129"/>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48" name="矩形 247">
            <a:extLst>
              <a:ext uri="{FF2B5EF4-FFF2-40B4-BE49-F238E27FC236}">
                <a16:creationId xmlns:a16="http://schemas.microsoft.com/office/drawing/2014/main" id="{29D52307-9CFA-0798-854D-F7E460A655AF}"/>
              </a:ext>
            </a:extLst>
          </p:cNvPr>
          <p:cNvSpPr/>
          <p:nvPr/>
        </p:nvSpPr>
        <p:spPr>
          <a:xfrm>
            <a:off x="2583688" y="3909129"/>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49" name="矩形 248">
            <a:extLst>
              <a:ext uri="{FF2B5EF4-FFF2-40B4-BE49-F238E27FC236}">
                <a16:creationId xmlns:a16="http://schemas.microsoft.com/office/drawing/2014/main" id="{F6956A5C-9E56-EC13-855C-CC0A99388F65}"/>
              </a:ext>
            </a:extLst>
          </p:cNvPr>
          <p:cNvSpPr/>
          <p:nvPr/>
        </p:nvSpPr>
        <p:spPr>
          <a:xfrm>
            <a:off x="2755914" y="3909129"/>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50" name="矩形 249">
            <a:extLst>
              <a:ext uri="{FF2B5EF4-FFF2-40B4-BE49-F238E27FC236}">
                <a16:creationId xmlns:a16="http://schemas.microsoft.com/office/drawing/2014/main" id="{EDBDD29B-3123-D011-8F3C-41F0DBCBC46A}"/>
              </a:ext>
            </a:extLst>
          </p:cNvPr>
          <p:cNvSpPr/>
          <p:nvPr/>
        </p:nvSpPr>
        <p:spPr>
          <a:xfrm>
            <a:off x="2928140" y="3909129"/>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51" name="矩形 250">
            <a:extLst>
              <a:ext uri="{FF2B5EF4-FFF2-40B4-BE49-F238E27FC236}">
                <a16:creationId xmlns:a16="http://schemas.microsoft.com/office/drawing/2014/main" id="{51E3FDD3-31B9-24C0-5090-933D82DAA367}"/>
              </a:ext>
            </a:extLst>
          </p:cNvPr>
          <p:cNvSpPr/>
          <p:nvPr/>
        </p:nvSpPr>
        <p:spPr>
          <a:xfrm>
            <a:off x="3100366" y="3909129"/>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52" name="矩形 251">
            <a:extLst>
              <a:ext uri="{FF2B5EF4-FFF2-40B4-BE49-F238E27FC236}">
                <a16:creationId xmlns:a16="http://schemas.microsoft.com/office/drawing/2014/main" id="{CFE14809-DBE2-F479-FD48-858C2831B0AD}"/>
              </a:ext>
            </a:extLst>
          </p:cNvPr>
          <p:cNvSpPr/>
          <p:nvPr/>
        </p:nvSpPr>
        <p:spPr>
          <a:xfrm>
            <a:off x="3272592" y="3909129"/>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53" name="矩形 252">
            <a:extLst>
              <a:ext uri="{FF2B5EF4-FFF2-40B4-BE49-F238E27FC236}">
                <a16:creationId xmlns:a16="http://schemas.microsoft.com/office/drawing/2014/main" id="{98DEBBDA-FBA0-C385-5232-2BE688588C1B}"/>
              </a:ext>
            </a:extLst>
          </p:cNvPr>
          <p:cNvSpPr/>
          <p:nvPr/>
        </p:nvSpPr>
        <p:spPr>
          <a:xfrm>
            <a:off x="3444818" y="3909129"/>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57" name="矩形 256">
            <a:extLst>
              <a:ext uri="{FF2B5EF4-FFF2-40B4-BE49-F238E27FC236}">
                <a16:creationId xmlns:a16="http://schemas.microsoft.com/office/drawing/2014/main" id="{C815E2BD-D466-D2AD-F387-561182144A41}"/>
              </a:ext>
            </a:extLst>
          </p:cNvPr>
          <p:cNvSpPr/>
          <p:nvPr/>
        </p:nvSpPr>
        <p:spPr>
          <a:xfrm>
            <a:off x="1380763" y="4081355"/>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58" name="矩形 257">
            <a:extLst>
              <a:ext uri="{FF2B5EF4-FFF2-40B4-BE49-F238E27FC236}">
                <a16:creationId xmlns:a16="http://schemas.microsoft.com/office/drawing/2014/main" id="{B14A190C-5C88-CC41-D6EE-123E3A292A2D}"/>
              </a:ext>
            </a:extLst>
          </p:cNvPr>
          <p:cNvSpPr/>
          <p:nvPr/>
        </p:nvSpPr>
        <p:spPr>
          <a:xfrm>
            <a:off x="1552989" y="408135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59" name="矩形 258">
            <a:extLst>
              <a:ext uri="{FF2B5EF4-FFF2-40B4-BE49-F238E27FC236}">
                <a16:creationId xmlns:a16="http://schemas.microsoft.com/office/drawing/2014/main" id="{9CA39EDA-7C4A-3E06-66B0-9C532C4B940C}"/>
              </a:ext>
            </a:extLst>
          </p:cNvPr>
          <p:cNvSpPr/>
          <p:nvPr/>
        </p:nvSpPr>
        <p:spPr>
          <a:xfrm>
            <a:off x="1725215" y="408135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60" name="矩形 259">
            <a:extLst>
              <a:ext uri="{FF2B5EF4-FFF2-40B4-BE49-F238E27FC236}">
                <a16:creationId xmlns:a16="http://schemas.microsoft.com/office/drawing/2014/main" id="{6B57FF41-D3C4-BC84-509B-68D5634B2E7C}"/>
              </a:ext>
            </a:extLst>
          </p:cNvPr>
          <p:cNvSpPr/>
          <p:nvPr/>
        </p:nvSpPr>
        <p:spPr>
          <a:xfrm>
            <a:off x="1897441" y="408135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61" name="矩形 260">
            <a:extLst>
              <a:ext uri="{FF2B5EF4-FFF2-40B4-BE49-F238E27FC236}">
                <a16:creationId xmlns:a16="http://schemas.microsoft.com/office/drawing/2014/main" id="{593B3357-2960-CAD2-D942-EA245590C366}"/>
              </a:ext>
            </a:extLst>
          </p:cNvPr>
          <p:cNvSpPr/>
          <p:nvPr/>
        </p:nvSpPr>
        <p:spPr>
          <a:xfrm>
            <a:off x="2069667" y="408135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62" name="矩形 261">
            <a:extLst>
              <a:ext uri="{FF2B5EF4-FFF2-40B4-BE49-F238E27FC236}">
                <a16:creationId xmlns:a16="http://schemas.microsoft.com/office/drawing/2014/main" id="{F33EA6DE-CDD5-C02F-7216-EABE49140C0C}"/>
              </a:ext>
            </a:extLst>
          </p:cNvPr>
          <p:cNvSpPr/>
          <p:nvPr/>
        </p:nvSpPr>
        <p:spPr>
          <a:xfrm>
            <a:off x="2241893" y="408135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63" name="矩形 262">
            <a:extLst>
              <a:ext uri="{FF2B5EF4-FFF2-40B4-BE49-F238E27FC236}">
                <a16:creationId xmlns:a16="http://schemas.microsoft.com/office/drawing/2014/main" id="{2A70BE5C-7B2C-88F2-35C5-02E92B3C2F19}"/>
              </a:ext>
            </a:extLst>
          </p:cNvPr>
          <p:cNvSpPr/>
          <p:nvPr/>
        </p:nvSpPr>
        <p:spPr>
          <a:xfrm>
            <a:off x="2414119" y="408135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64" name="矩形 263">
            <a:extLst>
              <a:ext uri="{FF2B5EF4-FFF2-40B4-BE49-F238E27FC236}">
                <a16:creationId xmlns:a16="http://schemas.microsoft.com/office/drawing/2014/main" id="{31622DE8-9225-BA3C-8AAE-90B83819C6CF}"/>
              </a:ext>
            </a:extLst>
          </p:cNvPr>
          <p:cNvSpPr/>
          <p:nvPr/>
        </p:nvSpPr>
        <p:spPr>
          <a:xfrm>
            <a:off x="2583688" y="408135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65" name="矩形 264">
            <a:extLst>
              <a:ext uri="{FF2B5EF4-FFF2-40B4-BE49-F238E27FC236}">
                <a16:creationId xmlns:a16="http://schemas.microsoft.com/office/drawing/2014/main" id="{C3572FF2-C553-8925-E2BF-91A02DDB4CB0}"/>
              </a:ext>
            </a:extLst>
          </p:cNvPr>
          <p:cNvSpPr/>
          <p:nvPr/>
        </p:nvSpPr>
        <p:spPr>
          <a:xfrm>
            <a:off x="2755914" y="408135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66" name="矩形 265">
            <a:extLst>
              <a:ext uri="{FF2B5EF4-FFF2-40B4-BE49-F238E27FC236}">
                <a16:creationId xmlns:a16="http://schemas.microsoft.com/office/drawing/2014/main" id="{B30F548E-E5F1-522F-1866-26FBEEC8B248}"/>
              </a:ext>
            </a:extLst>
          </p:cNvPr>
          <p:cNvSpPr/>
          <p:nvPr/>
        </p:nvSpPr>
        <p:spPr>
          <a:xfrm>
            <a:off x="2928140" y="408135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67" name="矩形 266">
            <a:extLst>
              <a:ext uri="{FF2B5EF4-FFF2-40B4-BE49-F238E27FC236}">
                <a16:creationId xmlns:a16="http://schemas.microsoft.com/office/drawing/2014/main" id="{9DE1FCB9-7A14-FA12-89A7-0E1F3EFEE954}"/>
              </a:ext>
            </a:extLst>
          </p:cNvPr>
          <p:cNvSpPr/>
          <p:nvPr/>
        </p:nvSpPr>
        <p:spPr>
          <a:xfrm>
            <a:off x="3100366" y="408135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68" name="矩形 267">
            <a:extLst>
              <a:ext uri="{FF2B5EF4-FFF2-40B4-BE49-F238E27FC236}">
                <a16:creationId xmlns:a16="http://schemas.microsoft.com/office/drawing/2014/main" id="{308103E2-BC21-03ED-8D6C-68BF9E893C95}"/>
              </a:ext>
            </a:extLst>
          </p:cNvPr>
          <p:cNvSpPr/>
          <p:nvPr/>
        </p:nvSpPr>
        <p:spPr>
          <a:xfrm>
            <a:off x="3272592" y="408135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69" name="矩形 268">
            <a:extLst>
              <a:ext uri="{FF2B5EF4-FFF2-40B4-BE49-F238E27FC236}">
                <a16:creationId xmlns:a16="http://schemas.microsoft.com/office/drawing/2014/main" id="{31304C33-7452-D2CC-DBAC-693F3C1D4212}"/>
              </a:ext>
            </a:extLst>
          </p:cNvPr>
          <p:cNvSpPr/>
          <p:nvPr/>
        </p:nvSpPr>
        <p:spPr>
          <a:xfrm>
            <a:off x="3444818" y="4081355"/>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73" name="矩形 272">
            <a:extLst>
              <a:ext uri="{FF2B5EF4-FFF2-40B4-BE49-F238E27FC236}">
                <a16:creationId xmlns:a16="http://schemas.microsoft.com/office/drawing/2014/main" id="{FAD8BB2D-257E-68E6-2CA2-90C08D0E9F00}"/>
              </a:ext>
            </a:extLst>
          </p:cNvPr>
          <p:cNvSpPr/>
          <p:nvPr/>
        </p:nvSpPr>
        <p:spPr>
          <a:xfrm>
            <a:off x="1380763" y="4253581"/>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74" name="矩形 273">
            <a:extLst>
              <a:ext uri="{FF2B5EF4-FFF2-40B4-BE49-F238E27FC236}">
                <a16:creationId xmlns:a16="http://schemas.microsoft.com/office/drawing/2014/main" id="{FC354FBE-A4C2-33CE-C85F-97E0522204B3}"/>
              </a:ext>
            </a:extLst>
          </p:cNvPr>
          <p:cNvSpPr/>
          <p:nvPr/>
        </p:nvSpPr>
        <p:spPr>
          <a:xfrm>
            <a:off x="1552989" y="4253581"/>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75" name="矩形 274">
            <a:extLst>
              <a:ext uri="{FF2B5EF4-FFF2-40B4-BE49-F238E27FC236}">
                <a16:creationId xmlns:a16="http://schemas.microsoft.com/office/drawing/2014/main" id="{FC97E59B-5497-9B50-5C84-1B14D39243A4}"/>
              </a:ext>
            </a:extLst>
          </p:cNvPr>
          <p:cNvSpPr/>
          <p:nvPr/>
        </p:nvSpPr>
        <p:spPr>
          <a:xfrm>
            <a:off x="1725215" y="4253581"/>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76" name="矩形 275">
            <a:extLst>
              <a:ext uri="{FF2B5EF4-FFF2-40B4-BE49-F238E27FC236}">
                <a16:creationId xmlns:a16="http://schemas.microsoft.com/office/drawing/2014/main" id="{1A2B2F5A-A4DC-5A8F-0081-327561941EEE}"/>
              </a:ext>
            </a:extLst>
          </p:cNvPr>
          <p:cNvSpPr/>
          <p:nvPr/>
        </p:nvSpPr>
        <p:spPr>
          <a:xfrm>
            <a:off x="1897441" y="4253581"/>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77" name="矩形 276">
            <a:extLst>
              <a:ext uri="{FF2B5EF4-FFF2-40B4-BE49-F238E27FC236}">
                <a16:creationId xmlns:a16="http://schemas.microsoft.com/office/drawing/2014/main" id="{1E609464-0E41-6861-41AF-B70B8751B6C7}"/>
              </a:ext>
            </a:extLst>
          </p:cNvPr>
          <p:cNvSpPr/>
          <p:nvPr/>
        </p:nvSpPr>
        <p:spPr>
          <a:xfrm>
            <a:off x="2069667" y="4253581"/>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78" name="矩形 277">
            <a:extLst>
              <a:ext uri="{FF2B5EF4-FFF2-40B4-BE49-F238E27FC236}">
                <a16:creationId xmlns:a16="http://schemas.microsoft.com/office/drawing/2014/main" id="{245CAD8D-17EE-D592-8ED0-605A38F65702}"/>
              </a:ext>
            </a:extLst>
          </p:cNvPr>
          <p:cNvSpPr/>
          <p:nvPr/>
        </p:nvSpPr>
        <p:spPr>
          <a:xfrm>
            <a:off x="2241893" y="4253581"/>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79" name="矩形 278">
            <a:extLst>
              <a:ext uri="{FF2B5EF4-FFF2-40B4-BE49-F238E27FC236}">
                <a16:creationId xmlns:a16="http://schemas.microsoft.com/office/drawing/2014/main" id="{5285568B-35F0-C353-0391-95A82A3C61E5}"/>
              </a:ext>
            </a:extLst>
          </p:cNvPr>
          <p:cNvSpPr/>
          <p:nvPr/>
        </p:nvSpPr>
        <p:spPr>
          <a:xfrm>
            <a:off x="2414119" y="4253581"/>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80" name="矩形 279">
            <a:extLst>
              <a:ext uri="{FF2B5EF4-FFF2-40B4-BE49-F238E27FC236}">
                <a16:creationId xmlns:a16="http://schemas.microsoft.com/office/drawing/2014/main" id="{01EB4774-C78C-53B2-69A0-81E88B966AD0}"/>
              </a:ext>
            </a:extLst>
          </p:cNvPr>
          <p:cNvSpPr/>
          <p:nvPr/>
        </p:nvSpPr>
        <p:spPr>
          <a:xfrm>
            <a:off x="2583688" y="4253581"/>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81" name="矩形 280">
            <a:extLst>
              <a:ext uri="{FF2B5EF4-FFF2-40B4-BE49-F238E27FC236}">
                <a16:creationId xmlns:a16="http://schemas.microsoft.com/office/drawing/2014/main" id="{7BBBC64B-7A97-A95A-9226-092D718D2C31}"/>
              </a:ext>
            </a:extLst>
          </p:cNvPr>
          <p:cNvSpPr/>
          <p:nvPr/>
        </p:nvSpPr>
        <p:spPr>
          <a:xfrm>
            <a:off x="2755914" y="4253581"/>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82" name="矩形 281">
            <a:extLst>
              <a:ext uri="{FF2B5EF4-FFF2-40B4-BE49-F238E27FC236}">
                <a16:creationId xmlns:a16="http://schemas.microsoft.com/office/drawing/2014/main" id="{34C86712-B62E-6045-89D9-B1C21C178D93}"/>
              </a:ext>
            </a:extLst>
          </p:cNvPr>
          <p:cNvSpPr/>
          <p:nvPr/>
        </p:nvSpPr>
        <p:spPr>
          <a:xfrm>
            <a:off x="2928140" y="4253581"/>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83" name="矩形 282">
            <a:extLst>
              <a:ext uri="{FF2B5EF4-FFF2-40B4-BE49-F238E27FC236}">
                <a16:creationId xmlns:a16="http://schemas.microsoft.com/office/drawing/2014/main" id="{0F4DEAB9-0624-57EF-4C1E-A7A34B6362F4}"/>
              </a:ext>
            </a:extLst>
          </p:cNvPr>
          <p:cNvSpPr/>
          <p:nvPr/>
        </p:nvSpPr>
        <p:spPr>
          <a:xfrm>
            <a:off x="3100366" y="4253581"/>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84" name="矩形 283">
            <a:extLst>
              <a:ext uri="{FF2B5EF4-FFF2-40B4-BE49-F238E27FC236}">
                <a16:creationId xmlns:a16="http://schemas.microsoft.com/office/drawing/2014/main" id="{8522A5EB-9B90-3D7F-0F63-468D66917678}"/>
              </a:ext>
            </a:extLst>
          </p:cNvPr>
          <p:cNvSpPr/>
          <p:nvPr/>
        </p:nvSpPr>
        <p:spPr>
          <a:xfrm>
            <a:off x="3272592" y="4253581"/>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85" name="矩形 284">
            <a:extLst>
              <a:ext uri="{FF2B5EF4-FFF2-40B4-BE49-F238E27FC236}">
                <a16:creationId xmlns:a16="http://schemas.microsoft.com/office/drawing/2014/main" id="{0C172E08-E85F-7953-9F66-B6874A2FAEA3}"/>
              </a:ext>
            </a:extLst>
          </p:cNvPr>
          <p:cNvSpPr/>
          <p:nvPr/>
        </p:nvSpPr>
        <p:spPr>
          <a:xfrm>
            <a:off x="3444818" y="4253581"/>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255" name="Picture 2" descr="Pop! Wall-E (Facet) — Double Boxed Toys">
            <a:extLst>
              <a:ext uri="{FF2B5EF4-FFF2-40B4-BE49-F238E27FC236}">
                <a16:creationId xmlns:a16="http://schemas.microsoft.com/office/drawing/2014/main" id="{C02D4DBC-2832-4D48-FA12-A0E1E792568A}"/>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2782" t="8914" r="12960" b="8907"/>
          <a:stretch/>
        </p:blipFill>
        <p:spPr bwMode="auto">
          <a:xfrm>
            <a:off x="3255816" y="2469665"/>
            <a:ext cx="205778" cy="227729"/>
          </a:xfrm>
          <a:prstGeom prst="rect">
            <a:avLst/>
          </a:prstGeom>
          <a:noFill/>
          <a:extLst>
            <a:ext uri="{909E8E84-426E-40DD-AFC4-6F175D3DCCD1}">
              <a14:hiddenFill xmlns:a14="http://schemas.microsoft.com/office/drawing/2010/main">
                <a:solidFill>
                  <a:srgbClr val="FFFFFF"/>
                </a:solidFill>
              </a14:hiddenFill>
            </a:ext>
          </a:extLst>
        </p:spPr>
      </p:pic>
      <p:sp>
        <p:nvSpPr>
          <p:cNvPr id="256" name="文本框 255">
            <a:extLst>
              <a:ext uri="{FF2B5EF4-FFF2-40B4-BE49-F238E27FC236}">
                <a16:creationId xmlns:a16="http://schemas.microsoft.com/office/drawing/2014/main" id="{3CB231BF-7158-0B15-B2BF-2557221FB75E}"/>
              </a:ext>
            </a:extLst>
          </p:cNvPr>
          <p:cNvSpPr txBox="1"/>
          <p:nvPr/>
        </p:nvSpPr>
        <p:spPr>
          <a:xfrm>
            <a:off x="1878044" y="4478016"/>
            <a:ext cx="1222322" cy="338554"/>
          </a:xfrm>
          <a:prstGeom prst="rect">
            <a:avLst/>
          </a:prstGeom>
          <a:noFill/>
        </p:spPr>
        <p:txBody>
          <a:bodyPr wrap="none" rtlCol="0">
            <a:spAutoFit/>
          </a:bodyPr>
          <a:lstStyle/>
          <a:p>
            <a:r>
              <a:rPr lang="en-GB" sz="1600" dirty="0">
                <a:solidFill>
                  <a:srgbClr val="003399"/>
                </a:solidFill>
              </a:rPr>
              <a:t>real</a:t>
            </a:r>
            <a:r>
              <a:rPr lang="zh-CN" altLang="en-US" sz="1600" dirty="0">
                <a:solidFill>
                  <a:srgbClr val="003399"/>
                </a:solidFill>
              </a:rPr>
              <a:t> </a:t>
            </a:r>
            <a:r>
              <a:rPr lang="en-GB" altLang="zh-CN" sz="1600" dirty="0">
                <a:solidFill>
                  <a:srgbClr val="003399"/>
                </a:solidFill>
              </a:rPr>
              <a:t>position</a:t>
            </a:r>
            <a:endParaRPr lang="en-GB" sz="1600" dirty="0">
              <a:solidFill>
                <a:srgbClr val="003399"/>
              </a:solidFill>
            </a:endParaRPr>
          </a:p>
        </p:txBody>
      </p:sp>
      <p:sp>
        <p:nvSpPr>
          <p:cNvPr id="270" name="文本框 269">
            <a:extLst>
              <a:ext uri="{FF2B5EF4-FFF2-40B4-BE49-F238E27FC236}">
                <a16:creationId xmlns:a16="http://schemas.microsoft.com/office/drawing/2014/main" id="{089768A6-2E30-A334-7BD6-C6C4CBB601D7}"/>
              </a:ext>
            </a:extLst>
          </p:cNvPr>
          <p:cNvSpPr txBox="1"/>
          <p:nvPr/>
        </p:nvSpPr>
        <p:spPr>
          <a:xfrm>
            <a:off x="5020256" y="4478016"/>
            <a:ext cx="1737976" cy="338554"/>
          </a:xfrm>
          <a:prstGeom prst="rect">
            <a:avLst/>
          </a:prstGeom>
          <a:noFill/>
        </p:spPr>
        <p:txBody>
          <a:bodyPr wrap="none" rtlCol="0">
            <a:spAutoFit/>
          </a:bodyPr>
          <a:lstStyle/>
          <a:p>
            <a:r>
              <a:rPr lang="en-GB" sz="1600" dirty="0">
                <a:solidFill>
                  <a:schemeClr val="accent4"/>
                </a:solidFill>
              </a:rPr>
              <a:t>estimated</a:t>
            </a:r>
            <a:r>
              <a:rPr lang="zh-CN" altLang="en-US" sz="1600" dirty="0">
                <a:solidFill>
                  <a:schemeClr val="accent4"/>
                </a:solidFill>
              </a:rPr>
              <a:t> </a:t>
            </a:r>
            <a:r>
              <a:rPr lang="en-GB" altLang="zh-CN" sz="1600" dirty="0">
                <a:solidFill>
                  <a:schemeClr val="accent4"/>
                </a:solidFill>
              </a:rPr>
              <a:t>position</a:t>
            </a:r>
            <a:endParaRPr lang="en-GB" sz="1600" dirty="0">
              <a:solidFill>
                <a:schemeClr val="accent4"/>
              </a:solidFill>
            </a:endParaRPr>
          </a:p>
        </p:txBody>
      </p:sp>
      <p:sp>
        <p:nvSpPr>
          <p:cNvPr id="143" name="矩形 142">
            <a:extLst>
              <a:ext uri="{FF2B5EF4-FFF2-40B4-BE49-F238E27FC236}">
                <a16:creationId xmlns:a16="http://schemas.microsoft.com/office/drawing/2014/main" id="{A57E48E0-2C80-C0C3-F44B-6AB4BB6AA23B}"/>
              </a:ext>
            </a:extLst>
          </p:cNvPr>
          <p:cNvSpPr/>
          <p:nvPr/>
        </p:nvSpPr>
        <p:spPr>
          <a:xfrm>
            <a:off x="12383951" y="5303304"/>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30270" name="组合 30269">
            <a:extLst>
              <a:ext uri="{FF2B5EF4-FFF2-40B4-BE49-F238E27FC236}">
                <a16:creationId xmlns:a16="http://schemas.microsoft.com/office/drawing/2014/main" id="{3A5B8A05-5934-06CA-07A8-5102203ECD82}"/>
              </a:ext>
            </a:extLst>
          </p:cNvPr>
          <p:cNvGrpSpPr/>
          <p:nvPr/>
        </p:nvGrpSpPr>
        <p:grpSpPr>
          <a:xfrm>
            <a:off x="4760586" y="2186869"/>
            <a:ext cx="2237610" cy="2238938"/>
            <a:chOff x="9649644" y="1885572"/>
            <a:chExt cx="2237610" cy="2238938"/>
          </a:xfrm>
        </p:grpSpPr>
        <p:sp>
          <p:nvSpPr>
            <p:cNvPr id="30271" name="矩形 30270">
              <a:extLst>
                <a:ext uri="{FF2B5EF4-FFF2-40B4-BE49-F238E27FC236}">
                  <a16:creationId xmlns:a16="http://schemas.microsoft.com/office/drawing/2014/main" id="{856CF19B-D7EE-9315-822E-5650E200CCFB}"/>
                </a:ext>
              </a:extLst>
            </p:cNvPr>
            <p:cNvSpPr/>
            <p:nvPr/>
          </p:nvSpPr>
          <p:spPr>
            <a:xfrm>
              <a:off x="9649644" y="1885572"/>
              <a:ext cx="2237609" cy="2238938"/>
            </a:xfrm>
            <a:prstGeom prst="rect">
              <a:avLst/>
            </a:prstGeom>
            <a:solidFill>
              <a:schemeClr val="bg1"/>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272" name="矩形 30271">
              <a:extLst>
                <a:ext uri="{FF2B5EF4-FFF2-40B4-BE49-F238E27FC236}">
                  <a16:creationId xmlns:a16="http://schemas.microsoft.com/office/drawing/2014/main" id="{CADB2416-A181-1E90-026D-D803A623634A}"/>
                </a:ext>
              </a:extLst>
            </p:cNvPr>
            <p:cNvSpPr/>
            <p:nvPr/>
          </p:nvSpPr>
          <p:spPr>
            <a:xfrm>
              <a:off x="9650973" y="1885572"/>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273" name="矩形 30272">
              <a:extLst>
                <a:ext uri="{FF2B5EF4-FFF2-40B4-BE49-F238E27FC236}">
                  <a16:creationId xmlns:a16="http://schemas.microsoft.com/office/drawing/2014/main" id="{BA5A00E6-28EC-C4C5-8B8B-36762C2B27C3}"/>
                </a:ext>
              </a:extLst>
            </p:cNvPr>
            <p:cNvSpPr/>
            <p:nvPr/>
          </p:nvSpPr>
          <p:spPr>
            <a:xfrm>
              <a:off x="9823199" y="1885572"/>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274" name="矩形 30273">
              <a:extLst>
                <a:ext uri="{FF2B5EF4-FFF2-40B4-BE49-F238E27FC236}">
                  <a16:creationId xmlns:a16="http://schemas.microsoft.com/office/drawing/2014/main" id="{FDD8AF1C-E352-A3A0-46D5-56A6CA006072}"/>
                </a:ext>
              </a:extLst>
            </p:cNvPr>
            <p:cNvSpPr/>
            <p:nvPr/>
          </p:nvSpPr>
          <p:spPr>
            <a:xfrm>
              <a:off x="9995425" y="1885572"/>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275" name="矩形 30274">
              <a:extLst>
                <a:ext uri="{FF2B5EF4-FFF2-40B4-BE49-F238E27FC236}">
                  <a16:creationId xmlns:a16="http://schemas.microsoft.com/office/drawing/2014/main" id="{E56CB7F1-220F-A3AB-4F82-5CF249699024}"/>
                </a:ext>
              </a:extLst>
            </p:cNvPr>
            <p:cNvSpPr/>
            <p:nvPr/>
          </p:nvSpPr>
          <p:spPr>
            <a:xfrm>
              <a:off x="10167651" y="1885572"/>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276" name="矩形 30275">
              <a:extLst>
                <a:ext uri="{FF2B5EF4-FFF2-40B4-BE49-F238E27FC236}">
                  <a16:creationId xmlns:a16="http://schemas.microsoft.com/office/drawing/2014/main" id="{F4648BB5-9D9F-48FD-CAC5-8CE902A224D4}"/>
                </a:ext>
              </a:extLst>
            </p:cNvPr>
            <p:cNvSpPr/>
            <p:nvPr/>
          </p:nvSpPr>
          <p:spPr>
            <a:xfrm>
              <a:off x="10339877" y="1885572"/>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277" name="矩形 30276">
              <a:extLst>
                <a:ext uri="{FF2B5EF4-FFF2-40B4-BE49-F238E27FC236}">
                  <a16:creationId xmlns:a16="http://schemas.microsoft.com/office/drawing/2014/main" id="{5E56C88A-08AB-3258-4985-2C9CA7EAA4AC}"/>
                </a:ext>
              </a:extLst>
            </p:cNvPr>
            <p:cNvSpPr/>
            <p:nvPr/>
          </p:nvSpPr>
          <p:spPr>
            <a:xfrm>
              <a:off x="10512103" y="1885572"/>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278" name="矩形 30277">
              <a:extLst>
                <a:ext uri="{FF2B5EF4-FFF2-40B4-BE49-F238E27FC236}">
                  <a16:creationId xmlns:a16="http://schemas.microsoft.com/office/drawing/2014/main" id="{D78222E4-C4C0-0432-4A37-D6F8694CFF65}"/>
                </a:ext>
              </a:extLst>
            </p:cNvPr>
            <p:cNvSpPr/>
            <p:nvPr/>
          </p:nvSpPr>
          <p:spPr>
            <a:xfrm>
              <a:off x="10684329" y="1885572"/>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279" name="矩形 30278">
              <a:extLst>
                <a:ext uri="{FF2B5EF4-FFF2-40B4-BE49-F238E27FC236}">
                  <a16:creationId xmlns:a16="http://schemas.microsoft.com/office/drawing/2014/main" id="{18417F6B-2858-D9AC-9919-551BBB122628}"/>
                </a:ext>
              </a:extLst>
            </p:cNvPr>
            <p:cNvSpPr/>
            <p:nvPr/>
          </p:nvSpPr>
          <p:spPr>
            <a:xfrm>
              <a:off x="10853898" y="1885572"/>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280" name="矩形 30279">
              <a:extLst>
                <a:ext uri="{FF2B5EF4-FFF2-40B4-BE49-F238E27FC236}">
                  <a16:creationId xmlns:a16="http://schemas.microsoft.com/office/drawing/2014/main" id="{A330B238-E422-4D56-BC24-404B0D133034}"/>
                </a:ext>
              </a:extLst>
            </p:cNvPr>
            <p:cNvSpPr/>
            <p:nvPr/>
          </p:nvSpPr>
          <p:spPr>
            <a:xfrm>
              <a:off x="11026124" y="1885572"/>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281" name="矩形 30280">
              <a:extLst>
                <a:ext uri="{FF2B5EF4-FFF2-40B4-BE49-F238E27FC236}">
                  <a16:creationId xmlns:a16="http://schemas.microsoft.com/office/drawing/2014/main" id="{F3DE2E52-BFA4-4DDE-83B5-120A102B408E}"/>
                </a:ext>
              </a:extLst>
            </p:cNvPr>
            <p:cNvSpPr/>
            <p:nvPr/>
          </p:nvSpPr>
          <p:spPr>
            <a:xfrm>
              <a:off x="11198350" y="1885572"/>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282" name="矩形 30281">
              <a:extLst>
                <a:ext uri="{FF2B5EF4-FFF2-40B4-BE49-F238E27FC236}">
                  <a16:creationId xmlns:a16="http://schemas.microsoft.com/office/drawing/2014/main" id="{E05C7DF5-47D5-F679-11E8-32192611F9A0}"/>
                </a:ext>
              </a:extLst>
            </p:cNvPr>
            <p:cNvSpPr/>
            <p:nvPr/>
          </p:nvSpPr>
          <p:spPr>
            <a:xfrm>
              <a:off x="11370576" y="1885572"/>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283" name="矩形 30282">
              <a:extLst>
                <a:ext uri="{FF2B5EF4-FFF2-40B4-BE49-F238E27FC236}">
                  <a16:creationId xmlns:a16="http://schemas.microsoft.com/office/drawing/2014/main" id="{1794F429-43DE-B570-B865-8C88F588D7CD}"/>
                </a:ext>
              </a:extLst>
            </p:cNvPr>
            <p:cNvSpPr/>
            <p:nvPr/>
          </p:nvSpPr>
          <p:spPr>
            <a:xfrm>
              <a:off x="11542802" y="1885572"/>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284" name="矩形 30283">
              <a:extLst>
                <a:ext uri="{FF2B5EF4-FFF2-40B4-BE49-F238E27FC236}">
                  <a16:creationId xmlns:a16="http://schemas.microsoft.com/office/drawing/2014/main" id="{000DAB4F-DE9B-A17C-549C-4654029F9C2B}"/>
                </a:ext>
              </a:extLst>
            </p:cNvPr>
            <p:cNvSpPr/>
            <p:nvPr/>
          </p:nvSpPr>
          <p:spPr>
            <a:xfrm>
              <a:off x="11715028" y="1885572"/>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285" name="矩形 30284">
              <a:extLst>
                <a:ext uri="{FF2B5EF4-FFF2-40B4-BE49-F238E27FC236}">
                  <a16:creationId xmlns:a16="http://schemas.microsoft.com/office/drawing/2014/main" id="{A91D5947-AD85-53C8-B890-E384C804BCD2}"/>
                </a:ext>
              </a:extLst>
            </p:cNvPr>
            <p:cNvSpPr/>
            <p:nvPr/>
          </p:nvSpPr>
          <p:spPr>
            <a:xfrm>
              <a:off x="9650973" y="2057798"/>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286" name="矩形 30285">
              <a:extLst>
                <a:ext uri="{FF2B5EF4-FFF2-40B4-BE49-F238E27FC236}">
                  <a16:creationId xmlns:a16="http://schemas.microsoft.com/office/drawing/2014/main" id="{47416B8D-8A26-A818-3366-AB32A508B08A}"/>
                </a:ext>
              </a:extLst>
            </p:cNvPr>
            <p:cNvSpPr/>
            <p:nvPr/>
          </p:nvSpPr>
          <p:spPr>
            <a:xfrm>
              <a:off x="10512103" y="2057798"/>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287" name="矩形 30286">
              <a:extLst>
                <a:ext uri="{FF2B5EF4-FFF2-40B4-BE49-F238E27FC236}">
                  <a16:creationId xmlns:a16="http://schemas.microsoft.com/office/drawing/2014/main" id="{C9285457-AB18-E946-43B4-CD7241FF8EE6}"/>
                </a:ext>
              </a:extLst>
            </p:cNvPr>
            <p:cNvSpPr/>
            <p:nvPr/>
          </p:nvSpPr>
          <p:spPr>
            <a:xfrm>
              <a:off x="10684329" y="2057798"/>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288" name="矩形 30287">
              <a:extLst>
                <a:ext uri="{FF2B5EF4-FFF2-40B4-BE49-F238E27FC236}">
                  <a16:creationId xmlns:a16="http://schemas.microsoft.com/office/drawing/2014/main" id="{6959338D-EE0C-2B26-2A88-DA6E3F6E2FB0}"/>
                </a:ext>
              </a:extLst>
            </p:cNvPr>
            <p:cNvSpPr/>
            <p:nvPr/>
          </p:nvSpPr>
          <p:spPr>
            <a:xfrm>
              <a:off x="10853898" y="2057798"/>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289" name="矩形 30288">
              <a:extLst>
                <a:ext uri="{FF2B5EF4-FFF2-40B4-BE49-F238E27FC236}">
                  <a16:creationId xmlns:a16="http://schemas.microsoft.com/office/drawing/2014/main" id="{CA09F461-250B-E41B-9210-094D384027C4}"/>
                </a:ext>
              </a:extLst>
            </p:cNvPr>
            <p:cNvSpPr/>
            <p:nvPr/>
          </p:nvSpPr>
          <p:spPr>
            <a:xfrm>
              <a:off x="11715028" y="2057798"/>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290" name="矩形 30289">
              <a:extLst>
                <a:ext uri="{FF2B5EF4-FFF2-40B4-BE49-F238E27FC236}">
                  <a16:creationId xmlns:a16="http://schemas.microsoft.com/office/drawing/2014/main" id="{3B697B98-72DF-9AD8-F138-8202E90E9774}"/>
                </a:ext>
              </a:extLst>
            </p:cNvPr>
            <p:cNvSpPr/>
            <p:nvPr/>
          </p:nvSpPr>
          <p:spPr>
            <a:xfrm>
              <a:off x="9650973" y="2230024"/>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291" name="矩形 30290">
              <a:extLst>
                <a:ext uri="{FF2B5EF4-FFF2-40B4-BE49-F238E27FC236}">
                  <a16:creationId xmlns:a16="http://schemas.microsoft.com/office/drawing/2014/main" id="{D4BCE9F2-83D7-A743-1965-FBC3E6542656}"/>
                </a:ext>
              </a:extLst>
            </p:cNvPr>
            <p:cNvSpPr/>
            <p:nvPr/>
          </p:nvSpPr>
          <p:spPr>
            <a:xfrm>
              <a:off x="10512103" y="2230024"/>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292" name="矩形 30291">
              <a:extLst>
                <a:ext uri="{FF2B5EF4-FFF2-40B4-BE49-F238E27FC236}">
                  <a16:creationId xmlns:a16="http://schemas.microsoft.com/office/drawing/2014/main" id="{8D8D2CD7-7DD7-9F4A-26A4-98085861F3DB}"/>
                </a:ext>
              </a:extLst>
            </p:cNvPr>
            <p:cNvSpPr/>
            <p:nvPr/>
          </p:nvSpPr>
          <p:spPr>
            <a:xfrm>
              <a:off x="10684329" y="2230024"/>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293" name="矩形 30292">
              <a:extLst>
                <a:ext uri="{FF2B5EF4-FFF2-40B4-BE49-F238E27FC236}">
                  <a16:creationId xmlns:a16="http://schemas.microsoft.com/office/drawing/2014/main" id="{FFCCD8FD-B295-8A48-5054-A2491A4D9342}"/>
                </a:ext>
              </a:extLst>
            </p:cNvPr>
            <p:cNvSpPr/>
            <p:nvPr/>
          </p:nvSpPr>
          <p:spPr>
            <a:xfrm>
              <a:off x="10853898" y="2230024"/>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294" name="矩形 30293">
              <a:extLst>
                <a:ext uri="{FF2B5EF4-FFF2-40B4-BE49-F238E27FC236}">
                  <a16:creationId xmlns:a16="http://schemas.microsoft.com/office/drawing/2014/main" id="{DA06F83A-ABC7-B151-0061-6903FE1BD51D}"/>
                </a:ext>
              </a:extLst>
            </p:cNvPr>
            <p:cNvSpPr/>
            <p:nvPr/>
          </p:nvSpPr>
          <p:spPr>
            <a:xfrm>
              <a:off x="11715028" y="2230024"/>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295" name="矩形 30294">
              <a:extLst>
                <a:ext uri="{FF2B5EF4-FFF2-40B4-BE49-F238E27FC236}">
                  <a16:creationId xmlns:a16="http://schemas.microsoft.com/office/drawing/2014/main" id="{B09F5E7D-5E95-EAF5-3E0C-FCD012776DAF}"/>
                </a:ext>
              </a:extLst>
            </p:cNvPr>
            <p:cNvSpPr/>
            <p:nvPr/>
          </p:nvSpPr>
          <p:spPr>
            <a:xfrm>
              <a:off x="9650973" y="2402250"/>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296" name="矩形 30295">
              <a:extLst>
                <a:ext uri="{FF2B5EF4-FFF2-40B4-BE49-F238E27FC236}">
                  <a16:creationId xmlns:a16="http://schemas.microsoft.com/office/drawing/2014/main" id="{06CF0990-F1C6-94B9-2CEB-989F0C59BAE4}"/>
                </a:ext>
              </a:extLst>
            </p:cNvPr>
            <p:cNvSpPr/>
            <p:nvPr/>
          </p:nvSpPr>
          <p:spPr>
            <a:xfrm>
              <a:off x="10512103" y="2402250"/>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297" name="矩形 30296">
              <a:extLst>
                <a:ext uri="{FF2B5EF4-FFF2-40B4-BE49-F238E27FC236}">
                  <a16:creationId xmlns:a16="http://schemas.microsoft.com/office/drawing/2014/main" id="{ADE25F90-24C8-7B41-E4FB-7C127DFCD7C7}"/>
                </a:ext>
              </a:extLst>
            </p:cNvPr>
            <p:cNvSpPr/>
            <p:nvPr/>
          </p:nvSpPr>
          <p:spPr>
            <a:xfrm>
              <a:off x="10684329" y="2402250"/>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298" name="矩形 30297">
              <a:extLst>
                <a:ext uri="{FF2B5EF4-FFF2-40B4-BE49-F238E27FC236}">
                  <a16:creationId xmlns:a16="http://schemas.microsoft.com/office/drawing/2014/main" id="{EE941EE0-B12B-09FC-4525-99CF9F8DBB56}"/>
                </a:ext>
              </a:extLst>
            </p:cNvPr>
            <p:cNvSpPr/>
            <p:nvPr/>
          </p:nvSpPr>
          <p:spPr>
            <a:xfrm>
              <a:off x="10853898" y="2402250"/>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299" name="矩形 30298">
              <a:extLst>
                <a:ext uri="{FF2B5EF4-FFF2-40B4-BE49-F238E27FC236}">
                  <a16:creationId xmlns:a16="http://schemas.microsoft.com/office/drawing/2014/main" id="{3FF76225-7670-8A0F-F5DA-37D4464E1C9D}"/>
                </a:ext>
              </a:extLst>
            </p:cNvPr>
            <p:cNvSpPr/>
            <p:nvPr/>
          </p:nvSpPr>
          <p:spPr>
            <a:xfrm>
              <a:off x="11715028" y="2402250"/>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300" name="矩形 30299">
              <a:extLst>
                <a:ext uri="{FF2B5EF4-FFF2-40B4-BE49-F238E27FC236}">
                  <a16:creationId xmlns:a16="http://schemas.microsoft.com/office/drawing/2014/main" id="{507C0AA2-D77C-FF22-66FC-014EF530C620}"/>
                </a:ext>
              </a:extLst>
            </p:cNvPr>
            <p:cNvSpPr/>
            <p:nvPr/>
          </p:nvSpPr>
          <p:spPr>
            <a:xfrm>
              <a:off x="9650973" y="2574476"/>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301" name="矩形 30300">
              <a:extLst>
                <a:ext uri="{FF2B5EF4-FFF2-40B4-BE49-F238E27FC236}">
                  <a16:creationId xmlns:a16="http://schemas.microsoft.com/office/drawing/2014/main" id="{D70F601D-094A-8F59-8DA8-CED7B867E939}"/>
                </a:ext>
              </a:extLst>
            </p:cNvPr>
            <p:cNvSpPr/>
            <p:nvPr/>
          </p:nvSpPr>
          <p:spPr>
            <a:xfrm>
              <a:off x="10512103" y="2574476"/>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302" name="矩形 30301">
              <a:extLst>
                <a:ext uri="{FF2B5EF4-FFF2-40B4-BE49-F238E27FC236}">
                  <a16:creationId xmlns:a16="http://schemas.microsoft.com/office/drawing/2014/main" id="{040FDFE4-2268-460C-EE0B-716B3FD1D742}"/>
                </a:ext>
              </a:extLst>
            </p:cNvPr>
            <p:cNvSpPr/>
            <p:nvPr/>
          </p:nvSpPr>
          <p:spPr>
            <a:xfrm>
              <a:off x="10684329" y="2574476"/>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303" name="矩形 30302">
              <a:extLst>
                <a:ext uri="{FF2B5EF4-FFF2-40B4-BE49-F238E27FC236}">
                  <a16:creationId xmlns:a16="http://schemas.microsoft.com/office/drawing/2014/main" id="{2AE50C33-10B6-E96A-B7CD-B7C85751433C}"/>
                </a:ext>
              </a:extLst>
            </p:cNvPr>
            <p:cNvSpPr/>
            <p:nvPr/>
          </p:nvSpPr>
          <p:spPr>
            <a:xfrm>
              <a:off x="10853898" y="2574476"/>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304" name="矩形 30303">
              <a:extLst>
                <a:ext uri="{FF2B5EF4-FFF2-40B4-BE49-F238E27FC236}">
                  <a16:creationId xmlns:a16="http://schemas.microsoft.com/office/drawing/2014/main" id="{A7CE49BA-D71E-1F2A-3583-BE878BB18C44}"/>
                </a:ext>
              </a:extLst>
            </p:cNvPr>
            <p:cNvSpPr/>
            <p:nvPr/>
          </p:nvSpPr>
          <p:spPr>
            <a:xfrm>
              <a:off x="11715028" y="2574476"/>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305" name="矩形 30304">
              <a:extLst>
                <a:ext uri="{FF2B5EF4-FFF2-40B4-BE49-F238E27FC236}">
                  <a16:creationId xmlns:a16="http://schemas.microsoft.com/office/drawing/2014/main" id="{7F7EE952-68DC-13B5-5E24-50396A36B7E2}"/>
                </a:ext>
              </a:extLst>
            </p:cNvPr>
            <p:cNvSpPr/>
            <p:nvPr/>
          </p:nvSpPr>
          <p:spPr>
            <a:xfrm>
              <a:off x="9650973" y="2746702"/>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306" name="矩形 30305">
              <a:extLst>
                <a:ext uri="{FF2B5EF4-FFF2-40B4-BE49-F238E27FC236}">
                  <a16:creationId xmlns:a16="http://schemas.microsoft.com/office/drawing/2014/main" id="{515A5E8A-61F5-536C-BBBF-911D62A8FECC}"/>
                </a:ext>
              </a:extLst>
            </p:cNvPr>
            <p:cNvSpPr/>
            <p:nvPr/>
          </p:nvSpPr>
          <p:spPr>
            <a:xfrm>
              <a:off x="9823199" y="2746702"/>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307" name="矩形 30306">
              <a:extLst>
                <a:ext uri="{FF2B5EF4-FFF2-40B4-BE49-F238E27FC236}">
                  <a16:creationId xmlns:a16="http://schemas.microsoft.com/office/drawing/2014/main" id="{736C72F7-3B35-ECA9-EA73-7826A6E77467}"/>
                </a:ext>
              </a:extLst>
            </p:cNvPr>
            <p:cNvSpPr/>
            <p:nvPr/>
          </p:nvSpPr>
          <p:spPr>
            <a:xfrm>
              <a:off x="9995425" y="2746702"/>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308" name="矩形 30307">
              <a:extLst>
                <a:ext uri="{FF2B5EF4-FFF2-40B4-BE49-F238E27FC236}">
                  <a16:creationId xmlns:a16="http://schemas.microsoft.com/office/drawing/2014/main" id="{652C3732-3CDF-0BC1-3902-97592C71BD46}"/>
                </a:ext>
              </a:extLst>
            </p:cNvPr>
            <p:cNvSpPr/>
            <p:nvPr/>
          </p:nvSpPr>
          <p:spPr>
            <a:xfrm>
              <a:off x="10167651" y="2746702"/>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309" name="矩形 30308">
              <a:extLst>
                <a:ext uri="{FF2B5EF4-FFF2-40B4-BE49-F238E27FC236}">
                  <a16:creationId xmlns:a16="http://schemas.microsoft.com/office/drawing/2014/main" id="{FEBF2E24-7E7D-DCC1-7F1E-ABB2DE9FD5D3}"/>
                </a:ext>
              </a:extLst>
            </p:cNvPr>
            <p:cNvSpPr/>
            <p:nvPr/>
          </p:nvSpPr>
          <p:spPr>
            <a:xfrm>
              <a:off x="10339877" y="2746702"/>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310" name="矩形 30309">
              <a:extLst>
                <a:ext uri="{FF2B5EF4-FFF2-40B4-BE49-F238E27FC236}">
                  <a16:creationId xmlns:a16="http://schemas.microsoft.com/office/drawing/2014/main" id="{5E31878E-FC36-AC04-E80E-41E777F33728}"/>
                </a:ext>
              </a:extLst>
            </p:cNvPr>
            <p:cNvSpPr/>
            <p:nvPr/>
          </p:nvSpPr>
          <p:spPr>
            <a:xfrm>
              <a:off x="10512103" y="2746702"/>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311" name="矩形 30310">
              <a:extLst>
                <a:ext uri="{FF2B5EF4-FFF2-40B4-BE49-F238E27FC236}">
                  <a16:creationId xmlns:a16="http://schemas.microsoft.com/office/drawing/2014/main" id="{CD025FCD-6D90-30C8-3B11-B508E4C83635}"/>
                </a:ext>
              </a:extLst>
            </p:cNvPr>
            <p:cNvSpPr/>
            <p:nvPr/>
          </p:nvSpPr>
          <p:spPr>
            <a:xfrm>
              <a:off x="10684329" y="2746702"/>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312" name="矩形 30311">
              <a:extLst>
                <a:ext uri="{FF2B5EF4-FFF2-40B4-BE49-F238E27FC236}">
                  <a16:creationId xmlns:a16="http://schemas.microsoft.com/office/drawing/2014/main" id="{01499ABC-58D6-66E6-C154-25740E46E4B0}"/>
                </a:ext>
              </a:extLst>
            </p:cNvPr>
            <p:cNvSpPr/>
            <p:nvPr/>
          </p:nvSpPr>
          <p:spPr>
            <a:xfrm>
              <a:off x="10853898" y="2746702"/>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313" name="矩形 30312">
              <a:extLst>
                <a:ext uri="{FF2B5EF4-FFF2-40B4-BE49-F238E27FC236}">
                  <a16:creationId xmlns:a16="http://schemas.microsoft.com/office/drawing/2014/main" id="{BA50B65C-FFB2-CCFF-F56F-FB4B718E403A}"/>
                </a:ext>
              </a:extLst>
            </p:cNvPr>
            <p:cNvSpPr/>
            <p:nvPr/>
          </p:nvSpPr>
          <p:spPr>
            <a:xfrm>
              <a:off x="11026124" y="2746702"/>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314" name="矩形 30313">
              <a:extLst>
                <a:ext uri="{FF2B5EF4-FFF2-40B4-BE49-F238E27FC236}">
                  <a16:creationId xmlns:a16="http://schemas.microsoft.com/office/drawing/2014/main" id="{BC67519A-7E09-58D8-5887-73B3BFBB51A6}"/>
                </a:ext>
              </a:extLst>
            </p:cNvPr>
            <p:cNvSpPr/>
            <p:nvPr/>
          </p:nvSpPr>
          <p:spPr>
            <a:xfrm>
              <a:off x="11198350" y="2746702"/>
              <a:ext cx="172226" cy="172226"/>
            </a:xfrm>
            <a:prstGeom prst="rect">
              <a:avLst/>
            </a:prstGeom>
            <a:solidFill>
              <a:schemeClr val="bg1">
                <a:alpha val="1248"/>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315" name="矩形 30314">
              <a:extLst>
                <a:ext uri="{FF2B5EF4-FFF2-40B4-BE49-F238E27FC236}">
                  <a16:creationId xmlns:a16="http://schemas.microsoft.com/office/drawing/2014/main" id="{4584C788-40AF-D90F-FDD3-66A8005FCE1F}"/>
                </a:ext>
              </a:extLst>
            </p:cNvPr>
            <p:cNvSpPr/>
            <p:nvPr/>
          </p:nvSpPr>
          <p:spPr>
            <a:xfrm>
              <a:off x="11370576" y="2746702"/>
              <a:ext cx="172226" cy="172226"/>
            </a:xfrm>
            <a:prstGeom prst="rect">
              <a:avLst/>
            </a:prstGeom>
            <a:solidFill>
              <a:schemeClr val="bg1">
                <a:alpha val="1248"/>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316" name="矩形 30315">
              <a:extLst>
                <a:ext uri="{FF2B5EF4-FFF2-40B4-BE49-F238E27FC236}">
                  <a16:creationId xmlns:a16="http://schemas.microsoft.com/office/drawing/2014/main" id="{1E238117-E0E4-E4F0-C805-24D793ACD0F5}"/>
                </a:ext>
              </a:extLst>
            </p:cNvPr>
            <p:cNvSpPr/>
            <p:nvPr/>
          </p:nvSpPr>
          <p:spPr>
            <a:xfrm>
              <a:off x="11542802" y="2746702"/>
              <a:ext cx="172226" cy="172226"/>
            </a:xfrm>
            <a:prstGeom prst="rect">
              <a:avLst/>
            </a:prstGeom>
            <a:solidFill>
              <a:schemeClr val="bg1">
                <a:alpha val="1248"/>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317" name="矩形 30316">
              <a:extLst>
                <a:ext uri="{FF2B5EF4-FFF2-40B4-BE49-F238E27FC236}">
                  <a16:creationId xmlns:a16="http://schemas.microsoft.com/office/drawing/2014/main" id="{9F38BB3E-75D4-DFBF-5183-EC2700ACCF3F}"/>
                </a:ext>
              </a:extLst>
            </p:cNvPr>
            <p:cNvSpPr/>
            <p:nvPr/>
          </p:nvSpPr>
          <p:spPr>
            <a:xfrm>
              <a:off x="11715028" y="2746702"/>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318" name="矩形 30317">
              <a:extLst>
                <a:ext uri="{FF2B5EF4-FFF2-40B4-BE49-F238E27FC236}">
                  <a16:creationId xmlns:a16="http://schemas.microsoft.com/office/drawing/2014/main" id="{646170E7-4847-F22B-C532-C0AC79ADD3C6}"/>
                </a:ext>
              </a:extLst>
            </p:cNvPr>
            <p:cNvSpPr/>
            <p:nvPr/>
          </p:nvSpPr>
          <p:spPr>
            <a:xfrm>
              <a:off x="9650973" y="2918928"/>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319" name="矩形 30318">
              <a:extLst>
                <a:ext uri="{FF2B5EF4-FFF2-40B4-BE49-F238E27FC236}">
                  <a16:creationId xmlns:a16="http://schemas.microsoft.com/office/drawing/2014/main" id="{17690416-AAC2-E10F-869B-65E8D2336418}"/>
                </a:ext>
              </a:extLst>
            </p:cNvPr>
            <p:cNvSpPr/>
            <p:nvPr/>
          </p:nvSpPr>
          <p:spPr>
            <a:xfrm>
              <a:off x="9823199" y="2918928"/>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320" name="矩形 30319">
              <a:extLst>
                <a:ext uri="{FF2B5EF4-FFF2-40B4-BE49-F238E27FC236}">
                  <a16:creationId xmlns:a16="http://schemas.microsoft.com/office/drawing/2014/main" id="{7982FB94-AE67-54AD-BD2C-3158DD5D9F01}"/>
                </a:ext>
              </a:extLst>
            </p:cNvPr>
            <p:cNvSpPr/>
            <p:nvPr/>
          </p:nvSpPr>
          <p:spPr>
            <a:xfrm>
              <a:off x="9995425" y="2918928"/>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321" name="矩形 30320">
              <a:extLst>
                <a:ext uri="{FF2B5EF4-FFF2-40B4-BE49-F238E27FC236}">
                  <a16:creationId xmlns:a16="http://schemas.microsoft.com/office/drawing/2014/main" id="{F84CE166-FE4F-AB0F-6C23-D6ACCB9878CD}"/>
                </a:ext>
              </a:extLst>
            </p:cNvPr>
            <p:cNvSpPr/>
            <p:nvPr/>
          </p:nvSpPr>
          <p:spPr>
            <a:xfrm>
              <a:off x="10167651" y="2918928"/>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322" name="矩形 30321">
              <a:extLst>
                <a:ext uri="{FF2B5EF4-FFF2-40B4-BE49-F238E27FC236}">
                  <a16:creationId xmlns:a16="http://schemas.microsoft.com/office/drawing/2014/main" id="{3C84CD31-CD25-7F12-F310-EBD0BCFC623A}"/>
                </a:ext>
              </a:extLst>
            </p:cNvPr>
            <p:cNvSpPr/>
            <p:nvPr/>
          </p:nvSpPr>
          <p:spPr>
            <a:xfrm>
              <a:off x="10339877" y="2918928"/>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323" name="矩形 30322">
              <a:extLst>
                <a:ext uri="{FF2B5EF4-FFF2-40B4-BE49-F238E27FC236}">
                  <a16:creationId xmlns:a16="http://schemas.microsoft.com/office/drawing/2014/main" id="{FE888A8A-D16B-8601-54C4-6F38333E92B1}"/>
                </a:ext>
              </a:extLst>
            </p:cNvPr>
            <p:cNvSpPr/>
            <p:nvPr/>
          </p:nvSpPr>
          <p:spPr>
            <a:xfrm>
              <a:off x="10512103" y="2918928"/>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324" name="矩形 30323">
              <a:extLst>
                <a:ext uri="{FF2B5EF4-FFF2-40B4-BE49-F238E27FC236}">
                  <a16:creationId xmlns:a16="http://schemas.microsoft.com/office/drawing/2014/main" id="{B9FE6C51-55A5-2EFB-883A-262C3F97B876}"/>
                </a:ext>
              </a:extLst>
            </p:cNvPr>
            <p:cNvSpPr/>
            <p:nvPr/>
          </p:nvSpPr>
          <p:spPr>
            <a:xfrm>
              <a:off x="10684329" y="2918928"/>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325" name="矩形 30324">
              <a:extLst>
                <a:ext uri="{FF2B5EF4-FFF2-40B4-BE49-F238E27FC236}">
                  <a16:creationId xmlns:a16="http://schemas.microsoft.com/office/drawing/2014/main" id="{33CECB09-AFBD-B78F-982F-863BFBF82EBA}"/>
                </a:ext>
              </a:extLst>
            </p:cNvPr>
            <p:cNvSpPr/>
            <p:nvPr/>
          </p:nvSpPr>
          <p:spPr>
            <a:xfrm>
              <a:off x="11026124" y="2918928"/>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326" name="矩形 30325">
              <a:extLst>
                <a:ext uri="{FF2B5EF4-FFF2-40B4-BE49-F238E27FC236}">
                  <a16:creationId xmlns:a16="http://schemas.microsoft.com/office/drawing/2014/main" id="{0E7E848F-4265-C9E2-0853-DEB96BE6BB7C}"/>
                </a:ext>
              </a:extLst>
            </p:cNvPr>
            <p:cNvSpPr/>
            <p:nvPr/>
          </p:nvSpPr>
          <p:spPr>
            <a:xfrm>
              <a:off x="11198350" y="2918928"/>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327" name="矩形 30326">
              <a:extLst>
                <a:ext uri="{FF2B5EF4-FFF2-40B4-BE49-F238E27FC236}">
                  <a16:creationId xmlns:a16="http://schemas.microsoft.com/office/drawing/2014/main" id="{523826F8-4B53-ED42-CCF5-EE209D0EDA67}"/>
                </a:ext>
              </a:extLst>
            </p:cNvPr>
            <p:cNvSpPr/>
            <p:nvPr/>
          </p:nvSpPr>
          <p:spPr>
            <a:xfrm>
              <a:off x="11370576" y="2918928"/>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328" name="矩形 30327">
              <a:extLst>
                <a:ext uri="{FF2B5EF4-FFF2-40B4-BE49-F238E27FC236}">
                  <a16:creationId xmlns:a16="http://schemas.microsoft.com/office/drawing/2014/main" id="{D376BF9E-C940-519B-F612-DBA33A8ED155}"/>
                </a:ext>
              </a:extLst>
            </p:cNvPr>
            <p:cNvSpPr/>
            <p:nvPr/>
          </p:nvSpPr>
          <p:spPr>
            <a:xfrm>
              <a:off x="11542802" y="2918928"/>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329" name="矩形 30328">
              <a:extLst>
                <a:ext uri="{FF2B5EF4-FFF2-40B4-BE49-F238E27FC236}">
                  <a16:creationId xmlns:a16="http://schemas.microsoft.com/office/drawing/2014/main" id="{AB9D1A41-3871-8E98-B5FC-14F403E27012}"/>
                </a:ext>
              </a:extLst>
            </p:cNvPr>
            <p:cNvSpPr/>
            <p:nvPr/>
          </p:nvSpPr>
          <p:spPr>
            <a:xfrm>
              <a:off x="11715028" y="2918928"/>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330" name="矩形 30329">
              <a:extLst>
                <a:ext uri="{FF2B5EF4-FFF2-40B4-BE49-F238E27FC236}">
                  <a16:creationId xmlns:a16="http://schemas.microsoft.com/office/drawing/2014/main" id="{AA875431-4078-268E-9679-CA2037F7B8EF}"/>
                </a:ext>
              </a:extLst>
            </p:cNvPr>
            <p:cNvSpPr/>
            <p:nvPr/>
          </p:nvSpPr>
          <p:spPr>
            <a:xfrm>
              <a:off x="9650973" y="3091154"/>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331" name="矩形 30330">
              <a:extLst>
                <a:ext uri="{FF2B5EF4-FFF2-40B4-BE49-F238E27FC236}">
                  <a16:creationId xmlns:a16="http://schemas.microsoft.com/office/drawing/2014/main" id="{12023CC9-F190-C281-C1C5-128D457C206B}"/>
                </a:ext>
              </a:extLst>
            </p:cNvPr>
            <p:cNvSpPr/>
            <p:nvPr/>
          </p:nvSpPr>
          <p:spPr>
            <a:xfrm>
              <a:off x="9823199" y="3091154"/>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332" name="矩形 30331">
              <a:extLst>
                <a:ext uri="{FF2B5EF4-FFF2-40B4-BE49-F238E27FC236}">
                  <a16:creationId xmlns:a16="http://schemas.microsoft.com/office/drawing/2014/main" id="{2B3C4D47-97E8-327E-34FE-868BE47767EA}"/>
                </a:ext>
              </a:extLst>
            </p:cNvPr>
            <p:cNvSpPr/>
            <p:nvPr/>
          </p:nvSpPr>
          <p:spPr>
            <a:xfrm>
              <a:off x="9995425" y="3091154"/>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333" name="矩形 30332">
              <a:extLst>
                <a:ext uri="{FF2B5EF4-FFF2-40B4-BE49-F238E27FC236}">
                  <a16:creationId xmlns:a16="http://schemas.microsoft.com/office/drawing/2014/main" id="{6210865A-09B2-D4C6-7D38-6EDEDA06BA58}"/>
                </a:ext>
              </a:extLst>
            </p:cNvPr>
            <p:cNvSpPr/>
            <p:nvPr/>
          </p:nvSpPr>
          <p:spPr>
            <a:xfrm>
              <a:off x="10167651" y="3091154"/>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334" name="矩形 30333">
              <a:extLst>
                <a:ext uri="{FF2B5EF4-FFF2-40B4-BE49-F238E27FC236}">
                  <a16:creationId xmlns:a16="http://schemas.microsoft.com/office/drawing/2014/main" id="{67B8ABE8-2B70-44CA-119E-5E05A172116C}"/>
                </a:ext>
              </a:extLst>
            </p:cNvPr>
            <p:cNvSpPr/>
            <p:nvPr/>
          </p:nvSpPr>
          <p:spPr>
            <a:xfrm>
              <a:off x="10339877" y="3091154"/>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335" name="矩形 30334">
              <a:extLst>
                <a:ext uri="{FF2B5EF4-FFF2-40B4-BE49-F238E27FC236}">
                  <a16:creationId xmlns:a16="http://schemas.microsoft.com/office/drawing/2014/main" id="{771E0716-5829-C23D-CA2F-050184D5B35D}"/>
                </a:ext>
              </a:extLst>
            </p:cNvPr>
            <p:cNvSpPr/>
            <p:nvPr/>
          </p:nvSpPr>
          <p:spPr>
            <a:xfrm>
              <a:off x="10512103" y="3091154"/>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336" name="矩形 30335">
              <a:extLst>
                <a:ext uri="{FF2B5EF4-FFF2-40B4-BE49-F238E27FC236}">
                  <a16:creationId xmlns:a16="http://schemas.microsoft.com/office/drawing/2014/main" id="{B13805A0-D45C-B7EA-8341-E09D23B6D08C}"/>
                </a:ext>
              </a:extLst>
            </p:cNvPr>
            <p:cNvSpPr/>
            <p:nvPr/>
          </p:nvSpPr>
          <p:spPr>
            <a:xfrm>
              <a:off x="10684329" y="3091154"/>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337" name="矩形 30336">
              <a:extLst>
                <a:ext uri="{FF2B5EF4-FFF2-40B4-BE49-F238E27FC236}">
                  <a16:creationId xmlns:a16="http://schemas.microsoft.com/office/drawing/2014/main" id="{8DA36DD9-10E7-4C7C-67F7-3BF56262165B}"/>
                </a:ext>
              </a:extLst>
            </p:cNvPr>
            <p:cNvSpPr/>
            <p:nvPr/>
          </p:nvSpPr>
          <p:spPr>
            <a:xfrm>
              <a:off x="10853898" y="3091154"/>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338" name="矩形 30337">
              <a:extLst>
                <a:ext uri="{FF2B5EF4-FFF2-40B4-BE49-F238E27FC236}">
                  <a16:creationId xmlns:a16="http://schemas.microsoft.com/office/drawing/2014/main" id="{69F9A36D-D9ED-CA01-DCAB-2BA7C1FB2234}"/>
                </a:ext>
              </a:extLst>
            </p:cNvPr>
            <p:cNvSpPr/>
            <p:nvPr/>
          </p:nvSpPr>
          <p:spPr>
            <a:xfrm>
              <a:off x="11026124" y="3091154"/>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339" name="矩形 30338">
              <a:extLst>
                <a:ext uri="{FF2B5EF4-FFF2-40B4-BE49-F238E27FC236}">
                  <a16:creationId xmlns:a16="http://schemas.microsoft.com/office/drawing/2014/main" id="{1911EDA2-316F-FA0B-E4BE-26CEBF16F40D}"/>
                </a:ext>
              </a:extLst>
            </p:cNvPr>
            <p:cNvSpPr/>
            <p:nvPr/>
          </p:nvSpPr>
          <p:spPr>
            <a:xfrm>
              <a:off x="11198350" y="3091154"/>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340" name="矩形 30339">
              <a:extLst>
                <a:ext uri="{FF2B5EF4-FFF2-40B4-BE49-F238E27FC236}">
                  <a16:creationId xmlns:a16="http://schemas.microsoft.com/office/drawing/2014/main" id="{46C3EB08-6F35-E1AE-B4EB-1509B8D38EAA}"/>
                </a:ext>
              </a:extLst>
            </p:cNvPr>
            <p:cNvSpPr/>
            <p:nvPr/>
          </p:nvSpPr>
          <p:spPr>
            <a:xfrm>
              <a:off x="11370576" y="3091154"/>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341" name="矩形 30340">
              <a:extLst>
                <a:ext uri="{FF2B5EF4-FFF2-40B4-BE49-F238E27FC236}">
                  <a16:creationId xmlns:a16="http://schemas.microsoft.com/office/drawing/2014/main" id="{A29D8A2C-B436-48EC-FA03-FDCB6A3AAFFA}"/>
                </a:ext>
              </a:extLst>
            </p:cNvPr>
            <p:cNvSpPr/>
            <p:nvPr/>
          </p:nvSpPr>
          <p:spPr>
            <a:xfrm>
              <a:off x="11542802" y="3091154"/>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342" name="矩形 30341">
              <a:extLst>
                <a:ext uri="{FF2B5EF4-FFF2-40B4-BE49-F238E27FC236}">
                  <a16:creationId xmlns:a16="http://schemas.microsoft.com/office/drawing/2014/main" id="{AD11EEA2-995B-2ED2-AC62-92ECB0B887AC}"/>
                </a:ext>
              </a:extLst>
            </p:cNvPr>
            <p:cNvSpPr/>
            <p:nvPr/>
          </p:nvSpPr>
          <p:spPr>
            <a:xfrm>
              <a:off x="11715028" y="3091154"/>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343" name="矩形 30342">
              <a:extLst>
                <a:ext uri="{FF2B5EF4-FFF2-40B4-BE49-F238E27FC236}">
                  <a16:creationId xmlns:a16="http://schemas.microsoft.com/office/drawing/2014/main" id="{645AF487-2E75-1F67-594B-51B2B9C93658}"/>
                </a:ext>
              </a:extLst>
            </p:cNvPr>
            <p:cNvSpPr/>
            <p:nvPr/>
          </p:nvSpPr>
          <p:spPr>
            <a:xfrm>
              <a:off x="9650973" y="3263380"/>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344" name="矩形 30343">
              <a:extLst>
                <a:ext uri="{FF2B5EF4-FFF2-40B4-BE49-F238E27FC236}">
                  <a16:creationId xmlns:a16="http://schemas.microsoft.com/office/drawing/2014/main" id="{B7F7D409-175A-5B72-50E8-57B0D7A75454}"/>
                </a:ext>
              </a:extLst>
            </p:cNvPr>
            <p:cNvSpPr/>
            <p:nvPr/>
          </p:nvSpPr>
          <p:spPr>
            <a:xfrm>
              <a:off x="9823199" y="3263380"/>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345" name="矩形 30344">
              <a:extLst>
                <a:ext uri="{FF2B5EF4-FFF2-40B4-BE49-F238E27FC236}">
                  <a16:creationId xmlns:a16="http://schemas.microsoft.com/office/drawing/2014/main" id="{66892469-826F-A994-F2A4-F3945C12F568}"/>
                </a:ext>
              </a:extLst>
            </p:cNvPr>
            <p:cNvSpPr/>
            <p:nvPr/>
          </p:nvSpPr>
          <p:spPr>
            <a:xfrm>
              <a:off x="9995425" y="3263380"/>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346" name="矩形 30345">
              <a:extLst>
                <a:ext uri="{FF2B5EF4-FFF2-40B4-BE49-F238E27FC236}">
                  <a16:creationId xmlns:a16="http://schemas.microsoft.com/office/drawing/2014/main" id="{E74B04FD-7D44-9B66-8EA9-FD3572B2D35D}"/>
                </a:ext>
              </a:extLst>
            </p:cNvPr>
            <p:cNvSpPr/>
            <p:nvPr/>
          </p:nvSpPr>
          <p:spPr>
            <a:xfrm>
              <a:off x="10167651" y="3263380"/>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347" name="矩形 30346">
              <a:extLst>
                <a:ext uri="{FF2B5EF4-FFF2-40B4-BE49-F238E27FC236}">
                  <a16:creationId xmlns:a16="http://schemas.microsoft.com/office/drawing/2014/main" id="{5D9381CB-34C6-4FD3-F412-94B54D8CE8BB}"/>
                </a:ext>
              </a:extLst>
            </p:cNvPr>
            <p:cNvSpPr/>
            <p:nvPr/>
          </p:nvSpPr>
          <p:spPr>
            <a:xfrm>
              <a:off x="10339877" y="3263380"/>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348" name="矩形 30347">
              <a:extLst>
                <a:ext uri="{FF2B5EF4-FFF2-40B4-BE49-F238E27FC236}">
                  <a16:creationId xmlns:a16="http://schemas.microsoft.com/office/drawing/2014/main" id="{140B3D2C-571C-16AD-A1FC-9262CF498936}"/>
                </a:ext>
              </a:extLst>
            </p:cNvPr>
            <p:cNvSpPr/>
            <p:nvPr/>
          </p:nvSpPr>
          <p:spPr>
            <a:xfrm>
              <a:off x="10512103" y="3263380"/>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349" name="矩形 30348">
              <a:extLst>
                <a:ext uri="{FF2B5EF4-FFF2-40B4-BE49-F238E27FC236}">
                  <a16:creationId xmlns:a16="http://schemas.microsoft.com/office/drawing/2014/main" id="{CC33A6B4-90EF-5615-92B6-94C67CDF50B9}"/>
                </a:ext>
              </a:extLst>
            </p:cNvPr>
            <p:cNvSpPr/>
            <p:nvPr/>
          </p:nvSpPr>
          <p:spPr>
            <a:xfrm>
              <a:off x="10684329" y="3263380"/>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350" name="矩形 30349">
              <a:extLst>
                <a:ext uri="{FF2B5EF4-FFF2-40B4-BE49-F238E27FC236}">
                  <a16:creationId xmlns:a16="http://schemas.microsoft.com/office/drawing/2014/main" id="{0A1954A0-194B-E3DE-D363-703832DA33CC}"/>
                </a:ext>
              </a:extLst>
            </p:cNvPr>
            <p:cNvSpPr/>
            <p:nvPr/>
          </p:nvSpPr>
          <p:spPr>
            <a:xfrm>
              <a:off x="10853898" y="3263380"/>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351" name="矩形 30350">
              <a:extLst>
                <a:ext uri="{FF2B5EF4-FFF2-40B4-BE49-F238E27FC236}">
                  <a16:creationId xmlns:a16="http://schemas.microsoft.com/office/drawing/2014/main" id="{CC3CD263-B7F5-3CBF-0AC4-5F39A95303CE}"/>
                </a:ext>
              </a:extLst>
            </p:cNvPr>
            <p:cNvSpPr/>
            <p:nvPr/>
          </p:nvSpPr>
          <p:spPr>
            <a:xfrm>
              <a:off x="11026124" y="3263380"/>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352" name="矩形 30351">
              <a:extLst>
                <a:ext uri="{FF2B5EF4-FFF2-40B4-BE49-F238E27FC236}">
                  <a16:creationId xmlns:a16="http://schemas.microsoft.com/office/drawing/2014/main" id="{A9FFC334-260D-8F92-F336-AFF5850987B1}"/>
                </a:ext>
              </a:extLst>
            </p:cNvPr>
            <p:cNvSpPr/>
            <p:nvPr/>
          </p:nvSpPr>
          <p:spPr>
            <a:xfrm>
              <a:off x="11198350" y="3263380"/>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353" name="矩形 30352">
              <a:extLst>
                <a:ext uri="{FF2B5EF4-FFF2-40B4-BE49-F238E27FC236}">
                  <a16:creationId xmlns:a16="http://schemas.microsoft.com/office/drawing/2014/main" id="{40CB7C9D-2AC5-9EA6-3650-09B2A15C0BBE}"/>
                </a:ext>
              </a:extLst>
            </p:cNvPr>
            <p:cNvSpPr/>
            <p:nvPr/>
          </p:nvSpPr>
          <p:spPr>
            <a:xfrm>
              <a:off x="11370576" y="3263380"/>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354" name="矩形 30353">
              <a:extLst>
                <a:ext uri="{FF2B5EF4-FFF2-40B4-BE49-F238E27FC236}">
                  <a16:creationId xmlns:a16="http://schemas.microsoft.com/office/drawing/2014/main" id="{4596A6E3-78DA-0F74-2FFE-E17C62BE5EE5}"/>
                </a:ext>
              </a:extLst>
            </p:cNvPr>
            <p:cNvSpPr/>
            <p:nvPr/>
          </p:nvSpPr>
          <p:spPr>
            <a:xfrm>
              <a:off x="11542802" y="3263380"/>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355" name="矩形 30354">
              <a:extLst>
                <a:ext uri="{FF2B5EF4-FFF2-40B4-BE49-F238E27FC236}">
                  <a16:creationId xmlns:a16="http://schemas.microsoft.com/office/drawing/2014/main" id="{E0B89F41-9C3B-54DC-02EA-AC96AC1A5B22}"/>
                </a:ext>
              </a:extLst>
            </p:cNvPr>
            <p:cNvSpPr/>
            <p:nvPr/>
          </p:nvSpPr>
          <p:spPr>
            <a:xfrm>
              <a:off x="11715028" y="3263380"/>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356" name="矩形 30355">
              <a:extLst>
                <a:ext uri="{FF2B5EF4-FFF2-40B4-BE49-F238E27FC236}">
                  <a16:creationId xmlns:a16="http://schemas.microsoft.com/office/drawing/2014/main" id="{48593C87-C412-5394-8D07-71D3CFB4749A}"/>
                </a:ext>
              </a:extLst>
            </p:cNvPr>
            <p:cNvSpPr/>
            <p:nvPr/>
          </p:nvSpPr>
          <p:spPr>
            <a:xfrm>
              <a:off x="9650973" y="3435606"/>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357" name="矩形 30356">
              <a:extLst>
                <a:ext uri="{FF2B5EF4-FFF2-40B4-BE49-F238E27FC236}">
                  <a16:creationId xmlns:a16="http://schemas.microsoft.com/office/drawing/2014/main" id="{EA699F55-4A97-0567-C50D-B1116B3BB2A3}"/>
                </a:ext>
              </a:extLst>
            </p:cNvPr>
            <p:cNvSpPr/>
            <p:nvPr/>
          </p:nvSpPr>
          <p:spPr>
            <a:xfrm>
              <a:off x="9823199" y="3435606"/>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358" name="矩形 30357">
              <a:extLst>
                <a:ext uri="{FF2B5EF4-FFF2-40B4-BE49-F238E27FC236}">
                  <a16:creationId xmlns:a16="http://schemas.microsoft.com/office/drawing/2014/main" id="{9BDDF479-063C-217F-8EA9-734CA9CFB126}"/>
                </a:ext>
              </a:extLst>
            </p:cNvPr>
            <p:cNvSpPr/>
            <p:nvPr/>
          </p:nvSpPr>
          <p:spPr>
            <a:xfrm>
              <a:off x="9995425" y="3435606"/>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359" name="矩形 30358">
              <a:extLst>
                <a:ext uri="{FF2B5EF4-FFF2-40B4-BE49-F238E27FC236}">
                  <a16:creationId xmlns:a16="http://schemas.microsoft.com/office/drawing/2014/main" id="{BC2A0AD4-4535-F9E9-868D-C6981845B1BA}"/>
                </a:ext>
              </a:extLst>
            </p:cNvPr>
            <p:cNvSpPr/>
            <p:nvPr/>
          </p:nvSpPr>
          <p:spPr>
            <a:xfrm>
              <a:off x="10167651" y="3435606"/>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360" name="矩形 30359">
              <a:extLst>
                <a:ext uri="{FF2B5EF4-FFF2-40B4-BE49-F238E27FC236}">
                  <a16:creationId xmlns:a16="http://schemas.microsoft.com/office/drawing/2014/main" id="{60E3CF21-B3F6-E4D1-158C-D823D5AC87E7}"/>
                </a:ext>
              </a:extLst>
            </p:cNvPr>
            <p:cNvSpPr/>
            <p:nvPr/>
          </p:nvSpPr>
          <p:spPr>
            <a:xfrm>
              <a:off x="10339877" y="3435606"/>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361" name="矩形 30360">
              <a:extLst>
                <a:ext uri="{FF2B5EF4-FFF2-40B4-BE49-F238E27FC236}">
                  <a16:creationId xmlns:a16="http://schemas.microsoft.com/office/drawing/2014/main" id="{721FE127-CCD3-6DEC-C7AF-D38CFA765645}"/>
                </a:ext>
              </a:extLst>
            </p:cNvPr>
            <p:cNvSpPr/>
            <p:nvPr/>
          </p:nvSpPr>
          <p:spPr>
            <a:xfrm>
              <a:off x="10512103" y="3435606"/>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362" name="矩形 30361">
              <a:extLst>
                <a:ext uri="{FF2B5EF4-FFF2-40B4-BE49-F238E27FC236}">
                  <a16:creationId xmlns:a16="http://schemas.microsoft.com/office/drawing/2014/main" id="{28BC1E43-CB8D-79E8-1AA6-10197217C8C5}"/>
                </a:ext>
              </a:extLst>
            </p:cNvPr>
            <p:cNvSpPr/>
            <p:nvPr/>
          </p:nvSpPr>
          <p:spPr>
            <a:xfrm>
              <a:off x="10684329" y="3435606"/>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363" name="矩形 30362">
              <a:extLst>
                <a:ext uri="{FF2B5EF4-FFF2-40B4-BE49-F238E27FC236}">
                  <a16:creationId xmlns:a16="http://schemas.microsoft.com/office/drawing/2014/main" id="{FD6F0739-0BBF-5076-8357-E71AA2F12D2F}"/>
                </a:ext>
              </a:extLst>
            </p:cNvPr>
            <p:cNvSpPr/>
            <p:nvPr/>
          </p:nvSpPr>
          <p:spPr>
            <a:xfrm>
              <a:off x="10853898" y="3435606"/>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364" name="矩形 30363">
              <a:extLst>
                <a:ext uri="{FF2B5EF4-FFF2-40B4-BE49-F238E27FC236}">
                  <a16:creationId xmlns:a16="http://schemas.microsoft.com/office/drawing/2014/main" id="{E13946E6-1592-6CD1-6513-8CCF685E6B3E}"/>
                </a:ext>
              </a:extLst>
            </p:cNvPr>
            <p:cNvSpPr/>
            <p:nvPr/>
          </p:nvSpPr>
          <p:spPr>
            <a:xfrm>
              <a:off x="11026124" y="3435606"/>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365" name="矩形 30364">
              <a:extLst>
                <a:ext uri="{FF2B5EF4-FFF2-40B4-BE49-F238E27FC236}">
                  <a16:creationId xmlns:a16="http://schemas.microsoft.com/office/drawing/2014/main" id="{F7989207-E8F1-D049-528C-43A708F768F3}"/>
                </a:ext>
              </a:extLst>
            </p:cNvPr>
            <p:cNvSpPr/>
            <p:nvPr/>
          </p:nvSpPr>
          <p:spPr>
            <a:xfrm>
              <a:off x="11198350" y="3435606"/>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366" name="矩形 30365">
              <a:extLst>
                <a:ext uri="{FF2B5EF4-FFF2-40B4-BE49-F238E27FC236}">
                  <a16:creationId xmlns:a16="http://schemas.microsoft.com/office/drawing/2014/main" id="{68A14931-7BAA-68C5-C87C-81EBD657EFD3}"/>
                </a:ext>
              </a:extLst>
            </p:cNvPr>
            <p:cNvSpPr/>
            <p:nvPr/>
          </p:nvSpPr>
          <p:spPr>
            <a:xfrm>
              <a:off x="11370576" y="3435606"/>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367" name="矩形 30366">
              <a:extLst>
                <a:ext uri="{FF2B5EF4-FFF2-40B4-BE49-F238E27FC236}">
                  <a16:creationId xmlns:a16="http://schemas.microsoft.com/office/drawing/2014/main" id="{6B35D3BC-9440-9F09-ADA0-1823745EA080}"/>
                </a:ext>
              </a:extLst>
            </p:cNvPr>
            <p:cNvSpPr/>
            <p:nvPr/>
          </p:nvSpPr>
          <p:spPr>
            <a:xfrm>
              <a:off x="11542802" y="3435606"/>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368" name="矩形 30367">
              <a:extLst>
                <a:ext uri="{FF2B5EF4-FFF2-40B4-BE49-F238E27FC236}">
                  <a16:creationId xmlns:a16="http://schemas.microsoft.com/office/drawing/2014/main" id="{F468DD54-5E54-B0DB-AF47-523862D0066F}"/>
                </a:ext>
              </a:extLst>
            </p:cNvPr>
            <p:cNvSpPr/>
            <p:nvPr/>
          </p:nvSpPr>
          <p:spPr>
            <a:xfrm>
              <a:off x="11715028" y="3435606"/>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369" name="矩形 30368">
              <a:extLst>
                <a:ext uri="{FF2B5EF4-FFF2-40B4-BE49-F238E27FC236}">
                  <a16:creationId xmlns:a16="http://schemas.microsoft.com/office/drawing/2014/main" id="{2178717E-1173-DE64-6BB3-A727EB95AAF0}"/>
                </a:ext>
              </a:extLst>
            </p:cNvPr>
            <p:cNvSpPr/>
            <p:nvPr/>
          </p:nvSpPr>
          <p:spPr>
            <a:xfrm>
              <a:off x="9650973" y="3607832"/>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370" name="矩形 30369">
              <a:extLst>
                <a:ext uri="{FF2B5EF4-FFF2-40B4-BE49-F238E27FC236}">
                  <a16:creationId xmlns:a16="http://schemas.microsoft.com/office/drawing/2014/main" id="{A1B5B80D-A5F2-20B2-E7FC-E0A3F74B50BC}"/>
                </a:ext>
              </a:extLst>
            </p:cNvPr>
            <p:cNvSpPr/>
            <p:nvPr/>
          </p:nvSpPr>
          <p:spPr>
            <a:xfrm>
              <a:off x="9823199" y="3607832"/>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371" name="矩形 30370">
              <a:extLst>
                <a:ext uri="{FF2B5EF4-FFF2-40B4-BE49-F238E27FC236}">
                  <a16:creationId xmlns:a16="http://schemas.microsoft.com/office/drawing/2014/main" id="{FD647888-BA79-649C-494A-9400674FD149}"/>
                </a:ext>
              </a:extLst>
            </p:cNvPr>
            <p:cNvSpPr/>
            <p:nvPr/>
          </p:nvSpPr>
          <p:spPr>
            <a:xfrm>
              <a:off x="9995425" y="3607832"/>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372" name="矩形 30371">
              <a:extLst>
                <a:ext uri="{FF2B5EF4-FFF2-40B4-BE49-F238E27FC236}">
                  <a16:creationId xmlns:a16="http://schemas.microsoft.com/office/drawing/2014/main" id="{B75F82AE-4E7E-358C-0B56-89DB93D75E2D}"/>
                </a:ext>
              </a:extLst>
            </p:cNvPr>
            <p:cNvSpPr/>
            <p:nvPr/>
          </p:nvSpPr>
          <p:spPr>
            <a:xfrm>
              <a:off x="10167651" y="3607832"/>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373" name="矩形 30372">
              <a:extLst>
                <a:ext uri="{FF2B5EF4-FFF2-40B4-BE49-F238E27FC236}">
                  <a16:creationId xmlns:a16="http://schemas.microsoft.com/office/drawing/2014/main" id="{561790C7-E698-A2A5-2BDC-F1730AF405B3}"/>
                </a:ext>
              </a:extLst>
            </p:cNvPr>
            <p:cNvSpPr/>
            <p:nvPr/>
          </p:nvSpPr>
          <p:spPr>
            <a:xfrm>
              <a:off x="10339877" y="3607832"/>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374" name="矩形 30373">
              <a:extLst>
                <a:ext uri="{FF2B5EF4-FFF2-40B4-BE49-F238E27FC236}">
                  <a16:creationId xmlns:a16="http://schemas.microsoft.com/office/drawing/2014/main" id="{16DBE175-021F-338C-71C7-3D7CA4F32EAF}"/>
                </a:ext>
              </a:extLst>
            </p:cNvPr>
            <p:cNvSpPr/>
            <p:nvPr/>
          </p:nvSpPr>
          <p:spPr>
            <a:xfrm>
              <a:off x="10512103" y="3607832"/>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375" name="矩形 30374">
              <a:extLst>
                <a:ext uri="{FF2B5EF4-FFF2-40B4-BE49-F238E27FC236}">
                  <a16:creationId xmlns:a16="http://schemas.microsoft.com/office/drawing/2014/main" id="{BC713C22-B878-7BDD-5A79-1C3E1127DE3F}"/>
                </a:ext>
              </a:extLst>
            </p:cNvPr>
            <p:cNvSpPr/>
            <p:nvPr/>
          </p:nvSpPr>
          <p:spPr>
            <a:xfrm>
              <a:off x="10684329" y="3607832"/>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376" name="矩形 30375">
              <a:extLst>
                <a:ext uri="{FF2B5EF4-FFF2-40B4-BE49-F238E27FC236}">
                  <a16:creationId xmlns:a16="http://schemas.microsoft.com/office/drawing/2014/main" id="{A1EFF7A4-EDA4-2E03-B493-13FB9190DF01}"/>
                </a:ext>
              </a:extLst>
            </p:cNvPr>
            <p:cNvSpPr/>
            <p:nvPr/>
          </p:nvSpPr>
          <p:spPr>
            <a:xfrm>
              <a:off x="10853898" y="3607832"/>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377" name="矩形 30376">
              <a:extLst>
                <a:ext uri="{FF2B5EF4-FFF2-40B4-BE49-F238E27FC236}">
                  <a16:creationId xmlns:a16="http://schemas.microsoft.com/office/drawing/2014/main" id="{076780DB-3082-7573-A96F-102825681782}"/>
                </a:ext>
              </a:extLst>
            </p:cNvPr>
            <p:cNvSpPr/>
            <p:nvPr/>
          </p:nvSpPr>
          <p:spPr>
            <a:xfrm>
              <a:off x="11026124" y="3607832"/>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378" name="矩形 30377">
              <a:extLst>
                <a:ext uri="{FF2B5EF4-FFF2-40B4-BE49-F238E27FC236}">
                  <a16:creationId xmlns:a16="http://schemas.microsoft.com/office/drawing/2014/main" id="{85A00B93-8213-3D95-FA51-45C777224D7D}"/>
                </a:ext>
              </a:extLst>
            </p:cNvPr>
            <p:cNvSpPr/>
            <p:nvPr/>
          </p:nvSpPr>
          <p:spPr>
            <a:xfrm>
              <a:off x="11198350" y="3607832"/>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379" name="矩形 30378">
              <a:extLst>
                <a:ext uri="{FF2B5EF4-FFF2-40B4-BE49-F238E27FC236}">
                  <a16:creationId xmlns:a16="http://schemas.microsoft.com/office/drawing/2014/main" id="{556ACAB3-68B3-9CF8-0A66-BAC9963B2289}"/>
                </a:ext>
              </a:extLst>
            </p:cNvPr>
            <p:cNvSpPr/>
            <p:nvPr/>
          </p:nvSpPr>
          <p:spPr>
            <a:xfrm>
              <a:off x="11370576" y="3607832"/>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380" name="矩形 30379">
              <a:extLst>
                <a:ext uri="{FF2B5EF4-FFF2-40B4-BE49-F238E27FC236}">
                  <a16:creationId xmlns:a16="http://schemas.microsoft.com/office/drawing/2014/main" id="{3946DC96-7113-A03A-8EF5-171B0AE68BD5}"/>
                </a:ext>
              </a:extLst>
            </p:cNvPr>
            <p:cNvSpPr/>
            <p:nvPr/>
          </p:nvSpPr>
          <p:spPr>
            <a:xfrm>
              <a:off x="11542802" y="3607832"/>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381" name="矩形 30380">
              <a:extLst>
                <a:ext uri="{FF2B5EF4-FFF2-40B4-BE49-F238E27FC236}">
                  <a16:creationId xmlns:a16="http://schemas.microsoft.com/office/drawing/2014/main" id="{2E5A5838-1428-A3BE-F3A9-77DDE4505F22}"/>
                </a:ext>
              </a:extLst>
            </p:cNvPr>
            <p:cNvSpPr/>
            <p:nvPr/>
          </p:nvSpPr>
          <p:spPr>
            <a:xfrm>
              <a:off x="11715028" y="3607832"/>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382" name="矩形 30381">
              <a:extLst>
                <a:ext uri="{FF2B5EF4-FFF2-40B4-BE49-F238E27FC236}">
                  <a16:creationId xmlns:a16="http://schemas.microsoft.com/office/drawing/2014/main" id="{61A7D1F1-BEE2-1E14-0AA3-25BA5071895E}"/>
                </a:ext>
              </a:extLst>
            </p:cNvPr>
            <p:cNvSpPr/>
            <p:nvPr/>
          </p:nvSpPr>
          <p:spPr>
            <a:xfrm>
              <a:off x="9650973" y="3780058"/>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383" name="矩形 30382">
              <a:extLst>
                <a:ext uri="{FF2B5EF4-FFF2-40B4-BE49-F238E27FC236}">
                  <a16:creationId xmlns:a16="http://schemas.microsoft.com/office/drawing/2014/main" id="{5289E21D-B984-DFD3-D3E0-FD2A1EEA2E40}"/>
                </a:ext>
              </a:extLst>
            </p:cNvPr>
            <p:cNvSpPr/>
            <p:nvPr/>
          </p:nvSpPr>
          <p:spPr>
            <a:xfrm>
              <a:off x="9823199" y="3780058"/>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384" name="矩形 30383">
              <a:extLst>
                <a:ext uri="{FF2B5EF4-FFF2-40B4-BE49-F238E27FC236}">
                  <a16:creationId xmlns:a16="http://schemas.microsoft.com/office/drawing/2014/main" id="{2279E3A3-3631-6579-0FD8-3C4245E96455}"/>
                </a:ext>
              </a:extLst>
            </p:cNvPr>
            <p:cNvSpPr/>
            <p:nvPr/>
          </p:nvSpPr>
          <p:spPr>
            <a:xfrm>
              <a:off x="9995425" y="3780058"/>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385" name="矩形 30384">
              <a:extLst>
                <a:ext uri="{FF2B5EF4-FFF2-40B4-BE49-F238E27FC236}">
                  <a16:creationId xmlns:a16="http://schemas.microsoft.com/office/drawing/2014/main" id="{2F2F67AB-97FA-7D8C-09DA-960D8E968EDA}"/>
                </a:ext>
              </a:extLst>
            </p:cNvPr>
            <p:cNvSpPr/>
            <p:nvPr/>
          </p:nvSpPr>
          <p:spPr>
            <a:xfrm>
              <a:off x="10167651" y="3780058"/>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386" name="矩形 30385">
              <a:extLst>
                <a:ext uri="{FF2B5EF4-FFF2-40B4-BE49-F238E27FC236}">
                  <a16:creationId xmlns:a16="http://schemas.microsoft.com/office/drawing/2014/main" id="{6586A382-63C7-1991-EF8C-2A0329546FD8}"/>
                </a:ext>
              </a:extLst>
            </p:cNvPr>
            <p:cNvSpPr/>
            <p:nvPr/>
          </p:nvSpPr>
          <p:spPr>
            <a:xfrm>
              <a:off x="10339877" y="3780058"/>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387" name="矩形 30386">
              <a:extLst>
                <a:ext uri="{FF2B5EF4-FFF2-40B4-BE49-F238E27FC236}">
                  <a16:creationId xmlns:a16="http://schemas.microsoft.com/office/drawing/2014/main" id="{B78AAD19-466E-84AC-D187-512E2EE1AB2B}"/>
                </a:ext>
              </a:extLst>
            </p:cNvPr>
            <p:cNvSpPr/>
            <p:nvPr/>
          </p:nvSpPr>
          <p:spPr>
            <a:xfrm>
              <a:off x="10512103" y="3780058"/>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388" name="矩形 30387">
              <a:extLst>
                <a:ext uri="{FF2B5EF4-FFF2-40B4-BE49-F238E27FC236}">
                  <a16:creationId xmlns:a16="http://schemas.microsoft.com/office/drawing/2014/main" id="{B1AF1968-A6D1-D2B6-B767-C571386A9248}"/>
                </a:ext>
              </a:extLst>
            </p:cNvPr>
            <p:cNvSpPr/>
            <p:nvPr/>
          </p:nvSpPr>
          <p:spPr>
            <a:xfrm>
              <a:off x="10684329" y="3780058"/>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389" name="矩形 30388">
              <a:extLst>
                <a:ext uri="{FF2B5EF4-FFF2-40B4-BE49-F238E27FC236}">
                  <a16:creationId xmlns:a16="http://schemas.microsoft.com/office/drawing/2014/main" id="{451E7E19-02D6-CD46-CC08-7E8D51186FBB}"/>
                </a:ext>
              </a:extLst>
            </p:cNvPr>
            <p:cNvSpPr/>
            <p:nvPr/>
          </p:nvSpPr>
          <p:spPr>
            <a:xfrm>
              <a:off x="10853898" y="3780058"/>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390" name="矩形 30389">
              <a:extLst>
                <a:ext uri="{FF2B5EF4-FFF2-40B4-BE49-F238E27FC236}">
                  <a16:creationId xmlns:a16="http://schemas.microsoft.com/office/drawing/2014/main" id="{672C8E24-6816-09BF-4D05-1D24E1424FDC}"/>
                </a:ext>
              </a:extLst>
            </p:cNvPr>
            <p:cNvSpPr/>
            <p:nvPr/>
          </p:nvSpPr>
          <p:spPr>
            <a:xfrm>
              <a:off x="11026124" y="3780058"/>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391" name="矩形 30390">
              <a:extLst>
                <a:ext uri="{FF2B5EF4-FFF2-40B4-BE49-F238E27FC236}">
                  <a16:creationId xmlns:a16="http://schemas.microsoft.com/office/drawing/2014/main" id="{7192F53D-7E02-0CA3-E82C-2371A4995B81}"/>
                </a:ext>
              </a:extLst>
            </p:cNvPr>
            <p:cNvSpPr/>
            <p:nvPr/>
          </p:nvSpPr>
          <p:spPr>
            <a:xfrm>
              <a:off x="11198350" y="3780058"/>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392" name="矩形 30391">
              <a:extLst>
                <a:ext uri="{FF2B5EF4-FFF2-40B4-BE49-F238E27FC236}">
                  <a16:creationId xmlns:a16="http://schemas.microsoft.com/office/drawing/2014/main" id="{E5291F12-FCC8-D12A-DC74-032619BE0361}"/>
                </a:ext>
              </a:extLst>
            </p:cNvPr>
            <p:cNvSpPr/>
            <p:nvPr/>
          </p:nvSpPr>
          <p:spPr>
            <a:xfrm>
              <a:off x="11370576" y="3780058"/>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393" name="矩形 30392">
              <a:extLst>
                <a:ext uri="{FF2B5EF4-FFF2-40B4-BE49-F238E27FC236}">
                  <a16:creationId xmlns:a16="http://schemas.microsoft.com/office/drawing/2014/main" id="{6DA0255C-282B-6656-7107-18F7491F9E27}"/>
                </a:ext>
              </a:extLst>
            </p:cNvPr>
            <p:cNvSpPr/>
            <p:nvPr/>
          </p:nvSpPr>
          <p:spPr>
            <a:xfrm>
              <a:off x="11542802" y="3780058"/>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394" name="矩形 30393">
              <a:extLst>
                <a:ext uri="{FF2B5EF4-FFF2-40B4-BE49-F238E27FC236}">
                  <a16:creationId xmlns:a16="http://schemas.microsoft.com/office/drawing/2014/main" id="{BE88845D-DF18-5B1E-EDD1-9F1F402683BD}"/>
                </a:ext>
              </a:extLst>
            </p:cNvPr>
            <p:cNvSpPr/>
            <p:nvPr/>
          </p:nvSpPr>
          <p:spPr>
            <a:xfrm>
              <a:off x="11715028" y="3780058"/>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395" name="矩形 30394">
              <a:extLst>
                <a:ext uri="{FF2B5EF4-FFF2-40B4-BE49-F238E27FC236}">
                  <a16:creationId xmlns:a16="http://schemas.microsoft.com/office/drawing/2014/main" id="{96024A4E-6DD0-4EA3-24CF-0829F93C4039}"/>
                </a:ext>
              </a:extLst>
            </p:cNvPr>
            <p:cNvSpPr/>
            <p:nvPr/>
          </p:nvSpPr>
          <p:spPr>
            <a:xfrm>
              <a:off x="9650973" y="3952284"/>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396" name="矩形 30395">
              <a:extLst>
                <a:ext uri="{FF2B5EF4-FFF2-40B4-BE49-F238E27FC236}">
                  <a16:creationId xmlns:a16="http://schemas.microsoft.com/office/drawing/2014/main" id="{2510D858-6B89-297E-CA81-84321DADCAA8}"/>
                </a:ext>
              </a:extLst>
            </p:cNvPr>
            <p:cNvSpPr/>
            <p:nvPr/>
          </p:nvSpPr>
          <p:spPr>
            <a:xfrm>
              <a:off x="9823199" y="3952284"/>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397" name="矩形 30396">
              <a:extLst>
                <a:ext uri="{FF2B5EF4-FFF2-40B4-BE49-F238E27FC236}">
                  <a16:creationId xmlns:a16="http://schemas.microsoft.com/office/drawing/2014/main" id="{1D980B09-329D-58F6-1DD2-3977C479DEB6}"/>
                </a:ext>
              </a:extLst>
            </p:cNvPr>
            <p:cNvSpPr/>
            <p:nvPr/>
          </p:nvSpPr>
          <p:spPr>
            <a:xfrm>
              <a:off x="9995425" y="3952284"/>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398" name="矩形 30397">
              <a:extLst>
                <a:ext uri="{FF2B5EF4-FFF2-40B4-BE49-F238E27FC236}">
                  <a16:creationId xmlns:a16="http://schemas.microsoft.com/office/drawing/2014/main" id="{93EF4E5B-1547-2C33-F177-A8888F1F8D5F}"/>
                </a:ext>
              </a:extLst>
            </p:cNvPr>
            <p:cNvSpPr/>
            <p:nvPr/>
          </p:nvSpPr>
          <p:spPr>
            <a:xfrm>
              <a:off x="10167651" y="3952284"/>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399" name="矩形 30398">
              <a:extLst>
                <a:ext uri="{FF2B5EF4-FFF2-40B4-BE49-F238E27FC236}">
                  <a16:creationId xmlns:a16="http://schemas.microsoft.com/office/drawing/2014/main" id="{97CE7CC4-08EE-9953-FF04-233BDCD26562}"/>
                </a:ext>
              </a:extLst>
            </p:cNvPr>
            <p:cNvSpPr/>
            <p:nvPr/>
          </p:nvSpPr>
          <p:spPr>
            <a:xfrm>
              <a:off x="10339877" y="3952284"/>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400" name="矩形 30399">
              <a:extLst>
                <a:ext uri="{FF2B5EF4-FFF2-40B4-BE49-F238E27FC236}">
                  <a16:creationId xmlns:a16="http://schemas.microsoft.com/office/drawing/2014/main" id="{7BB0917E-DE8F-E310-7778-EBF460B5DED8}"/>
                </a:ext>
              </a:extLst>
            </p:cNvPr>
            <p:cNvSpPr/>
            <p:nvPr/>
          </p:nvSpPr>
          <p:spPr>
            <a:xfrm>
              <a:off x="10512103" y="3952284"/>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401" name="矩形 30400">
              <a:extLst>
                <a:ext uri="{FF2B5EF4-FFF2-40B4-BE49-F238E27FC236}">
                  <a16:creationId xmlns:a16="http://schemas.microsoft.com/office/drawing/2014/main" id="{3AF6D71D-5F04-74F2-B224-DE23FB4A1F2D}"/>
                </a:ext>
              </a:extLst>
            </p:cNvPr>
            <p:cNvSpPr/>
            <p:nvPr/>
          </p:nvSpPr>
          <p:spPr>
            <a:xfrm>
              <a:off x="10684329" y="3952284"/>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402" name="矩形 30401">
              <a:extLst>
                <a:ext uri="{FF2B5EF4-FFF2-40B4-BE49-F238E27FC236}">
                  <a16:creationId xmlns:a16="http://schemas.microsoft.com/office/drawing/2014/main" id="{1E3B536D-527C-DA13-2E1B-A5A2D1B9D06E}"/>
                </a:ext>
              </a:extLst>
            </p:cNvPr>
            <p:cNvSpPr/>
            <p:nvPr/>
          </p:nvSpPr>
          <p:spPr>
            <a:xfrm>
              <a:off x="10853898" y="3952284"/>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403" name="矩形 30402">
              <a:extLst>
                <a:ext uri="{FF2B5EF4-FFF2-40B4-BE49-F238E27FC236}">
                  <a16:creationId xmlns:a16="http://schemas.microsoft.com/office/drawing/2014/main" id="{EB95779B-9C7C-1CE0-5E7D-538B63CCD75F}"/>
                </a:ext>
              </a:extLst>
            </p:cNvPr>
            <p:cNvSpPr/>
            <p:nvPr/>
          </p:nvSpPr>
          <p:spPr>
            <a:xfrm>
              <a:off x="11026124" y="3952284"/>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404" name="矩形 30403">
              <a:extLst>
                <a:ext uri="{FF2B5EF4-FFF2-40B4-BE49-F238E27FC236}">
                  <a16:creationId xmlns:a16="http://schemas.microsoft.com/office/drawing/2014/main" id="{2768EC71-95A9-D308-DF0B-94A96BC08747}"/>
                </a:ext>
              </a:extLst>
            </p:cNvPr>
            <p:cNvSpPr/>
            <p:nvPr/>
          </p:nvSpPr>
          <p:spPr>
            <a:xfrm>
              <a:off x="11198350" y="3952284"/>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405" name="矩形 30404">
              <a:extLst>
                <a:ext uri="{FF2B5EF4-FFF2-40B4-BE49-F238E27FC236}">
                  <a16:creationId xmlns:a16="http://schemas.microsoft.com/office/drawing/2014/main" id="{911DB917-816E-E2AC-6798-41756D650B0A}"/>
                </a:ext>
              </a:extLst>
            </p:cNvPr>
            <p:cNvSpPr/>
            <p:nvPr/>
          </p:nvSpPr>
          <p:spPr>
            <a:xfrm>
              <a:off x="11370576" y="3952284"/>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406" name="矩形 30405">
              <a:extLst>
                <a:ext uri="{FF2B5EF4-FFF2-40B4-BE49-F238E27FC236}">
                  <a16:creationId xmlns:a16="http://schemas.microsoft.com/office/drawing/2014/main" id="{25767BAA-1DB4-5425-7943-79D5AA8371FF}"/>
                </a:ext>
              </a:extLst>
            </p:cNvPr>
            <p:cNvSpPr/>
            <p:nvPr/>
          </p:nvSpPr>
          <p:spPr>
            <a:xfrm>
              <a:off x="11542802" y="3952284"/>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407" name="矩形 30406">
              <a:extLst>
                <a:ext uri="{FF2B5EF4-FFF2-40B4-BE49-F238E27FC236}">
                  <a16:creationId xmlns:a16="http://schemas.microsoft.com/office/drawing/2014/main" id="{6EACAE2C-3E87-92A4-7829-B45A786D07A2}"/>
                </a:ext>
              </a:extLst>
            </p:cNvPr>
            <p:cNvSpPr/>
            <p:nvPr/>
          </p:nvSpPr>
          <p:spPr>
            <a:xfrm>
              <a:off x="11715028" y="3952284"/>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408" name="矩形 30407">
              <a:extLst>
                <a:ext uri="{FF2B5EF4-FFF2-40B4-BE49-F238E27FC236}">
                  <a16:creationId xmlns:a16="http://schemas.microsoft.com/office/drawing/2014/main" id="{0C408169-395D-6816-66E9-24388697ACF7}"/>
                </a:ext>
              </a:extLst>
            </p:cNvPr>
            <p:cNvSpPr/>
            <p:nvPr/>
          </p:nvSpPr>
          <p:spPr>
            <a:xfrm>
              <a:off x="9823199" y="2057798"/>
              <a:ext cx="172226" cy="172226"/>
            </a:xfrm>
            <a:prstGeom prst="rect">
              <a:avLst/>
            </a:prstGeom>
            <a:solidFill>
              <a:schemeClr val="accent4">
                <a:alpha val="5200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409" name="矩形 30408">
              <a:extLst>
                <a:ext uri="{FF2B5EF4-FFF2-40B4-BE49-F238E27FC236}">
                  <a16:creationId xmlns:a16="http://schemas.microsoft.com/office/drawing/2014/main" id="{A9004A49-95E4-6290-BFC0-2B66FF578245}"/>
                </a:ext>
              </a:extLst>
            </p:cNvPr>
            <p:cNvSpPr/>
            <p:nvPr/>
          </p:nvSpPr>
          <p:spPr>
            <a:xfrm>
              <a:off x="9995425" y="2057798"/>
              <a:ext cx="172226" cy="172226"/>
            </a:xfrm>
            <a:prstGeom prst="rect">
              <a:avLst/>
            </a:prstGeom>
            <a:solidFill>
              <a:schemeClr val="accent4">
                <a:alpha val="9100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410" name="矩形 30409">
              <a:extLst>
                <a:ext uri="{FF2B5EF4-FFF2-40B4-BE49-F238E27FC236}">
                  <a16:creationId xmlns:a16="http://schemas.microsoft.com/office/drawing/2014/main" id="{C36FBA4A-D31E-6D1F-13D7-7F2989AB12E2}"/>
                </a:ext>
              </a:extLst>
            </p:cNvPr>
            <p:cNvSpPr/>
            <p:nvPr/>
          </p:nvSpPr>
          <p:spPr>
            <a:xfrm>
              <a:off x="10167651" y="2057798"/>
              <a:ext cx="172226" cy="172226"/>
            </a:xfrm>
            <a:prstGeom prst="rect">
              <a:avLst/>
            </a:prstGeom>
            <a:solidFill>
              <a:schemeClr val="accent4">
                <a:alpha val="3200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411" name="矩形 30410">
              <a:extLst>
                <a:ext uri="{FF2B5EF4-FFF2-40B4-BE49-F238E27FC236}">
                  <a16:creationId xmlns:a16="http://schemas.microsoft.com/office/drawing/2014/main" id="{C1A3C18D-FCAA-1FCA-80A4-CC35F040DF40}"/>
                </a:ext>
              </a:extLst>
            </p:cNvPr>
            <p:cNvSpPr/>
            <p:nvPr/>
          </p:nvSpPr>
          <p:spPr>
            <a:xfrm>
              <a:off x="10339877" y="2057798"/>
              <a:ext cx="172226" cy="172226"/>
            </a:xfrm>
            <a:prstGeom prst="rect">
              <a:avLst/>
            </a:prstGeom>
            <a:solidFill>
              <a:schemeClr val="accent4">
                <a:alpha val="400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412" name="矩形 30411">
              <a:extLst>
                <a:ext uri="{FF2B5EF4-FFF2-40B4-BE49-F238E27FC236}">
                  <a16:creationId xmlns:a16="http://schemas.microsoft.com/office/drawing/2014/main" id="{4B507628-9E49-81C8-2423-DD2A29D127FA}"/>
                </a:ext>
              </a:extLst>
            </p:cNvPr>
            <p:cNvSpPr/>
            <p:nvPr/>
          </p:nvSpPr>
          <p:spPr>
            <a:xfrm>
              <a:off x="11026124" y="2057798"/>
              <a:ext cx="172226" cy="172226"/>
            </a:xfrm>
            <a:prstGeom prst="rect">
              <a:avLst/>
            </a:prstGeom>
            <a:solidFill>
              <a:schemeClr val="accent4">
                <a:alpha val="2208"/>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413" name="矩形 30412">
              <a:extLst>
                <a:ext uri="{FF2B5EF4-FFF2-40B4-BE49-F238E27FC236}">
                  <a16:creationId xmlns:a16="http://schemas.microsoft.com/office/drawing/2014/main" id="{1FC1B7E4-2F18-A594-AC6F-77288F9654A1}"/>
                </a:ext>
              </a:extLst>
            </p:cNvPr>
            <p:cNvSpPr/>
            <p:nvPr/>
          </p:nvSpPr>
          <p:spPr>
            <a:xfrm>
              <a:off x="11198350" y="2057798"/>
              <a:ext cx="172226" cy="172226"/>
            </a:xfrm>
            <a:prstGeom prst="rect">
              <a:avLst/>
            </a:prstGeom>
            <a:solidFill>
              <a:schemeClr val="accent4">
                <a:alpha val="13063"/>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414" name="矩形 30413">
              <a:extLst>
                <a:ext uri="{FF2B5EF4-FFF2-40B4-BE49-F238E27FC236}">
                  <a16:creationId xmlns:a16="http://schemas.microsoft.com/office/drawing/2014/main" id="{367B2AD1-8C2B-C5D9-9FE1-B7F36B9ACD44}"/>
                </a:ext>
              </a:extLst>
            </p:cNvPr>
            <p:cNvSpPr/>
            <p:nvPr/>
          </p:nvSpPr>
          <p:spPr>
            <a:xfrm>
              <a:off x="11370576" y="2057798"/>
              <a:ext cx="172226" cy="172226"/>
            </a:xfrm>
            <a:prstGeom prst="rect">
              <a:avLst/>
            </a:prstGeom>
            <a:solidFill>
              <a:schemeClr val="accent4">
                <a:alpha val="3911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415" name="矩形 30414">
              <a:extLst>
                <a:ext uri="{FF2B5EF4-FFF2-40B4-BE49-F238E27FC236}">
                  <a16:creationId xmlns:a16="http://schemas.microsoft.com/office/drawing/2014/main" id="{AC38DFBA-B3D0-C814-3E09-D8FA638F0D9A}"/>
                </a:ext>
              </a:extLst>
            </p:cNvPr>
            <p:cNvSpPr/>
            <p:nvPr/>
          </p:nvSpPr>
          <p:spPr>
            <a:xfrm>
              <a:off x="11542802" y="2057798"/>
              <a:ext cx="172226" cy="172226"/>
            </a:xfrm>
            <a:prstGeom prst="rect">
              <a:avLst/>
            </a:prstGeom>
            <a:solidFill>
              <a:schemeClr val="accent4">
                <a:alpha val="5200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416" name="矩形 30415">
              <a:extLst>
                <a:ext uri="{FF2B5EF4-FFF2-40B4-BE49-F238E27FC236}">
                  <a16:creationId xmlns:a16="http://schemas.microsoft.com/office/drawing/2014/main" id="{4853FFA6-0B0A-6A9F-3D1E-B7333EB34F10}"/>
                </a:ext>
              </a:extLst>
            </p:cNvPr>
            <p:cNvSpPr/>
            <p:nvPr/>
          </p:nvSpPr>
          <p:spPr>
            <a:xfrm>
              <a:off x="9823199" y="2230024"/>
              <a:ext cx="172226" cy="172226"/>
            </a:xfrm>
            <a:prstGeom prst="rect">
              <a:avLst/>
            </a:prstGeom>
            <a:solidFill>
              <a:schemeClr val="accent4">
                <a:alpha val="3900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417" name="矩形 30416">
              <a:extLst>
                <a:ext uri="{FF2B5EF4-FFF2-40B4-BE49-F238E27FC236}">
                  <a16:creationId xmlns:a16="http://schemas.microsoft.com/office/drawing/2014/main" id="{6B694DBF-7B57-0274-95FF-D5C2A9F2744B}"/>
                </a:ext>
              </a:extLst>
            </p:cNvPr>
            <p:cNvSpPr/>
            <p:nvPr/>
          </p:nvSpPr>
          <p:spPr>
            <a:xfrm>
              <a:off x="9995425" y="2230024"/>
              <a:ext cx="172226" cy="172226"/>
            </a:xfrm>
            <a:prstGeom prst="rect">
              <a:avLst/>
            </a:prstGeom>
            <a:solidFill>
              <a:schemeClr val="accent4">
                <a:alpha val="5800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418" name="矩形 30417">
              <a:extLst>
                <a:ext uri="{FF2B5EF4-FFF2-40B4-BE49-F238E27FC236}">
                  <a16:creationId xmlns:a16="http://schemas.microsoft.com/office/drawing/2014/main" id="{6DC15C55-8930-E96B-F5F8-87645655C504}"/>
                </a:ext>
              </a:extLst>
            </p:cNvPr>
            <p:cNvSpPr/>
            <p:nvPr/>
          </p:nvSpPr>
          <p:spPr>
            <a:xfrm>
              <a:off x="10167651" y="2230024"/>
              <a:ext cx="172226" cy="172226"/>
            </a:xfrm>
            <a:prstGeom prst="rect">
              <a:avLst/>
            </a:prstGeom>
            <a:solidFill>
              <a:schemeClr val="accent4">
                <a:alpha val="3200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419" name="矩形 30418">
              <a:extLst>
                <a:ext uri="{FF2B5EF4-FFF2-40B4-BE49-F238E27FC236}">
                  <a16:creationId xmlns:a16="http://schemas.microsoft.com/office/drawing/2014/main" id="{8E2A14AD-7AD5-D691-A975-7E302863C31A}"/>
                </a:ext>
              </a:extLst>
            </p:cNvPr>
            <p:cNvSpPr/>
            <p:nvPr/>
          </p:nvSpPr>
          <p:spPr>
            <a:xfrm>
              <a:off x="10339877" y="2230024"/>
              <a:ext cx="172226" cy="172226"/>
            </a:xfrm>
            <a:prstGeom prst="rect">
              <a:avLst/>
            </a:prstGeom>
            <a:solidFill>
              <a:schemeClr val="accent4">
                <a:alpha val="400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420" name="矩形 30419">
              <a:extLst>
                <a:ext uri="{FF2B5EF4-FFF2-40B4-BE49-F238E27FC236}">
                  <a16:creationId xmlns:a16="http://schemas.microsoft.com/office/drawing/2014/main" id="{E773AAE9-10A4-78F0-CB8A-4E8FDA724AA9}"/>
                </a:ext>
              </a:extLst>
            </p:cNvPr>
            <p:cNvSpPr/>
            <p:nvPr/>
          </p:nvSpPr>
          <p:spPr>
            <a:xfrm>
              <a:off x="11026124" y="2230024"/>
              <a:ext cx="172226" cy="172226"/>
            </a:xfrm>
            <a:prstGeom prst="rect">
              <a:avLst/>
            </a:prstGeom>
            <a:solidFill>
              <a:schemeClr val="accent4">
                <a:alpha val="2208"/>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421" name="矩形 30420">
              <a:extLst>
                <a:ext uri="{FF2B5EF4-FFF2-40B4-BE49-F238E27FC236}">
                  <a16:creationId xmlns:a16="http://schemas.microsoft.com/office/drawing/2014/main" id="{4129F0F3-9B8B-5DB0-E4BD-1437291224AC}"/>
                </a:ext>
              </a:extLst>
            </p:cNvPr>
            <p:cNvSpPr/>
            <p:nvPr/>
          </p:nvSpPr>
          <p:spPr>
            <a:xfrm>
              <a:off x="11198350" y="2230024"/>
              <a:ext cx="172226" cy="172226"/>
            </a:xfrm>
            <a:prstGeom prst="rect">
              <a:avLst/>
            </a:prstGeom>
            <a:solidFill>
              <a:schemeClr val="accent4">
                <a:alpha val="1900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422" name="矩形 30421">
              <a:extLst>
                <a:ext uri="{FF2B5EF4-FFF2-40B4-BE49-F238E27FC236}">
                  <a16:creationId xmlns:a16="http://schemas.microsoft.com/office/drawing/2014/main" id="{37D598E7-F934-E67C-E40E-6D72A976B5C4}"/>
                </a:ext>
              </a:extLst>
            </p:cNvPr>
            <p:cNvSpPr/>
            <p:nvPr/>
          </p:nvSpPr>
          <p:spPr>
            <a:xfrm>
              <a:off x="11370576" y="2230024"/>
              <a:ext cx="172226" cy="172226"/>
            </a:xfrm>
            <a:prstGeom prst="rect">
              <a:avLst/>
            </a:prstGeom>
            <a:solidFill>
              <a:schemeClr val="accent4">
                <a:alpha val="57786"/>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423" name="矩形 30422">
              <a:extLst>
                <a:ext uri="{FF2B5EF4-FFF2-40B4-BE49-F238E27FC236}">
                  <a16:creationId xmlns:a16="http://schemas.microsoft.com/office/drawing/2014/main" id="{A0C32205-0BFB-108A-D870-2F6BD94080FC}"/>
                </a:ext>
              </a:extLst>
            </p:cNvPr>
            <p:cNvSpPr/>
            <p:nvPr/>
          </p:nvSpPr>
          <p:spPr>
            <a:xfrm>
              <a:off x="11542802" y="2230024"/>
              <a:ext cx="172226" cy="172226"/>
            </a:xfrm>
            <a:prstGeom prst="rect">
              <a:avLst/>
            </a:prstGeom>
            <a:solidFill>
              <a:schemeClr val="accent4">
                <a:alpha val="90832"/>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424" name="矩形 30423">
              <a:extLst>
                <a:ext uri="{FF2B5EF4-FFF2-40B4-BE49-F238E27FC236}">
                  <a16:creationId xmlns:a16="http://schemas.microsoft.com/office/drawing/2014/main" id="{2A001B1B-7413-A255-FEC8-66ED4E719086}"/>
                </a:ext>
              </a:extLst>
            </p:cNvPr>
            <p:cNvSpPr/>
            <p:nvPr/>
          </p:nvSpPr>
          <p:spPr>
            <a:xfrm>
              <a:off x="9823199" y="2402250"/>
              <a:ext cx="172226" cy="172226"/>
            </a:xfrm>
            <a:prstGeom prst="rect">
              <a:avLst/>
            </a:prstGeom>
            <a:solidFill>
              <a:schemeClr val="accent4">
                <a:alpha val="1300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425" name="矩形 30424">
              <a:extLst>
                <a:ext uri="{FF2B5EF4-FFF2-40B4-BE49-F238E27FC236}">
                  <a16:creationId xmlns:a16="http://schemas.microsoft.com/office/drawing/2014/main" id="{F4F01846-4FF0-5909-3ED6-B7B2E825BE0F}"/>
                </a:ext>
              </a:extLst>
            </p:cNvPr>
            <p:cNvSpPr/>
            <p:nvPr/>
          </p:nvSpPr>
          <p:spPr>
            <a:xfrm>
              <a:off x="9995425" y="2402250"/>
              <a:ext cx="172226" cy="172226"/>
            </a:xfrm>
            <a:prstGeom prst="rect">
              <a:avLst/>
            </a:prstGeom>
            <a:solidFill>
              <a:schemeClr val="accent4">
                <a:alpha val="1900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426" name="矩形 30425">
              <a:extLst>
                <a:ext uri="{FF2B5EF4-FFF2-40B4-BE49-F238E27FC236}">
                  <a16:creationId xmlns:a16="http://schemas.microsoft.com/office/drawing/2014/main" id="{D65C8A46-4E33-D837-EA96-13B54B3155CD}"/>
                </a:ext>
              </a:extLst>
            </p:cNvPr>
            <p:cNvSpPr/>
            <p:nvPr/>
          </p:nvSpPr>
          <p:spPr>
            <a:xfrm>
              <a:off x="10167651" y="2402250"/>
              <a:ext cx="172226" cy="172226"/>
            </a:xfrm>
            <a:prstGeom prst="rect">
              <a:avLst/>
            </a:prstGeom>
            <a:solidFill>
              <a:schemeClr val="accent4">
                <a:alpha val="1000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427" name="矩形 30426">
              <a:extLst>
                <a:ext uri="{FF2B5EF4-FFF2-40B4-BE49-F238E27FC236}">
                  <a16:creationId xmlns:a16="http://schemas.microsoft.com/office/drawing/2014/main" id="{41E76164-D2AC-E643-2CC5-C6E56A985839}"/>
                </a:ext>
              </a:extLst>
            </p:cNvPr>
            <p:cNvSpPr/>
            <p:nvPr/>
          </p:nvSpPr>
          <p:spPr>
            <a:xfrm>
              <a:off x="10339877" y="2402250"/>
              <a:ext cx="172226" cy="172226"/>
            </a:xfrm>
            <a:prstGeom prst="rect">
              <a:avLst/>
            </a:prstGeom>
            <a:solidFill>
              <a:schemeClr val="accent4">
                <a:alpha val="400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428" name="矩形 30427">
              <a:extLst>
                <a:ext uri="{FF2B5EF4-FFF2-40B4-BE49-F238E27FC236}">
                  <a16:creationId xmlns:a16="http://schemas.microsoft.com/office/drawing/2014/main" id="{04E3BC81-5431-2291-C1A9-F64990232187}"/>
                </a:ext>
              </a:extLst>
            </p:cNvPr>
            <p:cNvSpPr/>
            <p:nvPr/>
          </p:nvSpPr>
          <p:spPr>
            <a:xfrm>
              <a:off x="11026124" y="2402250"/>
              <a:ext cx="172226" cy="172226"/>
            </a:xfrm>
            <a:prstGeom prst="rect">
              <a:avLst/>
            </a:prstGeom>
            <a:solidFill>
              <a:schemeClr val="accent4">
                <a:alpha val="2208"/>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429" name="矩形 30428">
              <a:extLst>
                <a:ext uri="{FF2B5EF4-FFF2-40B4-BE49-F238E27FC236}">
                  <a16:creationId xmlns:a16="http://schemas.microsoft.com/office/drawing/2014/main" id="{811661F7-C9C8-4962-55B6-E5BF6D99B3D9}"/>
                </a:ext>
              </a:extLst>
            </p:cNvPr>
            <p:cNvSpPr/>
            <p:nvPr/>
          </p:nvSpPr>
          <p:spPr>
            <a:xfrm>
              <a:off x="11198350" y="2402250"/>
              <a:ext cx="172226" cy="172226"/>
            </a:xfrm>
            <a:prstGeom prst="rect">
              <a:avLst/>
            </a:prstGeom>
            <a:solidFill>
              <a:schemeClr val="accent4">
                <a:alpha val="1000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430" name="矩形 30429">
              <a:extLst>
                <a:ext uri="{FF2B5EF4-FFF2-40B4-BE49-F238E27FC236}">
                  <a16:creationId xmlns:a16="http://schemas.microsoft.com/office/drawing/2014/main" id="{42155A73-771A-1615-36AA-18E6B4EEB20B}"/>
                </a:ext>
              </a:extLst>
            </p:cNvPr>
            <p:cNvSpPr/>
            <p:nvPr/>
          </p:nvSpPr>
          <p:spPr>
            <a:xfrm>
              <a:off x="11370576" y="2402250"/>
              <a:ext cx="172226" cy="172226"/>
            </a:xfrm>
            <a:prstGeom prst="rect">
              <a:avLst/>
            </a:prstGeom>
            <a:solidFill>
              <a:schemeClr val="accent4">
                <a:alpha val="3200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431" name="矩形 30430">
              <a:extLst>
                <a:ext uri="{FF2B5EF4-FFF2-40B4-BE49-F238E27FC236}">
                  <a16:creationId xmlns:a16="http://schemas.microsoft.com/office/drawing/2014/main" id="{10D5820A-C23F-ADF7-F640-52A3468D5CC2}"/>
                </a:ext>
              </a:extLst>
            </p:cNvPr>
            <p:cNvSpPr/>
            <p:nvPr/>
          </p:nvSpPr>
          <p:spPr>
            <a:xfrm>
              <a:off x="11542802" y="2402250"/>
              <a:ext cx="172226" cy="172226"/>
            </a:xfrm>
            <a:prstGeom prst="rect">
              <a:avLst/>
            </a:prstGeom>
            <a:solidFill>
              <a:schemeClr val="accent4">
                <a:alpha val="3200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432" name="矩形 30431">
              <a:extLst>
                <a:ext uri="{FF2B5EF4-FFF2-40B4-BE49-F238E27FC236}">
                  <a16:creationId xmlns:a16="http://schemas.microsoft.com/office/drawing/2014/main" id="{BBDB0EFD-53B2-A7A4-585B-20EE53250E6F}"/>
                </a:ext>
              </a:extLst>
            </p:cNvPr>
            <p:cNvSpPr/>
            <p:nvPr/>
          </p:nvSpPr>
          <p:spPr>
            <a:xfrm>
              <a:off x="9823199" y="2574476"/>
              <a:ext cx="172226" cy="172226"/>
            </a:xfrm>
            <a:prstGeom prst="rect">
              <a:avLst/>
            </a:prstGeom>
            <a:solidFill>
              <a:schemeClr val="accent4">
                <a:alpha val="200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433" name="矩形 30432">
              <a:extLst>
                <a:ext uri="{FF2B5EF4-FFF2-40B4-BE49-F238E27FC236}">
                  <a16:creationId xmlns:a16="http://schemas.microsoft.com/office/drawing/2014/main" id="{D17478AB-89D7-5C40-C0B2-7F11BC046968}"/>
                </a:ext>
              </a:extLst>
            </p:cNvPr>
            <p:cNvSpPr/>
            <p:nvPr/>
          </p:nvSpPr>
          <p:spPr>
            <a:xfrm>
              <a:off x="9995425" y="2574476"/>
              <a:ext cx="172226" cy="172226"/>
            </a:xfrm>
            <a:prstGeom prst="rect">
              <a:avLst/>
            </a:prstGeom>
            <a:solidFill>
              <a:schemeClr val="accent4">
                <a:alpha val="200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434" name="矩形 30433">
              <a:extLst>
                <a:ext uri="{FF2B5EF4-FFF2-40B4-BE49-F238E27FC236}">
                  <a16:creationId xmlns:a16="http://schemas.microsoft.com/office/drawing/2014/main" id="{B95BB052-8D55-A994-4026-0F03F5320D67}"/>
                </a:ext>
              </a:extLst>
            </p:cNvPr>
            <p:cNvSpPr/>
            <p:nvPr/>
          </p:nvSpPr>
          <p:spPr>
            <a:xfrm>
              <a:off x="10167651" y="2574476"/>
              <a:ext cx="172226" cy="172226"/>
            </a:xfrm>
            <a:prstGeom prst="rect">
              <a:avLst/>
            </a:prstGeom>
            <a:solidFill>
              <a:schemeClr val="accent4">
                <a:alpha val="200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435" name="矩形 30434">
              <a:extLst>
                <a:ext uri="{FF2B5EF4-FFF2-40B4-BE49-F238E27FC236}">
                  <a16:creationId xmlns:a16="http://schemas.microsoft.com/office/drawing/2014/main" id="{BE2F1D9D-018F-CED8-AF32-E70B73EC4DF8}"/>
                </a:ext>
              </a:extLst>
            </p:cNvPr>
            <p:cNvSpPr/>
            <p:nvPr/>
          </p:nvSpPr>
          <p:spPr>
            <a:xfrm>
              <a:off x="10339877" y="2574476"/>
              <a:ext cx="172226" cy="172226"/>
            </a:xfrm>
            <a:prstGeom prst="rect">
              <a:avLst/>
            </a:prstGeom>
            <a:solidFill>
              <a:schemeClr val="accent4">
                <a:alpha val="100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436" name="矩形 30435">
              <a:extLst>
                <a:ext uri="{FF2B5EF4-FFF2-40B4-BE49-F238E27FC236}">
                  <a16:creationId xmlns:a16="http://schemas.microsoft.com/office/drawing/2014/main" id="{89268FBB-3248-CB7A-3505-F843E5748A0B}"/>
                </a:ext>
              </a:extLst>
            </p:cNvPr>
            <p:cNvSpPr/>
            <p:nvPr/>
          </p:nvSpPr>
          <p:spPr>
            <a:xfrm>
              <a:off x="11026124" y="2574476"/>
              <a:ext cx="172226" cy="172226"/>
            </a:xfrm>
            <a:prstGeom prst="rect">
              <a:avLst/>
            </a:prstGeom>
            <a:solidFill>
              <a:schemeClr val="accent4">
                <a:alpha val="100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437" name="矩形 30436">
              <a:extLst>
                <a:ext uri="{FF2B5EF4-FFF2-40B4-BE49-F238E27FC236}">
                  <a16:creationId xmlns:a16="http://schemas.microsoft.com/office/drawing/2014/main" id="{9C367821-4E20-3B63-A66E-10B1D3434071}"/>
                </a:ext>
              </a:extLst>
            </p:cNvPr>
            <p:cNvSpPr/>
            <p:nvPr/>
          </p:nvSpPr>
          <p:spPr>
            <a:xfrm>
              <a:off x="11198350" y="2574476"/>
              <a:ext cx="172226" cy="172226"/>
            </a:xfrm>
            <a:prstGeom prst="rect">
              <a:avLst/>
            </a:prstGeom>
            <a:solidFill>
              <a:schemeClr val="accent4">
                <a:alpha val="400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438" name="矩形 30437">
              <a:extLst>
                <a:ext uri="{FF2B5EF4-FFF2-40B4-BE49-F238E27FC236}">
                  <a16:creationId xmlns:a16="http://schemas.microsoft.com/office/drawing/2014/main" id="{64C460E7-748D-9756-7D74-D1B59E086AE4}"/>
                </a:ext>
              </a:extLst>
            </p:cNvPr>
            <p:cNvSpPr/>
            <p:nvPr/>
          </p:nvSpPr>
          <p:spPr>
            <a:xfrm>
              <a:off x="11370576" y="2574476"/>
              <a:ext cx="172226" cy="172226"/>
            </a:xfrm>
            <a:prstGeom prst="rect">
              <a:avLst/>
            </a:prstGeom>
            <a:solidFill>
              <a:schemeClr val="accent4">
                <a:alpha val="400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439" name="矩形 30438">
              <a:extLst>
                <a:ext uri="{FF2B5EF4-FFF2-40B4-BE49-F238E27FC236}">
                  <a16:creationId xmlns:a16="http://schemas.microsoft.com/office/drawing/2014/main" id="{CA51CD24-EADB-8795-56FB-604F75A9CFCD}"/>
                </a:ext>
              </a:extLst>
            </p:cNvPr>
            <p:cNvSpPr/>
            <p:nvPr/>
          </p:nvSpPr>
          <p:spPr>
            <a:xfrm>
              <a:off x="11542802" y="2574476"/>
              <a:ext cx="172226" cy="172226"/>
            </a:xfrm>
            <a:prstGeom prst="rect">
              <a:avLst/>
            </a:prstGeom>
            <a:solidFill>
              <a:schemeClr val="accent4">
                <a:alpha val="400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spTree>
    <p:extLst>
      <p:ext uri="{BB962C8B-B14F-4D97-AF65-F5344CB8AC3E}">
        <p14:creationId xmlns:p14="http://schemas.microsoft.com/office/powerpoint/2010/main" val="26685913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0933" name="组合 30932">
            <a:extLst>
              <a:ext uri="{FF2B5EF4-FFF2-40B4-BE49-F238E27FC236}">
                <a16:creationId xmlns:a16="http://schemas.microsoft.com/office/drawing/2014/main" id="{7A36352B-7F5F-1A1B-EE03-9FDDFB520270}"/>
              </a:ext>
            </a:extLst>
          </p:cNvPr>
          <p:cNvGrpSpPr/>
          <p:nvPr/>
        </p:nvGrpSpPr>
        <p:grpSpPr>
          <a:xfrm>
            <a:off x="4760588" y="2186869"/>
            <a:ext cx="2237610" cy="2238938"/>
            <a:chOff x="4760588" y="2186869"/>
            <a:chExt cx="2237610" cy="2238938"/>
          </a:xfrm>
        </p:grpSpPr>
        <p:sp>
          <p:nvSpPr>
            <p:cNvPr id="30934" name="矩形 30933">
              <a:extLst>
                <a:ext uri="{FF2B5EF4-FFF2-40B4-BE49-F238E27FC236}">
                  <a16:creationId xmlns:a16="http://schemas.microsoft.com/office/drawing/2014/main" id="{7DCA1539-50CE-5DCE-01EA-FE14C6CC8590}"/>
                </a:ext>
              </a:extLst>
            </p:cNvPr>
            <p:cNvSpPr/>
            <p:nvPr/>
          </p:nvSpPr>
          <p:spPr>
            <a:xfrm>
              <a:off x="4760588" y="2186869"/>
              <a:ext cx="2237609" cy="2238938"/>
            </a:xfrm>
            <a:prstGeom prst="rect">
              <a:avLst/>
            </a:prstGeom>
            <a:solidFill>
              <a:schemeClr val="bg1"/>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935" name="矩形 30934">
              <a:extLst>
                <a:ext uri="{FF2B5EF4-FFF2-40B4-BE49-F238E27FC236}">
                  <a16:creationId xmlns:a16="http://schemas.microsoft.com/office/drawing/2014/main" id="{D106565B-D5F1-025F-EA89-B9434FA4B26D}"/>
                </a:ext>
              </a:extLst>
            </p:cNvPr>
            <p:cNvSpPr/>
            <p:nvPr/>
          </p:nvSpPr>
          <p:spPr>
            <a:xfrm>
              <a:off x="4761917" y="2186869"/>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936" name="矩形 30935">
              <a:extLst>
                <a:ext uri="{FF2B5EF4-FFF2-40B4-BE49-F238E27FC236}">
                  <a16:creationId xmlns:a16="http://schemas.microsoft.com/office/drawing/2014/main" id="{59305A28-2FCC-C48D-B833-425907A0C842}"/>
                </a:ext>
              </a:extLst>
            </p:cNvPr>
            <p:cNvSpPr/>
            <p:nvPr/>
          </p:nvSpPr>
          <p:spPr>
            <a:xfrm>
              <a:off x="4934143" y="2186869"/>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937" name="矩形 30936">
              <a:extLst>
                <a:ext uri="{FF2B5EF4-FFF2-40B4-BE49-F238E27FC236}">
                  <a16:creationId xmlns:a16="http://schemas.microsoft.com/office/drawing/2014/main" id="{9BB049DF-DAF1-6F16-17FF-D38F23A3E4BB}"/>
                </a:ext>
              </a:extLst>
            </p:cNvPr>
            <p:cNvSpPr/>
            <p:nvPr/>
          </p:nvSpPr>
          <p:spPr>
            <a:xfrm>
              <a:off x="5106369" y="2186869"/>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938" name="矩形 30937">
              <a:extLst>
                <a:ext uri="{FF2B5EF4-FFF2-40B4-BE49-F238E27FC236}">
                  <a16:creationId xmlns:a16="http://schemas.microsoft.com/office/drawing/2014/main" id="{F23A3864-DFE5-A8D0-46FE-EC1255E54A09}"/>
                </a:ext>
              </a:extLst>
            </p:cNvPr>
            <p:cNvSpPr/>
            <p:nvPr/>
          </p:nvSpPr>
          <p:spPr>
            <a:xfrm>
              <a:off x="5278595" y="2186869"/>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939" name="矩形 30938">
              <a:extLst>
                <a:ext uri="{FF2B5EF4-FFF2-40B4-BE49-F238E27FC236}">
                  <a16:creationId xmlns:a16="http://schemas.microsoft.com/office/drawing/2014/main" id="{B130A74D-3B17-DAA0-7491-D163AFE745FD}"/>
                </a:ext>
              </a:extLst>
            </p:cNvPr>
            <p:cNvSpPr/>
            <p:nvPr/>
          </p:nvSpPr>
          <p:spPr>
            <a:xfrm>
              <a:off x="5450821" y="2186869"/>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940" name="矩形 30939">
              <a:extLst>
                <a:ext uri="{FF2B5EF4-FFF2-40B4-BE49-F238E27FC236}">
                  <a16:creationId xmlns:a16="http://schemas.microsoft.com/office/drawing/2014/main" id="{81CA1A9B-BECC-3737-4BA0-F1D93BBAA9BD}"/>
                </a:ext>
              </a:extLst>
            </p:cNvPr>
            <p:cNvSpPr/>
            <p:nvPr/>
          </p:nvSpPr>
          <p:spPr>
            <a:xfrm>
              <a:off x="5623047" y="2186869"/>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941" name="矩形 30940">
              <a:extLst>
                <a:ext uri="{FF2B5EF4-FFF2-40B4-BE49-F238E27FC236}">
                  <a16:creationId xmlns:a16="http://schemas.microsoft.com/office/drawing/2014/main" id="{31347EB3-6CE5-2138-A53D-BE56AA83EFD7}"/>
                </a:ext>
              </a:extLst>
            </p:cNvPr>
            <p:cNvSpPr/>
            <p:nvPr/>
          </p:nvSpPr>
          <p:spPr>
            <a:xfrm>
              <a:off x="5795273" y="2186869"/>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942" name="矩形 30941">
              <a:extLst>
                <a:ext uri="{FF2B5EF4-FFF2-40B4-BE49-F238E27FC236}">
                  <a16:creationId xmlns:a16="http://schemas.microsoft.com/office/drawing/2014/main" id="{F9051B0C-E38F-E099-2350-361CBB2BFD72}"/>
                </a:ext>
              </a:extLst>
            </p:cNvPr>
            <p:cNvSpPr/>
            <p:nvPr/>
          </p:nvSpPr>
          <p:spPr>
            <a:xfrm>
              <a:off x="5964842" y="2186869"/>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943" name="矩形 30942">
              <a:extLst>
                <a:ext uri="{FF2B5EF4-FFF2-40B4-BE49-F238E27FC236}">
                  <a16:creationId xmlns:a16="http://schemas.microsoft.com/office/drawing/2014/main" id="{173A3C74-3B7C-38BC-D7FA-3D5B74B5F7C0}"/>
                </a:ext>
              </a:extLst>
            </p:cNvPr>
            <p:cNvSpPr/>
            <p:nvPr/>
          </p:nvSpPr>
          <p:spPr>
            <a:xfrm>
              <a:off x="6137068" y="2186869"/>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944" name="矩形 30943">
              <a:extLst>
                <a:ext uri="{FF2B5EF4-FFF2-40B4-BE49-F238E27FC236}">
                  <a16:creationId xmlns:a16="http://schemas.microsoft.com/office/drawing/2014/main" id="{49CF1EDA-64A8-1FE6-5507-6F480FE79679}"/>
                </a:ext>
              </a:extLst>
            </p:cNvPr>
            <p:cNvSpPr/>
            <p:nvPr/>
          </p:nvSpPr>
          <p:spPr>
            <a:xfrm>
              <a:off x="6309294" y="2186869"/>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945" name="矩形 30944">
              <a:extLst>
                <a:ext uri="{FF2B5EF4-FFF2-40B4-BE49-F238E27FC236}">
                  <a16:creationId xmlns:a16="http://schemas.microsoft.com/office/drawing/2014/main" id="{EB30CB88-0591-FB22-75C9-B168734EF89C}"/>
                </a:ext>
              </a:extLst>
            </p:cNvPr>
            <p:cNvSpPr/>
            <p:nvPr/>
          </p:nvSpPr>
          <p:spPr>
            <a:xfrm>
              <a:off x="6481520" y="2186869"/>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946" name="矩形 30945">
              <a:extLst>
                <a:ext uri="{FF2B5EF4-FFF2-40B4-BE49-F238E27FC236}">
                  <a16:creationId xmlns:a16="http://schemas.microsoft.com/office/drawing/2014/main" id="{A3E17C80-B470-4F0D-F8BE-516730274C76}"/>
                </a:ext>
              </a:extLst>
            </p:cNvPr>
            <p:cNvSpPr/>
            <p:nvPr/>
          </p:nvSpPr>
          <p:spPr>
            <a:xfrm>
              <a:off x="6653746" y="2186869"/>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947" name="矩形 30946">
              <a:extLst>
                <a:ext uri="{FF2B5EF4-FFF2-40B4-BE49-F238E27FC236}">
                  <a16:creationId xmlns:a16="http://schemas.microsoft.com/office/drawing/2014/main" id="{5D428432-51FC-C952-8141-7EE5F907C126}"/>
                </a:ext>
              </a:extLst>
            </p:cNvPr>
            <p:cNvSpPr/>
            <p:nvPr/>
          </p:nvSpPr>
          <p:spPr>
            <a:xfrm>
              <a:off x="6825972" y="2186869"/>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948" name="矩形 30947">
              <a:extLst>
                <a:ext uri="{FF2B5EF4-FFF2-40B4-BE49-F238E27FC236}">
                  <a16:creationId xmlns:a16="http://schemas.microsoft.com/office/drawing/2014/main" id="{4BABC842-8A76-BF4F-6FC2-E0E034FECDFA}"/>
                </a:ext>
              </a:extLst>
            </p:cNvPr>
            <p:cNvSpPr/>
            <p:nvPr/>
          </p:nvSpPr>
          <p:spPr>
            <a:xfrm>
              <a:off x="4761917" y="2359095"/>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949" name="矩形 30948">
              <a:extLst>
                <a:ext uri="{FF2B5EF4-FFF2-40B4-BE49-F238E27FC236}">
                  <a16:creationId xmlns:a16="http://schemas.microsoft.com/office/drawing/2014/main" id="{805888C8-95C6-5D06-E007-CA8C6A0F1CAA}"/>
                </a:ext>
              </a:extLst>
            </p:cNvPr>
            <p:cNvSpPr/>
            <p:nvPr/>
          </p:nvSpPr>
          <p:spPr>
            <a:xfrm>
              <a:off x="4934143" y="2359095"/>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950" name="矩形 30949">
              <a:extLst>
                <a:ext uri="{FF2B5EF4-FFF2-40B4-BE49-F238E27FC236}">
                  <a16:creationId xmlns:a16="http://schemas.microsoft.com/office/drawing/2014/main" id="{B3E5BDE6-E2C0-2F0D-F4E8-E81418C1B3B4}"/>
                </a:ext>
              </a:extLst>
            </p:cNvPr>
            <p:cNvSpPr/>
            <p:nvPr/>
          </p:nvSpPr>
          <p:spPr>
            <a:xfrm>
              <a:off x="6653746" y="2359095"/>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951" name="矩形 30950">
              <a:extLst>
                <a:ext uri="{FF2B5EF4-FFF2-40B4-BE49-F238E27FC236}">
                  <a16:creationId xmlns:a16="http://schemas.microsoft.com/office/drawing/2014/main" id="{5F7AABE7-DDE0-F485-4F5D-D50D82E98A30}"/>
                </a:ext>
              </a:extLst>
            </p:cNvPr>
            <p:cNvSpPr/>
            <p:nvPr/>
          </p:nvSpPr>
          <p:spPr>
            <a:xfrm>
              <a:off x="6825972" y="2359095"/>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952" name="矩形 30951">
              <a:extLst>
                <a:ext uri="{FF2B5EF4-FFF2-40B4-BE49-F238E27FC236}">
                  <a16:creationId xmlns:a16="http://schemas.microsoft.com/office/drawing/2014/main" id="{F6E01CB5-4662-1134-8AF0-67902B1D4931}"/>
                </a:ext>
              </a:extLst>
            </p:cNvPr>
            <p:cNvSpPr/>
            <p:nvPr/>
          </p:nvSpPr>
          <p:spPr>
            <a:xfrm>
              <a:off x="4761917" y="2531321"/>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953" name="矩形 30952">
              <a:extLst>
                <a:ext uri="{FF2B5EF4-FFF2-40B4-BE49-F238E27FC236}">
                  <a16:creationId xmlns:a16="http://schemas.microsoft.com/office/drawing/2014/main" id="{17A79DB3-F4F0-77A1-FE42-A5C898D5E8EF}"/>
                </a:ext>
              </a:extLst>
            </p:cNvPr>
            <p:cNvSpPr/>
            <p:nvPr/>
          </p:nvSpPr>
          <p:spPr>
            <a:xfrm>
              <a:off x="6825972" y="2531321"/>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954" name="矩形 30953">
              <a:extLst>
                <a:ext uri="{FF2B5EF4-FFF2-40B4-BE49-F238E27FC236}">
                  <a16:creationId xmlns:a16="http://schemas.microsoft.com/office/drawing/2014/main" id="{BABECF93-D6C9-C1D3-CA2B-1D58F049CB6E}"/>
                </a:ext>
              </a:extLst>
            </p:cNvPr>
            <p:cNvSpPr/>
            <p:nvPr/>
          </p:nvSpPr>
          <p:spPr>
            <a:xfrm>
              <a:off x="4761917" y="2703547"/>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955" name="矩形 30954">
              <a:extLst>
                <a:ext uri="{FF2B5EF4-FFF2-40B4-BE49-F238E27FC236}">
                  <a16:creationId xmlns:a16="http://schemas.microsoft.com/office/drawing/2014/main" id="{0FC2FA26-E5F1-1896-733C-DAE71E28674A}"/>
                </a:ext>
              </a:extLst>
            </p:cNvPr>
            <p:cNvSpPr/>
            <p:nvPr/>
          </p:nvSpPr>
          <p:spPr>
            <a:xfrm>
              <a:off x="6825972" y="2703547"/>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956" name="矩形 30955">
              <a:extLst>
                <a:ext uri="{FF2B5EF4-FFF2-40B4-BE49-F238E27FC236}">
                  <a16:creationId xmlns:a16="http://schemas.microsoft.com/office/drawing/2014/main" id="{2329E99E-DE25-8909-CE33-39A42D4E73C5}"/>
                </a:ext>
              </a:extLst>
            </p:cNvPr>
            <p:cNvSpPr/>
            <p:nvPr/>
          </p:nvSpPr>
          <p:spPr>
            <a:xfrm>
              <a:off x="4761917" y="2875773"/>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957" name="矩形 30956">
              <a:extLst>
                <a:ext uri="{FF2B5EF4-FFF2-40B4-BE49-F238E27FC236}">
                  <a16:creationId xmlns:a16="http://schemas.microsoft.com/office/drawing/2014/main" id="{54C52B7F-AC98-3B2E-0AC7-52106B55C36B}"/>
                </a:ext>
              </a:extLst>
            </p:cNvPr>
            <p:cNvSpPr/>
            <p:nvPr/>
          </p:nvSpPr>
          <p:spPr>
            <a:xfrm>
              <a:off x="6825972" y="2875773"/>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958" name="矩形 30957">
              <a:extLst>
                <a:ext uri="{FF2B5EF4-FFF2-40B4-BE49-F238E27FC236}">
                  <a16:creationId xmlns:a16="http://schemas.microsoft.com/office/drawing/2014/main" id="{2239414A-2DFB-49B9-A24E-055F4946CABB}"/>
                </a:ext>
              </a:extLst>
            </p:cNvPr>
            <p:cNvSpPr/>
            <p:nvPr/>
          </p:nvSpPr>
          <p:spPr>
            <a:xfrm>
              <a:off x="4761917" y="3047999"/>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959" name="矩形 30958">
              <a:extLst>
                <a:ext uri="{FF2B5EF4-FFF2-40B4-BE49-F238E27FC236}">
                  <a16:creationId xmlns:a16="http://schemas.microsoft.com/office/drawing/2014/main" id="{3764F580-AD6C-F12C-D107-4BC24F55E761}"/>
                </a:ext>
              </a:extLst>
            </p:cNvPr>
            <p:cNvSpPr/>
            <p:nvPr/>
          </p:nvSpPr>
          <p:spPr>
            <a:xfrm>
              <a:off x="5623047" y="3047999"/>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960" name="矩形 30959">
              <a:extLst>
                <a:ext uri="{FF2B5EF4-FFF2-40B4-BE49-F238E27FC236}">
                  <a16:creationId xmlns:a16="http://schemas.microsoft.com/office/drawing/2014/main" id="{78733E6C-534F-9DD4-AE45-D8B23FB9F8FA}"/>
                </a:ext>
              </a:extLst>
            </p:cNvPr>
            <p:cNvSpPr/>
            <p:nvPr/>
          </p:nvSpPr>
          <p:spPr>
            <a:xfrm>
              <a:off x="5795273" y="3047999"/>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961" name="矩形 30960">
              <a:extLst>
                <a:ext uri="{FF2B5EF4-FFF2-40B4-BE49-F238E27FC236}">
                  <a16:creationId xmlns:a16="http://schemas.microsoft.com/office/drawing/2014/main" id="{E293AFB7-0554-58F4-14DF-7E22675CDC0B}"/>
                </a:ext>
              </a:extLst>
            </p:cNvPr>
            <p:cNvSpPr/>
            <p:nvPr/>
          </p:nvSpPr>
          <p:spPr>
            <a:xfrm>
              <a:off x="5964842" y="3047999"/>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962" name="矩形 30961">
              <a:extLst>
                <a:ext uri="{FF2B5EF4-FFF2-40B4-BE49-F238E27FC236}">
                  <a16:creationId xmlns:a16="http://schemas.microsoft.com/office/drawing/2014/main" id="{A4C785BB-4DED-7066-4239-CC6B716778F0}"/>
                </a:ext>
              </a:extLst>
            </p:cNvPr>
            <p:cNvSpPr/>
            <p:nvPr/>
          </p:nvSpPr>
          <p:spPr>
            <a:xfrm>
              <a:off x="6825972" y="3047999"/>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963" name="矩形 30962">
              <a:extLst>
                <a:ext uri="{FF2B5EF4-FFF2-40B4-BE49-F238E27FC236}">
                  <a16:creationId xmlns:a16="http://schemas.microsoft.com/office/drawing/2014/main" id="{CD411BF9-4E0E-8407-AD1D-7876649784AB}"/>
                </a:ext>
              </a:extLst>
            </p:cNvPr>
            <p:cNvSpPr/>
            <p:nvPr/>
          </p:nvSpPr>
          <p:spPr>
            <a:xfrm>
              <a:off x="4761917" y="3220225"/>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964" name="矩形 30963">
              <a:extLst>
                <a:ext uri="{FF2B5EF4-FFF2-40B4-BE49-F238E27FC236}">
                  <a16:creationId xmlns:a16="http://schemas.microsoft.com/office/drawing/2014/main" id="{E725F5BE-DD1F-D694-C955-FBDEF5451CDE}"/>
                </a:ext>
              </a:extLst>
            </p:cNvPr>
            <p:cNvSpPr/>
            <p:nvPr/>
          </p:nvSpPr>
          <p:spPr>
            <a:xfrm>
              <a:off x="5623047" y="3220225"/>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965" name="矩形 30964">
              <a:extLst>
                <a:ext uri="{FF2B5EF4-FFF2-40B4-BE49-F238E27FC236}">
                  <a16:creationId xmlns:a16="http://schemas.microsoft.com/office/drawing/2014/main" id="{CA394EE0-7A73-0E8A-0CA0-8F327557765F}"/>
                </a:ext>
              </a:extLst>
            </p:cNvPr>
            <p:cNvSpPr/>
            <p:nvPr/>
          </p:nvSpPr>
          <p:spPr>
            <a:xfrm>
              <a:off x="5795273" y="3220225"/>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966" name="矩形 30965">
              <a:extLst>
                <a:ext uri="{FF2B5EF4-FFF2-40B4-BE49-F238E27FC236}">
                  <a16:creationId xmlns:a16="http://schemas.microsoft.com/office/drawing/2014/main" id="{67AABD12-57B9-7B5F-299B-54987F3186AB}"/>
                </a:ext>
              </a:extLst>
            </p:cNvPr>
            <p:cNvSpPr/>
            <p:nvPr/>
          </p:nvSpPr>
          <p:spPr>
            <a:xfrm>
              <a:off x="5964842" y="3220225"/>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967" name="矩形 30966">
              <a:extLst>
                <a:ext uri="{FF2B5EF4-FFF2-40B4-BE49-F238E27FC236}">
                  <a16:creationId xmlns:a16="http://schemas.microsoft.com/office/drawing/2014/main" id="{1B3D43C7-D14A-4CA9-8DF8-C889C45BC5EE}"/>
                </a:ext>
              </a:extLst>
            </p:cNvPr>
            <p:cNvSpPr/>
            <p:nvPr/>
          </p:nvSpPr>
          <p:spPr>
            <a:xfrm>
              <a:off x="6825972" y="3220225"/>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968" name="矩形 30967">
              <a:extLst>
                <a:ext uri="{FF2B5EF4-FFF2-40B4-BE49-F238E27FC236}">
                  <a16:creationId xmlns:a16="http://schemas.microsoft.com/office/drawing/2014/main" id="{C2D3F898-7FBA-60F9-9298-B94E20E29947}"/>
                </a:ext>
              </a:extLst>
            </p:cNvPr>
            <p:cNvSpPr/>
            <p:nvPr/>
          </p:nvSpPr>
          <p:spPr>
            <a:xfrm>
              <a:off x="4761917" y="3392451"/>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969" name="矩形 30968">
              <a:extLst>
                <a:ext uri="{FF2B5EF4-FFF2-40B4-BE49-F238E27FC236}">
                  <a16:creationId xmlns:a16="http://schemas.microsoft.com/office/drawing/2014/main" id="{042AED61-9F54-88BF-9526-4D2EC8D236F7}"/>
                </a:ext>
              </a:extLst>
            </p:cNvPr>
            <p:cNvSpPr/>
            <p:nvPr/>
          </p:nvSpPr>
          <p:spPr>
            <a:xfrm>
              <a:off x="5623047" y="3392451"/>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970" name="矩形 30969">
              <a:extLst>
                <a:ext uri="{FF2B5EF4-FFF2-40B4-BE49-F238E27FC236}">
                  <a16:creationId xmlns:a16="http://schemas.microsoft.com/office/drawing/2014/main" id="{CB0989AE-B2BE-8B6F-3112-9A8897EF3C70}"/>
                </a:ext>
              </a:extLst>
            </p:cNvPr>
            <p:cNvSpPr/>
            <p:nvPr/>
          </p:nvSpPr>
          <p:spPr>
            <a:xfrm>
              <a:off x="5795273" y="3392451"/>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971" name="矩形 30970">
              <a:extLst>
                <a:ext uri="{FF2B5EF4-FFF2-40B4-BE49-F238E27FC236}">
                  <a16:creationId xmlns:a16="http://schemas.microsoft.com/office/drawing/2014/main" id="{BE31B054-DBC0-CADA-7483-4F3D2F64B328}"/>
                </a:ext>
              </a:extLst>
            </p:cNvPr>
            <p:cNvSpPr/>
            <p:nvPr/>
          </p:nvSpPr>
          <p:spPr>
            <a:xfrm>
              <a:off x="5964842" y="3392451"/>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972" name="矩形 30971">
              <a:extLst>
                <a:ext uri="{FF2B5EF4-FFF2-40B4-BE49-F238E27FC236}">
                  <a16:creationId xmlns:a16="http://schemas.microsoft.com/office/drawing/2014/main" id="{763665B0-4479-7E65-3D07-209C1A3DEDEC}"/>
                </a:ext>
              </a:extLst>
            </p:cNvPr>
            <p:cNvSpPr/>
            <p:nvPr/>
          </p:nvSpPr>
          <p:spPr>
            <a:xfrm>
              <a:off x="6825972" y="3392451"/>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973" name="矩形 30972">
              <a:extLst>
                <a:ext uri="{FF2B5EF4-FFF2-40B4-BE49-F238E27FC236}">
                  <a16:creationId xmlns:a16="http://schemas.microsoft.com/office/drawing/2014/main" id="{6584E9EA-70AA-DF0B-7128-F3EB06D69811}"/>
                </a:ext>
              </a:extLst>
            </p:cNvPr>
            <p:cNvSpPr/>
            <p:nvPr/>
          </p:nvSpPr>
          <p:spPr>
            <a:xfrm>
              <a:off x="4761917" y="3564677"/>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974" name="矩形 30973">
              <a:extLst>
                <a:ext uri="{FF2B5EF4-FFF2-40B4-BE49-F238E27FC236}">
                  <a16:creationId xmlns:a16="http://schemas.microsoft.com/office/drawing/2014/main" id="{34D9A3E0-1E26-A7A0-CC77-A76D9A516B67}"/>
                </a:ext>
              </a:extLst>
            </p:cNvPr>
            <p:cNvSpPr/>
            <p:nvPr/>
          </p:nvSpPr>
          <p:spPr>
            <a:xfrm>
              <a:off x="5623047" y="3564677"/>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975" name="矩形 30974">
              <a:extLst>
                <a:ext uri="{FF2B5EF4-FFF2-40B4-BE49-F238E27FC236}">
                  <a16:creationId xmlns:a16="http://schemas.microsoft.com/office/drawing/2014/main" id="{3941BFD8-2D12-AE23-0AAE-8BD73082C276}"/>
                </a:ext>
              </a:extLst>
            </p:cNvPr>
            <p:cNvSpPr/>
            <p:nvPr/>
          </p:nvSpPr>
          <p:spPr>
            <a:xfrm>
              <a:off x="5795273" y="3564677"/>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976" name="矩形 30975">
              <a:extLst>
                <a:ext uri="{FF2B5EF4-FFF2-40B4-BE49-F238E27FC236}">
                  <a16:creationId xmlns:a16="http://schemas.microsoft.com/office/drawing/2014/main" id="{37D4AE6E-DEAD-4B0F-816E-BEDCEF9CF47E}"/>
                </a:ext>
              </a:extLst>
            </p:cNvPr>
            <p:cNvSpPr/>
            <p:nvPr/>
          </p:nvSpPr>
          <p:spPr>
            <a:xfrm>
              <a:off x="5964842" y="3564677"/>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977" name="矩形 30976">
              <a:extLst>
                <a:ext uri="{FF2B5EF4-FFF2-40B4-BE49-F238E27FC236}">
                  <a16:creationId xmlns:a16="http://schemas.microsoft.com/office/drawing/2014/main" id="{B058C13E-0AC2-A111-B9AE-27CC9F08CECC}"/>
                </a:ext>
              </a:extLst>
            </p:cNvPr>
            <p:cNvSpPr/>
            <p:nvPr/>
          </p:nvSpPr>
          <p:spPr>
            <a:xfrm>
              <a:off x="6825972" y="3564677"/>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978" name="矩形 30977">
              <a:extLst>
                <a:ext uri="{FF2B5EF4-FFF2-40B4-BE49-F238E27FC236}">
                  <a16:creationId xmlns:a16="http://schemas.microsoft.com/office/drawing/2014/main" id="{ACE4872A-776F-A27F-F2FF-975D5EFCA2B1}"/>
                </a:ext>
              </a:extLst>
            </p:cNvPr>
            <p:cNvSpPr/>
            <p:nvPr/>
          </p:nvSpPr>
          <p:spPr>
            <a:xfrm>
              <a:off x="4761917" y="3736903"/>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979" name="矩形 30978">
              <a:extLst>
                <a:ext uri="{FF2B5EF4-FFF2-40B4-BE49-F238E27FC236}">
                  <a16:creationId xmlns:a16="http://schemas.microsoft.com/office/drawing/2014/main" id="{0F64F39E-BB72-EB65-1030-949901664EF3}"/>
                </a:ext>
              </a:extLst>
            </p:cNvPr>
            <p:cNvSpPr/>
            <p:nvPr/>
          </p:nvSpPr>
          <p:spPr>
            <a:xfrm>
              <a:off x="5623047" y="3736903"/>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980" name="矩形 30979">
              <a:extLst>
                <a:ext uri="{FF2B5EF4-FFF2-40B4-BE49-F238E27FC236}">
                  <a16:creationId xmlns:a16="http://schemas.microsoft.com/office/drawing/2014/main" id="{1319DADB-0DEB-7DC3-6253-C8D8FEDEE9F4}"/>
                </a:ext>
              </a:extLst>
            </p:cNvPr>
            <p:cNvSpPr/>
            <p:nvPr/>
          </p:nvSpPr>
          <p:spPr>
            <a:xfrm>
              <a:off x="5795273" y="3736903"/>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981" name="矩形 30980">
              <a:extLst>
                <a:ext uri="{FF2B5EF4-FFF2-40B4-BE49-F238E27FC236}">
                  <a16:creationId xmlns:a16="http://schemas.microsoft.com/office/drawing/2014/main" id="{0B40016F-B9E1-454A-D405-A4B3DFFBA352}"/>
                </a:ext>
              </a:extLst>
            </p:cNvPr>
            <p:cNvSpPr/>
            <p:nvPr/>
          </p:nvSpPr>
          <p:spPr>
            <a:xfrm>
              <a:off x="5964842" y="3736903"/>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982" name="矩形 30981">
              <a:extLst>
                <a:ext uri="{FF2B5EF4-FFF2-40B4-BE49-F238E27FC236}">
                  <a16:creationId xmlns:a16="http://schemas.microsoft.com/office/drawing/2014/main" id="{CBA18386-10F8-4CD4-68A3-DDA98211572A}"/>
                </a:ext>
              </a:extLst>
            </p:cNvPr>
            <p:cNvSpPr/>
            <p:nvPr/>
          </p:nvSpPr>
          <p:spPr>
            <a:xfrm>
              <a:off x="6825972" y="3736903"/>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983" name="矩形 30982">
              <a:extLst>
                <a:ext uri="{FF2B5EF4-FFF2-40B4-BE49-F238E27FC236}">
                  <a16:creationId xmlns:a16="http://schemas.microsoft.com/office/drawing/2014/main" id="{C0D6CD06-6F4D-9BF0-2F2B-D479AA279266}"/>
                </a:ext>
              </a:extLst>
            </p:cNvPr>
            <p:cNvSpPr/>
            <p:nvPr/>
          </p:nvSpPr>
          <p:spPr>
            <a:xfrm>
              <a:off x="4761917" y="3909129"/>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984" name="矩形 30983">
              <a:extLst>
                <a:ext uri="{FF2B5EF4-FFF2-40B4-BE49-F238E27FC236}">
                  <a16:creationId xmlns:a16="http://schemas.microsoft.com/office/drawing/2014/main" id="{8A64E08C-B4A5-EE47-0454-91BABB1A70E3}"/>
                </a:ext>
              </a:extLst>
            </p:cNvPr>
            <p:cNvSpPr/>
            <p:nvPr/>
          </p:nvSpPr>
          <p:spPr>
            <a:xfrm>
              <a:off x="5623047" y="3909129"/>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985" name="矩形 30984">
              <a:extLst>
                <a:ext uri="{FF2B5EF4-FFF2-40B4-BE49-F238E27FC236}">
                  <a16:creationId xmlns:a16="http://schemas.microsoft.com/office/drawing/2014/main" id="{49645C01-1C2D-C53C-D538-47E8CBE6BC6B}"/>
                </a:ext>
              </a:extLst>
            </p:cNvPr>
            <p:cNvSpPr/>
            <p:nvPr/>
          </p:nvSpPr>
          <p:spPr>
            <a:xfrm>
              <a:off x="5795273" y="3909129"/>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986" name="矩形 30985">
              <a:extLst>
                <a:ext uri="{FF2B5EF4-FFF2-40B4-BE49-F238E27FC236}">
                  <a16:creationId xmlns:a16="http://schemas.microsoft.com/office/drawing/2014/main" id="{A53C4FA4-8E9C-EEAD-4121-2C11E73F082C}"/>
                </a:ext>
              </a:extLst>
            </p:cNvPr>
            <p:cNvSpPr/>
            <p:nvPr/>
          </p:nvSpPr>
          <p:spPr>
            <a:xfrm>
              <a:off x="5964842" y="3909129"/>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987" name="矩形 30986">
              <a:extLst>
                <a:ext uri="{FF2B5EF4-FFF2-40B4-BE49-F238E27FC236}">
                  <a16:creationId xmlns:a16="http://schemas.microsoft.com/office/drawing/2014/main" id="{8F1E90FA-35DB-D978-7A12-E86B81FFAD12}"/>
                </a:ext>
              </a:extLst>
            </p:cNvPr>
            <p:cNvSpPr/>
            <p:nvPr/>
          </p:nvSpPr>
          <p:spPr>
            <a:xfrm>
              <a:off x="6825972" y="3909129"/>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988" name="矩形 30987">
              <a:extLst>
                <a:ext uri="{FF2B5EF4-FFF2-40B4-BE49-F238E27FC236}">
                  <a16:creationId xmlns:a16="http://schemas.microsoft.com/office/drawing/2014/main" id="{D16D1BDD-A920-E24A-AD0C-EEA55C784BE3}"/>
                </a:ext>
              </a:extLst>
            </p:cNvPr>
            <p:cNvSpPr/>
            <p:nvPr/>
          </p:nvSpPr>
          <p:spPr>
            <a:xfrm>
              <a:off x="4761917" y="4081355"/>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989" name="矩形 30988">
              <a:extLst>
                <a:ext uri="{FF2B5EF4-FFF2-40B4-BE49-F238E27FC236}">
                  <a16:creationId xmlns:a16="http://schemas.microsoft.com/office/drawing/2014/main" id="{1869C32B-4A47-BF2A-F233-C020AE301899}"/>
                </a:ext>
              </a:extLst>
            </p:cNvPr>
            <p:cNvSpPr/>
            <p:nvPr/>
          </p:nvSpPr>
          <p:spPr>
            <a:xfrm>
              <a:off x="5623047" y="4081355"/>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990" name="矩形 30989">
              <a:extLst>
                <a:ext uri="{FF2B5EF4-FFF2-40B4-BE49-F238E27FC236}">
                  <a16:creationId xmlns:a16="http://schemas.microsoft.com/office/drawing/2014/main" id="{0B3BFE85-242D-1FF1-8A78-E2BD0790A8B1}"/>
                </a:ext>
              </a:extLst>
            </p:cNvPr>
            <p:cNvSpPr/>
            <p:nvPr/>
          </p:nvSpPr>
          <p:spPr>
            <a:xfrm>
              <a:off x="5795273" y="4081355"/>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991" name="矩形 30990">
              <a:extLst>
                <a:ext uri="{FF2B5EF4-FFF2-40B4-BE49-F238E27FC236}">
                  <a16:creationId xmlns:a16="http://schemas.microsoft.com/office/drawing/2014/main" id="{85D0CD3C-C8E4-6EF8-F600-C9820A50F457}"/>
                </a:ext>
              </a:extLst>
            </p:cNvPr>
            <p:cNvSpPr/>
            <p:nvPr/>
          </p:nvSpPr>
          <p:spPr>
            <a:xfrm>
              <a:off x="5964842" y="4081355"/>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992" name="矩形 30991">
              <a:extLst>
                <a:ext uri="{FF2B5EF4-FFF2-40B4-BE49-F238E27FC236}">
                  <a16:creationId xmlns:a16="http://schemas.microsoft.com/office/drawing/2014/main" id="{C42B2F76-9D0C-5DDE-155D-A94CCD160ECD}"/>
                </a:ext>
              </a:extLst>
            </p:cNvPr>
            <p:cNvSpPr/>
            <p:nvPr/>
          </p:nvSpPr>
          <p:spPr>
            <a:xfrm>
              <a:off x="6825972" y="4081355"/>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993" name="矩形 30992">
              <a:extLst>
                <a:ext uri="{FF2B5EF4-FFF2-40B4-BE49-F238E27FC236}">
                  <a16:creationId xmlns:a16="http://schemas.microsoft.com/office/drawing/2014/main" id="{FEBAA3FB-9900-8A9A-5E37-DF57DA8465AA}"/>
                </a:ext>
              </a:extLst>
            </p:cNvPr>
            <p:cNvSpPr/>
            <p:nvPr/>
          </p:nvSpPr>
          <p:spPr>
            <a:xfrm>
              <a:off x="4761917" y="4253581"/>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994" name="矩形 30993">
              <a:extLst>
                <a:ext uri="{FF2B5EF4-FFF2-40B4-BE49-F238E27FC236}">
                  <a16:creationId xmlns:a16="http://schemas.microsoft.com/office/drawing/2014/main" id="{2DEF7E53-D0EF-2C6C-70C7-666A8B57A869}"/>
                </a:ext>
              </a:extLst>
            </p:cNvPr>
            <p:cNvSpPr/>
            <p:nvPr/>
          </p:nvSpPr>
          <p:spPr>
            <a:xfrm>
              <a:off x="5623047" y="4253581"/>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995" name="矩形 30994">
              <a:extLst>
                <a:ext uri="{FF2B5EF4-FFF2-40B4-BE49-F238E27FC236}">
                  <a16:creationId xmlns:a16="http://schemas.microsoft.com/office/drawing/2014/main" id="{99E1AED2-9068-09A6-BA4B-33BDEF3AF219}"/>
                </a:ext>
              </a:extLst>
            </p:cNvPr>
            <p:cNvSpPr/>
            <p:nvPr/>
          </p:nvSpPr>
          <p:spPr>
            <a:xfrm>
              <a:off x="5795273" y="4253581"/>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996" name="矩形 30995">
              <a:extLst>
                <a:ext uri="{FF2B5EF4-FFF2-40B4-BE49-F238E27FC236}">
                  <a16:creationId xmlns:a16="http://schemas.microsoft.com/office/drawing/2014/main" id="{5B17069D-51DB-AF05-CB51-92D86E83D365}"/>
                </a:ext>
              </a:extLst>
            </p:cNvPr>
            <p:cNvSpPr/>
            <p:nvPr/>
          </p:nvSpPr>
          <p:spPr>
            <a:xfrm>
              <a:off x="5964842" y="4253581"/>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997" name="矩形 30996">
              <a:extLst>
                <a:ext uri="{FF2B5EF4-FFF2-40B4-BE49-F238E27FC236}">
                  <a16:creationId xmlns:a16="http://schemas.microsoft.com/office/drawing/2014/main" id="{2D7E2051-D5DD-2DD6-8948-16D07AD8EEA6}"/>
                </a:ext>
              </a:extLst>
            </p:cNvPr>
            <p:cNvSpPr/>
            <p:nvPr/>
          </p:nvSpPr>
          <p:spPr>
            <a:xfrm>
              <a:off x="5106369" y="2359095"/>
              <a:ext cx="172226" cy="172226"/>
            </a:xfrm>
            <a:prstGeom prst="rect">
              <a:avLst/>
            </a:prstGeom>
            <a:solidFill>
              <a:schemeClr val="accent4">
                <a:alpha val="9727"/>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998" name="矩形 30997">
              <a:extLst>
                <a:ext uri="{FF2B5EF4-FFF2-40B4-BE49-F238E27FC236}">
                  <a16:creationId xmlns:a16="http://schemas.microsoft.com/office/drawing/2014/main" id="{C6E0A73B-A80A-6BD3-ED22-A7E9E6C2F2BF}"/>
                </a:ext>
              </a:extLst>
            </p:cNvPr>
            <p:cNvSpPr/>
            <p:nvPr/>
          </p:nvSpPr>
          <p:spPr>
            <a:xfrm>
              <a:off x="5278595" y="2359095"/>
              <a:ext cx="172226" cy="172226"/>
            </a:xfrm>
            <a:prstGeom prst="rect">
              <a:avLst/>
            </a:prstGeom>
            <a:solidFill>
              <a:schemeClr val="accent4">
                <a:alpha val="1700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999" name="矩形 30998">
              <a:extLst>
                <a:ext uri="{FF2B5EF4-FFF2-40B4-BE49-F238E27FC236}">
                  <a16:creationId xmlns:a16="http://schemas.microsoft.com/office/drawing/2014/main" id="{524AF40D-35D3-0630-39A3-9E2EF5AC2A9D}"/>
                </a:ext>
              </a:extLst>
            </p:cNvPr>
            <p:cNvSpPr/>
            <p:nvPr/>
          </p:nvSpPr>
          <p:spPr>
            <a:xfrm>
              <a:off x="5450821" y="2359095"/>
              <a:ext cx="172226" cy="172226"/>
            </a:xfrm>
            <a:prstGeom prst="rect">
              <a:avLst/>
            </a:prstGeom>
            <a:solidFill>
              <a:schemeClr val="accent4">
                <a:alpha val="30269"/>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1000" name="矩形 30999">
              <a:extLst>
                <a:ext uri="{FF2B5EF4-FFF2-40B4-BE49-F238E27FC236}">
                  <a16:creationId xmlns:a16="http://schemas.microsoft.com/office/drawing/2014/main" id="{EDAC0A03-2843-EF42-9B63-05BF096A38C2}"/>
                </a:ext>
              </a:extLst>
            </p:cNvPr>
            <p:cNvSpPr/>
            <p:nvPr/>
          </p:nvSpPr>
          <p:spPr>
            <a:xfrm>
              <a:off x="5623047" y="2359095"/>
              <a:ext cx="172226" cy="172226"/>
            </a:xfrm>
            <a:prstGeom prst="rect">
              <a:avLst/>
            </a:prstGeom>
            <a:solidFill>
              <a:schemeClr val="accent4">
                <a:alpha val="30269"/>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1001" name="矩形 31000">
              <a:extLst>
                <a:ext uri="{FF2B5EF4-FFF2-40B4-BE49-F238E27FC236}">
                  <a16:creationId xmlns:a16="http://schemas.microsoft.com/office/drawing/2014/main" id="{5CE64461-F942-2355-2185-40CF0605AD99}"/>
                </a:ext>
              </a:extLst>
            </p:cNvPr>
            <p:cNvSpPr/>
            <p:nvPr/>
          </p:nvSpPr>
          <p:spPr>
            <a:xfrm>
              <a:off x="5795273" y="2359095"/>
              <a:ext cx="172226" cy="172226"/>
            </a:xfrm>
            <a:prstGeom prst="rect">
              <a:avLst/>
            </a:prstGeom>
            <a:solidFill>
              <a:schemeClr val="accent4">
                <a:alpha val="30269"/>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1002" name="矩形 31001">
              <a:extLst>
                <a:ext uri="{FF2B5EF4-FFF2-40B4-BE49-F238E27FC236}">
                  <a16:creationId xmlns:a16="http://schemas.microsoft.com/office/drawing/2014/main" id="{48D09D53-2BD3-3D0A-4685-0E65E4DD4550}"/>
                </a:ext>
              </a:extLst>
            </p:cNvPr>
            <p:cNvSpPr/>
            <p:nvPr/>
          </p:nvSpPr>
          <p:spPr>
            <a:xfrm>
              <a:off x="5964842" y="2359095"/>
              <a:ext cx="172226" cy="172226"/>
            </a:xfrm>
            <a:prstGeom prst="rect">
              <a:avLst/>
            </a:prstGeom>
            <a:solidFill>
              <a:schemeClr val="accent4">
                <a:alpha val="30269"/>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1003" name="矩形 31002">
              <a:extLst>
                <a:ext uri="{FF2B5EF4-FFF2-40B4-BE49-F238E27FC236}">
                  <a16:creationId xmlns:a16="http://schemas.microsoft.com/office/drawing/2014/main" id="{EE3E173F-3088-4BE2-F52E-3DE9852B7967}"/>
                </a:ext>
              </a:extLst>
            </p:cNvPr>
            <p:cNvSpPr/>
            <p:nvPr/>
          </p:nvSpPr>
          <p:spPr>
            <a:xfrm>
              <a:off x="6137068" y="2359095"/>
              <a:ext cx="172226" cy="172226"/>
            </a:xfrm>
            <a:prstGeom prst="rect">
              <a:avLst/>
            </a:prstGeom>
            <a:solidFill>
              <a:schemeClr val="accent4">
                <a:alpha val="30269"/>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1004" name="矩形 31003">
              <a:extLst>
                <a:ext uri="{FF2B5EF4-FFF2-40B4-BE49-F238E27FC236}">
                  <a16:creationId xmlns:a16="http://schemas.microsoft.com/office/drawing/2014/main" id="{5E6DF934-739E-A6D9-125A-690EA14B42CA}"/>
                </a:ext>
              </a:extLst>
            </p:cNvPr>
            <p:cNvSpPr/>
            <p:nvPr/>
          </p:nvSpPr>
          <p:spPr>
            <a:xfrm>
              <a:off x="6309294" y="2359095"/>
              <a:ext cx="172226" cy="172226"/>
            </a:xfrm>
            <a:prstGeom prst="rect">
              <a:avLst/>
            </a:prstGeom>
            <a:solidFill>
              <a:schemeClr val="accent4">
                <a:alpha val="1700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1005" name="矩形 31004">
              <a:extLst>
                <a:ext uri="{FF2B5EF4-FFF2-40B4-BE49-F238E27FC236}">
                  <a16:creationId xmlns:a16="http://schemas.microsoft.com/office/drawing/2014/main" id="{C0DB6DE6-1EB0-A53D-73C0-8F1C82850D16}"/>
                </a:ext>
              </a:extLst>
            </p:cNvPr>
            <p:cNvSpPr/>
            <p:nvPr/>
          </p:nvSpPr>
          <p:spPr>
            <a:xfrm>
              <a:off x="6481520" y="2359095"/>
              <a:ext cx="172226" cy="172226"/>
            </a:xfrm>
            <a:prstGeom prst="rect">
              <a:avLst/>
            </a:prstGeom>
            <a:solidFill>
              <a:schemeClr val="accent4">
                <a:alpha val="9727"/>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1006" name="矩形 31005">
              <a:extLst>
                <a:ext uri="{FF2B5EF4-FFF2-40B4-BE49-F238E27FC236}">
                  <a16:creationId xmlns:a16="http://schemas.microsoft.com/office/drawing/2014/main" id="{4B1EA52A-040C-E56C-2767-08BD2EAC743E}"/>
                </a:ext>
              </a:extLst>
            </p:cNvPr>
            <p:cNvSpPr/>
            <p:nvPr/>
          </p:nvSpPr>
          <p:spPr>
            <a:xfrm>
              <a:off x="4934143" y="2531321"/>
              <a:ext cx="172226" cy="172226"/>
            </a:xfrm>
            <a:prstGeom prst="rect">
              <a:avLst/>
            </a:prstGeom>
            <a:solidFill>
              <a:schemeClr val="accent4">
                <a:alpha val="9727"/>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1007" name="矩形 31006">
              <a:extLst>
                <a:ext uri="{FF2B5EF4-FFF2-40B4-BE49-F238E27FC236}">
                  <a16:creationId xmlns:a16="http://schemas.microsoft.com/office/drawing/2014/main" id="{AC1EE6BE-4037-25A7-FF73-5F4A2BDAF391}"/>
                </a:ext>
              </a:extLst>
            </p:cNvPr>
            <p:cNvSpPr/>
            <p:nvPr/>
          </p:nvSpPr>
          <p:spPr>
            <a:xfrm>
              <a:off x="5106369" y="2531321"/>
              <a:ext cx="172226" cy="172226"/>
            </a:xfrm>
            <a:prstGeom prst="rect">
              <a:avLst/>
            </a:prstGeom>
            <a:solidFill>
              <a:schemeClr val="accent4">
                <a:alpha val="16954"/>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1008" name="矩形 31007">
              <a:extLst>
                <a:ext uri="{FF2B5EF4-FFF2-40B4-BE49-F238E27FC236}">
                  <a16:creationId xmlns:a16="http://schemas.microsoft.com/office/drawing/2014/main" id="{B1DD780D-4F53-7BF5-2E77-3729EE916B77}"/>
                </a:ext>
              </a:extLst>
            </p:cNvPr>
            <p:cNvSpPr/>
            <p:nvPr/>
          </p:nvSpPr>
          <p:spPr>
            <a:xfrm>
              <a:off x="5278595" y="2531321"/>
              <a:ext cx="172226" cy="172226"/>
            </a:xfrm>
            <a:prstGeom prst="rect">
              <a:avLst/>
            </a:prstGeom>
            <a:solidFill>
              <a:schemeClr val="accent4">
                <a:alpha val="4300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1009" name="矩形 31008">
              <a:extLst>
                <a:ext uri="{FF2B5EF4-FFF2-40B4-BE49-F238E27FC236}">
                  <a16:creationId xmlns:a16="http://schemas.microsoft.com/office/drawing/2014/main" id="{B846AF30-07BC-DA7E-5019-D697D71AFE09}"/>
                </a:ext>
              </a:extLst>
            </p:cNvPr>
            <p:cNvSpPr/>
            <p:nvPr/>
          </p:nvSpPr>
          <p:spPr>
            <a:xfrm>
              <a:off x="5450821" y="2531321"/>
              <a:ext cx="172226" cy="172226"/>
            </a:xfrm>
            <a:prstGeom prst="rect">
              <a:avLst/>
            </a:prstGeom>
            <a:solidFill>
              <a:schemeClr val="accent4">
                <a:alpha val="7200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1010" name="矩形 31009">
              <a:extLst>
                <a:ext uri="{FF2B5EF4-FFF2-40B4-BE49-F238E27FC236}">
                  <a16:creationId xmlns:a16="http://schemas.microsoft.com/office/drawing/2014/main" id="{8B251BD4-C65E-55EB-FC79-E0F1A9EFE364}"/>
                </a:ext>
              </a:extLst>
            </p:cNvPr>
            <p:cNvSpPr/>
            <p:nvPr/>
          </p:nvSpPr>
          <p:spPr>
            <a:xfrm>
              <a:off x="5623047" y="2531321"/>
              <a:ext cx="172226" cy="172226"/>
            </a:xfrm>
            <a:prstGeom prst="rect">
              <a:avLst/>
            </a:prstGeom>
            <a:solidFill>
              <a:schemeClr val="accent4">
                <a:alpha val="7200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1011" name="矩形 31010">
              <a:extLst>
                <a:ext uri="{FF2B5EF4-FFF2-40B4-BE49-F238E27FC236}">
                  <a16:creationId xmlns:a16="http://schemas.microsoft.com/office/drawing/2014/main" id="{B9E7A830-2FD6-134D-2F58-273775BC1108}"/>
                </a:ext>
              </a:extLst>
            </p:cNvPr>
            <p:cNvSpPr/>
            <p:nvPr/>
          </p:nvSpPr>
          <p:spPr>
            <a:xfrm>
              <a:off x="5795273" y="2531321"/>
              <a:ext cx="172226" cy="172226"/>
            </a:xfrm>
            <a:prstGeom prst="rect">
              <a:avLst/>
            </a:prstGeom>
            <a:solidFill>
              <a:schemeClr val="accent4">
                <a:alpha val="7200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1012" name="矩形 31011">
              <a:extLst>
                <a:ext uri="{FF2B5EF4-FFF2-40B4-BE49-F238E27FC236}">
                  <a16:creationId xmlns:a16="http://schemas.microsoft.com/office/drawing/2014/main" id="{E7462513-8550-BDED-477A-A58368EB359E}"/>
                </a:ext>
              </a:extLst>
            </p:cNvPr>
            <p:cNvSpPr/>
            <p:nvPr/>
          </p:nvSpPr>
          <p:spPr>
            <a:xfrm>
              <a:off x="5964842" y="2531321"/>
              <a:ext cx="172226" cy="172226"/>
            </a:xfrm>
            <a:prstGeom prst="rect">
              <a:avLst/>
            </a:prstGeom>
            <a:solidFill>
              <a:schemeClr val="accent4">
                <a:alpha val="7200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1013" name="矩形 31012">
              <a:extLst>
                <a:ext uri="{FF2B5EF4-FFF2-40B4-BE49-F238E27FC236}">
                  <a16:creationId xmlns:a16="http://schemas.microsoft.com/office/drawing/2014/main" id="{2F2D9996-900C-402D-4F6A-BACC15827957}"/>
                </a:ext>
              </a:extLst>
            </p:cNvPr>
            <p:cNvSpPr/>
            <p:nvPr/>
          </p:nvSpPr>
          <p:spPr>
            <a:xfrm>
              <a:off x="6137068" y="2531321"/>
              <a:ext cx="172226" cy="172226"/>
            </a:xfrm>
            <a:prstGeom prst="rect">
              <a:avLst/>
            </a:prstGeom>
            <a:solidFill>
              <a:schemeClr val="accent4">
                <a:alpha val="7200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1014" name="矩形 31013">
              <a:extLst>
                <a:ext uri="{FF2B5EF4-FFF2-40B4-BE49-F238E27FC236}">
                  <a16:creationId xmlns:a16="http://schemas.microsoft.com/office/drawing/2014/main" id="{7B32B4EA-61C7-63EA-7959-31DC2253D4C2}"/>
                </a:ext>
              </a:extLst>
            </p:cNvPr>
            <p:cNvSpPr/>
            <p:nvPr/>
          </p:nvSpPr>
          <p:spPr>
            <a:xfrm>
              <a:off x="6309294" y="2531321"/>
              <a:ext cx="172226" cy="172226"/>
            </a:xfrm>
            <a:prstGeom prst="rect">
              <a:avLst/>
            </a:prstGeom>
            <a:solidFill>
              <a:schemeClr val="accent4">
                <a:alpha val="4300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1015" name="矩形 31014">
              <a:extLst>
                <a:ext uri="{FF2B5EF4-FFF2-40B4-BE49-F238E27FC236}">
                  <a16:creationId xmlns:a16="http://schemas.microsoft.com/office/drawing/2014/main" id="{C0336A58-4284-8D84-C319-9774F00675A9}"/>
                </a:ext>
              </a:extLst>
            </p:cNvPr>
            <p:cNvSpPr/>
            <p:nvPr/>
          </p:nvSpPr>
          <p:spPr>
            <a:xfrm>
              <a:off x="6481520" y="2531321"/>
              <a:ext cx="172226" cy="172226"/>
            </a:xfrm>
            <a:prstGeom prst="rect">
              <a:avLst/>
            </a:prstGeom>
            <a:solidFill>
              <a:schemeClr val="accent4">
                <a:alpha val="16954"/>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1016" name="矩形 31015">
              <a:extLst>
                <a:ext uri="{FF2B5EF4-FFF2-40B4-BE49-F238E27FC236}">
                  <a16:creationId xmlns:a16="http://schemas.microsoft.com/office/drawing/2014/main" id="{F90502AD-4875-D240-F4DE-3407AC0FA019}"/>
                </a:ext>
              </a:extLst>
            </p:cNvPr>
            <p:cNvSpPr/>
            <p:nvPr/>
          </p:nvSpPr>
          <p:spPr>
            <a:xfrm>
              <a:off x="6653746" y="2531321"/>
              <a:ext cx="172226" cy="172226"/>
            </a:xfrm>
            <a:prstGeom prst="rect">
              <a:avLst/>
            </a:prstGeom>
            <a:solidFill>
              <a:schemeClr val="accent4">
                <a:alpha val="9727"/>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1017" name="矩形 31016">
              <a:extLst>
                <a:ext uri="{FF2B5EF4-FFF2-40B4-BE49-F238E27FC236}">
                  <a16:creationId xmlns:a16="http://schemas.microsoft.com/office/drawing/2014/main" id="{17299756-4CF5-9E73-308B-A3ADB7E66F10}"/>
                </a:ext>
              </a:extLst>
            </p:cNvPr>
            <p:cNvSpPr/>
            <p:nvPr/>
          </p:nvSpPr>
          <p:spPr>
            <a:xfrm>
              <a:off x="4934143" y="2703547"/>
              <a:ext cx="172226" cy="172226"/>
            </a:xfrm>
            <a:prstGeom prst="rect">
              <a:avLst/>
            </a:prstGeom>
            <a:solidFill>
              <a:schemeClr val="accent4">
                <a:alpha val="1700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1018" name="矩形 31017">
              <a:extLst>
                <a:ext uri="{FF2B5EF4-FFF2-40B4-BE49-F238E27FC236}">
                  <a16:creationId xmlns:a16="http://schemas.microsoft.com/office/drawing/2014/main" id="{0502A9DC-A26C-069B-AF4F-49A0DEB7EC8B}"/>
                </a:ext>
              </a:extLst>
            </p:cNvPr>
            <p:cNvSpPr/>
            <p:nvPr/>
          </p:nvSpPr>
          <p:spPr>
            <a:xfrm>
              <a:off x="5106369" y="2703547"/>
              <a:ext cx="172226" cy="172226"/>
            </a:xfrm>
            <a:prstGeom prst="rect">
              <a:avLst/>
            </a:prstGeom>
            <a:solidFill>
              <a:schemeClr val="accent4">
                <a:alpha val="4300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1019" name="矩形 31018">
              <a:extLst>
                <a:ext uri="{FF2B5EF4-FFF2-40B4-BE49-F238E27FC236}">
                  <a16:creationId xmlns:a16="http://schemas.microsoft.com/office/drawing/2014/main" id="{E9715DD7-8431-A44A-297B-C06140EF6CA6}"/>
                </a:ext>
              </a:extLst>
            </p:cNvPr>
            <p:cNvSpPr/>
            <p:nvPr/>
          </p:nvSpPr>
          <p:spPr>
            <a:xfrm>
              <a:off x="5278595" y="2703547"/>
              <a:ext cx="172226" cy="172226"/>
            </a:xfrm>
            <a:prstGeom prst="rect">
              <a:avLst/>
            </a:prstGeom>
            <a:solidFill>
              <a:schemeClr val="accent4">
                <a:alpha val="3400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1020" name="矩形 31019">
              <a:extLst>
                <a:ext uri="{FF2B5EF4-FFF2-40B4-BE49-F238E27FC236}">
                  <a16:creationId xmlns:a16="http://schemas.microsoft.com/office/drawing/2014/main" id="{26179562-86CB-4FDA-E963-A993905D3F18}"/>
                </a:ext>
              </a:extLst>
            </p:cNvPr>
            <p:cNvSpPr/>
            <p:nvPr/>
          </p:nvSpPr>
          <p:spPr>
            <a:xfrm>
              <a:off x="5450821" y="2703547"/>
              <a:ext cx="172226" cy="172226"/>
            </a:xfrm>
            <a:prstGeom prst="rect">
              <a:avLst/>
            </a:prstGeom>
            <a:solidFill>
              <a:schemeClr val="accent4">
                <a:alpha val="3400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1021" name="矩形 31020">
              <a:extLst>
                <a:ext uri="{FF2B5EF4-FFF2-40B4-BE49-F238E27FC236}">
                  <a16:creationId xmlns:a16="http://schemas.microsoft.com/office/drawing/2014/main" id="{5A320109-4CA0-71D5-2639-6B47A02D6B15}"/>
                </a:ext>
              </a:extLst>
            </p:cNvPr>
            <p:cNvSpPr/>
            <p:nvPr/>
          </p:nvSpPr>
          <p:spPr>
            <a:xfrm>
              <a:off x="5623047" y="2703547"/>
              <a:ext cx="172226" cy="172226"/>
            </a:xfrm>
            <a:prstGeom prst="rect">
              <a:avLst/>
            </a:prstGeom>
            <a:solidFill>
              <a:schemeClr val="accent4">
                <a:alpha val="3400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1022" name="矩形 31021">
              <a:extLst>
                <a:ext uri="{FF2B5EF4-FFF2-40B4-BE49-F238E27FC236}">
                  <a16:creationId xmlns:a16="http://schemas.microsoft.com/office/drawing/2014/main" id="{FF75558F-990E-C5B2-DDEF-498362F1ED16}"/>
                </a:ext>
              </a:extLst>
            </p:cNvPr>
            <p:cNvSpPr/>
            <p:nvPr/>
          </p:nvSpPr>
          <p:spPr>
            <a:xfrm>
              <a:off x="5795273" y="2703547"/>
              <a:ext cx="172226" cy="172226"/>
            </a:xfrm>
            <a:prstGeom prst="rect">
              <a:avLst/>
            </a:prstGeom>
            <a:solidFill>
              <a:schemeClr val="accent4">
                <a:alpha val="3400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1023" name="矩形 31022">
              <a:extLst>
                <a:ext uri="{FF2B5EF4-FFF2-40B4-BE49-F238E27FC236}">
                  <a16:creationId xmlns:a16="http://schemas.microsoft.com/office/drawing/2014/main" id="{0CC4A49E-B1F4-5DDC-7822-E2EF30EFE985}"/>
                </a:ext>
              </a:extLst>
            </p:cNvPr>
            <p:cNvSpPr/>
            <p:nvPr/>
          </p:nvSpPr>
          <p:spPr>
            <a:xfrm>
              <a:off x="5964842" y="2703547"/>
              <a:ext cx="172226" cy="172226"/>
            </a:xfrm>
            <a:prstGeom prst="rect">
              <a:avLst/>
            </a:prstGeom>
            <a:solidFill>
              <a:schemeClr val="accent4">
                <a:alpha val="3400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1024" name="矩形 31023">
              <a:extLst>
                <a:ext uri="{FF2B5EF4-FFF2-40B4-BE49-F238E27FC236}">
                  <a16:creationId xmlns:a16="http://schemas.microsoft.com/office/drawing/2014/main" id="{095FCF90-9B58-311A-58CE-DE935110BB68}"/>
                </a:ext>
              </a:extLst>
            </p:cNvPr>
            <p:cNvSpPr/>
            <p:nvPr/>
          </p:nvSpPr>
          <p:spPr>
            <a:xfrm>
              <a:off x="6137068" y="2703547"/>
              <a:ext cx="172226" cy="172226"/>
            </a:xfrm>
            <a:prstGeom prst="rect">
              <a:avLst/>
            </a:prstGeom>
            <a:solidFill>
              <a:schemeClr val="accent4">
                <a:alpha val="3400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1025" name="矩形 31024">
              <a:extLst>
                <a:ext uri="{FF2B5EF4-FFF2-40B4-BE49-F238E27FC236}">
                  <a16:creationId xmlns:a16="http://schemas.microsoft.com/office/drawing/2014/main" id="{501FD738-9435-B588-1615-866FB46B6982}"/>
                </a:ext>
              </a:extLst>
            </p:cNvPr>
            <p:cNvSpPr/>
            <p:nvPr/>
          </p:nvSpPr>
          <p:spPr>
            <a:xfrm>
              <a:off x="6309294" y="2703547"/>
              <a:ext cx="172226" cy="172226"/>
            </a:xfrm>
            <a:prstGeom prst="rect">
              <a:avLst/>
            </a:prstGeom>
            <a:solidFill>
              <a:schemeClr val="accent4">
                <a:alpha val="3400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1026" name="矩形 31025">
              <a:extLst>
                <a:ext uri="{FF2B5EF4-FFF2-40B4-BE49-F238E27FC236}">
                  <a16:creationId xmlns:a16="http://schemas.microsoft.com/office/drawing/2014/main" id="{B6388D3C-034E-AC13-EB12-293E9A1D5E40}"/>
                </a:ext>
              </a:extLst>
            </p:cNvPr>
            <p:cNvSpPr/>
            <p:nvPr/>
          </p:nvSpPr>
          <p:spPr>
            <a:xfrm>
              <a:off x="6481520" y="2703547"/>
              <a:ext cx="172226" cy="172226"/>
            </a:xfrm>
            <a:prstGeom prst="rect">
              <a:avLst/>
            </a:prstGeom>
            <a:solidFill>
              <a:schemeClr val="accent4">
                <a:alpha val="4300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1027" name="矩形 31026">
              <a:extLst>
                <a:ext uri="{FF2B5EF4-FFF2-40B4-BE49-F238E27FC236}">
                  <a16:creationId xmlns:a16="http://schemas.microsoft.com/office/drawing/2014/main" id="{0967AFAD-D83F-0205-3BBF-783D1F52D847}"/>
                </a:ext>
              </a:extLst>
            </p:cNvPr>
            <p:cNvSpPr/>
            <p:nvPr/>
          </p:nvSpPr>
          <p:spPr>
            <a:xfrm>
              <a:off x="6653746" y="2703547"/>
              <a:ext cx="172226" cy="172226"/>
            </a:xfrm>
            <a:prstGeom prst="rect">
              <a:avLst/>
            </a:prstGeom>
            <a:solidFill>
              <a:schemeClr val="accent4">
                <a:alpha val="1700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1028" name="矩形 31027">
              <a:extLst>
                <a:ext uri="{FF2B5EF4-FFF2-40B4-BE49-F238E27FC236}">
                  <a16:creationId xmlns:a16="http://schemas.microsoft.com/office/drawing/2014/main" id="{F29FD1FD-5854-6CB1-DDE4-1F4539C36358}"/>
                </a:ext>
              </a:extLst>
            </p:cNvPr>
            <p:cNvSpPr/>
            <p:nvPr/>
          </p:nvSpPr>
          <p:spPr>
            <a:xfrm>
              <a:off x="4934143" y="2875773"/>
              <a:ext cx="172226" cy="172226"/>
            </a:xfrm>
            <a:prstGeom prst="rect">
              <a:avLst/>
            </a:prstGeom>
            <a:solidFill>
              <a:schemeClr val="accent4">
                <a:alpha val="30269"/>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1029" name="矩形 31028">
              <a:extLst>
                <a:ext uri="{FF2B5EF4-FFF2-40B4-BE49-F238E27FC236}">
                  <a16:creationId xmlns:a16="http://schemas.microsoft.com/office/drawing/2014/main" id="{2EF01424-4456-8F31-C998-1E243A269744}"/>
                </a:ext>
              </a:extLst>
            </p:cNvPr>
            <p:cNvSpPr/>
            <p:nvPr/>
          </p:nvSpPr>
          <p:spPr>
            <a:xfrm>
              <a:off x="5106369" y="2875773"/>
              <a:ext cx="172226" cy="172226"/>
            </a:xfrm>
            <a:prstGeom prst="rect">
              <a:avLst/>
            </a:prstGeom>
            <a:solidFill>
              <a:schemeClr val="accent4">
                <a:alpha val="7200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1030" name="矩形 31029">
              <a:extLst>
                <a:ext uri="{FF2B5EF4-FFF2-40B4-BE49-F238E27FC236}">
                  <a16:creationId xmlns:a16="http://schemas.microsoft.com/office/drawing/2014/main" id="{3A15F51D-C4A5-655D-3974-24BE3CC2D35B}"/>
                </a:ext>
              </a:extLst>
            </p:cNvPr>
            <p:cNvSpPr/>
            <p:nvPr/>
          </p:nvSpPr>
          <p:spPr>
            <a:xfrm>
              <a:off x="5278595" y="2875773"/>
              <a:ext cx="172226" cy="172226"/>
            </a:xfrm>
            <a:prstGeom prst="rect">
              <a:avLst/>
            </a:prstGeom>
            <a:solidFill>
              <a:schemeClr val="accent4">
                <a:alpha val="3400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1031" name="矩形 31030">
              <a:extLst>
                <a:ext uri="{FF2B5EF4-FFF2-40B4-BE49-F238E27FC236}">
                  <a16:creationId xmlns:a16="http://schemas.microsoft.com/office/drawing/2014/main" id="{8C9D4B9D-0366-3A97-E049-6A4F3348E84F}"/>
                </a:ext>
              </a:extLst>
            </p:cNvPr>
            <p:cNvSpPr/>
            <p:nvPr/>
          </p:nvSpPr>
          <p:spPr>
            <a:xfrm>
              <a:off x="5450821" y="2875773"/>
              <a:ext cx="172226" cy="172226"/>
            </a:xfrm>
            <a:prstGeom prst="rect">
              <a:avLst/>
            </a:prstGeom>
            <a:solidFill>
              <a:schemeClr val="accent4">
                <a:alpha val="621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1032" name="矩形 31031">
              <a:extLst>
                <a:ext uri="{FF2B5EF4-FFF2-40B4-BE49-F238E27FC236}">
                  <a16:creationId xmlns:a16="http://schemas.microsoft.com/office/drawing/2014/main" id="{BB2ED736-1060-098F-3C6F-94C4FBE9B94C}"/>
                </a:ext>
              </a:extLst>
            </p:cNvPr>
            <p:cNvSpPr/>
            <p:nvPr/>
          </p:nvSpPr>
          <p:spPr>
            <a:xfrm>
              <a:off x="5623047" y="2875773"/>
              <a:ext cx="172226" cy="172226"/>
            </a:xfrm>
            <a:prstGeom prst="rect">
              <a:avLst/>
            </a:prstGeom>
            <a:solidFill>
              <a:schemeClr val="accent4">
                <a:alpha val="621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1033" name="矩形 31032">
              <a:extLst>
                <a:ext uri="{FF2B5EF4-FFF2-40B4-BE49-F238E27FC236}">
                  <a16:creationId xmlns:a16="http://schemas.microsoft.com/office/drawing/2014/main" id="{4AE1FB64-E742-2FC6-9B4E-8711FA4C8869}"/>
                </a:ext>
              </a:extLst>
            </p:cNvPr>
            <p:cNvSpPr/>
            <p:nvPr/>
          </p:nvSpPr>
          <p:spPr>
            <a:xfrm>
              <a:off x="5795273" y="2875773"/>
              <a:ext cx="172226" cy="172226"/>
            </a:xfrm>
            <a:prstGeom prst="rect">
              <a:avLst/>
            </a:prstGeom>
            <a:solidFill>
              <a:schemeClr val="accent4">
                <a:alpha val="621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1034" name="矩形 31033">
              <a:extLst>
                <a:ext uri="{FF2B5EF4-FFF2-40B4-BE49-F238E27FC236}">
                  <a16:creationId xmlns:a16="http://schemas.microsoft.com/office/drawing/2014/main" id="{B7617271-FFFB-775A-1DFB-3422222DD5B6}"/>
                </a:ext>
              </a:extLst>
            </p:cNvPr>
            <p:cNvSpPr/>
            <p:nvPr/>
          </p:nvSpPr>
          <p:spPr>
            <a:xfrm>
              <a:off x="5964842" y="2875773"/>
              <a:ext cx="172226" cy="172226"/>
            </a:xfrm>
            <a:prstGeom prst="rect">
              <a:avLst/>
            </a:prstGeom>
            <a:solidFill>
              <a:schemeClr val="accent4">
                <a:alpha val="621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1035" name="矩形 31034">
              <a:extLst>
                <a:ext uri="{FF2B5EF4-FFF2-40B4-BE49-F238E27FC236}">
                  <a16:creationId xmlns:a16="http://schemas.microsoft.com/office/drawing/2014/main" id="{91F381AF-FB54-35D8-32BB-F52FE0A28694}"/>
                </a:ext>
              </a:extLst>
            </p:cNvPr>
            <p:cNvSpPr/>
            <p:nvPr/>
          </p:nvSpPr>
          <p:spPr>
            <a:xfrm>
              <a:off x="6137068" y="2875773"/>
              <a:ext cx="172226" cy="172226"/>
            </a:xfrm>
            <a:prstGeom prst="rect">
              <a:avLst/>
            </a:prstGeom>
            <a:solidFill>
              <a:schemeClr val="accent4">
                <a:alpha val="621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1036" name="矩形 31035">
              <a:extLst>
                <a:ext uri="{FF2B5EF4-FFF2-40B4-BE49-F238E27FC236}">
                  <a16:creationId xmlns:a16="http://schemas.microsoft.com/office/drawing/2014/main" id="{673E49F0-58B7-691A-CB6F-2D6CE176551D}"/>
                </a:ext>
              </a:extLst>
            </p:cNvPr>
            <p:cNvSpPr/>
            <p:nvPr/>
          </p:nvSpPr>
          <p:spPr>
            <a:xfrm>
              <a:off x="6309294" y="2875773"/>
              <a:ext cx="172226" cy="172226"/>
            </a:xfrm>
            <a:prstGeom prst="rect">
              <a:avLst/>
            </a:prstGeom>
            <a:solidFill>
              <a:schemeClr val="accent4">
                <a:alpha val="25685"/>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1037" name="矩形 31036">
              <a:extLst>
                <a:ext uri="{FF2B5EF4-FFF2-40B4-BE49-F238E27FC236}">
                  <a16:creationId xmlns:a16="http://schemas.microsoft.com/office/drawing/2014/main" id="{F4BF8DFB-2069-DB7E-B7BC-15016740FC72}"/>
                </a:ext>
              </a:extLst>
            </p:cNvPr>
            <p:cNvSpPr/>
            <p:nvPr/>
          </p:nvSpPr>
          <p:spPr>
            <a:xfrm>
              <a:off x="6481520" y="2875773"/>
              <a:ext cx="172226" cy="172226"/>
            </a:xfrm>
            <a:prstGeom prst="rect">
              <a:avLst/>
            </a:prstGeom>
            <a:solidFill>
              <a:schemeClr val="accent4">
                <a:alpha val="3200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1038" name="矩形 31037">
              <a:extLst>
                <a:ext uri="{FF2B5EF4-FFF2-40B4-BE49-F238E27FC236}">
                  <a16:creationId xmlns:a16="http://schemas.microsoft.com/office/drawing/2014/main" id="{BBCCC7C2-E3A2-3A35-DFD6-5158AFC4CFC3}"/>
                </a:ext>
              </a:extLst>
            </p:cNvPr>
            <p:cNvSpPr/>
            <p:nvPr/>
          </p:nvSpPr>
          <p:spPr>
            <a:xfrm>
              <a:off x="6653746" y="2875773"/>
              <a:ext cx="172226" cy="172226"/>
            </a:xfrm>
            <a:prstGeom prst="rect">
              <a:avLst/>
            </a:prstGeom>
            <a:solidFill>
              <a:schemeClr val="accent4">
                <a:alpha val="13173"/>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1039" name="矩形 31038">
              <a:extLst>
                <a:ext uri="{FF2B5EF4-FFF2-40B4-BE49-F238E27FC236}">
                  <a16:creationId xmlns:a16="http://schemas.microsoft.com/office/drawing/2014/main" id="{C917260E-3D07-009F-26BF-EEE880494C7C}"/>
                </a:ext>
              </a:extLst>
            </p:cNvPr>
            <p:cNvSpPr/>
            <p:nvPr/>
          </p:nvSpPr>
          <p:spPr>
            <a:xfrm>
              <a:off x="4934143" y="3047999"/>
              <a:ext cx="172226" cy="172226"/>
            </a:xfrm>
            <a:prstGeom prst="rect">
              <a:avLst/>
            </a:prstGeom>
            <a:solidFill>
              <a:schemeClr val="accent4">
                <a:alpha val="30269"/>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1040" name="矩形 31039">
              <a:extLst>
                <a:ext uri="{FF2B5EF4-FFF2-40B4-BE49-F238E27FC236}">
                  <a16:creationId xmlns:a16="http://schemas.microsoft.com/office/drawing/2014/main" id="{B25557D2-6D83-2D1F-A439-C67B2AD4BE27}"/>
                </a:ext>
              </a:extLst>
            </p:cNvPr>
            <p:cNvSpPr/>
            <p:nvPr/>
          </p:nvSpPr>
          <p:spPr>
            <a:xfrm>
              <a:off x="5106369" y="3047999"/>
              <a:ext cx="172226" cy="172226"/>
            </a:xfrm>
            <a:prstGeom prst="rect">
              <a:avLst/>
            </a:prstGeom>
            <a:solidFill>
              <a:schemeClr val="accent4">
                <a:alpha val="7200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1041" name="矩形 31040">
              <a:extLst>
                <a:ext uri="{FF2B5EF4-FFF2-40B4-BE49-F238E27FC236}">
                  <a16:creationId xmlns:a16="http://schemas.microsoft.com/office/drawing/2014/main" id="{A30EEFC1-61A4-9AFD-AF99-34819331466F}"/>
                </a:ext>
              </a:extLst>
            </p:cNvPr>
            <p:cNvSpPr/>
            <p:nvPr/>
          </p:nvSpPr>
          <p:spPr>
            <a:xfrm>
              <a:off x="5278595" y="3047999"/>
              <a:ext cx="172226" cy="172226"/>
            </a:xfrm>
            <a:prstGeom prst="rect">
              <a:avLst/>
            </a:prstGeom>
            <a:solidFill>
              <a:schemeClr val="accent4">
                <a:alpha val="3400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1042" name="矩形 31041">
              <a:extLst>
                <a:ext uri="{FF2B5EF4-FFF2-40B4-BE49-F238E27FC236}">
                  <a16:creationId xmlns:a16="http://schemas.microsoft.com/office/drawing/2014/main" id="{05374682-4F7D-AAF8-B59A-050E8F171008}"/>
                </a:ext>
              </a:extLst>
            </p:cNvPr>
            <p:cNvSpPr/>
            <p:nvPr/>
          </p:nvSpPr>
          <p:spPr>
            <a:xfrm>
              <a:off x="5450821" y="3047999"/>
              <a:ext cx="172226" cy="172226"/>
            </a:xfrm>
            <a:prstGeom prst="rect">
              <a:avLst/>
            </a:prstGeom>
            <a:solidFill>
              <a:schemeClr val="accent4">
                <a:alpha val="621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1043" name="矩形 31042">
              <a:extLst>
                <a:ext uri="{FF2B5EF4-FFF2-40B4-BE49-F238E27FC236}">
                  <a16:creationId xmlns:a16="http://schemas.microsoft.com/office/drawing/2014/main" id="{0017AD5C-E85D-9093-6FFF-27717714141E}"/>
                </a:ext>
              </a:extLst>
            </p:cNvPr>
            <p:cNvSpPr/>
            <p:nvPr/>
          </p:nvSpPr>
          <p:spPr>
            <a:xfrm>
              <a:off x="6137068" y="3047999"/>
              <a:ext cx="172226" cy="172226"/>
            </a:xfrm>
            <a:prstGeom prst="rect">
              <a:avLst/>
            </a:prstGeom>
            <a:solidFill>
              <a:schemeClr val="bg1">
                <a:alpha val="3848"/>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1044" name="矩形 31043">
              <a:extLst>
                <a:ext uri="{FF2B5EF4-FFF2-40B4-BE49-F238E27FC236}">
                  <a16:creationId xmlns:a16="http://schemas.microsoft.com/office/drawing/2014/main" id="{055E2059-51E8-8FEF-9BD5-2C4E26615754}"/>
                </a:ext>
              </a:extLst>
            </p:cNvPr>
            <p:cNvSpPr/>
            <p:nvPr/>
          </p:nvSpPr>
          <p:spPr>
            <a:xfrm>
              <a:off x="6309294" y="3047999"/>
              <a:ext cx="172226" cy="172226"/>
            </a:xfrm>
            <a:prstGeom prst="rect">
              <a:avLst/>
            </a:prstGeom>
            <a:solidFill>
              <a:schemeClr val="accent4">
                <a:alpha val="1100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1045" name="矩形 31044">
              <a:extLst>
                <a:ext uri="{FF2B5EF4-FFF2-40B4-BE49-F238E27FC236}">
                  <a16:creationId xmlns:a16="http://schemas.microsoft.com/office/drawing/2014/main" id="{16C70F8E-7DFC-D1AF-F41F-2266E826E5C8}"/>
                </a:ext>
              </a:extLst>
            </p:cNvPr>
            <p:cNvSpPr/>
            <p:nvPr/>
          </p:nvSpPr>
          <p:spPr>
            <a:xfrm>
              <a:off x="6481520" y="3047999"/>
              <a:ext cx="172226" cy="172226"/>
            </a:xfrm>
            <a:prstGeom prst="rect">
              <a:avLst/>
            </a:prstGeom>
            <a:solidFill>
              <a:schemeClr val="accent4">
                <a:alpha val="1400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1046" name="矩形 31045">
              <a:extLst>
                <a:ext uri="{FF2B5EF4-FFF2-40B4-BE49-F238E27FC236}">
                  <a16:creationId xmlns:a16="http://schemas.microsoft.com/office/drawing/2014/main" id="{B7761BD3-787F-A03D-F9A2-B7148753D139}"/>
                </a:ext>
              </a:extLst>
            </p:cNvPr>
            <p:cNvSpPr/>
            <p:nvPr/>
          </p:nvSpPr>
          <p:spPr>
            <a:xfrm>
              <a:off x="6653746" y="3047999"/>
              <a:ext cx="172226" cy="172226"/>
            </a:xfrm>
            <a:prstGeom prst="rect">
              <a:avLst/>
            </a:prstGeom>
            <a:solidFill>
              <a:schemeClr val="accent4">
                <a:alpha val="700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1047" name="矩形 31046">
              <a:extLst>
                <a:ext uri="{FF2B5EF4-FFF2-40B4-BE49-F238E27FC236}">
                  <a16:creationId xmlns:a16="http://schemas.microsoft.com/office/drawing/2014/main" id="{82AF4FAA-5B9C-0B23-0A9F-5BDA1A32B148}"/>
                </a:ext>
              </a:extLst>
            </p:cNvPr>
            <p:cNvSpPr/>
            <p:nvPr/>
          </p:nvSpPr>
          <p:spPr>
            <a:xfrm>
              <a:off x="4934143" y="3220225"/>
              <a:ext cx="172226" cy="172226"/>
            </a:xfrm>
            <a:prstGeom prst="rect">
              <a:avLst/>
            </a:prstGeom>
            <a:solidFill>
              <a:schemeClr val="accent4">
                <a:alpha val="30269"/>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1048" name="矩形 31047">
              <a:extLst>
                <a:ext uri="{FF2B5EF4-FFF2-40B4-BE49-F238E27FC236}">
                  <a16:creationId xmlns:a16="http://schemas.microsoft.com/office/drawing/2014/main" id="{BE661A8A-75E4-BD24-9384-1A6A4DD388E4}"/>
                </a:ext>
              </a:extLst>
            </p:cNvPr>
            <p:cNvSpPr/>
            <p:nvPr/>
          </p:nvSpPr>
          <p:spPr>
            <a:xfrm>
              <a:off x="5106369" y="3220225"/>
              <a:ext cx="172226" cy="172226"/>
            </a:xfrm>
            <a:prstGeom prst="rect">
              <a:avLst/>
            </a:prstGeom>
            <a:solidFill>
              <a:schemeClr val="accent4">
                <a:alpha val="7200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1049" name="矩形 31048">
              <a:extLst>
                <a:ext uri="{FF2B5EF4-FFF2-40B4-BE49-F238E27FC236}">
                  <a16:creationId xmlns:a16="http://schemas.microsoft.com/office/drawing/2014/main" id="{9E1E5CCD-63DB-3C1A-6FA2-9CC141F6BCC3}"/>
                </a:ext>
              </a:extLst>
            </p:cNvPr>
            <p:cNvSpPr/>
            <p:nvPr/>
          </p:nvSpPr>
          <p:spPr>
            <a:xfrm>
              <a:off x="5278595" y="3220225"/>
              <a:ext cx="172226" cy="172226"/>
            </a:xfrm>
            <a:prstGeom prst="rect">
              <a:avLst/>
            </a:prstGeom>
            <a:solidFill>
              <a:schemeClr val="accent4">
                <a:alpha val="3400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1050" name="矩形 31049">
              <a:extLst>
                <a:ext uri="{FF2B5EF4-FFF2-40B4-BE49-F238E27FC236}">
                  <a16:creationId xmlns:a16="http://schemas.microsoft.com/office/drawing/2014/main" id="{BFE67753-B867-E279-5E65-C141D70AA0A6}"/>
                </a:ext>
              </a:extLst>
            </p:cNvPr>
            <p:cNvSpPr/>
            <p:nvPr/>
          </p:nvSpPr>
          <p:spPr>
            <a:xfrm>
              <a:off x="5450821" y="3220225"/>
              <a:ext cx="172226" cy="172226"/>
            </a:xfrm>
            <a:prstGeom prst="rect">
              <a:avLst/>
            </a:prstGeom>
            <a:solidFill>
              <a:schemeClr val="accent4">
                <a:alpha val="621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1051" name="矩形 31050">
              <a:extLst>
                <a:ext uri="{FF2B5EF4-FFF2-40B4-BE49-F238E27FC236}">
                  <a16:creationId xmlns:a16="http://schemas.microsoft.com/office/drawing/2014/main" id="{AC55A666-2554-0A6E-C69F-9A95F56F17B5}"/>
                </a:ext>
              </a:extLst>
            </p:cNvPr>
            <p:cNvSpPr/>
            <p:nvPr/>
          </p:nvSpPr>
          <p:spPr>
            <a:xfrm>
              <a:off x="6137068" y="3220225"/>
              <a:ext cx="172226" cy="172226"/>
            </a:xfrm>
            <a:prstGeom prst="rect">
              <a:avLst/>
            </a:prstGeom>
            <a:solidFill>
              <a:schemeClr val="bg1">
                <a:alpha val="3848"/>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1052" name="矩形 31051">
              <a:extLst>
                <a:ext uri="{FF2B5EF4-FFF2-40B4-BE49-F238E27FC236}">
                  <a16:creationId xmlns:a16="http://schemas.microsoft.com/office/drawing/2014/main" id="{A9FC7FC7-92D9-9740-E711-B0EFA279998F}"/>
                </a:ext>
              </a:extLst>
            </p:cNvPr>
            <p:cNvSpPr/>
            <p:nvPr/>
          </p:nvSpPr>
          <p:spPr>
            <a:xfrm>
              <a:off x="6309294" y="3220225"/>
              <a:ext cx="172226" cy="172226"/>
            </a:xfrm>
            <a:prstGeom prst="rect">
              <a:avLst/>
            </a:prstGeom>
            <a:solidFill>
              <a:schemeClr val="accent4">
                <a:alpha val="1100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1053" name="矩形 31052">
              <a:extLst>
                <a:ext uri="{FF2B5EF4-FFF2-40B4-BE49-F238E27FC236}">
                  <a16:creationId xmlns:a16="http://schemas.microsoft.com/office/drawing/2014/main" id="{27541AFC-893D-5DAD-7C8A-1FCD7B7ADEE8}"/>
                </a:ext>
              </a:extLst>
            </p:cNvPr>
            <p:cNvSpPr/>
            <p:nvPr/>
          </p:nvSpPr>
          <p:spPr>
            <a:xfrm>
              <a:off x="6481520" y="3220225"/>
              <a:ext cx="172226" cy="172226"/>
            </a:xfrm>
            <a:prstGeom prst="rect">
              <a:avLst/>
            </a:prstGeom>
            <a:solidFill>
              <a:schemeClr val="accent4">
                <a:alpha val="1400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1054" name="矩形 31053">
              <a:extLst>
                <a:ext uri="{FF2B5EF4-FFF2-40B4-BE49-F238E27FC236}">
                  <a16:creationId xmlns:a16="http://schemas.microsoft.com/office/drawing/2014/main" id="{2CEABC00-EA44-D7D9-0DA2-5B2C55AE42E5}"/>
                </a:ext>
              </a:extLst>
            </p:cNvPr>
            <p:cNvSpPr/>
            <p:nvPr/>
          </p:nvSpPr>
          <p:spPr>
            <a:xfrm>
              <a:off x="6653746" y="3220225"/>
              <a:ext cx="172226" cy="172226"/>
            </a:xfrm>
            <a:prstGeom prst="rect">
              <a:avLst/>
            </a:prstGeom>
            <a:solidFill>
              <a:schemeClr val="accent4">
                <a:alpha val="700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1055" name="矩形 31054">
              <a:extLst>
                <a:ext uri="{FF2B5EF4-FFF2-40B4-BE49-F238E27FC236}">
                  <a16:creationId xmlns:a16="http://schemas.microsoft.com/office/drawing/2014/main" id="{23390506-56A5-D98C-32BA-3EBBB1712159}"/>
                </a:ext>
              </a:extLst>
            </p:cNvPr>
            <p:cNvSpPr/>
            <p:nvPr/>
          </p:nvSpPr>
          <p:spPr>
            <a:xfrm>
              <a:off x="4934143" y="3392451"/>
              <a:ext cx="172226" cy="172226"/>
            </a:xfrm>
            <a:prstGeom prst="rect">
              <a:avLst/>
            </a:prstGeom>
            <a:solidFill>
              <a:schemeClr val="accent4">
                <a:alpha val="30269"/>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1056" name="矩形 31055">
              <a:extLst>
                <a:ext uri="{FF2B5EF4-FFF2-40B4-BE49-F238E27FC236}">
                  <a16:creationId xmlns:a16="http://schemas.microsoft.com/office/drawing/2014/main" id="{725557F9-3900-3441-894D-FA1E2A2791E3}"/>
                </a:ext>
              </a:extLst>
            </p:cNvPr>
            <p:cNvSpPr/>
            <p:nvPr/>
          </p:nvSpPr>
          <p:spPr>
            <a:xfrm>
              <a:off x="5106369" y="3392451"/>
              <a:ext cx="172226" cy="172226"/>
            </a:xfrm>
            <a:prstGeom prst="rect">
              <a:avLst/>
            </a:prstGeom>
            <a:solidFill>
              <a:schemeClr val="accent4">
                <a:alpha val="7200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1057" name="矩形 31056">
              <a:extLst>
                <a:ext uri="{FF2B5EF4-FFF2-40B4-BE49-F238E27FC236}">
                  <a16:creationId xmlns:a16="http://schemas.microsoft.com/office/drawing/2014/main" id="{D87EA5CC-E318-CC30-A985-0B6CF3E32799}"/>
                </a:ext>
              </a:extLst>
            </p:cNvPr>
            <p:cNvSpPr/>
            <p:nvPr/>
          </p:nvSpPr>
          <p:spPr>
            <a:xfrm>
              <a:off x="5278595" y="3392451"/>
              <a:ext cx="172226" cy="172226"/>
            </a:xfrm>
            <a:prstGeom prst="rect">
              <a:avLst/>
            </a:prstGeom>
            <a:solidFill>
              <a:schemeClr val="accent4">
                <a:alpha val="3400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1058" name="矩形 31057">
              <a:extLst>
                <a:ext uri="{FF2B5EF4-FFF2-40B4-BE49-F238E27FC236}">
                  <a16:creationId xmlns:a16="http://schemas.microsoft.com/office/drawing/2014/main" id="{560B18B6-CA7D-ADEF-B7CA-69367062AD60}"/>
                </a:ext>
              </a:extLst>
            </p:cNvPr>
            <p:cNvSpPr/>
            <p:nvPr/>
          </p:nvSpPr>
          <p:spPr>
            <a:xfrm>
              <a:off x="5450821" y="3392451"/>
              <a:ext cx="172226" cy="172226"/>
            </a:xfrm>
            <a:prstGeom prst="rect">
              <a:avLst/>
            </a:prstGeom>
            <a:solidFill>
              <a:schemeClr val="accent4">
                <a:alpha val="621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1059" name="矩形 31058">
              <a:extLst>
                <a:ext uri="{FF2B5EF4-FFF2-40B4-BE49-F238E27FC236}">
                  <a16:creationId xmlns:a16="http://schemas.microsoft.com/office/drawing/2014/main" id="{0CA93FEE-E7AD-5397-0ECF-7CE41AA9E8E6}"/>
                </a:ext>
              </a:extLst>
            </p:cNvPr>
            <p:cNvSpPr/>
            <p:nvPr/>
          </p:nvSpPr>
          <p:spPr>
            <a:xfrm>
              <a:off x="6137068" y="3392451"/>
              <a:ext cx="172226" cy="172226"/>
            </a:xfrm>
            <a:prstGeom prst="rect">
              <a:avLst/>
            </a:prstGeom>
            <a:solidFill>
              <a:schemeClr val="bg1">
                <a:alpha val="3848"/>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1060" name="矩形 31059">
              <a:extLst>
                <a:ext uri="{FF2B5EF4-FFF2-40B4-BE49-F238E27FC236}">
                  <a16:creationId xmlns:a16="http://schemas.microsoft.com/office/drawing/2014/main" id="{0EF61091-BF31-29CA-96B6-AEE2D63FB359}"/>
                </a:ext>
              </a:extLst>
            </p:cNvPr>
            <p:cNvSpPr/>
            <p:nvPr/>
          </p:nvSpPr>
          <p:spPr>
            <a:xfrm>
              <a:off x="6309294" y="3392451"/>
              <a:ext cx="172226" cy="172226"/>
            </a:xfrm>
            <a:prstGeom prst="rect">
              <a:avLst/>
            </a:prstGeom>
            <a:solidFill>
              <a:schemeClr val="accent4">
                <a:alpha val="16111"/>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1061" name="矩形 31060">
              <a:extLst>
                <a:ext uri="{FF2B5EF4-FFF2-40B4-BE49-F238E27FC236}">
                  <a16:creationId xmlns:a16="http://schemas.microsoft.com/office/drawing/2014/main" id="{91DD6826-5D2B-D4AA-9A2A-5E0438094FDF}"/>
                </a:ext>
              </a:extLst>
            </p:cNvPr>
            <p:cNvSpPr/>
            <p:nvPr/>
          </p:nvSpPr>
          <p:spPr>
            <a:xfrm>
              <a:off x="6481520" y="3392451"/>
              <a:ext cx="172226" cy="172226"/>
            </a:xfrm>
            <a:prstGeom prst="rect">
              <a:avLst/>
            </a:prstGeom>
            <a:solidFill>
              <a:schemeClr val="accent4">
                <a:alpha val="29926"/>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1062" name="矩形 31061">
              <a:extLst>
                <a:ext uri="{FF2B5EF4-FFF2-40B4-BE49-F238E27FC236}">
                  <a16:creationId xmlns:a16="http://schemas.microsoft.com/office/drawing/2014/main" id="{80DC1929-B2BA-A50D-2D37-52C53242FC0A}"/>
                </a:ext>
              </a:extLst>
            </p:cNvPr>
            <p:cNvSpPr/>
            <p:nvPr/>
          </p:nvSpPr>
          <p:spPr>
            <a:xfrm>
              <a:off x="6653746" y="3392451"/>
              <a:ext cx="172226" cy="172226"/>
            </a:xfrm>
            <a:prstGeom prst="rect">
              <a:avLst/>
            </a:prstGeom>
            <a:solidFill>
              <a:schemeClr val="accent4">
                <a:alpha val="1500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1063" name="矩形 31062">
              <a:extLst>
                <a:ext uri="{FF2B5EF4-FFF2-40B4-BE49-F238E27FC236}">
                  <a16:creationId xmlns:a16="http://schemas.microsoft.com/office/drawing/2014/main" id="{A131C880-B9CA-9F64-DD2D-F3B43BA4BA5F}"/>
                </a:ext>
              </a:extLst>
            </p:cNvPr>
            <p:cNvSpPr/>
            <p:nvPr/>
          </p:nvSpPr>
          <p:spPr>
            <a:xfrm>
              <a:off x="4934143" y="3564677"/>
              <a:ext cx="172226" cy="172226"/>
            </a:xfrm>
            <a:prstGeom prst="rect">
              <a:avLst/>
            </a:prstGeom>
            <a:solidFill>
              <a:schemeClr val="accent4">
                <a:alpha val="30269"/>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1064" name="矩形 31063">
              <a:extLst>
                <a:ext uri="{FF2B5EF4-FFF2-40B4-BE49-F238E27FC236}">
                  <a16:creationId xmlns:a16="http://schemas.microsoft.com/office/drawing/2014/main" id="{1E2EE239-F6B2-08EE-D7B5-58CC8B781A6D}"/>
                </a:ext>
              </a:extLst>
            </p:cNvPr>
            <p:cNvSpPr/>
            <p:nvPr/>
          </p:nvSpPr>
          <p:spPr>
            <a:xfrm>
              <a:off x="5106369" y="3564677"/>
              <a:ext cx="172226" cy="172226"/>
            </a:xfrm>
            <a:prstGeom prst="rect">
              <a:avLst/>
            </a:prstGeom>
            <a:solidFill>
              <a:schemeClr val="accent4">
                <a:alpha val="7200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1065" name="矩形 31064">
              <a:extLst>
                <a:ext uri="{FF2B5EF4-FFF2-40B4-BE49-F238E27FC236}">
                  <a16:creationId xmlns:a16="http://schemas.microsoft.com/office/drawing/2014/main" id="{A9BD5CE1-A50B-F24E-9CF8-EFB17104FDCF}"/>
                </a:ext>
              </a:extLst>
            </p:cNvPr>
            <p:cNvSpPr/>
            <p:nvPr/>
          </p:nvSpPr>
          <p:spPr>
            <a:xfrm>
              <a:off x="5278595" y="3564677"/>
              <a:ext cx="172226" cy="172226"/>
            </a:xfrm>
            <a:prstGeom prst="rect">
              <a:avLst/>
            </a:prstGeom>
            <a:solidFill>
              <a:schemeClr val="accent4">
                <a:alpha val="3400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1066" name="矩形 31065">
              <a:extLst>
                <a:ext uri="{FF2B5EF4-FFF2-40B4-BE49-F238E27FC236}">
                  <a16:creationId xmlns:a16="http://schemas.microsoft.com/office/drawing/2014/main" id="{C611DA8B-63A1-DBB1-A7AE-9333205C8077}"/>
                </a:ext>
              </a:extLst>
            </p:cNvPr>
            <p:cNvSpPr/>
            <p:nvPr/>
          </p:nvSpPr>
          <p:spPr>
            <a:xfrm>
              <a:off x="5450821" y="3564677"/>
              <a:ext cx="172226" cy="172226"/>
            </a:xfrm>
            <a:prstGeom prst="rect">
              <a:avLst/>
            </a:prstGeom>
            <a:solidFill>
              <a:schemeClr val="accent4">
                <a:alpha val="621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1067" name="矩形 31066">
              <a:extLst>
                <a:ext uri="{FF2B5EF4-FFF2-40B4-BE49-F238E27FC236}">
                  <a16:creationId xmlns:a16="http://schemas.microsoft.com/office/drawing/2014/main" id="{2E7737A1-BEEB-4E9F-B798-AB141A2AA537}"/>
                </a:ext>
              </a:extLst>
            </p:cNvPr>
            <p:cNvSpPr/>
            <p:nvPr/>
          </p:nvSpPr>
          <p:spPr>
            <a:xfrm>
              <a:off x="6137068" y="3564677"/>
              <a:ext cx="172226" cy="172226"/>
            </a:xfrm>
            <a:prstGeom prst="rect">
              <a:avLst/>
            </a:prstGeom>
            <a:solidFill>
              <a:schemeClr val="bg1">
                <a:alpha val="621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1068" name="矩形 31067">
              <a:extLst>
                <a:ext uri="{FF2B5EF4-FFF2-40B4-BE49-F238E27FC236}">
                  <a16:creationId xmlns:a16="http://schemas.microsoft.com/office/drawing/2014/main" id="{021D15FB-B768-95B6-E924-4F036E86A6AA}"/>
                </a:ext>
              </a:extLst>
            </p:cNvPr>
            <p:cNvSpPr/>
            <p:nvPr/>
          </p:nvSpPr>
          <p:spPr>
            <a:xfrm>
              <a:off x="6309294" y="3564677"/>
              <a:ext cx="172226" cy="172226"/>
            </a:xfrm>
            <a:prstGeom prst="rect">
              <a:avLst/>
            </a:prstGeom>
            <a:solidFill>
              <a:schemeClr val="accent4">
                <a:alpha val="26108"/>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1069" name="矩形 31068">
              <a:extLst>
                <a:ext uri="{FF2B5EF4-FFF2-40B4-BE49-F238E27FC236}">
                  <a16:creationId xmlns:a16="http://schemas.microsoft.com/office/drawing/2014/main" id="{3569C151-866B-0771-4EB2-A1B84225684C}"/>
                </a:ext>
              </a:extLst>
            </p:cNvPr>
            <p:cNvSpPr/>
            <p:nvPr/>
          </p:nvSpPr>
          <p:spPr>
            <a:xfrm>
              <a:off x="6481520" y="3564677"/>
              <a:ext cx="172226" cy="172226"/>
            </a:xfrm>
            <a:prstGeom prst="rect">
              <a:avLst/>
            </a:prstGeom>
            <a:solidFill>
              <a:schemeClr val="accent4">
                <a:alpha val="51911"/>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1070" name="矩形 31069">
              <a:extLst>
                <a:ext uri="{FF2B5EF4-FFF2-40B4-BE49-F238E27FC236}">
                  <a16:creationId xmlns:a16="http://schemas.microsoft.com/office/drawing/2014/main" id="{BFD51319-814B-5D30-9D40-3E3370DE0AB6}"/>
                </a:ext>
              </a:extLst>
            </p:cNvPr>
            <p:cNvSpPr/>
            <p:nvPr/>
          </p:nvSpPr>
          <p:spPr>
            <a:xfrm>
              <a:off x="6653746" y="3564677"/>
              <a:ext cx="172226" cy="172226"/>
            </a:xfrm>
            <a:prstGeom prst="rect">
              <a:avLst/>
            </a:prstGeom>
            <a:solidFill>
              <a:schemeClr val="accent4">
                <a:alpha val="22691"/>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1071" name="矩形 31070">
              <a:extLst>
                <a:ext uri="{FF2B5EF4-FFF2-40B4-BE49-F238E27FC236}">
                  <a16:creationId xmlns:a16="http://schemas.microsoft.com/office/drawing/2014/main" id="{77864E5C-76F1-FD39-765A-183555D30061}"/>
                </a:ext>
              </a:extLst>
            </p:cNvPr>
            <p:cNvSpPr/>
            <p:nvPr/>
          </p:nvSpPr>
          <p:spPr>
            <a:xfrm>
              <a:off x="4934143" y="3736903"/>
              <a:ext cx="172226" cy="172226"/>
            </a:xfrm>
            <a:prstGeom prst="rect">
              <a:avLst/>
            </a:prstGeom>
            <a:solidFill>
              <a:schemeClr val="accent4">
                <a:alpha val="30269"/>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1072" name="矩形 31071">
              <a:extLst>
                <a:ext uri="{FF2B5EF4-FFF2-40B4-BE49-F238E27FC236}">
                  <a16:creationId xmlns:a16="http://schemas.microsoft.com/office/drawing/2014/main" id="{5FC2039A-F0D6-D827-C19B-7DEC75F3FD11}"/>
                </a:ext>
              </a:extLst>
            </p:cNvPr>
            <p:cNvSpPr/>
            <p:nvPr/>
          </p:nvSpPr>
          <p:spPr>
            <a:xfrm>
              <a:off x="5106369" y="3736903"/>
              <a:ext cx="172226" cy="172226"/>
            </a:xfrm>
            <a:prstGeom prst="rect">
              <a:avLst/>
            </a:prstGeom>
            <a:solidFill>
              <a:schemeClr val="accent4">
                <a:alpha val="7200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1073" name="矩形 31072">
              <a:extLst>
                <a:ext uri="{FF2B5EF4-FFF2-40B4-BE49-F238E27FC236}">
                  <a16:creationId xmlns:a16="http://schemas.microsoft.com/office/drawing/2014/main" id="{DF3957FB-69B4-03AC-5C12-0C91AD60680B}"/>
                </a:ext>
              </a:extLst>
            </p:cNvPr>
            <p:cNvSpPr/>
            <p:nvPr/>
          </p:nvSpPr>
          <p:spPr>
            <a:xfrm>
              <a:off x="5278595" y="3736903"/>
              <a:ext cx="172226" cy="172226"/>
            </a:xfrm>
            <a:prstGeom prst="rect">
              <a:avLst/>
            </a:prstGeom>
            <a:solidFill>
              <a:schemeClr val="accent4">
                <a:alpha val="3400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1074" name="矩形 31073">
              <a:extLst>
                <a:ext uri="{FF2B5EF4-FFF2-40B4-BE49-F238E27FC236}">
                  <a16:creationId xmlns:a16="http://schemas.microsoft.com/office/drawing/2014/main" id="{9988DA9C-2BA0-D687-0EC0-A9A4A95C49F0}"/>
                </a:ext>
              </a:extLst>
            </p:cNvPr>
            <p:cNvSpPr/>
            <p:nvPr/>
          </p:nvSpPr>
          <p:spPr>
            <a:xfrm>
              <a:off x="5450821" y="3736903"/>
              <a:ext cx="172226" cy="172226"/>
            </a:xfrm>
            <a:prstGeom prst="rect">
              <a:avLst/>
            </a:prstGeom>
            <a:solidFill>
              <a:schemeClr val="accent4">
                <a:alpha val="621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1075" name="矩形 31074">
              <a:extLst>
                <a:ext uri="{FF2B5EF4-FFF2-40B4-BE49-F238E27FC236}">
                  <a16:creationId xmlns:a16="http://schemas.microsoft.com/office/drawing/2014/main" id="{A6D5A6D1-7755-7AED-0171-0F5CCAA23505}"/>
                </a:ext>
              </a:extLst>
            </p:cNvPr>
            <p:cNvSpPr/>
            <p:nvPr/>
          </p:nvSpPr>
          <p:spPr>
            <a:xfrm>
              <a:off x="6137068" y="3736903"/>
              <a:ext cx="172226" cy="172226"/>
            </a:xfrm>
            <a:prstGeom prst="rect">
              <a:avLst/>
            </a:prstGeom>
            <a:solidFill>
              <a:schemeClr val="bg1">
                <a:alpha val="621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1076" name="矩形 31075">
              <a:extLst>
                <a:ext uri="{FF2B5EF4-FFF2-40B4-BE49-F238E27FC236}">
                  <a16:creationId xmlns:a16="http://schemas.microsoft.com/office/drawing/2014/main" id="{E34C46E6-6BD0-37D1-3B45-6D30C20B40B8}"/>
                </a:ext>
              </a:extLst>
            </p:cNvPr>
            <p:cNvSpPr/>
            <p:nvPr/>
          </p:nvSpPr>
          <p:spPr>
            <a:xfrm>
              <a:off x="6309294" y="3736903"/>
              <a:ext cx="172226" cy="172226"/>
            </a:xfrm>
            <a:prstGeom prst="rect">
              <a:avLst/>
            </a:prstGeom>
            <a:solidFill>
              <a:schemeClr val="accent4">
                <a:alpha val="3400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1077" name="矩形 31076">
              <a:extLst>
                <a:ext uri="{FF2B5EF4-FFF2-40B4-BE49-F238E27FC236}">
                  <a16:creationId xmlns:a16="http://schemas.microsoft.com/office/drawing/2014/main" id="{D10A9D6B-53A8-0367-D027-611C93328467}"/>
                </a:ext>
              </a:extLst>
            </p:cNvPr>
            <p:cNvSpPr/>
            <p:nvPr/>
          </p:nvSpPr>
          <p:spPr>
            <a:xfrm>
              <a:off x="6481520" y="3736903"/>
              <a:ext cx="172226" cy="172226"/>
            </a:xfrm>
            <a:prstGeom prst="rect">
              <a:avLst/>
            </a:prstGeom>
            <a:solidFill>
              <a:schemeClr val="accent4">
                <a:alpha val="7200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1078" name="矩形 31077">
              <a:extLst>
                <a:ext uri="{FF2B5EF4-FFF2-40B4-BE49-F238E27FC236}">
                  <a16:creationId xmlns:a16="http://schemas.microsoft.com/office/drawing/2014/main" id="{7775D70A-FB6B-2B36-454C-5B9E337F2CE0}"/>
                </a:ext>
              </a:extLst>
            </p:cNvPr>
            <p:cNvSpPr/>
            <p:nvPr/>
          </p:nvSpPr>
          <p:spPr>
            <a:xfrm>
              <a:off x="6653746" y="3736903"/>
              <a:ext cx="172226" cy="172226"/>
            </a:xfrm>
            <a:prstGeom prst="rect">
              <a:avLst/>
            </a:prstGeom>
            <a:solidFill>
              <a:schemeClr val="accent4">
                <a:alpha val="30269"/>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1079" name="矩形 31078">
              <a:extLst>
                <a:ext uri="{FF2B5EF4-FFF2-40B4-BE49-F238E27FC236}">
                  <a16:creationId xmlns:a16="http://schemas.microsoft.com/office/drawing/2014/main" id="{D5402451-3009-59E7-7E4B-13DB5B75DA09}"/>
                </a:ext>
              </a:extLst>
            </p:cNvPr>
            <p:cNvSpPr/>
            <p:nvPr/>
          </p:nvSpPr>
          <p:spPr>
            <a:xfrm>
              <a:off x="4934143" y="3909129"/>
              <a:ext cx="172226" cy="172226"/>
            </a:xfrm>
            <a:prstGeom prst="rect">
              <a:avLst/>
            </a:prstGeom>
            <a:solidFill>
              <a:schemeClr val="accent4">
                <a:alpha val="30269"/>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1080" name="矩形 31079">
              <a:extLst>
                <a:ext uri="{FF2B5EF4-FFF2-40B4-BE49-F238E27FC236}">
                  <a16:creationId xmlns:a16="http://schemas.microsoft.com/office/drawing/2014/main" id="{4049915B-4DA1-6AD3-EA5C-B63A40C62724}"/>
                </a:ext>
              </a:extLst>
            </p:cNvPr>
            <p:cNvSpPr/>
            <p:nvPr/>
          </p:nvSpPr>
          <p:spPr>
            <a:xfrm>
              <a:off x="5106369" y="3909129"/>
              <a:ext cx="172226" cy="172226"/>
            </a:xfrm>
            <a:prstGeom prst="rect">
              <a:avLst/>
            </a:prstGeom>
            <a:solidFill>
              <a:schemeClr val="accent4">
                <a:alpha val="7200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1081" name="矩形 31080">
              <a:extLst>
                <a:ext uri="{FF2B5EF4-FFF2-40B4-BE49-F238E27FC236}">
                  <a16:creationId xmlns:a16="http://schemas.microsoft.com/office/drawing/2014/main" id="{8CD50CB3-3D8B-733B-1BDA-E5622D779C73}"/>
                </a:ext>
              </a:extLst>
            </p:cNvPr>
            <p:cNvSpPr/>
            <p:nvPr/>
          </p:nvSpPr>
          <p:spPr>
            <a:xfrm>
              <a:off x="5278595" y="3909129"/>
              <a:ext cx="172226" cy="172226"/>
            </a:xfrm>
            <a:prstGeom prst="rect">
              <a:avLst/>
            </a:prstGeom>
            <a:solidFill>
              <a:schemeClr val="accent4">
                <a:alpha val="3400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1082" name="矩形 31081">
              <a:extLst>
                <a:ext uri="{FF2B5EF4-FFF2-40B4-BE49-F238E27FC236}">
                  <a16:creationId xmlns:a16="http://schemas.microsoft.com/office/drawing/2014/main" id="{6F8375B4-0666-2AB5-BC8F-5E70C9665D65}"/>
                </a:ext>
              </a:extLst>
            </p:cNvPr>
            <p:cNvSpPr/>
            <p:nvPr/>
          </p:nvSpPr>
          <p:spPr>
            <a:xfrm>
              <a:off x="5450821" y="3909129"/>
              <a:ext cx="172226" cy="172226"/>
            </a:xfrm>
            <a:prstGeom prst="rect">
              <a:avLst/>
            </a:prstGeom>
            <a:solidFill>
              <a:schemeClr val="accent4">
                <a:alpha val="621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1083" name="矩形 31082">
              <a:extLst>
                <a:ext uri="{FF2B5EF4-FFF2-40B4-BE49-F238E27FC236}">
                  <a16:creationId xmlns:a16="http://schemas.microsoft.com/office/drawing/2014/main" id="{39C82765-D52D-57E9-8DA8-6802D0EA3E31}"/>
                </a:ext>
              </a:extLst>
            </p:cNvPr>
            <p:cNvSpPr/>
            <p:nvPr/>
          </p:nvSpPr>
          <p:spPr>
            <a:xfrm>
              <a:off x="6137068" y="3909129"/>
              <a:ext cx="172226" cy="172226"/>
            </a:xfrm>
            <a:prstGeom prst="rect">
              <a:avLst/>
            </a:prstGeom>
            <a:solidFill>
              <a:schemeClr val="bg1">
                <a:alpha val="621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1084" name="矩形 31083">
              <a:extLst>
                <a:ext uri="{FF2B5EF4-FFF2-40B4-BE49-F238E27FC236}">
                  <a16:creationId xmlns:a16="http://schemas.microsoft.com/office/drawing/2014/main" id="{1C16A9E9-69AE-44FF-E778-75133C7E1B59}"/>
                </a:ext>
              </a:extLst>
            </p:cNvPr>
            <p:cNvSpPr/>
            <p:nvPr/>
          </p:nvSpPr>
          <p:spPr>
            <a:xfrm>
              <a:off x="6309294" y="3909129"/>
              <a:ext cx="172226" cy="172226"/>
            </a:xfrm>
            <a:prstGeom prst="rect">
              <a:avLst/>
            </a:prstGeom>
            <a:solidFill>
              <a:schemeClr val="accent4">
                <a:alpha val="3400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1085" name="矩形 31084">
              <a:extLst>
                <a:ext uri="{FF2B5EF4-FFF2-40B4-BE49-F238E27FC236}">
                  <a16:creationId xmlns:a16="http://schemas.microsoft.com/office/drawing/2014/main" id="{86E02017-6DB9-0A98-AE9B-F966AFD65C7D}"/>
                </a:ext>
              </a:extLst>
            </p:cNvPr>
            <p:cNvSpPr/>
            <p:nvPr/>
          </p:nvSpPr>
          <p:spPr>
            <a:xfrm>
              <a:off x="6481520" y="3909129"/>
              <a:ext cx="172226" cy="172226"/>
            </a:xfrm>
            <a:prstGeom prst="rect">
              <a:avLst/>
            </a:prstGeom>
            <a:solidFill>
              <a:schemeClr val="accent4">
                <a:alpha val="7200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1086" name="矩形 31085">
              <a:extLst>
                <a:ext uri="{FF2B5EF4-FFF2-40B4-BE49-F238E27FC236}">
                  <a16:creationId xmlns:a16="http://schemas.microsoft.com/office/drawing/2014/main" id="{F976030C-5448-0FF6-D31E-21378D119769}"/>
                </a:ext>
              </a:extLst>
            </p:cNvPr>
            <p:cNvSpPr/>
            <p:nvPr/>
          </p:nvSpPr>
          <p:spPr>
            <a:xfrm>
              <a:off x="6653746" y="3909129"/>
              <a:ext cx="172226" cy="172226"/>
            </a:xfrm>
            <a:prstGeom prst="rect">
              <a:avLst/>
            </a:prstGeom>
            <a:solidFill>
              <a:schemeClr val="accent4">
                <a:alpha val="30269"/>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1087" name="矩形 31086">
              <a:extLst>
                <a:ext uri="{FF2B5EF4-FFF2-40B4-BE49-F238E27FC236}">
                  <a16:creationId xmlns:a16="http://schemas.microsoft.com/office/drawing/2014/main" id="{00EF168A-E565-8110-B967-302FD03F4F80}"/>
                </a:ext>
              </a:extLst>
            </p:cNvPr>
            <p:cNvSpPr/>
            <p:nvPr/>
          </p:nvSpPr>
          <p:spPr>
            <a:xfrm>
              <a:off x="4934143" y="4081355"/>
              <a:ext cx="172226" cy="172226"/>
            </a:xfrm>
            <a:prstGeom prst="rect">
              <a:avLst/>
            </a:prstGeom>
            <a:solidFill>
              <a:schemeClr val="accent4">
                <a:alpha val="30269"/>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1088" name="矩形 31087">
              <a:extLst>
                <a:ext uri="{FF2B5EF4-FFF2-40B4-BE49-F238E27FC236}">
                  <a16:creationId xmlns:a16="http://schemas.microsoft.com/office/drawing/2014/main" id="{987E7691-D5F7-C094-7594-A1A245B9E7B4}"/>
                </a:ext>
              </a:extLst>
            </p:cNvPr>
            <p:cNvSpPr/>
            <p:nvPr/>
          </p:nvSpPr>
          <p:spPr>
            <a:xfrm>
              <a:off x="5106369" y="4081355"/>
              <a:ext cx="172226" cy="172226"/>
            </a:xfrm>
            <a:prstGeom prst="rect">
              <a:avLst/>
            </a:prstGeom>
            <a:solidFill>
              <a:schemeClr val="accent4">
                <a:alpha val="7200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1089" name="矩形 31088">
              <a:extLst>
                <a:ext uri="{FF2B5EF4-FFF2-40B4-BE49-F238E27FC236}">
                  <a16:creationId xmlns:a16="http://schemas.microsoft.com/office/drawing/2014/main" id="{B4E88BD4-04AC-E50D-F3FB-20B43FF23F03}"/>
                </a:ext>
              </a:extLst>
            </p:cNvPr>
            <p:cNvSpPr/>
            <p:nvPr/>
          </p:nvSpPr>
          <p:spPr>
            <a:xfrm>
              <a:off x="5278595" y="4081355"/>
              <a:ext cx="172226" cy="172226"/>
            </a:xfrm>
            <a:prstGeom prst="rect">
              <a:avLst/>
            </a:prstGeom>
            <a:solidFill>
              <a:schemeClr val="accent4">
                <a:alpha val="3400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1090" name="矩形 31089">
              <a:extLst>
                <a:ext uri="{FF2B5EF4-FFF2-40B4-BE49-F238E27FC236}">
                  <a16:creationId xmlns:a16="http://schemas.microsoft.com/office/drawing/2014/main" id="{FE389E74-3EDA-30F2-7714-97B49B9B1937}"/>
                </a:ext>
              </a:extLst>
            </p:cNvPr>
            <p:cNvSpPr/>
            <p:nvPr/>
          </p:nvSpPr>
          <p:spPr>
            <a:xfrm>
              <a:off x="5450821" y="4081355"/>
              <a:ext cx="172226" cy="172226"/>
            </a:xfrm>
            <a:prstGeom prst="rect">
              <a:avLst/>
            </a:prstGeom>
            <a:solidFill>
              <a:schemeClr val="accent4">
                <a:alpha val="621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1091" name="矩形 31090">
              <a:extLst>
                <a:ext uri="{FF2B5EF4-FFF2-40B4-BE49-F238E27FC236}">
                  <a16:creationId xmlns:a16="http://schemas.microsoft.com/office/drawing/2014/main" id="{A6345FDC-A163-D428-8C52-BEA36E5C29ED}"/>
                </a:ext>
              </a:extLst>
            </p:cNvPr>
            <p:cNvSpPr/>
            <p:nvPr/>
          </p:nvSpPr>
          <p:spPr>
            <a:xfrm>
              <a:off x="6137068" y="4081355"/>
              <a:ext cx="172226" cy="172226"/>
            </a:xfrm>
            <a:prstGeom prst="rect">
              <a:avLst/>
            </a:prstGeom>
            <a:solidFill>
              <a:schemeClr val="bg1">
                <a:alpha val="621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1092" name="矩形 31091">
              <a:extLst>
                <a:ext uri="{FF2B5EF4-FFF2-40B4-BE49-F238E27FC236}">
                  <a16:creationId xmlns:a16="http://schemas.microsoft.com/office/drawing/2014/main" id="{8598F18E-B2AB-6897-BD58-FBA252B04F3D}"/>
                </a:ext>
              </a:extLst>
            </p:cNvPr>
            <p:cNvSpPr/>
            <p:nvPr/>
          </p:nvSpPr>
          <p:spPr>
            <a:xfrm>
              <a:off x="6309294" y="4081355"/>
              <a:ext cx="172226" cy="172226"/>
            </a:xfrm>
            <a:prstGeom prst="rect">
              <a:avLst/>
            </a:prstGeom>
            <a:solidFill>
              <a:schemeClr val="accent4">
                <a:alpha val="3400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1093" name="矩形 31092">
              <a:extLst>
                <a:ext uri="{FF2B5EF4-FFF2-40B4-BE49-F238E27FC236}">
                  <a16:creationId xmlns:a16="http://schemas.microsoft.com/office/drawing/2014/main" id="{8B676924-658F-F8FA-17D7-D37D2B475A86}"/>
                </a:ext>
              </a:extLst>
            </p:cNvPr>
            <p:cNvSpPr/>
            <p:nvPr/>
          </p:nvSpPr>
          <p:spPr>
            <a:xfrm>
              <a:off x="6481520" y="4081355"/>
              <a:ext cx="172226" cy="172226"/>
            </a:xfrm>
            <a:prstGeom prst="rect">
              <a:avLst/>
            </a:prstGeom>
            <a:solidFill>
              <a:schemeClr val="accent4">
                <a:alpha val="7200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1094" name="矩形 31093">
              <a:extLst>
                <a:ext uri="{FF2B5EF4-FFF2-40B4-BE49-F238E27FC236}">
                  <a16:creationId xmlns:a16="http://schemas.microsoft.com/office/drawing/2014/main" id="{4A5A5838-43D7-BAE7-DB0F-BCD27B801A22}"/>
                </a:ext>
              </a:extLst>
            </p:cNvPr>
            <p:cNvSpPr/>
            <p:nvPr/>
          </p:nvSpPr>
          <p:spPr>
            <a:xfrm>
              <a:off x="6653746" y="4081355"/>
              <a:ext cx="172226" cy="172226"/>
            </a:xfrm>
            <a:prstGeom prst="rect">
              <a:avLst/>
            </a:prstGeom>
            <a:solidFill>
              <a:schemeClr val="accent4">
                <a:alpha val="30269"/>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1095" name="矩形 31094">
              <a:extLst>
                <a:ext uri="{FF2B5EF4-FFF2-40B4-BE49-F238E27FC236}">
                  <a16:creationId xmlns:a16="http://schemas.microsoft.com/office/drawing/2014/main" id="{CAA00C22-A5E4-729C-4F46-4FD6191DA838}"/>
                </a:ext>
              </a:extLst>
            </p:cNvPr>
            <p:cNvSpPr/>
            <p:nvPr/>
          </p:nvSpPr>
          <p:spPr>
            <a:xfrm>
              <a:off x="4934143" y="4253581"/>
              <a:ext cx="172226" cy="172226"/>
            </a:xfrm>
            <a:prstGeom prst="rect">
              <a:avLst/>
            </a:prstGeom>
            <a:solidFill>
              <a:schemeClr val="accent4">
                <a:alpha val="30269"/>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1096" name="矩形 31095">
              <a:extLst>
                <a:ext uri="{FF2B5EF4-FFF2-40B4-BE49-F238E27FC236}">
                  <a16:creationId xmlns:a16="http://schemas.microsoft.com/office/drawing/2014/main" id="{0BEC599C-EE24-64A3-879D-E7266D61AFCF}"/>
                </a:ext>
              </a:extLst>
            </p:cNvPr>
            <p:cNvSpPr/>
            <p:nvPr/>
          </p:nvSpPr>
          <p:spPr>
            <a:xfrm>
              <a:off x="5106369" y="4253581"/>
              <a:ext cx="172226" cy="172226"/>
            </a:xfrm>
            <a:prstGeom prst="rect">
              <a:avLst/>
            </a:prstGeom>
            <a:solidFill>
              <a:schemeClr val="accent4">
                <a:alpha val="7200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1097" name="矩形 31096">
              <a:extLst>
                <a:ext uri="{FF2B5EF4-FFF2-40B4-BE49-F238E27FC236}">
                  <a16:creationId xmlns:a16="http://schemas.microsoft.com/office/drawing/2014/main" id="{0A6D63E8-59BC-51CB-7C2C-51EE031CB7A1}"/>
                </a:ext>
              </a:extLst>
            </p:cNvPr>
            <p:cNvSpPr/>
            <p:nvPr/>
          </p:nvSpPr>
          <p:spPr>
            <a:xfrm>
              <a:off x="5278595" y="4253581"/>
              <a:ext cx="172226" cy="172226"/>
            </a:xfrm>
            <a:prstGeom prst="rect">
              <a:avLst/>
            </a:prstGeom>
            <a:solidFill>
              <a:schemeClr val="accent4">
                <a:alpha val="3400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1098" name="矩形 31097">
              <a:extLst>
                <a:ext uri="{FF2B5EF4-FFF2-40B4-BE49-F238E27FC236}">
                  <a16:creationId xmlns:a16="http://schemas.microsoft.com/office/drawing/2014/main" id="{B7F75915-DC0A-8E77-11B9-91845B3937F6}"/>
                </a:ext>
              </a:extLst>
            </p:cNvPr>
            <p:cNvSpPr/>
            <p:nvPr/>
          </p:nvSpPr>
          <p:spPr>
            <a:xfrm>
              <a:off x="5450821" y="4253581"/>
              <a:ext cx="172226" cy="172226"/>
            </a:xfrm>
            <a:prstGeom prst="rect">
              <a:avLst/>
            </a:prstGeom>
            <a:solidFill>
              <a:schemeClr val="accent4">
                <a:alpha val="621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1099" name="矩形 31098">
              <a:extLst>
                <a:ext uri="{FF2B5EF4-FFF2-40B4-BE49-F238E27FC236}">
                  <a16:creationId xmlns:a16="http://schemas.microsoft.com/office/drawing/2014/main" id="{F0141D71-9E04-AA12-C65D-B104D0BA4B0E}"/>
                </a:ext>
              </a:extLst>
            </p:cNvPr>
            <p:cNvSpPr/>
            <p:nvPr/>
          </p:nvSpPr>
          <p:spPr>
            <a:xfrm>
              <a:off x="6137068" y="4253581"/>
              <a:ext cx="172226" cy="172226"/>
            </a:xfrm>
            <a:prstGeom prst="rect">
              <a:avLst/>
            </a:prstGeom>
            <a:solidFill>
              <a:schemeClr val="bg1">
                <a:alpha val="621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1100" name="矩形 31099">
              <a:extLst>
                <a:ext uri="{FF2B5EF4-FFF2-40B4-BE49-F238E27FC236}">
                  <a16:creationId xmlns:a16="http://schemas.microsoft.com/office/drawing/2014/main" id="{B3D5E568-1535-F824-0AAE-C1C6C388EF8E}"/>
                </a:ext>
              </a:extLst>
            </p:cNvPr>
            <p:cNvSpPr/>
            <p:nvPr/>
          </p:nvSpPr>
          <p:spPr>
            <a:xfrm>
              <a:off x="6309294" y="4253581"/>
              <a:ext cx="172226" cy="172226"/>
            </a:xfrm>
            <a:prstGeom prst="rect">
              <a:avLst/>
            </a:prstGeom>
            <a:solidFill>
              <a:schemeClr val="accent4">
                <a:alpha val="3400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1101" name="矩形 31100">
              <a:extLst>
                <a:ext uri="{FF2B5EF4-FFF2-40B4-BE49-F238E27FC236}">
                  <a16:creationId xmlns:a16="http://schemas.microsoft.com/office/drawing/2014/main" id="{8B78FA91-F0A1-3E9C-5098-8FE5E2375A18}"/>
                </a:ext>
              </a:extLst>
            </p:cNvPr>
            <p:cNvSpPr/>
            <p:nvPr/>
          </p:nvSpPr>
          <p:spPr>
            <a:xfrm>
              <a:off x="6481520" y="4253581"/>
              <a:ext cx="172226" cy="172226"/>
            </a:xfrm>
            <a:prstGeom prst="rect">
              <a:avLst/>
            </a:prstGeom>
            <a:solidFill>
              <a:schemeClr val="accent4">
                <a:alpha val="7200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1102" name="矩形 31101">
              <a:extLst>
                <a:ext uri="{FF2B5EF4-FFF2-40B4-BE49-F238E27FC236}">
                  <a16:creationId xmlns:a16="http://schemas.microsoft.com/office/drawing/2014/main" id="{C642B92F-87BC-E03B-1276-D7805808F865}"/>
                </a:ext>
              </a:extLst>
            </p:cNvPr>
            <p:cNvSpPr/>
            <p:nvPr/>
          </p:nvSpPr>
          <p:spPr>
            <a:xfrm>
              <a:off x="6653746" y="4253581"/>
              <a:ext cx="172226" cy="172226"/>
            </a:xfrm>
            <a:prstGeom prst="rect">
              <a:avLst/>
            </a:prstGeom>
            <a:solidFill>
              <a:schemeClr val="accent4">
                <a:alpha val="30269"/>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1103" name="矩形 31102">
              <a:extLst>
                <a:ext uri="{FF2B5EF4-FFF2-40B4-BE49-F238E27FC236}">
                  <a16:creationId xmlns:a16="http://schemas.microsoft.com/office/drawing/2014/main" id="{48031733-63FF-1215-43BC-A7EDAD89A7FF}"/>
                </a:ext>
              </a:extLst>
            </p:cNvPr>
            <p:cNvSpPr/>
            <p:nvPr/>
          </p:nvSpPr>
          <p:spPr>
            <a:xfrm>
              <a:off x="6825972" y="4253581"/>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5" name="标题 4">
            <a:extLst>
              <a:ext uri="{FF2B5EF4-FFF2-40B4-BE49-F238E27FC236}">
                <a16:creationId xmlns:a16="http://schemas.microsoft.com/office/drawing/2014/main" id="{94AD2C57-F265-8B0A-6998-D09748D5B04C}"/>
              </a:ext>
            </a:extLst>
          </p:cNvPr>
          <p:cNvSpPr>
            <a:spLocks noGrp="1"/>
          </p:cNvSpPr>
          <p:nvPr>
            <p:ph type="title"/>
          </p:nvPr>
        </p:nvSpPr>
        <p:spPr>
          <a:xfrm>
            <a:off x="628649" y="559420"/>
            <a:ext cx="7732925" cy="630335"/>
          </a:xfrm>
        </p:spPr>
        <p:txBody>
          <a:bodyPr/>
          <a:lstStyle/>
          <a:p>
            <a:r>
              <a:rPr lang="en-GB" altLang="zh-CN" b="0" dirty="0"/>
              <a:t>Example: Bayes Filter on a Grid </a:t>
            </a:r>
          </a:p>
        </p:txBody>
      </p:sp>
      <p:sp>
        <p:nvSpPr>
          <p:cNvPr id="7" name="文本占位符 6">
            <a:extLst>
              <a:ext uri="{FF2B5EF4-FFF2-40B4-BE49-F238E27FC236}">
                <a16:creationId xmlns:a16="http://schemas.microsoft.com/office/drawing/2014/main" id="{41E7D224-33C4-102F-2F66-ECDA152FA40B}"/>
              </a:ext>
            </a:extLst>
          </p:cNvPr>
          <p:cNvSpPr>
            <a:spLocks noGrp="1"/>
          </p:cNvSpPr>
          <p:nvPr>
            <p:ph type="body" sz="quarter" idx="10"/>
          </p:nvPr>
        </p:nvSpPr>
        <p:spPr>
          <a:xfrm>
            <a:off x="628650" y="1465264"/>
            <a:ext cx="7732713" cy="630238"/>
          </a:xfrm>
        </p:spPr>
        <p:txBody>
          <a:bodyPr/>
          <a:lstStyle/>
          <a:p>
            <a:r>
              <a:rPr lang="en-GB" altLang="zh-CN" dirty="0"/>
              <a:t>The robot continuously travels along. when it reaches the gap in the wall, it is almost certain about its position.</a:t>
            </a:r>
          </a:p>
        </p:txBody>
      </p:sp>
      <p:sp>
        <p:nvSpPr>
          <p:cNvPr id="81" name="矩形 80">
            <a:extLst>
              <a:ext uri="{FF2B5EF4-FFF2-40B4-BE49-F238E27FC236}">
                <a16:creationId xmlns:a16="http://schemas.microsoft.com/office/drawing/2014/main" id="{FA86B625-9340-3712-E028-F7226DE97150}"/>
              </a:ext>
            </a:extLst>
          </p:cNvPr>
          <p:cNvSpPr/>
          <p:nvPr/>
        </p:nvSpPr>
        <p:spPr>
          <a:xfrm>
            <a:off x="1380763" y="2186869"/>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2" name="矩形 81">
            <a:extLst>
              <a:ext uri="{FF2B5EF4-FFF2-40B4-BE49-F238E27FC236}">
                <a16:creationId xmlns:a16="http://schemas.microsoft.com/office/drawing/2014/main" id="{7D5B5B73-9561-7327-FACE-2C1A844B5DC4}"/>
              </a:ext>
            </a:extLst>
          </p:cNvPr>
          <p:cNvSpPr/>
          <p:nvPr/>
        </p:nvSpPr>
        <p:spPr>
          <a:xfrm>
            <a:off x="1552989" y="2186869"/>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3" name="矩形 82">
            <a:extLst>
              <a:ext uri="{FF2B5EF4-FFF2-40B4-BE49-F238E27FC236}">
                <a16:creationId xmlns:a16="http://schemas.microsoft.com/office/drawing/2014/main" id="{D8EB9593-ADB5-C7A7-4EA6-5948BF59BC00}"/>
              </a:ext>
            </a:extLst>
          </p:cNvPr>
          <p:cNvSpPr/>
          <p:nvPr/>
        </p:nvSpPr>
        <p:spPr>
          <a:xfrm>
            <a:off x="1725215" y="2186869"/>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4" name="矩形 83">
            <a:extLst>
              <a:ext uri="{FF2B5EF4-FFF2-40B4-BE49-F238E27FC236}">
                <a16:creationId xmlns:a16="http://schemas.microsoft.com/office/drawing/2014/main" id="{8FFA145A-97D6-DE13-07F2-83720D6FBF88}"/>
              </a:ext>
            </a:extLst>
          </p:cNvPr>
          <p:cNvSpPr/>
          <p:nvPr/>
        </p:nvSpPr>
        <p:spPr>
          <a:xfrm>
            <a:off x="1897441" y="2186869"/>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5" name="矩形 84">
            <a:extLst>
              <a:ext uri="{FF2B5EF4-FFF2-40B4-BE49-F238E27FC236}">
                <a16:creationId xmlns:a16="http://schemas.microsoft.com/office/drawing/2014/main" id="{6AE309C4-3425-B6DF-0563-35ACD5C9477B}"/>
              </a:ext>
            </a:extLst>
          </p:cNvPr>
          <p:cNvSpPr/>
          <p:nvPr/>
        </p:nvSpPr>
        <p:spPr>
          <a:xfrm>
            <a:off x="2069667" y="2186869"/>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6" name="矩形 85">
            <a:extLst>
              <a:ext uri="{FF2B5EF4-FFF2-40B4-BE49-F238E27FC236}">
                <a16:creationId xmlns:a16="http://schemas.microsoft.com/office/drawing/2014/main" id="{31816598-AA46-66D1-6E7E-0CAB5CFB4A92}"/>
              </a:ext>
            </a:extLst>
          </p:cNvPr>
          <p:cNvSpPr/>
          <p:nvPr/>
        </p:nvSpPr>
        <p:spPr>
          <a:xfrm>
            <a:off x="2241893" y="2186869"/>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7" name="矩形 86">
            <a:extLst>
              <a:ext uri="{FF2B5EF4-FFF2-40B4-BE49-F238E27FC236}">
                <a16:creationId xmlns:a16="http://schemas.microsoft.com/office/drawing/2014/main" id="{15FA27C9-E27B-D651-0702-0B9F3B475F83}"/>
              </a:ext>
            </a:extLst>
          </p:cNvPr>
          <p:cNvSpPr/>
          <p:nvPr/>
        </p:nvSpPr>
        <p:spPr>
          <a:xfrm>
            <a:off x="2414119" y="2186869"/>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8" name="矩形 87">
            <a:extLst>
              <a:ext uri="{FF2B5EF4-FFF2-40B4-BE49-F238E27FC236}">
                <a16:creationId xmlns:a16="http://schemas.microsoft.com/office/drawing/2014/main" id="{ECA1A14C-BE49-D730-B31B-81784EEDAF8E}"/>
              </a:ext>
            </a:extLst>
          </p:cNvPr>
          <p:cNvSpPr/>
          <p:nvPr/>
        </p:nvSpPr>
        <p:spPr>
          <a:xfrm>
            <a:off x="2583688" y="2186869"/>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9" name="矩形 88">
            <a:extLst>
              <a:ext uri="{FF2B5EF4-FFF2-40B4-BE49-F238E27FC236}">
                <a16:creationId xmlns:a16="http://schemas.microsoft.com/office/drawing/2014/main" id="{DD61CAF2-B030-7EC4-1E85-EFA778307B9D}"/>
              </a:ext>
            </a:extLst>
          </p:cNvPr>
          <p:cNvSpPr/>
          <p:nvPr/>
        </p:nvSpPr>
        <p:spPr>
          <a:xfrm>
            <a:off x="2755914" y="2186869"/>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0" name="矩形 89">
            <a:extLst>
              <a:ext uri="{FF2B5EF4-FFF2-40B4-BE49-F238E27FC236}">
                <a16:creationId xmlns:a16="http://schemas.microsoft.com/office/drawing/2014/main" id="{77D275B5-1DFE-D621-53C9-2DE25D0DCC26}"/>
              </a:ext>
            </a:extLst>
          </p:cNvPr>
          <p:cNvSpPr/>
          <p:nvPr/>
        </p:nvSpPr>
        <p:spPr>
          <a:xfrm>
            <a:off x="2928140" y="2186869"/>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1" name="矩形 90">
            <a:extLst>
              <a:ext uri="{FF2B5EF4-FFF2-40B4-BE49-F238E27FC236}">
                <a16:creationId xmlns:a16="http://schemas.microsoft.com/office/drawing/2014/main" id="{638F48B6-1106-9B44-C3AA-6B4F759E82FA}"/>
              </a:ext>
            </a:extLst>
          </p:cNvPr>
          <p:cNvSpPr/>
          <p:nvPr/>
        </p:nvSpPr>
        <p:spPr>
          <a:xfrm>
            <a:off x="3100366" y="2186869"/>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2" name="矩形 91">
            <a:extLst>
              <a:ext uri="{FF2B5EF4-FFF2-40B4-BE49-F238E27FC236}">
                <a16:creationId xmlns:a16="http://schemas.microsoft.com/office/drawing/2014/main" id="{DDA7C2A5-DCEE-E3D8-3197-1F0B79A39213}"/>
              </a:ext>
            </a:extLst>
          </p:cNvPr>
          <p:cNvSpPr/>
          <p:nvPr/>
        </p:nvSpPr>
        <p:spPr>
          <a:xfrm>
            <a:off x="3272592" y="2186869"/>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3" name="矩形 92">
            <a:extLst>
              <a:ext uri="{FF2B5EF4-FFF2-40B4-BE49-F238E27FC236}">
                <a16:creationId xmlns:a16="http://schemas.microsoft.com/office/drawing/2014/main" id="{5B8E9638-A5AA-7C0F-E4F3-06F22A181F42}"/>
              </a:ext>
            </a:extLst>
          </p:cNvPr>
          <p:cNvSpPr/>
          <p:nvPr/>
        </p:nvSpPr>
        <p:spPr>
          <a:xfrm>
            <a:off x="3444818" y="2186869"/>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7" name="矩形 96">
            <a:extLst>
              <a:ext uri="{FF2B5EF4-FFF2-40B4-BE49-F238E27FC236}">
                <a16:creationId xmlns:a16="http://schemas.microsoft.com/office/drawing/2014/main" id="{130283A0-A0F6-9A70-606F-AEC1710D7A91}"/>
              </a:ext>
            </a:extLst>
          </p:cNvPr>
          <p:cNvSpPr/>
          <p:nvPr/>
        </p:nvSpPr>
        <p:spPr>
          <a:xfrm>
            <a:off x="1380763" y="2359095"/>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8" name="矩形 97">
            <a:extLst>
              <a:ext uri="{FF2B5EF4-FFF2-40B4-BE49-F238E27FC236}">
                <a16:creationId xmlns:a16="http://schemas.microsoft.com/office/drawing/2014/main" id="{5677DA52-7FF0-52CA-0CD4-9CD3E176ED0B}"/>
              </a:ext>
            </a:extLst>
          </p:cNvPr>
          <p:cNvSpPr/>
          <p:nvPr/>
        </p:nvSpPr>
        <p:spPr>
          <a:xfrm>
            <a:off x="1552989" y="235909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9" name="矩形 98">
            <a:extLst>
              <a:ext uri="{FF2B5EF4-FFF2-40B4-BE49-F238E27FC236}">
                <a16:creationId xmlns:a16="http://schemas.microsoft.com/office/drawing/2014/main" id="{69EB70BF-8A20-1E7B-D62C-EC92BE3F4EE9}"/>
              </a:ext>
            </a:extLst>
          </p:cNvPr>
          <p:cNvSpPr/>
          <p:nvPr/>
        </p:nvSpPr>
        <p:spPr>
          <a:xfrm>
            <a:off x="1725215" y="235909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0" name="矩形 99">
            <a:extLst>
              <a:ext uri="{FF2B5EF4-FFF2-40B4-BE49-F238E27FC236}">
                <a16:creationId xmlns:a16="http://schemas.microsoft.com/office/drawing/2014/main" id="{8B9DC2E6-3C10-6BB7-657F-C81EA8AB3B30}"/>
              </a:ext>
            </a:extLst>
          </p:cNvPr>
          <p:cNvSpPr/>
          <p:nvPr/>
        </p:nvSpPr>
        <p:spPr>
          <a:xfrm>
            <a:off x="1897441" y="235909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1" name="矩形 100">
            <a:extLst>
              <a:ext uri="{FF2B5EF4-FFF2-40B4-BE49-F238E27FC236}">
                <a16:creationId xmlns:a16="http://schemas.microsoft.com/office/drawing/2014/main" id="{D55A5DC3-0A15-CC9B-5DA5-DAAAE5F08E2E}"/>
              </a:ext>
            </a:extLst>
          </p:cNvPr>
          <p:cNvSpPr/>
          <p:nvPr/>
        </p:nvSpPr>
        <p:spPr>
          <a:xfrm>
            <a:off x="2069667" y="235909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2" name="矩形 101">
            <a:extLst>
              <a:ext uri="{FF2B5EF4-FFF2-40B4-BE49-F238E27FC236}">
                <a16:creationId xmlns:a16="http://schemas.microsoft.com/office/drawing/2014/main" id="{BC396056-3D53-C3E4-E907-6971AC24283B}"/>
              </a:ext>
            </a:extLst>
          </p:cNvPr>
          <p:cNvSpPr/>
          <p:nvPr/>
        </p:nvSpPr>
        <p:spPr>
          <a:xfrm>
            <a:off x="2241893" y="235909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3" name="矩形 102">
            <a:extLst>
              <a:ext uri="{FF2B5EF4-FFF2-40B4-BE49-F238E27FC236}">
                <a16:creationId xmlns:a16="http://schemas.microsoft.com/office/drawing/2014/main" id="{542AADB9-9F83-0BED-A7BA-34BDDFB088A1}"/>
              </a:ext>
            </a:extLst>
          </p:cNvPr>
          <p:cNvSpPr/>
          <p:nvPr/>
        </p:nvSpPr>
        <p:spPr>
          <a:xfrm>
            <a:off x="2414119" y="235909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4" name="矩形 103">
            <a:extLst>
              <a:ext uri="{FF2B5EF4-FFF2-40B4-BE49-F238E27FC236}">
                <a16:creationId xmlns:a16="http://schemas.microsoft.com/office/drawing/2014/main" id="{2FFB8A55-8740-D3AF-D977-0FBC9FE14734}"/>
              </a:ext>
            </a:extLst>
          </p:cNvPr>
          <p:cNvSpPr/>
          <p:nvPr/>
        </p:nvSpPr>
        <p:spPr>
          <a:xfrm>
            <a:off x="2583688" y="235909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5" name="矩形 104">
            <a:extLst>
              <a:ext uri="{FF2B5EF4-FFF2-40B4-BE49-F238E27FC236}">
                <a16:creationId xmlns:a16="http://schemas.microsoft.com/office/drawing/2014/main" id="{CEE93981-2713-FB82-7693-FF179CF05BD7}"/>
              </a:ext>
            </a:extLst>
          </p:cNvPr>
          <p:cNvSpPr/>
          <p:nvPr/>
        </p:nvSpPr>
        <p:spPr>
          <a:xfrm>
            <a:off x="2755914" y="235909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6" name="矩形 105">
            <a:extLst>
              <a:ext uri="{FF2B5EF4-FFF2-40B4-BE49-F238E27FC236}">
                <a16:creationId xmlns:a16="http://schemas.microsoft.com/office/drawing/2014/main" id="{82E3A5F7-D9F2-DC66-0364-D61D4AFD9BE1}"/>
              </a:ext>
            </a:extLst>
          </p:cNvPr>
          <p:cNvSpPr/>
          <p:nvPr/>
        </p:nvSpPr>
        <p:spPr>
          <a:xfrm>
            <a:off x="2928140" y="235909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7" name="矩形 106">
            <a:extLst>
              <a:ext uri="{FF2B5EF4-FFF2-40B4-BE49-F238E27FC236}">
                <a16:creationId xmlns:a16="http://schemas.microsoft.com/office/drawing/2014/main" id="{B3C4AD60-FF59-03AC-6A2B-72558B8C010C}"/>
              </a:ext>
            </a:extLst>
          </p:cNvPr>
          <p:cNvSpPr/>
          <p:nvPr/>
        </p:nvSpPr>
        <p:spPr>
          <a:xfrm>
            <a:off x="3100366" y="235909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8" name="矩形 107">
            <a:extLst>
              <a:ext uri="{FF2B5EF4-FFF2-40B4-BE49-F238E27FC236}">
                <a16:creationId xmlns:a16="http://schemas.microsoft.com/office/drawing/2014/main" id="{A7E282F8-9712-9618-CA30-CBE57F1DC995}"/>
              </a:ext>
            </a:extLst>
          </p:cNvPr>
          <p:cNvSpPr/>
          <p:nvPr/>
        </p:nvSpPr>
        <p:spPr>
          <a:xfrm>
            <a:off x="3272592" y="235909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9" name="矩形 108">
            <a:extLst>
              <a:ext uri="{FF2B5EF4-FFF2-40B4-BE49-F238E27FC236}">
                <a16:creationId xmlns:a16="http://schemas.microsoft.com/office/drawing/2014/main" id="{D23C109F-CC7D-3023-245C-681CDEDB9F4F}"/>
              </a:ext>
            </a:extLst>
          </p:cNvPr>
          <p:cNvSpPr/>
          <p:nvPr/>
        </p:nvSpPr>
        <p:spPr>
          <a:xfrm>
            <a:off x="3444818" y="2359095"/>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3" name="矩形 112">
            <a:extLst>
              <a:ext uri="{FF2B5EF4-FFF2-40B4-BE49-F238E27FC236}">
                <a16:creationId xmlns:a16="http://schemas.microsoft.com/office/drawing/2014/main" id="{2F1C59B9-4298-FCE8-072D-A01C1000ACF5}"/>
              </a:ext>
            </a:extLst>
          </p:cNvPr>
          <p:cNvSpPr/>
          <p:nvPr/>
        </p:nvSpPr>
        <p:spPr>
          <a:xfrm>
            <a:off x="1380763" y="2531321"/>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4" name="矩形 113">
            <a:extLst>
              <a:ext uri="{FF2B5EF4-FFF2-40B4-BE49-F238E27FC236}">
                <a16:creationId xmlns:a16="http://schemas.microsoft.com/office/drawing/2014/main" id="{0F2EB630-C260-BD67-373C-CC026B2ED878}"/>
              </a:ext>
            </a:extLst>
          </p:cNvPr>
          <p:cNvSpPr/>
          <p:nvPr/>
        </p:nvSpPr>
        <p:spPr>
          <a:xfrm>
            <a:off x="1552989" y="2531321"/>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5" name="矩形 114">
            <a:extLst>
              <a:ext uri="{FF2B5EF4-FFF2-40B4-BE49-F238E27FC236}">
                <a16:creationId xmlns:a16="http://schemas.microsoft.com/office/drawing/2014/main" id="{0A4233A0-A7A1-8F0C-5DD1-A675C29C5351}"/>
              </a:ext>
            </a:extLst>
          </p:cNvPr>
          <p:cNvSpPr/>
          <p:nvPr/>
        </p:nvSpPr>
        <p:spPr>
          <a:xfrm>
            <a:off x="1725215" y="2531321"/>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6" name="矩形 115">
            <a:extLst>
              <a:ext uri="{FF2B5EF4-FFF2-40B4-BE49-F238E27FC236}">
                <a16:creationId xmlns:a16="http://schemas.microsoft.com/office/drawing/2014/main" id="{48648F6E-F153-CAC7-09E8-5BFC712D5DCA}"/>
              </a:ext>
            </a:extLst>
          </p:cNvPr>
          <p:cNvSpPr/>
          <p:nvPr/>
        </p:nvSpPr>
        <p:spPr>
          <a:xfrm>
            <a:off x="1897441" y="2531321"/>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7" name="矩形 116">
            <a:extLst>
              <a:ext uri="{FF2B5EF4-FFF2-40B4-BE49-F238E27FC236}">
                <a16:creationId xmlns:a16="http://schemas.microsoft.com/office/drawing/2014/main" id="{A90D02AF-7796-B17B-434F-D40ABFBEFC49}"/>
              </a:ext>
            </a:extLst>
          </p:cNvPr>
          <p:cNvSpPr/>
          <p:nvPr/>
        </p:nvSpPr>
        <p:spPr>
          <a:xfrm>
            <a:off x="2069667" y="2531321"/>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8" name="矩形 117">
            <a:extLst>
              <a:ext uri="{FF2B5EF4-FFF2-40B4-BE49-F238E27FC236}">
                <a16:creationId xmlns:a16="http://schemas.microsoft.com/office/drawing/2014/main" id="{C52921F1-62BB-5849-7654-56D44E91546E}"/>
              </a:ext>
            </a:extLst>
          </p:cNvPr>
          <p:cNvSpPr/>
          <p:nvPr/>
        </p:nvSpPr>
        <p:spPr>
          <a:xfrm>
            <a:off x="2241893" y="2531321"/>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9" name="矩形 118">
            <a:extLst>
              <a:ext uri="{FF2B5EF4-FFF2-40B4-BE49-F238E27FC236}">
                <a16:creationId xmlns:a16="http://schemas.microsoft.com/office/drawing/2014/main" id="{BB8F7EE6-0B97-49B5-BD4F-3EE97C2330E4}"/>
              </a:ext>
            </a:extLst>
          </p:cNvPr>
          <p:cNvSpPr/>
          <p:nvPr/>
        </p:nvSpPr>
        <p:spPr>
          <a:xfrm>
            <a:off x="2414119" y="2531321"/>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0" name="矩形 119">
            <a:extLst>
              <a:ext uri="{FF2B5EF4-FFF2-40B4-BE49-F238E27FC236}">
                <a16:creationId xmlns:a16="http://schemas.microsoft.com/office/drawing/2014/main" id="{59A09662-458D-0BC2-9FB8-DA71E656D283}"/>
              </a:ext>
            </a:extLst>
          </p:cNvPr>
          <p:cNvSpPr/>
          <p:nvPr/>
        </p:nvSpPr>
        <p:spPr>
          <a:xfrm>
            <a:off x="2583688" y="2531321"/>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1" name="矩形 120">
            <a:extLst>
              <a:ext uri="{FF2B5EF4-FFF2-40B4-BE49-F238E27FC236}">
                <a16:creationId xmlns:a16="http://schemas.microsoft.com/office/drawing/2014/main" id="{A64B0828-F0B5-4E19-FCB8-7FBCF7502A99}"/>
              </a:ext>
            </a:extLst>
          </p:cNvPr>
          <p:cNvSpPr/>
          <p:nvPr/>
        </p:nvSpPr>
        <p:spPr>
          <a:xfrm>
            <a:off x="2755914" y="2531321"/>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2" name="矩形 121">
            <a:extLst>
              <a:ext uri="{FF2B5EF4-FFF2-40B4-BE49-F238E27FC236}">
                <a16:creationId xmlns:a16="http://schemas.microsoft.com/office/drawing/2014/main" id="{A93C4D13-7A7D-12EB-0899-8B62B76F30B9}"/>
              </a:ext>
            </a:extLst>
          </p:cNvPr>
          <p:cNvSpPr/>
          <p:nvPr/>
        </p:nvSpPr>
        <p:spPr>
          <a:xfrm>
            <a:off x="2928140" y="2531321"/>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3" name="矩形 122">
            <a:extLst>
              <a:ext uri="{FF2B5EF4-FFF2-40B4-BE49-F238E27FC236}">
                <a16:creationId xmlns:a16="http://schemas.microsoft.com/office/drawing/2014/main" id="{55B1FB2C-A497-8E39-A6E5-31C38BF5E163}"/>
              </a:ext>
            </a:extLst>
          </p:cNvPr>
          <p:cNvSpPr/>
          <p:nvPr/>
        </p:nvSpPr>
        <p:spPr>
          <a:xfrm>
            <a:off x="3100366" y="2531321"/>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4" name="矩形 123">
            <a:extLst>
              <a:ext uri="{FF2B5EF4-FFF2-40B4-BE49-F238E27FC236}">
                <a16:creationId xmlns:a16="http://schemas.microsoft.com/office/drawing/2014/main" id="{58023706-6CA6-E439-2B26-A9FA223D8055}"/>
              </a:ext>
            </a:extLst>
          </p:cNvPr>
          <p:cNvSpPr/>
          <p:nvPr/>
        </p:nvSpPr>
        <p:spPr>
          <a:xfrm>
            <a:off x="3272592" y="2531321"/>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5" name="矩形 124">
            <a:extLst>
              <a:ext uri="{FF2B5EF4-FFF2-40B4-BE49-F238E27FC236}">
                <a16:creationId xmlns:a16="http://schemas.microsoft.com/office/drawing/2014/main" id="{7805DB05-44EF-58FC-9233-922446702E1E}"/>
              </a:ext>
            </a:extLst>
          </p:cNvPr>
          <p:cNvSpPr/>
          <p:nvPr/>
        </p:nvSpPr>
        <p:spPr>
          <a:xfrm>
            <a:off x="3444818" y="2531321"/>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9" name="矩形 128">
            <a:extLst>
              <a:ext uri="{FF2B5EF4-FFF2-40B4-BE49-F238E27FC236}">
                <a16:creationId xmlns:a16="http://schemas.microsoft.com/office/drawing/2014/main" id="{5ABF2960-8329-69F9-067A-9426FC6B4FC1}"/>
              </a:ext>
            </a:extLst>
          </p:cNvPr>
          <p:cNvSpPr/>
          <p:nvPr/>
        </p:nvSpPr>
        <p:spPr>
          <a:xfrm>
            <a:off x="1380763" y="2703547"/>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0" name="矩形 129">
            <a:extLst>
              <a:ext uri="{FF2B5EF4-FFF2-40B4-BE49-F238E27FC236}">
                <a16:creationId xmlns:a16="http://schemas.microsoft.com/office/drawing/2014/main" id="{C7604F56-A0F2-D70D-D9AC-689FFDA35390}"/>
              </a:ext>
            </a:extLst>
          </p:cNvPr>
          <p:cNvSpPr/>
          <p:nvPr/>
        </p:nvSpPr>
        <p:spPr>
          <a:xfrm>
            <a:off x="1552989" y="2703547"/>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1" name="矩形 130">
            <a:extLst>
              <a:ext uri="{FF2B5EF4-FFF2-40B4-BE49-F238E27FC236}">
                <a16:creationId xmlns:a16="http://schemas.microsoft.com/office/drawing/2014/main" id="{371B52BB-CE87-86BA-7597-1DBE01027B06}"/>
              </a:ext>
            </a:extLst>
          </p:cNvPr>
          <p:cNvSpPr/>
          <p:nvPr/>
        </p:nvSpPr>
        <p:spPr>
          <a:xfrm>
            <a:off x="1725215" y="2703547"/>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2" name="矩形 131">
            <a:extLst>
              <a:ext uri="{FF2B5EF4-FFF2-40B4-BE49-F238E27FC236}">
                <a16:creationId xmlns:a16="http://schemas.microsoft.com/office/drawing/2014/main" id="{18C16894-376C-F3F4-9E93-D9ED5C2EF272}"/>
              </a:ext>
            </a:extLst>
          </p:cNvPr>
          <p:cNvSpPr/>
          <p:nvPr/>
        </p:nvSpPr>
        <p:spPr>
          <a:xfrm>
            <a:off x="1897441" y="2703547"/>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3" name="矩形 132">
            <a:extLst>
              <a:ext uri="{FF2B5EF4-FFF2-40B4-BE49-F238E27FC236}">
                <a16:creationId xmlns:a16="http://schemas.microsoft.com/office/drawing/2014/main" id="{DD38CA72-8195-8122-1522-621051505C34}"/>
              </a:ext>
            </a:extLst>
          </p:cNvPr>
          <p:cNvSpPr/>
          <p:nvPr/>
        </p:nvSpPr>
        <p:spPr>
          <a:xfrm>
            <a:off x="2069667" y="2703547"/>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4" name="矩形 133">
            <a:extLst>
              <a:ext uri="{FF2B5EF4-FFF2-40B4-BE49-F238E27FC236}">
                <a16:creationId xmlns:a16="http://schemas.microsoft.com/office/drawing/2014/main" id="{F95624B5-510D-8788-7507-E846063E3A68}"/>
              </a:ext>
            </a:extLst>
          </p:cNvPr>
          <p:cNvSpPr/>
          <p:nvPr/>
        </p:nvSpPr>
        <p:spPr>
          <a:xfrm>
            <a:off x="2241893" y="2703547"/>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5" name="矩形 134">
            <a:extLst>
              <a:ext uri="{FF2B5EF4-FFF2-40B4-BE49-F238E27FC236}">
                <a16:creationId xmlns:a16="http://schemas.microsoft.com/office/drawing/2014/main" id="{3CE4DDB1-0F2B-77D3-04DE-E1DCB6F894E5}"/>
              </a:ext>
            </a:extLst>
          </p:cNvPr>
          <p:cNvSpPr/>
          <p:nvPr/>
        </p:nvSpPr>
        <p:spPr>
          <a:xfrm>
            <a:off x="2414119" y="2703547"/>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6" name="矩形 135">
            <a:extLst>
              <a:ext uri="{FF2B5EF4-FFF2-40B4-BE49-F238E27FC236}">
                <a16:creationId xmlns:a16="http://schemas.microsoft.com/office/drawing/2014/main" id="{DC6312D8-12C5-F83B-ECA5-A65F25ED4FDB}"/>
              </a:ext>
            </a:extLst>
          </p:cNvPr>
          <p:cNvSpPr/>
          <p:nvPr/>
        </p:nvSpPr>
        <p:spPr>
          <a:xfrm>
            <a:off x="2583688" y="2703547"/>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7" name="矩形 136">
            <a:extLst>
              <a:ext uri="{FF2B5EF4-FFF2-40B4-BE49-F238E27FC236}">
                <a16:creationId xmlns:a16="http://schemas.microsoft.com/office/drawing/2014/main" id="{F44EA424-7986-95D6-48D7-A12D5B69D482}"/>
              </a:ext>
            </a:extLst>
          </p:cNvPr>
          <p:cNvSpPr/>
          <p:nvPr/>
        </p:nvSpPr>
        <p:spPr>
          <a:xfrm>
            <a:off x="2755914" y="2703547"/>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8" name="矩形 137">
            <a:extLst>
              <a:ext uri="{FF2B5EF4-FFF2-40B4-BE49-F238E27FC236}">
                <a16:creationId xmlns:a16="http://schemas.microsoft.com/office/drawing/2014/main" id="{1C21B06A-6686-FFF0-ECAA-8192120E260A}"/>
              </a:ext>
            </a:extLst>
          </p:cNvPr>
          <p:cNvSpPr/>
          <p:nvPr/>
        </p:nvSpPr>
        <p:spPr>
          <a:xfrm>
            <a:off x="2928140" y="2703547"/>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9" name="矩形 138">
            <a:extLst>
              <a:ext uri="{FF2B5EF4-FFF2-40B4-BE49-F238E27FC236}">
                <a16:creationId xmlns:a16="http://schemas.microsoft.com/office/drawing/2014/main" id="{ED176B0B-C836-C27A-621D-B9AF5EFE57D0}"/>
              </a:ext>
            </a:extLst>
          </p:cNvPr>
          <p:cNvSpPr/>
          <p:nvPr/>
        </p:nvSpPr>
        <p:spPr>
          <a:xfrm>
            <a:off x="3100366" y="2703547"/>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0" name="矩形 139">
            <a:extLst>
              <a:ext uri="{FF2B5EF4-FFF2-40B4-BE49-F238E27FC236}">
                <a16:creationId xmlns:a16="http://schemas.microsoft.com/office/drawing/2014/main" id="{8F9F8EFD-FD3A-0CF5-1234-E6A82D4917C5}"/>
              </a:ext>
            </a:extLst>
          </p:cNvPr>
          <p:cNvSpPr/>
          <p:nvPr/>
        </p:nvSpPr>
        <p:spPr>
          <a:xfrm>
            <a:off x="3272592" y="2703547"/>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1" name="矩形 140">
            <a:extLst>
              <a:ext uri="{FF2B5EF4-FFF2-40B4-BE49-F238E27FC236}">
                <a16:creationId xmlns:a16="http://schemas.microsoft.com/office/drawing/2014/main" id="{C02FE464-4D3B-B0FE-743B-B81F77C0F0B0}"/>
              </a:ext>
            </a:extLst>
          </p:cNvPr>
          <p:cNvSpPr/>
          <p:nvPr/>
        </p:nvSpPr>
        <p:spPr>
          <a:xfrm>
            <a:off x="3444818" y="2703547"/>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5" name="矩形 144">
            <a:extLst>
              <a:ext uri="{FF2B5EF4-FFF2-40B4-BE49-F238E27FC236}">
                <a16:creationId xmlns:a16="http://schemas.microsoft.com/office/drawing/2014/main" id="{BA5F3B0C-7D05-FEFF-A3E5-E62436394352}"/>
              </a:ext>
            </a:extLst>
          </p:cNvPr>
          <p:cNvSpPr/>
          <p:nvPr/>
        </p:nvSpPr>
        <p:spPr>
          <a:xfrm>
            <a:off x="1380763" y="2875773"/>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6" name="矩形 145">
            <a:extLst>
              <a:ext uri="{FF2B5EF4-FFF2-40B4-BE49-F238E27FC236}">
                <a16:creationId xmlns:a16="http://schemas.microsoft.com/office/drawing/2014/main" id="{68410E65-222C-6050-73BF-207C51CE05F6}"/>
              </a:ext>
            </a:extLst>
          </p:cNvPr>
          <p:cNvSpPr/>
          <p:nvPr/>
        </p:nvSpPr>
        <p:spPr>
          <a:xfrm>
            <a:off x="1552989" y="2875773"/>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7" name="矩形 146">
            <a:extLst>
              <a:ext uri="{FF2B5EF4-FFF2-40B4-BE49-F238E27FC236}">
                <a16:creationId xmlns:a16="http://schemas.microsoft.com/office/drawing/2014/main" id="{83A0F8D2-7083-3448-6E20-677BA1CD7AF9}"/>
              </a:ext>
            </a:extLst>
          </p:cNvPr>
          <p:cNvSpPr/>
          <p:nvPr/>
        </p:nvSpPr>
        <p:spPr>
          <a:xfrm>
            <a:off x="1725215" y="2875773"/>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8" name="矩形 147">
            <a:extLst>
              <a:ext uri="{FF2B5EF4-FFF2-40B4-BE49-F238E27FC236}">
                <a16:creationId xmlns:a16="http://schemas.microsoft.com/office/drawing/2014/main" id="{BDF66DDD-EE57-DCEA-B462-DDB3EFC72E24}"/>
              </a:ext>
            </a:extLst>
          </p:cNvPr>
          <p:cNvSpPr/>
          <p:nvPr/>
        </p:nvSpPr>
        <p:spPr>
          <a:xfrm>
            <a:off x="1897441" y="2875773"/>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9" name="矩形 148">
            <a:extLst>
              <a:ext uri="{FF2B5EF4-FFF2-40B4-BE49-F238E27FC236}">
                <a16:creationId xmlns:a16="http://schemas.microsoft.com/office/drawing/2014/main" id="{0CBD7607-3008-6226-6570-B81193BCAC7C}"/>
              </a:ext>
            </a:extLst>
          </p:cNvPr>
          <p:cNvSpPr/>
          <p:nvPr/>
        </p:nvSpPr>
        <p:spPr>
          <a:xfrm>
            <a:off x="2069667" y="2875773"/>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0" name="矩形 149">
            <a:extLst>
              <a:ext uri="{FF2B5EF4-FFF2-40B4-BE49-F238E27FC236}">
                <a16:creationId xmlns:a16="http://schemas.microsoft.com/office/drawing/2014/main" id="{B45CDBBA-1E7D-6369-1BDB-BE94EDB1E203}"/>
              </a:ext>
            </a:extLst>
          </p:cNvPr>
          <p:cNvSpPr/>
          <p:nvPr/>
        </p:nvSpPr>
        <p:spPr>
          <a:xfrm>
            <a:off x="2241893" y="2875773"/>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1" name="矩形 150">
            <a:extLst>
              <a:ext uri="{FF2B5EF4-FFF2-40B4-BE49-F238E27FC236}">
                <a16:creationId xmlns:a16="http://schemas.microsoft.com/office/drawing/2014/main" id="{601C078B-63B2-5395-92DD-C7C191264F18}"/>
              </a:ext>
            </a:extLst>
          </p:cNvPr>
          <p:cNvSpPr/>
          <p:nvPr/>
        </p:nvSpPr>
        <p:spPr>
          <a:xfrm>
            <a:off x="2414119" y="2875773"/>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2" name="矩形 151">
            <a:extLst>
              <a:ext uri="{FF2B5EF4-FFF2-40B4-BE49-F238E27FC236}">
                <a16:creationId xmlns:a16="http://schemas.microsoft.com/office/drawing/2014/main" id="{162BAB68-1BF2-F081-3104-9AEF33A18B69}"/>
              </a:ext>
            </a:extLst>
          </p:cNvPr>
          <p:cNvSpPr/>
          <p:nvPr/>
        </p:nvSpPr>
        <p:spPr>
          <a:xfrm>
            <a:off x="2583688" y="2875773"/>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3" name="矩形 152">
            <a:extLst>
              <a:ext uri="{FF2B5EF4-FFF2-40B4-BE49-F238E27FC236}">
                <a16:creationId xmlns:a16="http://schemas.microsoft.com/office/drawing/2014/main" id="{A72174F0-4F58-1850-D696-190F2E5DB065}"/>
              </a:ext>
            </a:extLst>
          </p:cNvPr>
          <p:cNvSpPr/>
          <p:nvPr/>
        </p:nvSpPr>
        <p:spPr>
          <a:xfrm>
            <a:off x="2755914" y="2875773"/>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4" name="矩形 153">
            <a:extLst>
              <a:ext uri="{FF2B5EF4-FFF2-40B4-BE49-F238E27FC236}">
                <a16:creationId xmlns:a16="http://schemas.microsoft.com/office/drawing/2014/main" id="{4F8F89B5-D263-BF0F-A054-5A38A470F9F2}"/>
              </a:ext>
            </a:extLst>
          </p:cNvPr>
          <p:cNvSpPr/>
          <p:nvPr/>
        </p:nvSpPr>
        <p:spPr>
          <a:xfrm>
            <a:off x="2928140" y="2875773"/>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5" name="矩形 154">
            <a:extLst>
              <a:ext uri="{FF2B5EF4-FFF2-40B4-BE49-F238E27FC236}">
                <a16:creationId xmlns:a16="http://schemas.microsoft.com/office/drawing/2014/main" id="{799F3AA4-32B9-640F-8E38-13848EDD675F}"/>
              </a:ext>
            </a:extLst>
          </p:cNvPr>
          <p:cNvSpPr/>
          <p:nvPr/>
        </p:nvSpPr>
        <p:spPr>
          <a:xfrm>
            <a:off x="3100366" y="2875773"/>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6" name="矩形 155">
            <a:extLst>
              <a:ext uri="{FF2B5EF4-FFF2-40B4-BE49-F238E27FC236}">
                <a16:creationId xmlns:a16="http://schemas.microsoft.com/office/drawing/2014/main" id="{FF18DBD3-6DC0-A70C-EA56-624A799890F6}"/>
              </a:ext>
            </a:extLst>
          </p:cNvPr>
          <p:cNvSpPr/>
          <p:nvPr/>
        </p:nvSpPr>
        <p:spPr>
          <a:xfrm>
            <a:off x="3272592" y="2875773"/>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7" name="矩形 156">
            <a:extLst>
              <a:ext uri="{FF2B5EF4-FFF2-40B4-BE49-F238E27FC236}">
                <a16:creationId xmlns:a16="http://schemas.microsoft.com/office/drawing/2014/main" id="{AD8D1085-B391-1876-0ABC-1A4C7664EDAE}"/>
              </a:ext>
            </a:extLst>
          </p:cNvPr>
          <p:cNvSpPr/>
          <p:nvPr/>
        </p:nvSpPr>
        <p:spPr>
          <a:xfrm>
            <a:off x="3444818" y="2875773"/>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1" name="矩形 160">
            <a:extLst>
              <a:ext uri="{FF2B5EF4-FFF2-40B4-BE49-F238E27FC236}">
                <a16:creationId xmlns:a16="http://schemas.microsoft.com/office/drawing/2014/main" id="{36BB9C3B-221F-6054-67DC-0494B662897E}"/>
              </a:ext>
            </a:extLst>
          </p:cNvPr>
          <p:cNvSpPr/>
          <p:nvPr/>
        </p:nvSpPr>
        <p:spPr>
          <a:xfrm>
            <a:off x="1380763" y="3047999"/>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2" name="矩形 161">
            <a:extLst>
              <a:ext uri="{FF2B5EF4-FFF2-40B4-BE49-F238E27FC236}">
                <a16:creationId xmlns:a16="http://schemas.microsoft.com/office/drawing/2014/main" id="{46E41DB0-B436-41DF-9F5F-42141AA53BEC}"/>
              </a:ext>
            </a:extLst>
          </p:cNvPr>
          <p:cNvSpPr/>
          <p:nvPr/>
        </p:nvSpPr>
        <p:spPr>
          <a:xfrm>
            <a:off x="1552989" y="3047999"/>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3" name="矩形 162">
            <a:extLst>
              <a:ext uri="{FF2B5EF4-FFF2-40B4-BE49-F238E27FC236}">
                <a16:creationId xmlns:a16="http://schemas.microsoft.com/office/drawing/2014/main" id="{6B3A3F04-8AE6-E972-2A83-B9434286E12D}"/>
              </a:ext>
            </a:extLst>
          </p:cNvPr>
          <p:cNvSpPr/>
          <p:nvPr/>
        </p:nvSpPr>
        <p:spPr>
          <a:xfrm>
            <a:off x="1725215" y="3047999"/>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4" name="矩形 163">
            <a:extLst>
              <a:ext uri="{FF2B5EF4-FFF2-40B4-BE49-F238E27FC236}">
                <a16:creationId xmlns:a16="http://schemas.microsoft.com/office/drawing/2014/main" id="{1DDDBB0B-8D46-4C0D-2F53-EAAD6A64489E}"/>
              </a:ext>
            </a:extLst>
          </p:cNvPr>
          <p:cNvSpPr/>
          <p:nvPr/>
        </p:nvSpPr>
        <p:spPr>
          <a:xfrm>
            <a:off x="1897441" y="3047999"/>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5" name="矩形 164">
            <a:extLst>
              <a:ext uri="{FF2B5EF4-FFF2-40B4-BE49-F238E27FC236}">
                <a16:creationId xmlns:a16="http://schemas.microsoft.com/office/drawing/2014/main" id="{2D92D901-9302-A8CB-9D98-0DAF14F144CE}"/>
              </a:ext>
            </a:extLst>
          </p:cNvPr>
          <p:cNvSpPr/>
          <p:nvPr/>
        </p:nvSpPr>
        <p:spPr>
          <a:xfrm>
            <a:off x="2069667" y="3047999"/>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6" name="矩形 165">
            <a:extLst>
              <a:ext uri="{FF2B5EF4-FFF2-40B4-BE49-F238E27FC236}">
                <a16:creationId xmlns:a16="http://schemas.microsoft.com/office/drawing/2014/main" id="{ABD5DA64-C8AD-984E-A6BE-C1EE9B7DE3A4}"/>
              </a:ext>
            </a:extLst>
          </p:cNvPr>
          <p:cNvSpPr/>
          <p:nvPr/>
        </p:nvSpPr>
        <p:spPr>
          <a:xfrm>
            <a:off x="2241893" y="3047999"/>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7" name="矩形 166">
            <a:extLst>
              <a:ext uri="{FF2B5EF4-FFF2-40B4-BE49-F238E27FC236}">
                <a16:creationId xmlns:a16="http://schemas.microsoft.com/office/drawing/2014/main" id="{C7FD3C5A-08E6-7E4C-AA24-8BB6443213F5}"/>
              </a:ext>
            </a:extLst>
          </p:cNvPr>
          <p:cNvSpPr/>
          <p:nvPr/>
        </p:nvSpPr>
        <p:spPr>
          <a:xfrm>
            <a:off x="2414119" y="3047999"/>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8" name="矩形 167">
            <a:extLst>
              <a:ext uri="{FF2B5EF4-FFF2-40B4-BE49-F238E27FC236}">
                <a16:creationId xmlns:a16="http://schemas.microsoft.com/office/drawing/2014/main" id="{4FD35D79-DB89-105B-2E32-8AC7FC240DD2}"/>
              </a:ext>
            </a:extLst>
          </p:cNvPr>
          <p:cNvSpPr/>
          <p:nvPr/>
        </p:nvSpPr>
        <p:spPr>
          <a:xfrm>
            <a:off x="2583688" y="3047999"/>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9" name="矩形 168">
            <a:extLst>
              <a:ext uri="{FF2B5EF4-FFF2-40B4-BE49-F238E27FC236}">
                <a16:creationId xmlns:a16="http://schemas.microsoft.com/office/drawing/2014/main" id="{89F3CFB1-66B6-CC74-D544-92B3F5F5C2DE}"/>
              </a:ext>
            </a:extLst>
          </p:cNvPr>
          <p:cNvSpPr/>
          <p:nvPr/>
        </p:nvSpPr>
        <p:spPr>
          <a:xfrm>
            <a:off x="2755914" y="3047999"/>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0" name="矩形 169">
            <a:extLst>
              <a:ext uri="{FF2B5EF4-FFF2-40B4-BE49-F238E27FC236}">
                <a16:creationId xmlns:a16="http://schemas.microsoft.com/office/drawing/2014/main" id="{4C1D4B02-51DC-DC3F-CB4F-AF27A755DB52}"/>
              </a:ext>
            </a:extLst>
          </p:cNvPr>
          <p:cNvSpPr/>
          <p:nvPr/>
        </p:nvSpPr>
        <p:spPr>
          <a:xfrm>
            <a:off x="2928140" y="3047999"/>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1" name="矩形 170">
            <a:extLst>
              <a:ext uri="{FF2B5EF4-FFF2-40B4-BE49-F238E27FC236}">
                <a16:creationId xmlns:a16="http://schemas.microsoft.com/office/drawing/2014/main" id="{3513874E-3BE7-1D6B-E347-2B59FEB2B48A}"/>
              </a:ext>
            </a:extLst>
          </p:cNvPr>
          <p:cNvSpPr/>
          <p:nvPr/>
        </p:nvSpPr>
        <p:spPr>
          <a:xfrm>
            <a:off x="3100366" y="3047999"/>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2" name="矩形 171">
            <a:extLst>
              <a:ext uri="{FF2B5EF4-FFF2-40B4-BE49-F238E27FC236}">
                <a16:creationId xmlns:a16="http://schemas.microsoft.com/office/drawing/2014/main" id="{62BFF4E7-C60A-E865-D8CB-84E33C07D02F}"/>
              </a:ext>
            </a:extLst>
          </p:cNvPr>
          <p:cNvSpPr/>
          <p:nvPr/>
        </p:nvSpPr>
        <p:spPr>
          <a:xfrm>
            <a:off x="3272592" y="3047999"/>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3" name="矩形 172">
            <a:extLst>
              <a:ext uri="{FF2B5EF4-FFF2-40B4-BE49-F238E27FC236}">
                <a16:creationId xmlns:a16="http://schemas.microsoft.com/office/drawing/2014/main" id="{86CA7959-EBF7-8B0D-A966-338989D3109A}"/>
              </a:ext>
            </a:extLst>
          </p:cNvPr>
          <p:cNvSpPr/>
          <p:nvPr/>
        </p:nvSpPr>
        <p:spPr>
          <a:xfrm>
            <a:off x="3444818" y="3047999"/>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7" name="矩形 176">
            <a:extLst>
              <a:ext uri="{FF2B5EF4-FFF2-40B4-BE49-F238E27FC236}">
                <a16:creationId xmlns:a16="http://schemas.microsoft.com/office/drawing/2014/main" id="{221454AF-9F2D-3184-5503-D0144526F37E}"/>
              </a:ext>
            </a:extLst>
          </p:cNvPr>
          <p:cNvSpPr/>
          <p:nvPr/>
        </p:nvSpPr>
        <p:spPr>
          <a:xfrm>
            <a:off x="1380763" y="3220225"/>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8" name="矩形 177">
            <a:extLst>
              <a:ext uri="{FF2B5EF4-FFF2-40B4-BE49-F238E27FC236}">
                <a16:creationId xmlns:a16="http://schemas.microsoft.com/office/drawing/2014/main" id="{A928912B-4094-9C20-A8EA-EBCEFD5C99A7}"/>
              </a:ext>
            </a:extLst>
          </p:cNvPr>
          <p:cNvSpPr/>
          <p:nvPr/>
        </p:nvSpPr>
        <p:spPr>
          <a:xfrm>
            <a:off x="1552989" y="322022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9" name="矩形 178">
            <a:extLst>
              <a:ext uri="{FF2B5EF4-FFF2-40B4-BE49-F238E27FC236}">
                <a16:creationId xmlns:a16="http://schemas.microsoft.com/office/drawing/2014/main" id="{069A9FE1-B2E6-DC26-EA0B-5FCC8BD502C9}"/>
              </a:ext>
            </a:extLst>
          </p:cNvPr>
          <p:cNvSpPr/>
          <p:nvPr/>
        </p:nvSpPr>
        <p:spPr>
          <a:xfrm>
            <a:off x="1725215" y="322022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80" name="矩形 179">
            <a:extLst>
              <a:ext uri="{FF2B5EF4-FFF2-40B4-BE49-F238E27FC236}">
                <a16:creationId xmlns:a16="http://schemas.microsoft.com/office/drawing/2014/main" id="{0B8FEF7B-198B-7D91-78E5-38D02FE7DAEC}"/>
              </a:ext>
            </a:extLst>
          </p:cNvPr>
          <p:cNvSpPr/>
          <p:nvPr/>
        </p:nvSpPr>
        <p:spPr>
          <a:xfrm>
            <a:off x="1897441" y="322022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81" name="矩形 180">
            <a:extLst>
              <a:ext uri="{FF2B5EF4-FFF2-40B4-BE49-F238E27FC236}">
                <a16:creationId xmlns:a16="http://schemas.microsoft.com/office/drawing/2014/main" id="{C4324AE4-2A10-A19A-8D33-05891BD8DD11}"/>
              </a:ext>
            </a:extLst>
          </p:cNvPr>
          <p:cNvSpPr/>
          <p:nvPr/>
        </p:nvSpPr>
        <p:spPr>
          <a:xfrm>
            <a:off x="2069667" y="322022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82" name="矩形 181">
            <a:extLst>
              <a:ext uri="{FF2B5EF4-FFF2-40B4-BE49-F238E27FC236}">
                <a16:creationId xmlns:a16="http://schemas.microsoft.com/office/drawing/2014/main" id="{A871B42C-44C8-7D1B-00BA-C99BC7069FD9}"/>
              </a:ext>
            </a:extLst>
          </p:cNvPr>
          <p:cNvSpPr/>
          <p:nvPr/>
        </p:nvSpPr>
        <p:spPr>
          <a:xfrm>
            <a:off x="2241893" y="322022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83" name="矩形 182">
            <a:extLst>
              <a:ext uri="{FF2B5EF4-FFF2-40B4-BE49-F238E27FC236}">
                <a16:creationId xmlns:a16="http://schemas.microsoft.com/office/drawing/2014/main" id="{0475B36D-AED0-09C2-EC24-063009744F76}"/>
              </a:ext>
            </a:extLst>
          </p:cNvPr>
          <p:cNvSpPr/>
          <p:nvPr/>
        </p:nvSpPr>
        <p:spPr>
          <a:xfrm>
            <a:off x="2414119" y="322022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84" name="矩形 183">
            <a:extLst>
              <a:ext uri="{FF2B5EF4-FFF2-40B4-BE49-F238E27FC236}">
                <a16:creationId xmlns:a16="http://schemas.microsoft.com/office/drawing/2014/main" id="{61A1D462-787F-5360-EAE1-1E3D5C99A87B}"/>
              </a:ext>
            </a:extLst>
          </p:cNvPr>
          <p:cNvSpPr/>
          <p:nvPr/>
        </p:nvSpPr>
        <p:spPr>
          <a:xfrm>
            <a:off x="2583688" y="322022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85" name="矩形 184">
            <a:extLst>
              <a:ext uri="{FF2B5EF4-FFF2-40B4-BE49-F238E27FC236}">
                <a16:creationId xmlns:a16="http://schemas.microsoft.com/office/drawing/2014/main" id="{D098AA51-7FED-489B-052D-274FE571A6DA}"/>
              </a:ext>
            </a:extLst>
          </p:cNvPr>
          <p:cNvSpPr/>
          <p:nvPr/>
        </p:nvSpPr>
        <p:spPr>
          <a:xfrm>
            <a:off x="2755914" y="322022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86" name="矩形 185">
            <a:extLst>
              <a:ext uri="{FF2B5EF4-FFF2-40B4-BE49-F238E27FC236}">
                <a16:creationId xmlns:a16="http://schemas.microsoft.com/office/drawing/2014/main" id="{B1E69BCE-F4B9-6FB7-2C2B-D091D6271CAE}"/>
              </a:ext>
            </a:extLst>
          </p:cNvPr>
          <p:cNvSpPr/>
          <p:nvPr/>
        </p:nvSpPr>
        <p:spPr>
          <a:xfrm>
            <a:off x="2928140" y="322022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87" name="矩形 186">
            <a:extLst>
              <a:ext uri="{FF2B5EF4-FFF2-40B4-BE49-F238E27FC236}">
                <a16:creationId xmlns:a16="http://schemas.microsoft.com/office/drawing/2014/main" id="{1798D433-6CCA-E0F2-4C8D-5B9A719E2311}"/>
              </a:ext>
            </a:extLst>
          </p:cNvPr>
          <p:cNvSpPr/>
          <p:nvPr/>
        </p:nvSpPr>
        <p:spPr>
          <a:xfrm>
            <a:off x="3100366" y="322022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88" name="矩形 187">
            <a:extLst>
              <a:ext uri="{FF2B5EF4-FFF2-40B4-BE49-F238E27FC236}">
                <a16:creationId xmlns:a16="http://schemas.microsoft.com/office/drawing/2014/main" id="{E3F4C390-B598-54D3-1150-3D2C03DEBF98}"/>
              </a:ext>
            </a:extLst>
          </p:cNvPr>
          <p:cNvSpPr/>
          <p:nvPr/>
        </p:nvSpPr>
        <p:spPr>
          <a:xfrm>
            <a:off x="3272592" y="322022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89" name="矩形 188">
            <a:extLst>
              <a:ext uri="{FF2B5EF4-FFF2-40B4-BE49-F238E27FC236}">
                <a16:creationId xmlns:a16="http://schemas.microsoft.com/office/drawing/2014/main" id="{C2349BFC-ED35-4600-3B78-1B943BD73560}"/>
              </a:ext>
            </a:extLst>
          </p:cNvPr>
          <p:cNvSpPr/>
          <p:nvPr/>
        </p:nvSpPr>
        <p:spPr>
          <a:xfrm>
            <a:off x="3444818" y="322022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93" name="矩形 192">
            <a:extLst>
              <a:ext uri="{FF2B5EF4-FFF2-40B4-BE49-F238E27FC236}">
                <a16:creationId xmlns:a16="http://schemas.microsoft.com/office/drawing/2014/main" id="{1E0AEF9B-3271-FB51-BC1C-1A5F54B25C03}"/>
              </a:ext>
            </a:extLst>
          </p:cNvPr>
          <p:cNvSpPr/>
          <p:nvPr/>
        </p:nvSpPr>
        <p:spPr>
          <a:xfrm>
            <a:off x="1380763" y="3392451"/>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94" name="矩形 193">
            <a:extLst>
              <a:ext uri="{FF2B5EF4-FFF2-40B4-BE49-F238E27FC236}">
                <a16:creationId xmlns:a16="http://schemas.microsoft.com/office/drawing/2014/main" id="{B6EC868D-17D2-2725-6618-F2313C258AF3}"/>
              </a:ext>
            </a:extLst>
          </p:cNvPr>
          <p:cNvSpPr/>
          <p:nvPr/>
        </p:nvSpPr>
        <p:spPr>
          <a:xfrm>
            <a:off x="1552989" y="3392451"/>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95" name="矩形 194">
            <a:extLst>
              <a:ext uri="{FF2B5EF4-FFF2-40B4-BE49-F238E27FC236}">
                <a16:creationId xmlns:a16="http://schemas.microsoft.com/office/drawing/2014/main" id="{80375A0C-1819-6A87-E6DC-34F3FB41229D}"/>
              </a:ext>
            </a:extLst>
          </p:cNvPr>
          <p:cNvSpPr/>
          <p:nvPr/>
        </p:nvSpPr>
        <p:spPr>
          <a:xfrm>
            <a:off x="1725215" y="3392451"/>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96" name="矩形 195">
            <a:extLst>
              <a:ext uri="{FF2B5EF4-FFF2-40B4-BE49-F238E27FC236}">
                <a16:creationId xmlns:a16="http://schemas.microsoft.com/office/drawing/2014/main" id="{E3CAA8FF-A48B-6097-35C5-A1B20067DDE4}"/>
              </a:ext>
            </a:extLst>
          </p:cNvPr>
          <p:cNvSpPr/>
          <p:nvPr/>
        </p:nvSpPr>
        <p:spPr>
          <a:xfrm>
            <a:off x="1897441" y="3392451"/>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97" name="矩形 196">
            <a:extLst>
              <a:ext uri="{FF2B5EF4-FFF2-40B4-BE49-F238E27FC236}">
                <a16:creationId xmlns:a16="http://schemas.microsoft.com/office/drawing/2014/main" id="{5EE5D825-7D60-D2D6-577E-F880C209C3AC}"/>
              </a:ext>
            </a:extLst>
          </p:cNvPr>
          <p:cNvSpPr/>
          <p:nvPr/>
        </p:nvSpPr>
        <p:spPr>
          <a:xfrm>
            <a:off x="2069667" y="3392451"/>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98" name="矩形 197">
            <a:extLst>
              <a:ext uri="{FF2B5EF4-FFF2-40B4-BE49-F238E27FC236}">
                <a16:creationId xmlns:a16="http://schemas.microsoft.com/office/drawing/2014/main" id="{501E9B20-4A62-F662-8158-6A9E619595A0}"/>
              </a:ext>
            </a:extLst>
          </p:cNvPr>
          <p:cNvSpPr/>
          <p:nvPr/>
        </p:nvSpPr>
        <p:spPr>
          <a:xfrm>
            <a:off x="2241893" y="3392451"/>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99" name="矩形 198">
            <a:extLst>
              <a:ext uri="{FF2B5EF4-FFF2-40B4-BE49-F238E27FC236}">
                <a16:creationId xmlns:a16="http://schemas.microsoft.com/office/drawing/2014/main" id="{7CFD155D-FBD5-3375-52D4-0BEC25F1C875}"/>
              </a:ext>
            </a:extLst>
          </p:cNvPr>
          <p:cNvSpPr/>
          <p:nvPr/>
        </p:nvSpPr>
        <p:spPr>
          <a:xfrm>
            <a:off x="2414119" y="3392451"/>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00" name="矩形 199">
            <a:extLst>
              <a:ext uri="{FF2B5EF4-FFF2-40B4-BE49-F238E27FC236}">
                <a16:creationId xmlns:a16="http://schemas.microsoft.com/office/drawing/2014/main" id="{307B0A3E-64EA-A31A-8F8E-892632BC4161}"/>
              </a:ext>
            </a:extLst>
          </p:cNvPr>
          <p:cNvSpPr/>
          <p:nvPr/>
        </p:nvSpPr>
        <p:spPr>
          <a:xfrm>
            <a:off x="2583688" y="3392451"/>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01" name="矩形 200">
            <a:extLst>
              <a:ext uri="{FF2B5EF4-FFF2-40B4-BE49-F238E27FC236}">
                <a16:creationId xmlns:a16="http://schemas.microsoft.com/office/drawing/2014/main" id="{CADD4D62-6E71-52DA-311D-663AD8BF0053}"/>
              </a:ext>
            </a:extLst>
          </p:cNvPr>
          <p:cNvSpPr/>
          <p:nvPr/>
        </p:nvSpPr>
        <p:spPr>
          <a:xfrm>
            <a:off x="2755914" y="3392451"/>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02" name="矩形 201">
            <a:extLst>
              <a:ext uri="{FF2B5EF4-FFF2-40B4-BE49-F238E27FC236}">
                <a16:creationId xmlns:a16="http://schemas.microsoft.com/office/drawing/2014/main" id="{6F8793DF-CC55-CF3F-31B6-A3644F3B97D9}"/>
              </a:ext>
            </a:extLst>
          </p:cNvPr>
          <p:cNvSpPr/>
          <p:nvPr/>
        </p:nvSpPr>
        <p:spPr>
          <a:xfrm>
            <a:off x="2928140" y="3392451"/>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03" name="矩形 202">
            <a:extLst>
              <a:ext uri="{FF2B5EF4-FFF2-40B4-BE49-F238E27FC236}">
                <a16:creationId xmlns:a16="http://schemas.microsoft.com/office/drawing/2014/main" id="{F82E049D-09C2-2A6F-522D-D381C9CC8C2E}"/>
              </a:ext>
            </a:extLst>
          </p:cNvPr>
          <p:cNvSpPr/>
          <p:nvPr/>
        </p:nvSpPr>
        <p:spPr>
          <a:xfrm>
            <a:off x="3100366" y="3392451"/>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04" name="矩形 203">
            <a:extLst>
              <a:ext uri="{FF2B5EF4-FFF2-40B4-BE49-F238E27FC236}">
                <a16:creationId xmlns:a16="http://schemas.microsoft.com/office/drawing/2014/main" id="{783272ED-B730-B39C-75C4-E30F8925CE65}"/>
              </a:ext>
            </a:extLst>
          </p:cNvPr>
          <p:cNvSpPr/>
          <p:nvPr/>
        </p:nvSpPr>
        <p:spPr>
          <a:xfrm>
            <a:off x="3272592" y="3392451"/>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05" name="矩形 204">
            <a:extLst>
              <a:ext uri="{FF2B5EF4-FFF2-40B4-BE49-F238E27FC236}">
                <a16:creationId xmlns:a16="http://schemas.microsoft.com/office/drawing/2014/main" id="{49FAF00E-38F3-1086-3A89-54B35EC59CD2}"/>
              </a:ext>
            </a:extLst>
          </p:cNvPr>
          <p:cNvSpPr/>
          <p:nvPr/>
        </p:nvSpPr>
        <p:spPr>
          <a:xfrm>
            <a:off x="3444818" y="3392451"/>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09" name="矩形 208">
            <a:extLst>
              <a:ext uri="{FF2B5EF4-FFF2-40B4-BE49-F238E27FC236}">
                <a16:creationId xmlns:a16="http://schemas.microsoft.com/office/drawing/2014/main" id="{63F53DFA-2FD0-F559-C95E-68813C848752}"/>
              </a:ext>
            </a:extLst>
          </p:cNvPr>
          <p:cNvSpPr/>
          <p:nvPr/>
        </p:nvSpPr>
        <p:spPr>
          <a:xfrm>
            <a:off x="1380763" y="3564677"/>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10" name="矩形 209">
            <a:extLst>
              <a:ext uri="{FF2B5EF4-FFF2-40B4-BE49-F238E27FC236}">
                <a16:creationId xmlns:a16="http://schemas.microsoft.com/office/drawing/2014/main" id="{D22862BE-AAF6-FC6D-E812-9B5C185F2D7C}"/>
              </a:ext>
            </a:extLst>
          </p:cNvPr>
          <p:cNvSpPr/>
          <p:nvPr/>
        </p:nvSpPr>
        <p:spPr>
          <a:xfrm>
            <a:off x="1552989" y="3564677"/>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11" name="矩形 210">
            <a:extLst>
              <a:ext uri="{FF2B5EF4-FFF2-40B4-BE49-F238E27FC236}">
                <a16:creationId xmlns:a16="http://schemas.microsoft.com/office/drawing/2014/main" id="{511732B0-4E42-38DB-E3CC-5DA2C1D18743}"/>
              </a:ext>
            </a:extLst>
          </p:cNvPr>
          <p:cNvSpPr/>
          <p:nvPr/>
        </p:nvSpPr>
        <p:spPr>
          <a:xfrm>
            <a:off x="1725215" y="3564677"/>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12" name="矩形 211">
            <a:extLst>
              <a:ext uri="{FF2B5EF4-FFF2-40B4-BE49-F238E27FC236}">
                <a16:creationId xmlns:a16="http://schemas.microsoft.com/office/drawing/2014/main" id="{B9174772-4D86-2AE3-C80E-193623F8E188}"/>
              </a:ext>
            </a:extLst>
          </p:cNvPr>
          <p:cNvSpPr/>
          <p:nvPr/>
        </p:nvSpPr>
        <p:spPr>
          <a:xfrm>
            <a:off x="1897441" y="3564677"/>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13" name="矩形 212">
            <a:extLst>
              <a:ext uri="{FF2B5EF4-FFF2-40B4-BE49-F238E27FC236}">
                <a16:creationId xmlns:a16="http://schemas.microsoft.com/office/drawing/2014/main" id="{D023700C-B029-7149-FAFB-F7AE855470B4}"/>
              </a:ext>
            </a:extLst>
          </p:cNvPr>
          <p:cNvSpPr/>
          <p:nvPr/>
        </p:nvSpPr>
        <p:spPr>
          <a:xfrm>
            <a:off x="2069667" y="3564677"/>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14" name="矩形 213">
            <a:extLst>
              <a:ext uri="{FF2B5EF4-FFF2-40B4-BE49-F238E27FC236}">
                <a16:creationId xmlns:a16="http://schemas.microsoft.com/office/drawing/2014/main" id="{CF720C75-2329-DFD0-A7BD-2D50FB30BE29}"/>
              </a:ext>
            </a:extLst>
          </p:cNvPr>
          <p:cNvSpPr/>
          <p:nvPr/>
        </p:nvSpPr>
        <p:spPr>
          <a:xfrm>
            <a:off x="2241893" y="3564677"/>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15" name="矩形 214">
            <a:extLst>
              <a:ext uri="{FF2B5EF4-FFF2-40B4-BE49-F238E27FC236}">
                <a16:creationId xmlns:a16="http://schemas.microsoft.com/office/drawing/2014/main" id="{EC810D51-9F56-1E50-B605-B0E420CF02B4}"/>
              </a:ext>
            </a:extLst>
          </p:cNvPr>
          <p:cNvSpPr/>
          <p:nvPr/>
        </p:nvSpPr>
        <p:spPr>
          <a:xfrm>
            <a:off x="2414119" y="3564677"/>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16" name="矩形 215">
            <a:extLst>
              <a:ext uri="{FF2B5EF4-FFF2-40B4-BE49-F238E27FC236}">
                <a16:creationId xmlns:a16="http://schemas.microsoft.com/office/drawing/2014/main" id="{26B7BC11-4452-FA26-BB7B-4EE7A1F9FC94}"/>
              </a:ext>
            </a:extLst>
          </p:cNvPr>
          <p:cNvSpPr/>
          <p:nvPr/>
        </p:nvSpPr>
        <p:spPr>
          <a:xfrm>
            <a:off x="2583688" y="3564677"/>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17" name="矩形 216">
            <a:extLst>
              <a:ext uri="{FF2B5EF4-FFF2-40B4-BE49-F238E27FC236}">
                <a16:creationId xmlns:a16="http://schemas.microsoft.com/office/drawing/2014/main" id="{C521D6FF-B11E-E9F9-758C-7AA1A04EA6FF}"/>
              </a:ext>
            </a:extLst>
          </p:cNvPr>
          <p:cNvSpPr/>
          <p:nvPr/>
        </p:nvSpPr>
        <p:spPr>
          <a:xfrm>
            <a:off x="2755914" y="3564677"/>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18" name="矩形 217">
            <a:extLst>
              <a:ext uri="{FF2B5EF4-FFF2-40B4-BE49-F238E27FC236}">
                <a16:creationId xmlns:a16="http://schemas.microsoft.com/office/drawing/2014/main" id="{9B541223-7BED-0F35-6490-E61413F05D6C}"/>
              </a:ext>
            </a:extLst>
          </p:cNvPr>
          <p:cNvSpPr/>
          <p:nvPr/>
        </p:nvSpPr>
        <p:spPr>
          <a:xfrm>
            <a:off x="2928140" y="3564677"/>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19" name="矩形 218">
            <a:extLst>
              <a:ext uri="{FF2B5EF4-FFF2-40B4-BE49-F238E27FC236}">
                <a16:creationId xmlns:a16="http://schemas.microsoft.com/office/drawing/2014/main" id="{924C07B7-3237-641F-7271-08901EFBEA02}"/>
              </a:ext>
            </a:extLst>
          </p:cNvPr>
          <p:cNvSpPr/>
          <p:nvPr/>
        </p:nvSpPr>
        <p:spPr>
          <a:xfrm>
            <a:off x="3100366" y="3564677"/>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20" name="矩形 219">
            <a:extLst>
              <a:ext uri="{FF2B5EF4-FFF2-40B4-BE49-F238E27FC236}">
                <a16:creationId xmlns:a16="http://schemas.microsoft.com/office/drawing/2014/main" id="{246FA059-71D8-331C-F4AB-45483C5FF94D}"/>
              </a:ext>
            </a:extLst>
          </p:cNvPr>
          <p:cNvSpPr/>
          <p:nvPr/>
        </p:nvSpPr>
        <p:spPr>
          <a:xfrm>
            <a:off x="3272592" y="3564677"/>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21" name="矩形 220">
            <a:extLst>
              <a:ext uri="{FF2B5EF4-FFF2-40B4-BE49-F238E27FC236}">
                <a16:creationId xmlns:a16="http://schemas.microsoft.com/office/drawing/2014/main" id="{11E30D20-49A7-1747-0434-CBC0E76423BF}"/>
              </a:ext>
            </a:extLst>
          </p:cNvPr>
          <p:cNvSpPr/>
          <p:nvPr/>
        </p:nvSpPr>
        <p:spPr>
          <a:xfrm>
            <a:off x="3444818" y="3564677"/>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25" name="矩形 224">
            <a:extLst>
              <a:ext uri="{FF2B5EF4-FFF2-40B4-BE49-F238E27FC236}">
                <a16:creationId xmlns:a16="http://schemas.microsoft.com/office/drawing/2014/main" id="{4D380D49-C64C-BDEA-C947-31B252EC2335}"/>
              </a:ext>
            </a:extLst>
          </p:cNvPr>
          <p:cNvSpPr/>
          <p:nvPr/>
        </p:nvSpPr>
        <p:spPr>
          <a:xfrm>
            <a:off x="1380763" y="3736903"/>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26" name="矩形 225">
            <a:extLst>
              <a:ext uri="{FF2B5EF4-FFF2-40B4-BE49-F238E27FC236}">
                <a16:creationId xmlns:a16="http://schemas.microsoft.com/office/drawing/2014/main" id="{85E158F1-B452-7B27-3DAD-E0DF1923F689}"/>
              </a:ext>
            </a:extLst>
          </p:cNvPr>
          <p:cNvSpPr/>
          <p:nvPr/>
        </p:nvSpPr>
        <p:spPr>
          <a:xfrm>
            <a:off x="1552989" y="3736903"/>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27" name="矩形 226">
            <a:extLst>
              <a:ext uri="{FF2B5EF4-FFF2-40B4-BE49-F238E27FC236}">
                <a16:creationId xmlns:a16="http://schemas.microsoft.com/office/drawing/2014/main" id="{24144261-3FD4-5E8E-88A5-E2BA2B113DAA}"/>
              </a:ext>
            </a:extLst>
          </p:cNvPr>
          <p:cNvSpPr/>
          <p:nvPr/>
        </p:nvSpPr>
        <p:spPr>
          <a:xfrm>
            <a:off x="1725215" y="3736903"/>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28" name="矩形 227">
            <a:extLst>
              <a:ext uri="{FF2B5EF4-FFF2-40B4-BE49-F238E27FC236}">
                <a16:creationId xmlns:a16="http://schemas.microsoft.com/office/drawing/2014/main" id="{8A63F871-2AFC-993C-0BBC-DD85F0413DEE}"/>
              </a:ext>
            </a:extLst>
          </p:cNvPr>
          <p:cNvSpPr/>
          <p:nvPr/>
        </p:nvSpPr>
        <p:spPr>
          <a:xfrm>
            <a:off x="1897441" y="3736903"/>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29" name="矩形 228">
            <a:extLst>
              <a:ext uri="{FF2B5EF4-FFF2-40B4-BE49-F238E27FC236}">
                <a16:creationId xmlns:a16="http://schemas.microsoft.com/office/drawing/2014/main" id="{814F4628-1CDE-5471-A108-FCDFE7C37481}"/>
              </a:ext>
            </a:extLst>
          </p:cNvPr>
          <p:cNvSpPr/>
          <p:nvPr/>
        </p:nvSpPr>
        <p:spPr>
          <a:xfrm>
            <a:off x="2069667" y="3736903"/>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30" name="矩形 229">
            <a:extLst>
              <a:ext uri="{FF2B5EF4-FFF2-40B4-BE49-F238E27FC236}">
                <a16:creationId xmlns:a16="http://schemas.microsoft.com/office/drawing/2014/main" id="{7AD3E989-8C68-9900-1926-59F477A28E16}"/>
              </a:ext>
            </a:extLst>
          </p:cNvPr>
          <p:cNvSpPr/>
          <p:nvPr/>
        </p:nvSpPr>
        <p:spPr>
          <a:xfrm>
            <a:off x="2241893" y="3736903"/>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31" name="矩形 230">
            <a:extLst>
              <a:ext uri="{FF2B5EF4-FFF2-40B4-BE49-F238E27FC236}">
                <a16:creationId xmlns:a16="http://schemas.microsoft.com/office/drawing/2014/main" id="{405238F5-7B38-E635-51FC-F194DBA88153}"/>
              </a:ext>
            </a:extLst>
          </p:cNvPr>
          <p:cNvSpPr/>
          <p:nvPr/>
        </p:nvSpPr>
        <p:spPr>
          <a:xfrm>
            <a:off x="2414119" y="3736903"/>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32" name="矩形 231">
            <a:extLst>
              <a:ext uri="{FF2B5EF4-FFF2-40B4-BE49-F238E27FC236}">
                <a16:creationId xmlns:a16="http://schemas.microsoft.com/office/drawing/2014/main" id="{BC41EF97-50E7-A8BA-2C6C-D462E6B7E8A0}"/>
              </a:ext>
            </a:extLst>
          </p:cNvPr>
          <p:cNvSpPr/>
          <p:nvPr/>
        </p:nvSpPr>
        <p:spPr>
          <a:xfrm>
            <a:off x="2583688" y="3736903"/>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33" name="矩形 232">
            <a:extLst>
              <a:ext uri="{FF2B5EF4-FFF2-40B4-BE49-F238E27FC236}">
                <a16:creationId xmlns:a16="http://schemas.microsoft.com/office/drawing/2014/main" id="{73438E84-2C1A-4D9F-3A24-824AA35BCBC7}"/>
              </a:ext>
            </a:extLst>
          </p:cNvPr>
          <p:cNvSpPr/>
          <p:nvPr/>
        </p:nvSpPr>
        <p:spPr>
          <a:xfrm>
            <a:off x="2755914" y="3736903"/>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34" name="矩形 233">
            <a:extLst>
              <a:ext uri="{FF2B5EF4-FFF2-40B4-BE49-F238E27FC236}">
                <a16:creationId xmlns:a16="http://schemas.microsoft.com/office/drawing/2014/main" id="{40E52211-4BF8-0166-0F32-D07571C70CF5}"/>
              </a:ext>
            </a:extLst>
          </p:cNvPr>
          <p:cNvSpPr/>
          <p:nvPr/>
        </p:nvSpPr>
        <p:spPr>
          <a:xfrm>
            <a:off x="2928140" y="3736903"/>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35" name="矩形 234">
            <a:extLst>
              <a:ext uri="{FF2B5EF4-FFF2-40B4-BE49-F238E27FC236}">
                <a16:creationId xmlns:a16="http://schemas.microsoft.com/office/drawing/2014/main" id="{4EDD5285-3D40-EAE7-C542-786A6D829197}"/>
              </a:ext>
            </a:extLst>
          </p:cNvPr>
          <p:cNvSpPr/>
          <p:nvPr/>
        </p:nvSpPr>
        <p:spPr>
          <a:xfrm>
            <a:off x="3100366" y="3736903"/>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36" name="矩形 235">
            <a:extLst>
              <a:ext uri="{FF2B5EF4-FFF2-40B4-BE49-F238E27FC236}">
                <a16:creationId xmlns:a16="http://schemas.microsoft.com/office/drawing/2014/main" id="{F1A01163-BE90-1001-9F9C-CCCC4EE80B56}"/>
              </a:ext>
            </a:extLst>
          </p:cNvPr>
          <p:cNvSpPr/>
          <p:nvPr/>
        </p:nvSpPr>
        <p:spPr>
          <a:xfrm>
            <a:off x="3272592" y="3736903"/>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37" name="矩形 236">
            <a:extLst>
              <a:ext uri="{FF2B5EF4-FFF2-40B4-BE49-F238E27FC236}">
                <a16:creationId xmlns:a16="http://schemas.microsoft.com/office/drawing/2014/main" id="{941557BB-D51C-CB1D-075B-407042CAE9E7}"/>
              </a:ext>
            </a:extLst>
          </p:cNvPr>
          <p:cNvSpPr/>
          <p:nvPr/>
        </p:nvSpPr>
        <p:spPr>
          <a:xfrm>
            <a:off x="3444818" y="3736903"/>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41" name="矩形 240">
            <a:extLst>
              <a:ext uri="{FF2B5EF4-FFF2-40B4-BE49-F238E27FC236}">
                <a16:creationId xmlns:a16="http://schemas.microsoft.com/office/drawing/2014/main" id="{D52C9CE6-4861-6D5D-B158-D1F7F694BE77}"/>
              </a:ext>
            </a:extLst>
          </p:cNvPr>
          <p:cNvSpPr/>
          <p:nvPr/>
        </p:nvSpPr>
        <p:spPr>
          <a:xfrm>
            <a:off x="1380763" y="3909129"/>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42" name="矩形 241">
            <a:extLst>
              <a:ext uri="{FF2B5EF4-FFF2-40B4-BE49-F238E27FC236}">
                <a16:creationId xmlns:a16="http://schemas.microsoft.com/office/drawing/2014/main" id="{F7C19CD2-297F-99E3-933F-AF322013430A}"/>
              </a:ext>
            </a:extLst>
          </p:cNvPr>
          <p:cNvSpPr/>
          <p:nvPr/>
        </p:nvSpPr>
        <p:spPr>
          <a:xfrm>
            <a:off x="1552989" y="3909129"/>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43" name="矩形 242">
            <a:extLst>
              <a:ext uri="{FF2B5EF4-FFF2-40B4-BE49-F238E27FC236}">
                <a16:creationId xmlns:a16="http://schemas.microsoft.com/office/drawing/2014/main" id="{0C6733B1-FC32-F36E-E540-8E956877F01E}"/>
              </a:ext>
            </a:extLst>
          </p:cNvPr>
          <p:cNvSpPr/>
          <p:nvPr/>
        </p:nvSpPr>
        <p:spPr>
          <a:xfrm>
            <a:off x="1725215" y="3909129"/>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44" name="矩形 243">
            <a:extLst>
              <a:ext uri="{FF2B5EF4-FFF2-40B4-BE49-F238E27FC236}">
                <a16:creationId xmlns:a16="http://schemas.microsoft.com/office/drawing/2014/main" id="{1F67462B-D351-6CD5-9F17-6FB00D6A6894}"/>
              </a:ext>
            </a:extLst>
          </p:cNvPr>
          <p:cNvSpPr/>
          <p:nvPr/>
        </p:nvSpPr>
        <p:spPr>
          <a:xfrm>
            <a:off x="1897441" y="3909129"/>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45" name="矩形 244">
            <a:extLst>
              <a:ext uri="{FF2B5EF4-FFF2-40B4-BE49-F238E27FC236}">
                <a16:creationId xmlns:a16="http://schemas.microsoft.com/office/drawing/2014/main" id="{22B9BD38-F703-2C2F-98E3-2DB191339D69}"/>
              </a:ext>
            </a:extLst>
          </p:cNvPr>
          <p:cNvSpPr/>
          <p:nvPr/>
        </p:nvSpPr>
        <p:spPr>
          <a:xfrm>
            <a:off x="2069667" y="3909129"/>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46" name="矩形 245">
            <a:extLst>
              <a:ext uri="{FF2B5EF4-FFF2-40B4-BE49-F238E27FC236}">
                <a16:creationId xmlns:a16="http://schemas.microsoft.com/office/drawing/2014/main" id="{03989518-1BBE-0E3A-1406-A652F6210652}"/>
              </a:ext>
            </a:extLst>
          </p:cNvPr>
          <p:cNvSpPr/>
          <p:nvPr/>
        </p:nvSpPr>
        <p:spPr>
          <a:xfrm>
            <a:off x="2241893" y="3909129"/>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47" name="矩形 246">
            <a:extLst>
              <a:ext uri="{FF2B5EF4-FFF2-40B4-BE49-F238E27FC236}">
                <a16:creationId xmlns:a16="http://schemas.microsoft.com/office/drawing/2014/main" id="{20148471-C46E-28A4-BBFB-B66A614CA6E0}"/>
              </a:ext>
            </a:extLst>
          </p:cNvPr>
          <p:cNvSpPr/>
          <p:nvPr/>
        </p:nvSpPr>
        <p:spPr>
          <a:xfrm>
            <a:off x="2414119" y="3909129"/>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48" name="矩形 247">
            <a:extLst>
              <a:ext uri="{FF2B5EF4-FFF2-40B4-BE49-F238E27FC236}">
                <a16:creationId xmlns:a16="http://schemas.microsoft.com/office/drawing/2014/main" id="{29D52307-9CFA-0798-854D-F7E460A655AF}"/>
              </a:ext>
            </a:extLst>
          </p:cNvPr>
          <p:cNvSpPr/>
          <p:nvPr/>
        </p:nvSpPr>
        <p:spPr>
          <a:xfrm>
            <a:off x="2583688" y="3909129"/>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49" name="矩形 248">
            <a:extLst>
              <a:ext uri="{FF2B5EF4-FFF2-40B4-BE49-F238E27FC236}">
                <a16:creationId xmlns:a16="http://schemas.microsoft.com/office/drawing/2014/main" id="{F6956A5C-9E56-EC13-855C-CC0A99388F65}"/>
              </a:ext>
            </a:extLst>
          </p:cNvPr>
          <p:cNvSpPr/>
          <p:nvPr/>
        </p:nvSpPr>
        <p:spPr>
          <a:xfrm>
            <a:off x="2755914" y="3909129"/>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50" name="矩形 249">
            <a:extLst>
              <a:ext uri="{FF2B5EF4-FFF2-40B4-BE49-F238E27FC236}">
                <a16:creationId xmlns:a16="http://schemas.microsoft.com/office/drawing/2014/main" id="{EDBDD29B-3123-D011-8F3C-41F0DBCBC46A}"/>
              </a:ext>
            </a:extLst>
          </p:cNvPr>
          <p:cNvSpPr/>
          <p:nvPr/>
        </p:nvSpPr>
        <p:spPr>
          <a:xfrm>
            <a:off x="2928140" y="3909129"/>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51" name="矩形 250">
            <a:extLst>
              <a:ext uri="{FF2B5EF4-FFF2-40B4-BE49-F238E27FC236}">
                <a16:creationId xmlns:a16="http://schemas.microsoft.com/office/drawing/2014/main" id="{51E3FDD3-31B9-24C0-5090-933D82DAA367}"/>
              </a:ext>
            </a:extLst>
          </p:cNvPr>
          <p:cNvSpPr/>
          <p:nvPr/>
        </p:nvSpPr>
        <p:spPr>
          <a:xfrm>
            <a:off x="3100366" y="3909129"/>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52" name="矩形 251">
            <a:extLst>
              <a:ext uri="{FF2B5EF4-FFF2-40B4-BE49-F238E27FC236}">
                <a16:creationId xmlns:a16="http://schemas.microsoft.com/office/drawing/2014/main" id="{CFE14809-DBE2-F479-FD48-858C2831B0AD}"/>
              </a:ext>
            </a:extLst>
          </p:cNvPr>
          <p:cNvSpPr/>
          <p:nvPr/>
        </p:nvSpPr>
        <p:spPr>
          <a:xfrm>
            <a:off x="3272592" y="3909129"/>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53" name="矩形 252">
            <a:extLst>
              <a:ext uri="{FF2B5EF4-FFF2-40B4-BE49-F238E27FC236}">
                <a16:creationId xmlns:a16="http://schemas.microsoft.com/office/drawing/2014/main" id="{98DEBBDA-FBA0-C385-5232-2BE688588C1B}"/>
              </a:ext>
            </a:extLst>
          </p:cNvPr>
          <p:cNvSpPr/>
          <p:nvPr/>
        </p:nvSpPr>
        <p:spPr>
          <a:xfrm>
            <a:off x="3444818" y="3909129"/>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57" name="矩形 256">
            <a:extLst>
              <a:ext uri="{FF2B5EF4-FFF2-40B4-BE49-F238E27FC236}">
                <a16:creationId xmlns:a16="http://schemas.microsoft.com/office/drawing/2014/main" id="{C815E2BD-D466-D2AD-F387-561182144A41}"/>
              </a:ext>
            </a:extLst>
          </p:cNvPr>
          <p:cNvSpPr/>
          <p:nvPr/>
        </p:nvSpPr>
        <p:spPr>
          <a:xfrm>
            <a:off x="1380763" y="4081355"/>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58" name="矩形 257">
            <a:extLst>
              <a:ext uri="{FF2B5EF4-FFF2-40B4-BE49-F238E27FC236}">
                <a16:creationId xmlns:a16="http://schemas.microsoft.com/office/drawing/2014/main" id="{B14A190C-5C88-CC41-D6EE-123E3A292A2D}"/>
              </a:ext>
            </a:extLst>
          </p:cNvPr>
          <p:cNvSpPr/>
          <p:nvPr/>
        </p:nvSpPr>
        <p:spPr>
          <a:xfrm>
            <a:off x="1552989" y="408135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59" name="矩形 258">
            <a:extLst>
              <a:ext uri="{FF2B5EF4-FFF2-40B4-BE49-F238E27FC236}">
                <a16:creationId xmlns:a16="http://schemas.microsoft.com/office/drawing/2014/main" id="{9CA39EDA-7C4A-3E06-66B0-9C532C4B940C}"/>
              </a:ext>
            </a:extLst>
          </p:cNvPr>
          <p:cNvSpPr/>
          <p:nvPr/>
        </p:nvSpPr>
        <p:spPr>
          <a:xfrm>
            <a:off x="1725215" y="408135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60" name="矩形 259">
            <a:extLst>
              <a:ext uri="{FF2B5EF4-FFF2-40B4-BE49-F238E27FC236}">
                <a16:creationId xmlns:a16="http://schemas.microsoft.com/office/drawing/2014/main" id="{6B57FF41-D3C4-BC84-509B-68D5634B2E7C}"/>
              </a:ext>
            </a:extLst>
          </p:cNvPr>
          <p:cNvSpPr/>
          <p:nvPr/>
        </p:nvSpPr>
        <p:spPr>
          <a:xfrm>
            <a:off x="1897441" y="408135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61" name="矩形 260">
            <a:extLst>
              <a:ext uri="{FF2B5EF4-FFF2-40B4-BE49-F238E27FC236}">
                <a16:creationId xmlns:a16="http://schemas.microsoft.com/office/drawing/2014/main" id="{593B3357-2960-CAD2-D942-EA245590C366}"/>
              </a:ext>
            </a:extLst>
          </p:cNvPr>
          <p:cNvSpPr/>
          <p:nvPr/>
        </p:nvSpPr>
        <p:spPr>
          <a:xfrm>
            <a:off x="2069667" y="408135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62" name="矩形 261">
            <a:extLst>
              <a:ext uri="{FF2B5EF4-FFF2-40B4-BE49-F238E27FC236}">
                <a16:creationId xmlns:a16="http://schemas.microsoft.com/office/drawing/2014/main" id="{F33EA6DE-CDD5-C02F-7216-EABE49140C0C}"/>
              </a:ext>
            </a:extLst>
          </p:cNvPr>
          <p:cNvSpPr/>
          <p:nvPr/>
        </p:nvSpPr>
        <p:spPr>
          <a:xfrm>
            <a:off x="2241893" y="408135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63" name="矩形 262">
            <a:extLst>
              <a:ext uri="{FF2B5EF4-FFF2-40B4-BE49-F238E27FC236}">
                <a16:creationId xmlns:a16="http://schemas.microsoft.com/office/drawing/2014/main" id="{2A70BE5C-7B2C-88F2-35C5-02E92B3C2F19}"/>
              </a:ext>
            </a:extLst>
          </p:cNvPr>
          <p:cNvSpPr/>
          <p:nvPr/>
        </p:nvSpPr>
        <p:spPr>
          <a:xfrm>
            <a:off x="2414119" y="408135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64" name="矩形 263">
            <a:extLst>
              <a:ext uri="{FF2B5EF4-FFF2-40B4-BE49-F238E27FC236}">
                <a16:creationId xmlns:a16="http://schemas.microsoft.com/office/drawing/2014/main" id="{31622DE8-9225-BA3C-8AAE-90B83819C6CF}"/>
              </a:ext>
            </a:extLst>
          </p:cNvPr>
          <p:cNvSpPr/>
          <p:nvPr/>
        </p:nvSpPr>
        <p:spPr>
          <a:xfrm>
            <a:off x="2583688" y="408135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65" name="矩形 264">
            <a:extLst>
              <a:ext uri="{FF2B5EF4-FFF2-40B4-BE49-F238E27FC236}">
                <a16:creationId xmlns:a16="http://schemas.microsoft.com/office/drawing/2014/main" id="{C3572FF2-C553-8925-E2BF-91A02DDB4CB0}"/>
              </a:ext>
            </a:extLst>
          </p:cNvPr>
          <p:cNvSpPr/>
          <p:nvPr/>
        </p:nvSpPr>
        <p:spPr>
          <a:xfrm>
            <a:off x="2755914" y="408135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66" name="矩形 265">
            <a:extLst>
              <a:ext uri="{FF2B5EF4-FFF2-40B4-BE49-F238E27FC236}">
                <a16:creationId xmlns:a16="http://schemas.microsoft.com/office/drawing/2014/main" id="{B30F548E-E5F1-522F-1866-26FBEEC8B248}"/>
              </a:ext>
            </a:extLst>
          </p:cNvPr>
          <p:cNvSpPr/>
          <p:nvPr/>
        </p:nvSpPr>
        <p:spPr>
          <a:xfrm>
            <a:off x="2928140" y="408135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67" name="矩形 266">
            <a:extLst>
              <a:ext uri="{FF2B5EF4-FFF2-40B4-BE49-F238E27FC236}">
                <a16:creationId xmlns:a16="http://schemas.microsoft.com/office/drawing/2014/main" id="{9DE1FCB9-7A14-FA12-89A7-0E1F3EFEE954}"/>
              </a:ext>
            </a:extLst>
          </p:cNvPr>
          <p:cNvSpPr/>
          <p:nvPr/>
        </p:nvSpPr>
        <p:spPr>
          <a:xfrm>
            <a:off x="3100366" y="408135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68" name="矩形 267">
            <a:extLst>
              <a:ext uri="{FF2B5EF4-FFF2-40B4-BE49-F238E27FC236}">
                <a16:creationId xmlns:a16="http://schemas.microsoft.com/office/drawing/2014/main" id="{308103E2-BC21-03ED-8D6C-68BF9E893C95}"/>
              </a:ext>
            </a:extLst>
          </p:cNvPr>
          <p:cNvSpPr/>
          <p:nvPr/>
        </p:nvSpPr>
        <p:spPr>
          <a:xfrm>
            <a:off x="3272592" y="408135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69" name="矩形 268">
            <a:extLst>
              <a:ext uri="{FF2B5EF4-FFF2-40B4-BE49-F238E27FC236}">
                <a16:creationId xmlns:a16="http://schemas.microsoft.com/office/drawing/2014/main" id="{31304C33-7452-D2CC-DBAC-693F3C1D4212}"/>
              </a:ext>
            </a:extLst>
          </p:cNvPr>
          <p:cNvSpPr/>
          <p:nvPr/>
        </p:nvSpPr>
        <p:spPr>
          <a:xfrm>
            <a:off x="3444818" y="4081355"/>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73" name="矩形 272">
            <a:extLst>
              <a:ext uri="{FF2B5EF4-FFF2-40B4-BE49-F238E27FC236}">
                <a16:creationId xmlns:a16="http://schemas.microsoft.com/office/drawing/2014/main" id="{FAD8BB2D-257E-68E6-2CA2-90C08D0E9F00}"/>
              </a:ext>
            </a:extLst>
          </p:cNvPr>
          <p:cNvSpPr/>
          <p:nvPr/>
        </p:nvSpPr>
        <p:spPr>
          <a:xfrm>
            <a:off x="1380763" y="4253581"/>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74" name="矩形 273">
            <a:extLst>
              <a:ext uri="{FF2B5EF4-FFF2-40B4-BE49-F238E27FC236}">
                <a16:creationId xmlns:a16="http://schemas.microsoft.com/office/drawing/2014/main" id="{FC354FBE-A4C2-33CE-C85F-97E0522204B3}"/>
              </a:ext>
            </a:extLst>
          </p:cNvPr>
          <p:cNvSpPr/>
          <p:nvPr/>
        </p:nvSpPr>
        <p:spPr>
          <a:xfrm>
            <a:off x="1552989" y="4253581"/>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75" name="矩形 274">
            <a:extLst>
              <a:ext uri="{FF2B5EF4-FFF2-40B4-BE49-F238E27FC236}">
                <a16:creationId xmlns:a16="http://schemas.microsoft.com/office/drawing/2014/main" id="{FC97E59B-5497-9B50-5C84-1B14D39243A4}"/>
              </a:ext>
            </a:extLst>
          </p:cNvPr>
          <p:cNvSpPr/>
          <p:nvPr/>
        </p:nvSpPr>
        <p:spPr>
          <a:xfrm>
            <a:off x="1725215" y="4253581"/>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76" name="矩形 275">
            <a:extLst>
              <a:ext uri="{FF2B5EF4-FFF2-40B4-BE49-F238E27FC236}">
                <a16:creationId xmlns:a16="http://schemas.microsoft.com/office/drawing/2014/main" id="{1A2B2F5A-A4DC-5A8F-0081-327561941EEE}"/>
              </a:ext>
            </a:extLst>
          </p:cNvPr>
          <p:cNvSpPr/>
          <p:nvPr/>
        </p:nvSpPr>
        <p:spPr>
          <a:xfrm>
            <a:off x="1897441" y="4253581"/>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77" name="矩形 276">
            <a:extLst>
              <a:ext uri="{FF2B5EF4-FFF2-40B4-BE49-F238E27FC236}">
                <a16:creationId xmlns:a16="http://schemas.microsoft.com/office/drawing/2014/main" id="{1E609464-0E41-6861-41AF-B70B8751B6C7}"/>
              </a:ext>
            </a:extLst>
          </p:cNvPr>
          <p:cNvSpPr/>
          <p:nvPr/>
        </p:nvSpPr>
        <p:spPr>
          <a:xfrm>
            <a:off x="2069667" y="4253581"/>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78" name="矩形 277">
            <a:extLst>
              <a:ext uri="{FF2B5EF4-FFF2-40B4-BE49-F238E27FC236}">
                <a16:creationId xmlns:a16="http://schemas.microsoft.com/office/drawing/2014/main" id="{245CAD8D-17EE-D592-8ED0-605A38F65702}"/>
              </a:ext>
            </a:extLst>
          </p:cNvPr>
          <p:cNvSpPr/>
          <p:nvPr/>
        </p:nvSpPr>
        <p:spPr>
          <a:xfrm>
            <a:off x="2241893" y="4253581"/>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79" name="矩形 278">
            <a:extLst>
              <a:ext uri="{FF2B5EF4-FFF2-40B4-BE49-F238E27FC236}">
                <a16:creationId xmlns:a16="http://schemas.microsoft.com/office/drawing/2014/main" id="{5285568B-35F0-C353-0391-95A82A3C61E5}"/>
              </a:ext>
            </a:extLst>
          </p:cNvPr>
          <p:cNvSpPr/>
          <p:nvPr/>
        </p:nvSpPr>
        <p:spPr>
          <a:xfrm>
            <a:off x="2414119" y="4253581"/>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80" name="矩形 279">
            <a:extLst>
              <a:ext uri="{FF2B5EF4-FFF2-40B4-BE49-F238E27FC236}">
                <a16:creationId xmlns:a16="http://schemas.microsoft.com/office/drawing/2014/main" id="{01EB4774-C78C-53B2-69A0-81E88B966AD0}"/>
              </a:ext>
            </a:extLst>
          </p:cNvPr>
          <p:cNvSpPr/>
          <p:nvPr/>
        </p:nvSpPr>
        <p:spPr>
          <a:xfrm>
            <a:off x="2583688" y="4253581"/>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81" name="矩形 280">
            <a:extLst>
              <a:ext uri="{FF2B5EF4-FFF2-40B4-BE49-F238E27FC236}">
                <a16:creationId xmlns:a16="http://schemas.microsoft.com/office/drawing/2014/main" id="{7BBBC64B-7A97-A95A-9226-092D718D2C31}"/>
              </a:ext>
            </a:extLst>
          </p:cNvPr>
          <p:cNvSpPr/>
          <p:nvPr/>
        </p:nvSpPr>
        <p:spPr>
          <a:xfrm>
            <a:off x="2755914" y="4253581"/>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82" name="矩形 281">
            <a:extLst>
              <a:ext uri="{FF2B5EF4-FFF2-40B4-BE49-F238E27FC236}">
                <a16:creationId xmlns:a16="http://schemas.microsoft.com/office/drawing/2014/main" id="{34C86712-B62E-6045-89D9-B1C21C178D93}"/>
              </a:ext>
            </a:extLst>
          </p:cNvPr>
          <p:cNvSpPr/>
          <p:nvPr/>
        </p:nvSpPr>
        <p:spPr>
          <a:xfrm>
            <a:off x="2928140" y="4253581"/>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83" name="矩形 282">
            <a:extLst>
              <a:ext uri="{FF2B5EF4-FFF2-40B4-BE49-F238E27FC236}">
                <a16:creationId xmlns:a16="http://schemas.microsoft.com/office/drawing/2014/main" id="{0F4DEAB9-0624-57EF-4C1E-A7A34B6362F4}"/>
              </a:ext>
            </a:extLst>
          </p:cNvPr>
          <p:cNvSpPr/>
          <p:nvPr/>
        </p:nvSpPr>
        <p:spPr>
          <a:xfrm>
            <a:off x="3100366" y="4253581"/>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84" name="矩形 283">
            <a:extLst>
              <a:ext uri="{FF2B5EF4-FFF2-40B4-BE49-F238E27FC236}">
                <a16:creationId xmlns:a16="http://schemas.microsoft.com/office/drawing/2014/main" id="{8522A5EB-9B90-3D7F-0F63-468D66917678}"/>
              </a:ext>
            </a:extLst>
          </p:cNvPr>
          <p:cNvSpPr/>
          <p:nvPr/>
        </p:nvSpPr>
        <p:spPr>
          <a:xfrm>
            <a:off x="3272592" y="4253581"/>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85" name="矩形 284">
            <a:extLst>
              <a:ext uri="{FF2B5EF4-FFF2-40B4-BE49-F238E27FC236}">
                <a16:creationId xmlns:a16="http://schemas.microsoft.com/office/drawing/2014/main" id="{0C172E08-E85F-7953-9F66-B6874A2FAEA3}"/>
              </a:ext>
            </a:extLst>
          </p:cNvPr>
          <p:cNvSpPr/>
          <p:nvPr/>
        </p:nvSpPr>
        <p:spPr>
          <a:xfrm>
            <a:off x="3444818" y="4253581"/>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255" name="Picture 2" descr="Pop! Wall-E (Facet) — Double Boxed Toys">
            <a:extLst>
              <a:ext uri="{FF2B5EF4-FFF2-40B4-BE49-F238E27FC236}">
                <a16:creationId xmlns:a16="http://schemas.microsoft.com/office/drawing/2014/main" id="{C02D4DBC-2832-4D48-FA12-A0E1E792568A}"/>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2782" t="8914" r="12960" b="8907"/>
          <a:stretch/>
        </p:blipFill>
        <p:spPr bwMode="auto">
          <a:xfrm>
            <a:off x="3255816" y="2973290"/>
            <a:ext cx="205778" cy="227729"/>
          </a:xfrm>
          <a:prstGeom prst="rect">
            <a:avLst/>
          </a:prstGeom>
          <a:noFill/>
          <a:extLst>
            <a:ext uri="{909E8E84-426E-40DD-AFC4-6F175D3DCCD1}">
              <a14:hiddenFill xmlns:a14="http://schemas.microsoft.com/office/drawing/2010/main">
                <a:solidFill>
                  <a:srgbClr val="FFFFFF"/>
                </a:solidFill>
              </a14:hiddenFill>
            </a:ext>
          </a:extLst>
        </p:spPr>
      </p:pic>
      <p:sp>
        <p:nvSpPr>
          <p:cNvPr id="256" name="文本框 255">
            <a:extLst>
              <a:ext uri="{FF2B5EF4-FFF2-40B4-BE49-F238E27FC236}">
                <a16:creationId xmlns:a16="http://schemas.microsoft.com/office/drawing/2014/main" id="{3CB231BF-7158-0B15-B2BF-2557221FB75E}"/>
              </a:ext>
            </a:extLst>
          </p:cNvPr>
          <p:cNvSpPr txBox="1"/>
          <p:nvPr/>
        </p:nvSpPr>
        <p:spPr>
          <a:xfrm>
            <a:off x="1878044" y="4478016"/>
            <a:ext cx="1222322" cy="338554"/>
          </a:xfrm>
          <a:prstGeom prst="rect">
            <a:avLst/>
          </a:prstGeom>
          <a:noFill/>
        </p:spPr>
        <p:txBody>
          <a:bodyPr wrap="none" rtlCol="0">
            <a:spAutoFit/>
          </a:bodyPr>
          <a:lstStyle/>
          <a:p>
            <a:r>
              <a:rPr lang="en-GB" sz="1600" dirty="0">
                <a:solidFill>
                  <a:srgbClr val="003399"/>
                </a:solidFill>
              </a:rPr>
              <a:t>real</a:t>
            </a:r>
            <a:r>
              <a:rPr lang="zh-CN" altLang="en-US" sz="1600" dirty="0">
                <a:solidFill>
                  <a:srgbClr val="003399"/>
                </a:solidFill>
              </a:rPr>
              <a:t> </a:t>
            </a:r>
            <a:r>
              <a:rPr lang="en-GB" altLang="zh-CN" sz="1600" dirty="0">
                <a:solidFill>
                  <a:srgbClr val="003399"/>
                </a:solidFill>
              </a:rPr>
              <a:t>position</a:t>
            </a:r>
            <a:endParaRPr lang="en-GB" sz="1600" dirty="0">
              <a:solidFill>
                <a:srgbClr val="003399"/>
              </a:solidFill>
            </a:endParaRPr>
          </a:p>
        </p:txBody>
      </p:sp>
      <p:sp>
        <p:nvSpPr>
          <p:cNvPr id="270" name="文本框 269">
            <a:extLst>
              <a:ext uri="{FF2B5EF4-FFF2-40B4-BE49-F238E27FC236}">
                <a16:creationId xmlns:a16="http://schemas.microsoft.com/office/drawing/2014/main" id="{089768A6-2E30-A334-7BD6-C6C4CBB601D7}"/>
              </a:ext>
            </a:extLst>
          </p:cNvPr>
          <p:cNvSpPr txBox="1"/>
          <p:nvPr/>
        </p:nvSpPr>
        <p:spPr>
          <a:xfrm>
            <a:off x="5020256" y="4478016"/>
            <a:ext cx="1737976" cy="338554"/>
          </a:xfrm>
          <a:prstGeom prst="rect">
            <a:avLst/>
          </a:prstGeom>
          <a:noFill/>
        </p:spPr>
        <p:txBody>
          <a:bodyPr wrap="none" rtlCol="0">
            <a:spAutoFit/>
          </a:bodyPr>
          <a:lstStyle/>
          <a:p>
            <a:r>
              <a:rPr lang="en-GB" sz="1600" dirty="0">
                <a:solidFill>
                  <a:schemeClr val="accent4"/>
                </a:solidFill>
              </a:rPr>
              <a:t>estimated</a:t>
            </a:r>
            <a:r>
              <a:rPr lang="zh-CN" altLang="en-US" sz="1600" dirty="0">
                <a:solidFill>
                  <a:schemeClr val="accent4"/>
                </a:solidFill>
              </a:rPr>
              <a:t> </a:t>
            </a:r>
            <a:r>
              <a:rPr lang="en-GB" altLang="zh-CN" sz="1600" dirty="0">
                <a:solidFill>
                  <a:schemeClr val="accent4"/>
                </a:solidFill>
              </a:rPr>
              <a:t>position</a:t>
            </a:r>
            <a:endParaRPr lang="en-GB" sz="1600" dirty="0">
              <a:solidFill>
                <a:schemeClr val="accent4"/>
              </a:solidFill>
            </a:endParaRPr>
          </a:p>
        </p:txBody>
      </p:sp>
      <p:grpSp>
        <p:nvGrpSpPr>
          <p:cNvPr id="30420" name="组合 30419">
            <a:extLst>
              <a:ext uri="{FF2B5EF4-FFF2-40B4-BE49-F238E27FC236}">
                <a16:creationId xmlns:a16="http://schemas.microsoft.com/office/drawing/2014/main" id="{D8EA1AC0-A222-2287-8FA0-BB81371A4068}"/>
              </a:ext>
            </a:extLst>
          </p:cNvPr>
          <p:cNvGrpSpPr/>
          <p:nvPr/>
        </p:nvGrpSpPr>
        <p:grpSpPr>
          <a:xfrm>
            <a:off x="4760586" y="2186869"/>
            <a:ext cx="2237610" cy="2238938"/>
            <a:chOff x="9649644" y="1885572"/>
            <a:chExt cx="2237610" cy="2238938"/>
          </a:xfrm>
        </p:grpSpPr>
        <p:sp>
          <p:nvSpPr>
            <p:cNvPr id="30421" name="矩形 30420">
              <a:extLst>
                <a:ext uri="{FF2B5EF4-FFF2-40B4-BE49-F238E27FC236}">
                  <a16:creationId xmlns:a16="http://schemas.microsoft.com/office/drawing/2014/main" id="{66C66BB2-DCEE-6D2A-B836-F84E16746E94}"/>
                </a:ext>
              </a:extLst>
            </p:cNvPr>
            <p:cNvSpPr/>
            <p:nvPr/>
          </p:nvSpPr>
          <p:spPr>
            <a:xfrm>
              <a:off x="9649644" y="1885572"/>
              <a:ext cx="2237609" cy="2238938"/>
            </a:xfrm>
            <a:prstGeom prst="rect">
              <a:avLst/>
            </a:prstGeom>
            <a:solidFill>
              <a:schemeClr val="bg1"/>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422" name="矩形 30421">
              <a:extLst>
                <a:ext uri="{FF2B5EF4-FFF2-40B4-BE49-F238E27FC236}">
                  <a16:creationId xmlns:a16="http://schemas.microsoft.com/office/drawing/2014/main" id="{5E252706-FDE9-729D-01CA-C7F75EE649EA}"/>
                </a:ext>
              </a:extLst>
            </p:cNvPr>
            <p:cNvSpPr/>
            <p:nvPr/>
          </p:nvSpPr>
          <p:spPr>
            <a:xfrm>
              <a:off x="9650973" y="1885572"/>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423" name="矩形 30422">
              <a:extLst>
                <a:ext uri="{FF2B5EF4-FFF2-40B4-BE49-F238E27FC236}">
                  <a16:creationId xmlns:a16="http://schemas.microsoft.com/office/drawing/2014/main" id="{AD6A6204-91A3-21EA-080F-F41DDD52D643}"/>
                </a:ext>
              </a:extLst>
            </p:cNvPr>
            <p:cNvSpPr/>
            <p:nvPr/>
          </p:nvSpPr>
          <p:spPr>
            <a:xfrm>
              <a:off x="9823199" y="1885572"/>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424" name="矩形 30423">
              <a:extLst>
                <a:ext uri="{FF2B5EF4-FFF2-40B4-BE49-F238E27FC236}">
                  <a16:creationId xmlns:a16="http://schemas.microsoft.com/office/drawing/2014/main" id="{4804B788-D17A-9368-ED15-8695DE54251F}"/>
                </a:ext>
              </a:extLst>
            </p:cNvPr>
            <p:cNvSpPr/>
            <p:nvPr/>
          </p:nvSpPr>
          <p:spPr>
            <a:xfrm>
              <a:off x="9995425" y="1885572"/>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425" name="矩形 30424">
              <a:extLst>
                <a:ext uri="{FF2B5EF4-FFF2-40B4-BE49-F238E27FC236}">
                  <a16:creationId xmlns:a16="http://schemas.microsoft.com/office/drawing/2014/main" id="{445233E6-C010-F53B-1CBE-BACFF780D6D6}"/>
                </a:ext>
              </a:extLst>
            </p:cNvPr>
            <p:cNvSpPr/>
            <p:nvPr/>
          </p:nvSpPr>
          <p:spPr>
            <a:xfrm>
              <a:off x="10167651" y="1885572"/>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426" name="矩形 30425">
              <a:extLst>
                <a:ext uri="{FF2B5EF4-FFF2-40B4-BE49-F238E27FC236}">
                  <a16:creationId xmlns:a16="http://schemas.microsoft.com/office/drawing/2014/main" id="{6FCC3793-6C5A-CC5A-1A22-0F214C6B9F22}"/>
                </a:ext>
              </a:extLst>
            </p:cNvPr>
            <p:cNvSpPr/>
            <p:nvPr/>
          </p:nvSpPr>
          <p:spPr>
            <a:xfrm>
              <a:off x="10339877" y="1885572"/>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427" name="矩形 30426">
              <a:extLst>
                <a:ext uri="{FF2B5EF4-FFF2-40B4-BE49-F238E27FC236}">
                  <a16:creationId xmlns:a16="http://schemas.microsoft.com/office/drawing/2014/main" id="{B4F419C6-E7B0-7845-5D69-A860E2EF18E6}"/>
                </a:ext>
              </a:extLst>
            </p:cNvPr>
            <p:cNvSpPr/>
            <p:nvPr/>
          </p:nvSpPr>
          <p:spPr>
            <a:xfrm>
              <a:off x="10512103" y="1885572"/>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428" name="矩形 30427">
              <a:extLst>
                <a:ext uri="{FF2B5EF4-FFF2-40B4-BE49-F238E27FC236}">
                  <a16:creationId xmlns:a16="http://schemas.microsoft.com/office/drawing/2014/main" id="{EB624141-C8D6-D05B-F9C2-7AA7DEAC4DA9}"/>
                </a:ext>
              </a:extLst>
            </p:cNvPr>
            <p:cNvSpPr/>
            <p:nvPr/>
          </p:nvSpPr>
          <p:spPr>
            <a:xfrm>
              <a:off x="10684329" y="1885572"/>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429" name="矩形 30428">
              <a:extLst>
                <a:ext uri="{FF2B5EF4-FFF2-40B4-BE49-F238E27FC236}">
                  <a16:creationId xmlns:a16="http://schemas.microsoft.com/office/drawing/2014/main" id="{C9259137-7F33-E609-920D-167F783EC629}"/>
                </a:ext>
              </a:extLst>
            </p:cNvPr>
            <p:cNvSpPr/>
            <p:nvPr/>
          </p:nvSpPr>
          <p:spPr>
            <a:xfrm>
              <a:off x="10853898" y="1885572"/>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430" name="矩形 30429">
              <a:extLst>
                <a:ext uri="{FF2B5EF4-FFF2-40B4-BE49-F238E27FC236}">
                  <a16:creationId xmlns:a16="http://schemas.microsoft.com/office/drawing/2014/main" id="{A06F8179-ACC7-2FA4-EAC5-1DFA846F986D}"/>
                </a:ext>
              </a:extLst>
            </p:cNvPr>
            <p:cNvSpPr/>
            <p:nvPr/>
          </p:nvSpPr>
          <p:spPr>
            <a:xfrm>
              <a:off x="11026124" y="1885572"/>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431" name="矩形 30430">
              <a:extLst>
                <a:ext uri="{FF2B5EF4-FFF2-40B4-BE49-F238E27FC236}">
                  <a16:creationId xmlns:a16="http://schemas.microsoft.com/office/drawing/2014/main" id="{8E8CA0CB-595D-81A2-A9D9-5867830E7C47}"/>
                </a:ext>
              </a:extLst>
            </p:cNvPr>
            <p:cNvSpPr/>
            <p:nvPr/>
          </p:nvSpPr>
          <p:spPr>
            <a:xfrm>
              <a:off x="11198350" y="1885572"/>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432" name="矩形 30431">
              <a:extLst>
                <a:ext uri="{FF2B5EF4-FFF2-40B4-BE49-F238E27FC236}">
                  <a16:creationId xmlns:a16="http://schemas.microsoft.com/office/drawing/2014/main" id="{81857721-6350-E8B0-EAF8-5A4C3075EBA3}"/>
                </a:ext>
              </a:extLst>
            </p:cNvPr>
            <p:cNvSpPr/>
            <p:nvPr/>
          </p:nvSpPr>
          <p:spPr>
            <a:xfrm>
              <a:off x="11370576" y="1885572"/>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433" name="矩形 30432">
              <a:extLst>
                <a:ext uri="{FF2B5EF4-FFF2-40B4-BE49-F238E27FC236}">
                  <a16:creationId xmlns:a16="http://schemas.microsoft.com/office/drawing/2014/main" id="{01FFE918-9CDE-58A2-4381-06E93523FB26}"/>
                </a:ext>
              </a:extLst>
            </p:cNvPr>
            <p:cNvSpPr/>
            <p:nvPr/>
          </p:nvSpPr>
          <p:spPr>
            <a:xfrm>
              <a:off x="11542802" y="1885572"/>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434" name="矩形 30433">
              <a:extLst>
                <a:ext uri="{FF2B5EF4-FFF2-40B4-BE49-F238E27FC236}">
                  <a16:creationId xmlns:a16="http://schemas.microsoft.com/office/drawing/2014/main" id="{75FA9E86-DDDA-AE1A-032A-30F15814A2A4}"/>
                </a:ext>
              </a:extLst>
            </p:cNvPr>
            <p:cNvSpPr/>
            <p:nvPr/>
          </p:nvSpPr>
          <p:spPr>
            <a:xfrm>
              <a:off x="11715028" y="1885572"/>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435" name="矩形 30434">
              <a:extLst>
                <a:ext uri="{FF2B5EF4-FFF2-40B4-BE49-F238E27FC236}">
                  <a16:creationId xmlns:a16="http://schemas.microsoft.com/office/drawing/2014/main" id="{626D7E17-7F0E-8B46-A13B-B5D3DDC2EDD6}"/>
                </a:ext>
              </a:extLst>
            </p:cNvPr>
            <p:cNvSpPr/>
            <p:nvPr/>
          </p:nvSpPr>
          <p:spPr>
            <a:xfrm>
              <a:off x="9650973" y="2057798"/>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436" name="矩形 30435">
              <a:extLst>
                <a:ext uri="{FF2B5EF4-FFF2-40B4-BE49-F238E27FC236}">
                  <a16:creationId xmlns:a16="http://schemas.microsoft.com/office/drawing/2014/main" id="{345CB45E-CA00-35C5-8FC7-37A3FEB52413}"/>
                </a:ext>
              </a:extLst>
            </p:cNvPr>
            <p:cNvSpPr/>
            <p:nvPr/>
          </p:nvSpPr>
          <p:spPr>
            <a:xfrm>
              <a:off x="10512103" y="2057798"/>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437" name="矩形 30436">
              <a:extLst>
                <a:ext uri="{FF2B5EF4-FFF2-40B4-BE49-F238E27FC236}">
                  <a16:creationId xmlns:a16="http://schemas.microsoft.com/office/drawing/2014/main" id="{9E846D1B-7984-A91F-9E6F-36C14D71A327}"/>
                </a:ext>
              </a:extLst>
            </p:cNvPr>
            <p:cNvSpPr/>
            <p:nvPr/>
          </p:nvSpPr>
          <p:spPr>
            <a:xfrm>
              <a:off x="10684329" y="2057798"/>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438" name="矩形 30437">
              <a:extLst>
                <a:ext uri="{FF2B5EF4-FFF2-40B4-BE49-F238E27FC236}">
                  <a16:creationId xmlns:a16="http://schemas.microsoft.com/office/drawing/2014/main" id="{E4D089A7-FD1F-8A5A-DDD7-75EAD327B5CF}"/>
                </a:ext>
              </a:extLst>
            </p:cNvPr>
            <p:cNvSpPr/>
            <p:nvPr/>
          </p:nvSpPr>
          <p:spPr>
            <a:xfrm>
              <a:off x="10853898" y="2057798"/>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439" name="矩形 30438">
              <a:extLst>
                <a:ext uri="{FF2B5EF4-FFF2-40B4-BE49-F238E27FC236}">
                  <a16:creationId xmlns:a16="http://schemas.microsoft.com/office/drawing/2014/main" id="{38DD38EF-BD1F-35C6-4999-A0C725989D46}"/>
                </a:ext>
              </a:extLst>
            </p:cNvPr>
            <p:cNvSpPr/>
            <p:nvPr/>
          </p:nvSpPr>
          <p:spPr>
            <a:xfrm>
              <a:off x="11715028" y="2057798"/>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440" name="矩形 30439">
              <a:extLst>
                <a:ext uri="{FF2B5EF4-FFF2-40B4-BE49-F238E27FC236}">
                  <a16:creationId xmlns:a16="http://schemas.microsoft.com/office/drawing/2014/main" id="{BA865D50-1A3A-965C-F1DD-E607FDC2201D}"/>
                </a:ext>
              </a:extLst>
            </p:cNvPr>
            <p:cNvSpPr/>
            <p:nvPr/>
          </p:nvSpPr>
          <p:spPr>
            <a:xfrm>
              <a:off x="9650973" y="2230024"/>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441" name="矩形 30440">
              <a:extLst>
                <a:ext uri="{FF2B5EF4-FFF2-40B4-BE49-F238E27FC236}">
                  <a16:creationId xmlns:a16="http://schemas.microsoft.com/office/drawing/2014/main" id="{87757BAB-CBA5-5D7C-6DA0-68F48ACE0A05}"/>
                </a:ext>
              </a:extLst>
            </p:cNvPr>
            <p:cNvSpPr/>
            <p:nvPr/>
          </p:nvSpPr>
          <p:spPr>
            <a:xfrm>
              <a:off x="10512103" y="2230024"/>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442" name="矩形 30441">
              <a:extLst>
                <a:ext uri="{FF2B5EF4-FFF2-40B4-BE49-F238E27FC236}">
                  <a16:creationId xmlns:a16="http://schemas.microsoft.com/office/drawing/2014/main" id="{BFC45105-4E65-EEDE-E6A6-0577B5A607D1}"/>
                </a:ext>
              </a:extLst>
            </p:cNvPr>
            <p:cNvSpPr/>
            <p:nvPr/>
          </p:nvSpPr>
          <p:spPr>
            <a:xfrm>
              <a:off x="10684329" y="2230024"/>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443" name="矩形 30442">
              <a:extLst>
                <a:ext uri="{FF2B5EF4-FFF2-40B4-BE49-F238E27FC236}">
                  <a16:creationId xmlns:a16="http://schemas.microsoft.com/office/drawing/2014/main" id="{2C6ADF63-FC72-8EA5-3887-A57BDA1CFEF9}"/>
                </a:ext>
              </a:extLst>
            </p:cNvPr>
            <p:cNvSpPr/>
            <p:nvPr/>
          </p:nvSpPr>
          <p:spPr>
            <a:xfrm>
              <a:off x="10853898" y="2230024"/>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444" name="矩形 30443">
              <a:extLst>
                <a:ext uri="{FF2B5EF4-FFF2-40B4-BE49-F238E27FC236}">
                  <a16:creationId xmlns:a16="http://schemas.microsoft.com/office/drawing/2014/main" id="{F1075999-4EAC-E8C4-506A-D6CF1B925A9A}"/>
                </a:ext>
              </a:extLst>
            </p:cNvPr>
            <p:cNvSpPr/>
            <p:nvPr/>
          </p:nvSpPr>
          <p:spPr>
            <a:xfrm>
              <a:off x="11715028" y="2230024"/>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445" name="矩形 30444">
              <a:extLst>
                <a:ext uri="{FF2B5EF4-FFF2-40B4-BE49-F238E27FC236}">
                  <a16:creationId xmlns:a16="http://schemas.microsoft.com/office/drawing/2014/main" id="{2AB699C5-F7EF-DCD4-1545-054D4F03C7DE}"/>
                </a:ext>
              </a:extLst>
            </p:cNvPr>
            <p:cNvSpPr/>
            <p:nvPr/>
          </p:nvSpPr>
          <p:spPr>
            <a:xfrm>
              <a:off x="9650973" y="2402250"/>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446" name="矩形 30445">
              <a:extLst>
                <a:ext uri="{FF2B5EF4-FFF2-40B4-BE49-F238E27FC236}">
                  <a16:creationId xmlns:a16="http://schemas.microsoft.com/office/drawing/2014/main" id="{68BF57DC-7D68-1D5C-C1B1-5F88B4474C18}"/>
                </a:ext>
              </a:extLst>
            </p:cNvPr>
            <p:cNvSpPr/>
            <p:nvPr/>
          </p:nvSpPr>
          <p:spPr>
            <a:xfrm>
              <a:off x="10512103" y="2402250"/>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447" name="矩形 30446">
              <a:extLst>
                <a:ext uri="{FF2B5EF4-FFF2-40B4-BE49-F238E27FC236}">
                  <a16:creationId xmlns:a16="http://schemas.microsoft.com/office/drawing/2014/main" id="{69B68959-AD43-DAB6-EF72-471A47F57ADC}"/>
                </a:ext>
              </a:extLst>
            </p:cNvPr>
            <p:cNvSpPr/>
            <p:nvPr/>
          </p:nvSpPr>
          <p:spPr>
            <a:xfrm>
              <a:off x="10684329" y="2402250"/>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448" name="矩形 30447">
              <a:extLst>
                <a:ext uri="{FF2B5EF4-FFF2-40B4-BE49-F238E27FC236}">
                  <a16:creationId xmlns:a16="http://schemas.microsoft.com/office/drawing/2014/main" id="{B9D6FC14-458B-3675-293A-F9F5B0EA4DD2}"/>
                </a:ext>
              </a:extLst>
            </p:cNvPr>
            <p:cNvSpPr/>
            <p:nvPr/>
          </p:nvSpPr>
          <p:spPr>
            <a:xfrm>
              <a:off x="10853898" y="2402250"/>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449" name="矩形 30448">
              <a:extLst>
                <a:ext uri="{FF2B5EF4-FFF2-40B4-BE49-F238E27FC236}">
                  <a16:creationId xmlns:a16="http://schemas.microsoft.com/office/drawing/2014/main" id="{69B16593-2CC7-66B1-4375-17F93360262C}"/>
                </a:ext>
              </a:extLst>
            </p:cNvPr>
            <p:cNvSpPr/>
            <p:nvPr/>
          </p:nvSpPr>
          <p:spPr>
            <a:xfrm>
              <a:off x="11715028" y="2402250"/>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450" name="矩形 30449">
              <a:extLst>
                <a:ext uri="{FF2B5EF4-FFF2-40B4-BE49-F238E27FC236}">
                  <a16:creationId xmlns:a16="http://schemas.microsoft.com/office/drawing/2014/main" id="{649305DD-D668-32C8-211D-5E7CCA8F77BC}"/>
                </a:ext>
              </a:extLst>
            </p:cNvPr>
            <p:cNvSpPr/>
            <p:nvPr/>
          </p:nvSpPr>
          <p:spPr>
            <a:xfrm>
              <a:off x="9650973" y="2574476"/>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451" name="矩形 30450">
              <a:extLst>
                <a:ext uri="{FF2B5EF4-FFF2-40B4-BE49-F238E27FC236}">
                  <a16:creationId xmlns:a16="http://schemas.microsoft.com/office/drawing/2014/main" id="{12AA5B3A-DAE7-D37F-6091-8756070C3015}"/>
                </a:ext>
              </a:extLst>
            </p:cNvPr>
            <p:cNvSpPr/>
            <p:nvPr/>
          </p:nvSpPr>
          <p:spPr>
            <a:xfrm>
              <a:off x="10512103" y="2574476"/>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452" name="矩形 30451">
              <a:extLst>
                <a:ext uri="{FF2B5EF4-FFF2-40B4-BE49-F238E27FC236}">
                  <a16:creationId xmlns:a16="http://schemas.microsoft.com/office/drawing/2014/main" id="{CAE4393C-2DC7-A69A-C06A-00CB007E0B02}"/>
                </a:ext>
              </a:extLst>
            </p:cNvPr>
            <p:cNvSpPr/>
            <p:nvPr/>
          </p:nvSpPr>
          <p:spPr>
            <a:xfrm>
              <a:off x="10684329" y="2574476"/>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453" name="矩形 30452">
              <a:extLst>
                <a:ext uri="{FF2B5EF4-FFF2-40B4-BE49-F238E27FC236}">
                  <a16:creationId xmlns:a16="http://schemas.microsoft.com/office/drawing/2014/main" id="{94AC10EB-20A8-D62E-199D-6F305731A871}"/>
                </a:ext>
              </a:extLst>
            </p:cNvPr>
            <p:cNvSpPr/>
            <p:nvPr/>
          </p:nvSpPr>
          <p:spPr>
            <a:xfrm>
              <a:off x="10853898" y="2574476"/>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454" name="矩形 30453">
              <a:extLst>
                <a:ext uri="{FF2B5EF4-FFF2-40B4-BE49-F238E27FC236}">
                  <a16:creationId xmlns:a16="http://schemas.microsoft.com/office/drawing/2014/main" id="{B976C4A7-BFBC-8AA8-16C9-83F5F3391897}"/>
                </a:ext>
              </a:extLst>
            </p:cNvPr>
            <p:cNvSpPr/>
            <p:nvPr/>
          </p:nvSpPr>
          <p:spPr>
            <a:xfrm>
              <a:off x="11715028" y="2574476"/>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455" name="矩形 30454">
              <a:extLst>
                <a:ext uri="{FF2B5EF4-FFF2-40B4-BE49-F238E27FC236}">
                  <a16:creationId xmlns:a16="http://schemas.microsoft.com/office/drawing/2014/main" id="{033FAA18-A833-095C-1CE8-8BFCE38CF7C6}"/>
                </a:ext>
              </a:extLst>
            </p:cNvPr>
            <p:cNvSpPr/>
            <p:nvPr/>
          </p:nvSpPr>
          <p:spPr>
            <a:xfrm>
              <a:off x="9650973" y="2746702"/>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456" name="矩形 30455">
              <a:extLst>
                <a:ext uri="{FF2B5EF4-FFF2-40B4-BE49-F238E27FC236}">
                  <a16:creationId xmlns:a16="http://schemas.microsoft.com/office/drawing/2014/main" id="{08178850-BEB5-A74D-B86E-146804FE7F7B}"/>
                </a:ext>
              </a:extLst>
            </p:cNvPr>
            <p:cNvSpPr/>
            <p:nvPr/>
          </p:nvSpPr>
          <p:spPr>
            <a:xfrm>
              <a:off x="9823199" y="2746702"/>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457" name="矩形 30456">
              <a:extLst>
                <a:ext uri="{FF2B5EF4-FFF2-40B4-BE49-F238E27FC236}">
                  <a16:creationId xmlns:a16="http://schemas.microsoft.com/office/drawing/2014/main" id="{4D62EEE6-6AE0-090D-2950-DEFBFC9E1906}"/>
                </a:ext>
              </a:extLst>
            </p:cNvPr>
            <p:cNvSpPr/>
            <p:nvPr/>
          </p:nvSpPr>
          <p:spPr>
            <a:xfrm>
              <a:off x="9995425" y="2746702"/>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458" name="矩形 30457">
              <a:extLst>
                <a:ext uri="{FF2B5EF4-FFF2-40B4-BE49-F238E27FC236}">
                  <a16:creationId xmlns:a16="http://schemas.microsoft.com/office/drawing/2014/main" id="{EF49D34B-3737-B552-1E92-DE204F816A39}"/>
                </a:ext>
              </a:extLst>
            </p:cNvPr>
            <p:cNvSpPr/>
            <p:nvPr/>
          </p:nvSpPr>
          <p:spPr>
            <a:xfrm>
              <a:off x="10167651" y="2746702"/>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459" name="矩形 30458">
              <a:extLst>
                <a:ext uri="{FF2B5EF4-FFF2-40B4-BE49-F238E27FC236}">
                  <a16:creationId xmlns:a16="http://schemas.microsoft.com/office/drawing/2014/main" id="{E47053A1-6A78-8CE8-FAA1-B1E6ED28B3E4}"/>
                </a:ext>
              </a:extLst>
            </p:cNvPr>
            <p:cNvSpPr/>
            <p:nvPr/>
          </p:nvSpPr>
          <p:spPr>
            <a:xfrm>
              <a:off x="10339877" y="2746702"/>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460" name="矩形 30459">
              <a:extLst>
                <a:ext uri="{FF2B5EF4-FFF2-40B4-BE49-F238E27FC236}">
                  <a16:creationId xmlns:a16="http://schemas.microsoft.com/office/drawing/2014/main" id="{02961755-01CF-B4BA-35F5-E8B626D5ED0C}"/>
                </a:ext>
              </a:extLst>
            </p:cNvPr>
            <p:cNvSpPr/>
            <p:nvPr/>
          </p:nvSpPr>
          <p:spPr>
            <a:xfrm>
              <a:off x="10512103" y="2746702"/>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461" name="矩形 30460">
              <a:extLst>
                <a:ext uri="{FF2B5EF4-FFF2-40B4-BE49-F238E27FC236}">
                  <a16:creationId xmlns:a16="http://schemas.microsoft.com/office/drawing/2014/main" id="{1D197C1D-EB4B-5281-1F16-197CC2515029}"/>
                </a:ext>
              </a:extLst>
            </p:cNvPr>
            <p:cNvSpPr/>
            <p:nvPr/>
          </p:nvSpPr>
          <p:spPr>
            <a:xfrm>
              <a:off x="10684329" y="2746702"/>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462" name="矩形 30461">
              <a:extLst>
                <a:ext uri="{FF2B5EF4-FFF2-40B4-BE49-F238E27FC236}">
                  <a16:creationId xmlns:a16="http://schemas.microsoft.com/office/drawing/2014/main" id="{58CADD49-6C90-7EBD-094E-698C4BEFF5E1}"/>
                </a:ext>
              </a:extLst>
            </p:cNvPr>
            <p:cNvSpPr/>
            <p:nvPr/>
          </p:nvSpPr>
          <p:spPr>
            <a:xfrm>
              <a:off x="10853898" y="2746702"/>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463" name="矩形 30462">
              <a:extLst>
                <a:ext uri="{FF2B5EF4-FFF2-40B4-BE49-F238E27FC236}">
                  <a16:creationId xmlns:a16="http://schemas.microsoft.com/office/drawing/2014/main" id="{469ED53B-3A32-ADAD-4B18-3EE7A3D01B95}"/>
                </a:ext>
              </a:extLst>
            </p:cNvPr>
            <p:cNvSpPr/>
            <p:nvPr/>
          </p:nvSpPr>
          <p:spPr>
            <a:xfrm>
              <a:off x="11026124" y="2746702"/>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464" name="矩形 30463">
              <a:extLst>
                <a:ext uri="{FF2B5EF4-FFF2-40B4-BE49-F238E27FC236}">
                  <a16:creationId xmlns:a16="http://schemas.microsoft.com/office/drawing/2014/main" id="{264A2E84-F270-D0F4-AB6D-050701AFE1E5}"/>
                </a:ext>
              </a:extLst>
            </p:cNvPr>
            <p:cNvSpPr/>
            <p:nvPr/>
          </p:nvSpPr>
          <p:spPr>
            <a:xfrm>
              <a:off x="11198350" y="2746702"/>
              <a:ext cx="172226" cy="172226"/>
            </a:xfrm>
            <a:prstGeom prst="rect">
              <a:avLst/>
            </a:prstGeom>
            <a:solidFill>
              <a:schemeClr val="bg1">
                <a:alpha val="1248"/>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465" name="矩形 30464">
              <a:extLst>
                <a:ext uri="{FF2B5EF4-FFF2-40B4-BE49-F238E27FC236}">
                  <a16:creationId xmlns:a16="http://schemas.microsoft.com/office/drawing/2014/main" id="{A373C0CC-541F-F87A-5ADF-68B3CB471BC3}"/>
                </a:ext>
              </a:extLst>
            </p:cNvPr>
            <p:cNvSpPr/>
            <p:nvPr/>
          </p:nvSpPr>
          <p:spPr>
            <a:xfrm>
              <a:off x="11370576" y="2746702"/>
              <a:ext cx="172226" cy="172226"/>
            </a:xfrm>
            <a:prstGeom prst="rect">
              <a:avLst/>
            </a:prstGeom>
            <a:solidFill>
              <a:schemeClr val="bg1">
                <a:alpha val="1248"/>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466" name="矩形 30465">
              <a:extLst>
                <a:ext uri="{FF2B5EF4-FFF2-40B4-BE49-F238E27FC236}">
                  <a16:creationId xmlns:a16="http://schemas.microsoft.com/office/drawing/2014/main" id="{09AEE78A-E456-3F59-F3CA-17C07E659AA1}"/>
                </a:ext>
              </a:extLst>
            </p:cNvPr>
            <p:cNvSpPr/>
            <p:nvPr/>
          </p:nvSpPr>
          <p:spPr>
            <a:xfrm>
              <a:off x="11542802" y="2746702"/>
              <a:ext cx="172226" cy="172226"/>
            </a:xfrm>
            <a:prstGeom prst="rect">
              <a:avLst/>
            </a:prstGeom>
            <a:solidFill>
              <a:schemeClr val="bg1">
                <a:alpha val="1248"/>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467" name="矩形 30466">
              <a:extLst>
                <a:ext uri="{FF2B5EF4-FFF2-40B4-BE49-F238E27FC236}">
                  <a16:creationId xmlns:a16="http://schemas.microsoft.com/office/drawing/2014/main" id="{37079BDD-8D7F-151B-EC66-C33EAD04401B}"/>
                </a:ext>
              </a:extLst>
            </p:cNvPr>
            <p:cNvSpPr/>
            <p:nvPr/>
          </p:nvSpPr>
          <p:spPr>
            <a:xfrm>
              <a:off x="11715028" y="2746702"/>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468" name="矩形 30467">
              <a:extLst>
                <a:ext uri="{FF2B5EF4-FFF2-40B4-BE49-F238E27FC236}">
                  <a16:creationId xmlns:a16="http://schemas.microsoft.com/office/drawing/2014/main" id="{1EA705A5-9503-C4A6-DB8D-FDCFAD15D472}"/>
                </a:ext>
              </a:extLst>
            </p:cNvPr>
            <p:cNvSpPr/>
            <p:nvPr/>
          </p:nvSpPr>
          <p:spPr>
            <a:xfrm>
              <a:off x="9650973" y="2918928"/>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469" name="矩形 30468">
              <a:extLst>
                <a:ext uri="{FF2B5EF4-FFF2-40B4-BE49-F238E27FC236}">
                  <a16:creationId xmlns:a16="http://schemas.microsoft.com/office/drawing/2014/main" id="{C2EDDEB9-21AB-E8A4-2015-A66DA900CBFA}"/>
                </a:ext>
              </a:extLst>
            </p:cNvPr>
            <p:cNvSpPr/>
            <p:nvPr/>
          </p:nvSpPr>
          <p:spPr>
            <a:xfrm>
              <a:off x="9823199" y="2918928"/>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470" name="矩形 30469">
              <a:extLst>
                <a:ext uri="{FF2B5EF4-FFF2-40B4-BE49-F238E27FC236}">
                  <a16:creationId xmlns:a16="http://schemas.microsoft.com/office/drawing/2014/main" id="{BCDB0601-1E41-F3A8-869A-D94D99C7143F}"/>
                </a:ext>
              </a:extLst>
            </p:cNvPr>
            <p:cNvSpPr/>
            <p:nvPr/>
          </p:nvSpPr>
          <p:spPr>
            <a:xfrm>
              <a:off x="9995425" y="2918928"/>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471" name="矩形 30470">
              <a:extLst>
                <a:ext uri="{FF2B5EF4-FFF2-40B4-BE49-F238E27FC236}">
                  <a16:creationId xmlns:a16="http://schemas.microsoft.com/office/drawing/2014/main" id="{9EF606A3-08F4-2099-F714-A5562ADA1F45}"/>
                </a:ext>
              </a:extLst>
            </p:cNvPr>
            <p:cNvSpPr/>
            <p:nvPr/>
          </p:nvSpPr>
          <p:spPr>
            <a:xfrm>
              <a:off x="10167651" y="2918928"/>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472" name="矩形 30471">
              <a:extLst>
                <a:ext uri="{FF2B5EF4-FFF2-40B4-BE49-F238E27FC236}">
                  <a16:creationId xmlns:a16="http://schemas.microsoft.com/office/drawing/2014/main" id="{2968C7E2-1175-5586-A62F-9D8ED2692F03}"/>
                </a:ext>
              </a:extLst>
            </p:cNvPr>
            <p:cNvSpPr/>
            <p:nvPr/>
          </p:nvSpPr>
          <p:spPr>
            <a:xfrm>
              <a:off x="10339877" y="2918928"/>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473" name="矩形 30472">
              <a:extLst>
                <a:ext uri="{FF2B5EF4-FFF2-40B4-BE49-F238E27FC236}">
                  <a16:creationId xmlns:a16="http://schemas.microsoft.com/office/drawing/2014/main" id="{92B34D27-5E47-A5A2-BC72-2AFB7B32FA3F}"/>
                </a:ext>
              </a:extLst>
            </p:cNvPr>
            <p:cNvSpPr/>
            <p:nvPr/>
          </p:nvSpPr>
          <p:spPr>
            <a:xfrm>
              <a:off x="10512103" y="2918928"/>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474" name="矩形 30473">
              <a:extLst>
                <a:ext uri="{FF2B5EF4-FFF2-40B4-BE49-F238E27FC236}">
                  <a16:creationId xmlns:a16="http://schemas.microsoft.com/office/drawing/2014/main" id="{DE71DB14-15D8-8EF3-D6EA-8DBDE9684C04}"/>
                </a:ext>
              </a:extLst>
            </p:cNvPr>
            <p:cNvSpPr/>
            <p:nvPr/>
          </p:nvSpPr>
          <p:spPr>
            <a:xfrm>
              <a:off x="10684329" y="2918928"/>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475" name="矩形 30474">
              <a:extLst>
                <a:ext uri="{FF2B5EF4-FFF2-40B4-BE49-F238E27FC236}">
                  <a16:creationId xmlns:a16="http://schemas.microsoft.com/office/drawing/2014/main" id="{32C71239-CF5B-577A-5481-809E3BDE5709}"/>
                </a:ext>
              </a:extLst>
            </p:cNvPr>
            <p:cNvSpPr/>
            <p:nvPr/>
          </p:nvSpPr>
          <p:spPr>
            <a:xfrm>
              <a:off x="11026124" y="2918928"/>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476" name="矩形 30475">
              <a:extLst>
                <a:ext uri="{FF2B5EF4-FFF2-40B4-BE49-F238E27FC236}">
                  <a16:creationId xmlns:a16="http://schemas.microsoft.com/office/drawing/2014/main" id="{9B88240C-2A44-6F0E-964E-260E915F96A5}"/>
                </a:ext>
              </a:extLst>
            </p:cNvPr>
            <p:cNvSpPr/>
            <p:nvPr/>
          </p:nvSpPr>
          <p:spPr>
            <a:xfrm>
              <a:off x="11198350" y="2918928"/>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477" name="矩形 30476">
              <a:extLst>
                <a:ext uri="{FF2B5EF4-FFF2-40B4-BE49-F238E27FC236}">
                  <a16:creationId xmlns:a16="http://schemas.microsoft.com/office/drawing/2014/main" id="{77287839-EB9F-3C24-DB57-D0DB564F1690}"/>
                </a:ext>
              </a:extLst>
            </p:cNvPr>
            <p:cNvSpPr/>
            <p:nvPr/>
          </p:nvSpPr>
          <p:spPr>
            <a:xfrm>
              <a:off x="11370576" y="2918928"/>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478" name="矩形 30477">
              <a:extLst>
                <a:ext uri="{FF2B5EF4-FFF2-40B4-BE49-F238E27FC236}">
                  <a16:creationId xmlns:a16="http://schemas.microsoft.com/office/drawing/2014/main" id="{6AD8D6E7-39BB-CD77-EE97-25819707CCBB}"/>
                </a:ext>
              </a:extLst>
            </p:cNvPr>
            <p:cNvSpPr/>
            <p:nvPr/>
          </p:nvSpPr>
          <p:spPr>
            <a:xfrm>
              <a:off x="11542802" y="2918928"/>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479" name="矩形 30478">
              <a:extLst>
                <a:ext uri="{FF2B5EF4-FFF2-40B4-BE49-F238E27FC236}">
                  <a16:creationId xmlns:a16="http://schemas.microsoft.com/office/drawing/2014/main" id="{5220E057-5266-B6A2-B91D-4BD96D8B55AB}"/>
                </a:ext>
              </a:extLst>
            </p:cNvPr>
            <p:cNvSpPr/>
            <p:nvPr/>
          </p:nvSpPr>
          <p:spPr>
            <a:xfrm>
              <a:off x="11715028" y="2918928"/>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480" name="矩形 30479">
              <a:extLst>
                <a:ext uri="{FF2B5EF4-FFF2-40B4-BE49-F238E27FC236}">
                  <a16:creationId xmlns:a16="http://schemas.microsoft.com/office/drawing/2014/main" id="{1F96D3A2-F481-29ED-68FC-7A9AA661F6A2}"/>
                </a:ext>
              </a:extLst>
            </p:cNvPr>
            <p:cNvSpPr/>
            <p:nvPr/>
          </p:nvSpPr>
          <p:spPr>
            <a:xfrm>
              <a:off x="9650973" y="3091154"/>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481" name="矩形 30480">
              <a:extLst>
                <a:ext uri="{FF2B5EF4-FFF2-40B4-BE49-F238E27FC236}">
                  <a16:creationId xmlns:a16="http://schemas.microsoft.com/office/drawing/2014/main" id="{11445346-94BF-8638-A96E-3080E8D2770C}"/>
                </a:ext>
              </a:extLst>
            </p:cNvPr>
            <p:cNvSpPr/>
            <p:nvPr/>
          </p:nvSpPr>
          <p:spPr>
            <a:xfrm>
              <a:off x="9823199" y="3091154"/>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482" name="矩形 30481">
              <a:extLst>
                <a:ext uri="{FF2B5EF4-FFF2-40B4-BE49-F238E27FC236}">
                  <a16:creationId xmlns:a16="http://schemas.microsoft.com/office/drawing/2014/main" id="{B8D271B8-C69E-E42D-4F02-521119F7FBA2}"/>
                </a:ext>
              </a:extLst>
            </p:cNvPr>
            <p:cNvSpPr/>
            <p:nvPr/>
          </p:nvSpPr>
          <p:spPr>
            <a:xfrm>
              <a:off x="9995425" y="3091154"/>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483" name="矩形 30482">
              <a:extLst>
                <a:ext uri="{FF2B5EF4-FFF2-40B4-BE49-F238E27FC236}">
                  <a16:creationId xmlns:a16="http://schemas.microsoft.com/office/drawing/2014/main" id="{0468B9E3-EE90-A452-EF44-4C1BD13BE609}"/>
                </a:ext>
              </a:extLst>
            </p:cNvPr>
            <p:cNvSpPr/>
            <p:nvPr/>
          </p:nvSpPr>
          <p:spPr>
            <a:xfrm>
              <a:off x="10167651" y="3091154"/>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484" name="矩形 30483">
              <a:extLst>
                <a:ext uri="{FF2B5EF4-FFF2-40B4-BE49-F238E27FC236}">
                  <a16:creationId xmlns:a16="http://schemas.microsoft.com/office/drawing/2014/main" id="{E3CE6BBC-F08F-E856-B526-D1BBBF465B4D}"/>
                </a:ext>
              </a:extLst>
            </p:cNvPr>
            <p:cNvSpPr/>
            <p:nvPr/>
          </p:nvSpPr>
          <p:spPr>
            <a:xfrm>
              <a:off x="10339877" y="3091154"/>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485" name="矩形 30484">
              <a:extLst>
                <a:ext uri="{FF2B5EF4-FFF2-40B4-BE49-F238E27FC236}">
                  <a16:creationId xmlns:a16="http://schemas.microsoft.com/office/drawing/2014/main" id="{6A03EB9C-BD8F-F2C3-0C5A-C5D1BAF56ADF}"/>
                </a:ext>
              </a:extLst>
            </p:cNvPr>
            <p:cNvSpPr/>
            <p:nvPr/>
          </p:nvSpPr>
          <p:spPr>
            <a:xfrm>
              <a:off x="10512103" y="3091154"/>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486" name="矩形 30485">
              <a:extLst>
                <a:ext uri="{FF2B5EF4-FFF2-40B4-BE49-F238E27FC236}">
                  <a16:creationId xmlns:a16="http://schemas.microsoft.com/office/drawing/2014/main" id="{C1C8B86C-7355-051F-0E05-F2FB7D4ADFF4}"/>
                </a:ext>
              </a:extLst>
            </p:cNvPr>
            <p:cNvSpPr/>
            <p:nvPr/>
          </p:nvSpPr>
          <p:spPr>
            <a:xfrm>
              <a:off x="10684329" y="3091154"/>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487" name="矩形 30486">
              <a:extLst>
                <a:ext uri="{FF2B5EF4-FFF2-40B4-BE49-F238E27FC236}">
                  <a16:creationId xmlns:a16="http://schemas.microsoft.com/office/drawing/2014/main" id="{4F2B53A9-0A13-230B-69AD-4A3B2070EE3A}"/>
                </a:ext>
              </a:extLst>
            </p:cNvPr>
            <p:cNvSpPr/>
            <p:nvPr/>
          </p:nvSpPr>
          <p:spPr>
            <a:xfrm>
              <a:off x="10853898" y="3091154"/>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488" name="矩形 30487">
              <a:extLst>
                <a:ext uri="{FF2B5EF4-FFF2-40B4-BE49-F238E27FC236}">
                  <a16:creationId xmlns:a16="http://schemas.microsoft.com/office/drawing/2014/main" id="{BA4DD570-21A3-9DB2-E8FF-A33A704D328B}"/>
                </a:ext>
              </a:extLst>
            </p:cNvPr>
            <p:cNvSpPr/>
            <p:nvPr/>
          </p:nvSpPr>
          <p:spPr>
            <a:xfrm>
              <a:off x="11026124" y="3091154"/>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489" name="矩形 30488">
              <a:extLst>
                <a:ext uri="{FF2B5EF4-FFF2-40B4-BE49-F238E27FC236}">
                  <a16:creationId xmlns:a16="http://schemas.microsoft.com/office/drawing/2014/main" id="{D0BB06FF-6B0A-21F5-0236-BD87AF296F45}"/>
                </a:ext>
              </a:extLst>
            </p:cNvPr>
            <p:cNvSpPr/>
            <p:nvPr/>
          </p:nvSpPr>
          <p:spPr>
            <a:xfrm>
              <a:off x="11198350" y="3091154"/>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490" name="矩形 30489">
              <a:extLst>
                <a:ext uri="{FF2B5EF4-FFF2-40B4-BE49-F238E27FC236}">
                  <a16:creationId xmlns:a16="http://schemas.microsoft.com/office/drawing/2014/main" id="{CC284F5C-6FBD-EE22-ECD1-CC69A9FC51B3}"/>
                </a:ext>
              </a:extLst>
            </p:cNvPr>
            <p:cNvSpPr/>
            <p:nvPr/>
          </p:nvSpPr>
          <p:spPr>
            <a:xfrm>
              <a:off x="11370576" y="3091154"/>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491" name="矩形 30490">
              <a:extLst>
                <a:ext uri="{FF2B5EF4-FFF2-40B4-BE49-F238E27FC236}">
                  <a16:creationId xmlns:a16="http://schemas.microsoft.com/office/drawing/2014/main" id="{EED12CBC-D59D-62B3-7B9B-98137685BAB2}"/>
                </a:ext>
              </a:extLst>
            </p:cNvPr>
            <p:cNvSpPr/>
            <p:nvPr/>
          </p:nvSpPr>
          <p:spPr>
            <a:xfrm>
              <a:off x="11542802" y="3091154"/>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492" name="矩形 30491">
              <a:extLst>
                <a:ext uri="{FF2B5EF4-FFF2-40B4-BE49-F238E27FC236}">
                  <a16:creationId xmlns:a16="http://schemas.microsoft.com/office/drawing/2014/main" id="{4679A52A-02B1-B229-8633-BA96E183000F}"/>
                </a:ext>
              </a:extLst>
            </p:cNvPr>
            <p:cNvSpPr/>
            <p:nvPr/>
          </p:nvSpPr>
          <p:spPr>
            <a:xfrm>
              <a:off x="11715028" y="3091154"/>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493" name="矩形 30492">
              <a:extLst>
                <a:ext uri="{FF2B5EF4-FFF2-40B4-BE49-F238E27FC236}">
                  <a16:creationId xmlns:a16="http://schemas.microsoft.com/office/drawing/2014/main" id="{0C5340F3-9CEF-C13B-83E9-80137E4093B8}"/>
                </a:ext>
              </a:extLst>
            </p:cNvPr>
            <p:cNvSpPr/>
            <p:nvPr/>
          </p:nvSpPr>
          <p:spPr>
            <a:xfrm>
              <a:off x="9650973" y="3263380"/>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494" name="矩形 30493">
              <a:extLst>
                <a:ext uri="{FF2B5EF4-FFF2-40B4-BE49-F238E27FC236}">
                  <a16:creationId xmlns:a16="http://schemas.microsoft.com/office/drawing/2014/main" id="{7628A0BE-7257-CE86-0745-951C9F0DABC6}"/>
                </a:ext>
              </a:extLst>
            </p:cNvPr>
            <p:cNvSpPr/>
            <p:nvPr/>
          </p:nvSpPr>
          <p:spPr>
            <a:xfrm>
              <a:off x="9823199" y="3263380"/>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495" name="矩形 30494">
              <a:extLst>
                <a:ext uri="{FF2B5EF4-FFF2-40B4-BE49-F238E27FC236}">
                  <a16:creationId xmlns:a16="http://schemas.microsoft.com/office/drawing/2014/main" id="{A7A8E0F4-887D-FB24-6207-9B1959378DC2}"/>
                </a:ext>
              </a:extLst>
            </p:cNvPr>
            <p:cNvSpPr/>
            <p:nvPr/>
          </p:nvSpPr>
          <p:spPr>
            <a:xfrm>
              <a:off x="9995425" y="3263380"/>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496" name="矩形 30495">
              <a:extLst>
                <a:ext uri="{FF2B5EF4-FFF2-40B4-BE49-F238E27FC236}">
                  <a16:creationId xmlns:a16="http://schemas.microsoft.com/office/drawing/2014/main" id="{A6781A9D-4352-94EE-5863-8306FA5DA56C}"/>
                </a:ext>
              </a:extLst>
            </p:cNvPr>
            <p:cNvSpPr/>
            <p:nvPr/>
          </p:nvSpPr>
          <p:spPr>
            <a:xfrm>
              <a:off x="10167651" y="3263380"/>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497" name="矩形 30496">
              <a:extLst>
                <a:ext uri="{FF2B5EF4-FFF2-40B4-BE49-F238E27FC236}">
                  <a16:creationId xmlns:a16="http://schemas.microsoft.com/office/drawing/2014/main" id="{39C58494-3A7C-9D8E-2D5B-39A2F5C08E95}"/>
                </a:ext>
              </a:extLst>
            </p:cNvPr>
            <p:cNvSpPr/>
            <p:nvPr/>
          </p:nvSpPr>
          <p:spPr>
            <a:xfrm>
              <a:off x="10339877" y="3263380"/>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498" name="矩形 30497">
              <a:extLst>
                <a:ext uri="{FF2B5EF4-FFF2-40B4-BE49-F238E27FC236}">
                  <a16:creationId xmlns:a16="http://schemas.microsoft.com/office/drawing/2014/main" id="{A347AD33-3112-C67C-D273-D6E43DA99C9A}"/>
                </a:ext>
              </a:extLst>
            </p:cNvPr>
            <p:cNvSpPr/>
            <p:nvPr/>
          </p:nvSpPr>
          <p:spPr>
            <a:xfrm>
              <a:off x="10512103" y="3263380"/>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499" name="矩形 30498">
              <a:extLst>
                <a:ext uri="{FF2B5EF4-FFF2-40B4-BE49-F238E27FC236}">
                  <a16:creationId xmlns:a16="http://schemas.microsoft.com/office/drawing/2014/main" id="{8605CE61-9BA9-1E5F-7657-26EEA900DB47}"/>
                </a:ext>
              </a:extLst>
            </p:cNvPr>
            <p:cNvSpPr/>
            <p:nvPr/>
          </p:nvSpPr>
          <p:spPr>
            <a:xfrm>
              <a:off x="10684329" y="3263380"/>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500" name="矩形 30499">
              <a:extLst>
                <a:ext uri="{FF2B5EF4-FFF2-40B4-BE49-F238E27FC236}">
                  <a16:creationId xmlns:a16="http://schemas.microsoft.com/office/drawing/2014/main" id="{0621FBB1-DE98-6E59-F194-6B7E36753541}"/>
                </a:ext>
              </a:extLst>
            </p:cNvPr>
            <p:cNvSpPr/>
            <p:nvPr/>
          </p:nvSpPr>
          <p:spPr>
            <a:xfrm>
              <a:off x="10853898" y="3263380"/>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501" name="矩形 30500">
              <a:extLst>
                <a:ext uri="{FF2B5EF4-FFF2-40B4-BE49-F238E27FC236}">
                  <a16:creationId xmlns:a16="http://schemas.microsoft.com/office/drawing/2014/main" id="{44E91266-720D-DF97-714E-FA7508284FAE}"/>
                </a:ext>
              </a:extLst>
            </p:cNvPr>
            <p:cNvSpPr/>
            <p:nvPr/>
          </p:nvSpPr>
          <p:spPr>
            <a:xfrm>
              <a:off x="11026124" y="3263380"/>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502" name="矩形 30501">
              <a:extLst>
                <a:ext uri="{FF2B5EF4-FFF2-40B4-BE49-F238E27FC236}">
                  <a16:creationId xmlns:a16="http://schemas.microsoft.com/office/drawing/2014/main" id="{5BC0C397-0646-32F5-E1E6-D7CE302FC2E6}"/>
                </a:ext>
              </a:extLst>
            </p:cNvPr>
            <p:cNvSpPr/>
            <p:nvPr/>
          </p:nvSpPr>
          <p:spPr>
            <a:xfrm>
              <a:off x="11198350" y="3263380"/>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503" name="矩形 30502">
              <a:extLst>
                <a:ext uri="{FF2B5EF4-FFF2-40B4-BE49-F238E27FC236}">
                  <a16:creationId xmlns:a16="http://schemas.microsoft.com/office/drawing/2014/main" id="{B8FA9EFB-5FA3-663B-0B67-176F2296CB4D}"/>
                </a:ext>
              </a:extLst>
            </p:cNvPr>
            <p:cNvSpPr/>
            <p:nvPr/>
          </p:nvSpPr>
          <p:spPr>
            <a:xfrm>
              <a:off x="11370576" y="3263380"/>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504" name="矩形 30503">
              <a:extLst>
                <a:ext uri="{FF2B5EF4-FFF2-40B4-BE49-F238E27FC236}">
                  <a16:creationId xmlns:a16="http://schemas.microsoft.com/office/drawing/2014/main" id="{C444745B-BD2A-74DD-0FA3-A99C2C351292}"/>
                </a:ext>
              </a:extLst>
            </p:cNvPr>
            <p:cNvSpPr/>
            <p:nvPr/>
          </p:nvSpPr>
          <p:spPr>
            <a:xfrm>
              <a:off x="11542802" y="3263380"/>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505" name="矩形 30504">
              <a:extLst>
                <a:ext uri="{FF2B5EF4-FFF2-40B4-BE49-F238E27FC236}">
                  <a16:creationId xmlns:a16="http://schemas.microsoft.com/office/drawing/2014/main" id="{1165D083-A275-0B03-426C-6ADE01C47CCC}"/>
                </a:ext>
              </a:extLst>
            </p:cNvPr>
            <p:cNvSpPr/>
            <p:nvPr/>
          </p:nvSpPr>
          <p:spPr>
            <a:xfrm>
              <a:off x="11715028" y="3263380"/>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506" name="矩形 30505">
              <a:extLst>
                <a:ext uri="{FF2B5EF4-FFF2-40B4-BE49-F238E27FC236}">
                  <a16:creationId xmlns:a16="http://schemas.microsoft.com/office/drawing/2014/main" id="{1BCE84F1-8A42-7DE8-B4F8-48ED82534E62}"/>
                </a:ext>
              </a:extLst>
            </p:cNvPr>
            <p:cNvSpPr/>
            <p:nvPr/>
          </p:nvSpPr>
          <p:spPr>
            <a:xfrm>
              <a:off x="9650973" y="3435606"/>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507" name="矩形 30506">
              <a:extLst>
                <a:ext uri="{FF2B5EF4-FFF2-40B4-BE49-F238E27FC236}">
                  <a16:creationId xmlns:a16="http://schemas.microsoft.com/office/drawing/2014/main" id="{9FF10BC3-6DDD-3761-10CD-93A15E826ADB}"/>
                </a:ext>
              </a:extLst>
            </p:cNvPr>
            <p:cNvSpPr/>
            <p:nvPr/>
          </p:nvSpPr>
          <p:spPr>
            <a:xfrm>
              <a:off x="9823199" y="3435606"/>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508" name="矩形 30507">
              <a:extLst>
                <a:ext uri="{FF2B5EF4-FFF2-40B4-BE49-F238E27FC236}">
                  <a16:creationId xmlns:a16="http://schemas.microsoft.com/office/drawing/2014/main" id="{86EE2F12-FC04-ED77-7367-B3ABC82574D3}"/>
                </a:ext>
              </a:extLst>
            </p:cNvPr>
            <p:cNvSpPr/>
            <p:nvPr/>
          </p:nvSpPr>
          <p:spPr>
            <a:xfrm>
              <a:off x="9995425" y="3435606"/>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509" name="矩形 30508">
              <a:extLst>
                <a:ext uri="{FF2B5EF4-FFF2-40B4-BE49-F238E27FC236}">
                  <a16:creationId xmlns:a16="http://schemas.microsoft.com/office/drawing/2014/main" id="{26E1C98F-BE12-2596-8BA8-1EBB3E46E70D}"/>
                </a:ext>
              </a:extLst>
            </p:cNvPr>
            <p:cNvSpPr/>
            <p:nvPr/>
          </p:nvSpPr>
          <p:spPr>
            <a:xfrm>
              <a:off x="10167651" y="3435606"/>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510" name="矩形 30509">
              <a:extLst>
                <a:ext uri="{FF2B5EF4-FFF2-40B4-BE49-F238E27FC236}">
                  <a16:creationId xmlns:a16="http://schemas.microsoft.com/office/drawing/2014/main" id="{40E2563A-6A35-E425-6704-41D38CCBC855}"/>
                </a:ext>
              </a:extLst>
            </p:cNvPr>
            <p:cNvSpPr/>
            <p:nvPr/>
          </p:nvSpPr>
          <p:spPr>
            <a:xfrm>
              <a:off x="10339877" y="3435606"/>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511" name="矩形 30510">
              <a:extLst>
                <a:ext uri="{FF2B5EF4-FFF2-40B4-BE49-F238E27FC236}">
                  <a16:creationId xmlns:a16="http://schemas.microsoft.com/office/drawing/2014/main" id="{C82C1286-3400-49E0-9FFD-D4C115F64AD6}"/>
                </a:ext>
              </a:extLst>
            </p:cNvPr>
            <p:cNvSpPr/>
            <p:nvPr/>
          </p:nvSpPr>
          <p:spPr>
            <a:xfrm>
              <a:off x="10512103" y="3435606"/>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512" name="矩形 30511">
              <a:extLst>
                <a:ext uri="{FF2B5EF4-FFF2-40B4-BE49-F238E27FC236}">
                  <a16:creationId xmlns:a16="http://schemas.microsoft.com/office/drawing/2014/main" id="{3C3B9E81-C711-BE83-BD2D-BF047FC9A920}"/>
                </a:ext>
              </a:extLst>
            </p:cNvPr>
            <p:cNvSpPr/>
            <p:nvPr/>
          </p:nvSpPr>
          <p:spPr>
            <a:xfrm>
              <a:off x="10684329" y="3435606"/>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513" name="矩形 30512">
              <a:extLst>
                <a:ext uri="{FF2B5EF4-FFF2-40B4-BE49-F238E27FC236}">
                  <a16:creationId xmlns:a16="http://schemas.microsoft.com/office/drawing/2014/main" id="{1CF7DAEB-B65E-4E4E-AC16-C2F4334F5AC8}"/>
                </a:ext>
              </a:extLst>
            </p:cNvPr>
            <p:cNvSpPr/>
            <p:nvPr/>
          </p:nvSpPr>
          <p:spPr>
            <a:xfrm>
              <a:off x="10853898" y="3435606"/>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514" name="矩形 30513">
              <a:extLst>
                <a:ext uri="{FF2B5EF4-FFF2-40B4-BE49-F238E27FC236}">
                  <a16:creationId xmlns:a16="http://schemas.microsoft.com/office/drawing/2014/main" id="{532C285F-7FA8-62BF-EF7E-D9995EA22B67}"/>
                </a:ext>
              </a:extLst>
            </p:cNvPr>
            <p:cNvSpPr/>
            <p:nvPr/>
          </p:nvSpPr>
          <p:spPr>
            <a:xfrm>
              <a:off x="11026124" y="3435606"/>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515" name="矩形 30514">
              <a:extLst>
                <a:ext uri="{FF2B5EF4-FFF2-40B4-BE49-F238E27FC236}">
                  <a16:creationId xmlns:a16="http://schemas.microsoft.com/office/drawing/2014/main" id="{AB0CF4AE-9B5A-56A4-28B3-361CF5CF91B3}"/>
                </a:ext>
              </a:extLst>
            </p:cNvPr>
            <p:cNvSpPr/>
            <p:nvPr/>
          </p:nvSpPr>
          <p:spPr>
            <a:xfrm>
              <a:off x="11198350" y="3435606"/>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516" name="矩形 30515">
              <a:extLst>
                <a:ext uri="{FF2B5EF4-FFF2-40B4-BE49-F238E27FC236}">
                  <a16:creationId xmlns:a16="http://schemas.microsoft.com/office/drawing/2014/main" id="{CF8A0AB1-1F60-C716-9723-BD02264418F6}"/>
                </a:ext>
              </a:extLst>
            </p:cNvPr>
            <p:cNvSpPr/>
            <p:nvPr/>
          </p:nvSpPr>
          <p:spPr>
            <a:xfrm>
              <a:off x="11370576" y="3435606"/>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517" name="矩形 30516">
              <a:extLst>
                <a:ext uri="{FF2B5EF4-FFF2-40B4-BE49-F238E27FC236}">
                  <a16:creationId xmlns:a16="http://schemas.microsoft.com/office/drawing/2014/main" id="{630F8362-B298-6955-D3CB-1C94D1D34BC6}"/>
                </a:ext>
              </a:extLst>
            </p:cNvPr>
            <p:cNvSpPr/>
            <p:nvPr/>
          </p:nvSpPr>
          <p:spPr>
            <a:xfrm>
              <a:off x="11542802" y="3435606"/>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518" name="矩形 30517">
              <a:extLst>
                <a:ext uri="{FF2B5EF4-FFF2-40B4-BE49-F238E27FC236}">
                  <a16:creationId xmlns:a16="http://schemas.microsoft.com/office/drawing/2014/main" id="{3EA02820-F7BC-5130-CD6D-7C348FB93503}"/>
                </a:ext>
              </a:extLst>
            </p:cNvPr>
            <p:cNvSpPr/>
            <p:nvPr/>
          </p:nvSpPr>
          <p:spPr>
            <a:xfrm>
              <a:off x="11715028" y="3435606"/>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519" name="矩形 30518">
              <a:extLst>
                <a:ext uri="{FF2B5EF4-FFF2-40B4-BE49-F238E27FC236}">
                  <a16:creationId xmlns:a16="http://schemas.microsoft.com/office/drawing/2014/main" id="{66D21A10-08DA-CAC0-3E5B-41B875921CA2}"/>
                </a:ext>
              </a:extLst>
            </p:cNvPr>
            <p:cNvSpPr/>
            <p:nvPr/>
          </p:nvSpPr>
          <p:spPr>
            <a:xfrm>
              <a:off x="9650973" y="3607832"/>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520" name="矩形 30519">
              <a:extLst>
                <a:ext uri="{FF2B5EF4-FFF2-40B4-BE49-F238E27FC236}">
                  <a16:creationId xmlns:a16="http://schemas.microsoft.com/office/drawing/2014/main" id="{93FCB341-E844-2911-961D-926A4C20D8D0}"/>
                </a:ext>
              </a:extLst>
            </p:cNvPr>
            <p:cNvSpPr/>
            <p:nvPr/>
          </p:nvSpPr>
          <p:spPr>
            <a:xfrm>
              <a:off x="9823199" y="3607832"/>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521" name="矩形 30520">
              <a:extLst>
                <a:ext uri="{FF2B5EF4-FFF2-40B4-BE49-F238E27FC236}">
                  <a16:creationId xmlns:a16="http://schemas.microsoft.com/office/drawing/2014/main" id="{4BE626EB-13CC-625A-CFFE-2D9721D796C8}"/>
                </a:ext>
              </a:extLst>
            </p:cNvPr>
            <p:cNvSpPr/>
            <p:nvPr/>
          </p:nvSpPr>
          <p:spPr>
            <a:xfrm>
              <a:off x="9995425" y="3607832"/>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522" name="矩形 30521">
              <a:extLst>
                <a:ext uri="{FF2B5EF4-FFF2-40B4-BE49-F238E27FC236}">
                  <a16:creationId xmlns:a16="http://schemas.microsoft.com/office/drawing/2014/main" id="{879460C7-8AE0-49B9-D611-0964F7433412}"/>
                </a:ext>
              </a:extLst>
            </p:cNvPr>
            <p:cNvSpPr/>
            <p:nvPr/>
          </p:nvSpPr>
          <p:spPr>
            <a:xfrm>
              <a:off x="10167651" y="3607832"/>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523" name="矩形 30522">
              <a:extLst>
                <a:ext uri="{FF2B5EF4-FFF2-40B4-BE49-F238E27FC236}">
                  <a16:creationId xmlns:a16="http://schemas.microsoft.com/office/drawing/2014/main" id="{FD6FE3B7-98B6-0D24-5522-6F2BE05BB59D}"/>
                </a:ext>
              </a:extLst>
            </p:cNvPr>
            <p:cNvSpPr/>
            <p:nvPr/>
          </p:nvSpPr>
          <p:spPr>
            <a:xfrm>
              <a:off x="10339877" y="3607832"/>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524" name="矩形 30523">
              <a:extLst>
                <a:ext uri="{FF2B5EF4-FFF2-40B4-BE49-F238E27FC236}">
                  <a16:creationId xmlns:a16="http://schemas.microsoft.com/office/drawing/2014/main" id="{F2978DDC-EBEB-365F-C916-E94E4177145A}"/>
                </a:ext>
              </a:extLst>
            </p:cNvPr>
            <p:cNvSpPr/>
            <p:nvPr/>
          </p:nvSpPr>
          <p:spPr>
            <a:xfrm>
              <a:off x="10512103" y="3607832"/>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525" name="矩形 30524">
              <a:extLst>
                <a:ext uri="{FF2B5EF4-FFF2-40B4-BE49-F238E27FC236}">
                  <a16:creationId xmlns:a16="http://schemas.microsoft.com/office/drawing/2014/main" id="{1588634C-F857-677A-1A14-68AC77912490}"/>
                </a:ext>
              </a:extLst>
            </p:cNvPr>
            <p:cNvSpPr/>
            <p:nvPr/>
          </p:nvSpPr>
          <p:spPr>
            <a:xfrm>
              <a:off x="10684329" y="3607832"/>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526" name="矩形 30525">
              <a:extLst>
                <a:ext uri="{FF2B5EF4-FFF2-40B4-BE49-F238E27FC236}">
                  <a16:creationId xmlns:a16="http://schemas.microsoft.com/office/drawing/2014/main" id="{61B831E0-F133-D90E-A312-ECDB3A205207}"/>
                </a:ext>
              </a:extLst>
            </p:cNvPr>
            <p:cNvSpPr/>
            <p:nvPr/>
          </p:nvSpPr>
          <p:spPr>
            <a:xfrm>
              <a:off x="10853898" y="3607832"/>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527" name="矩形 30526">
              <a:extLst>
                <a:ext uri="{FF2B5EF4-FFF2-40B4-BE49-F238E27FC236}">
                  <a16:creationId xmlns:a16="http://schemas.microsoft.com/office/drawing/2014/main" id="{7C13DF11-41D5-238C-FC66-C10F433F69A3}"/>
                </a:ext>
              </a:extLst>
            </p:cNvPr>
            <p:cNvSpPr/>
            <p:nvPr/>
          </p:nvSpPr>
          <p:spPr>
            <a:xfrm>
              <a:off x="11026124" y="3607832"/>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528" name="矩形 30527">
              <a:extLst>
                <a:ext uri="{FF2B5EF4-FFF2-40B4-BE49-F238E27FC236}">
                  <a16:creationId xmlns:a16="http://schemas.microsoft.com/office/drawing/2014/main" id="{919FBCCD-DEBE-5E83-FA3E-FE7F84F4D013}"/>
                </a:ext>
              </a:extLst>
            </p:cNvPr>
            <p:cNvSpPr/>
            <p:nvPr/>
          </p:nvSpPr>
          <p:spPr>
            <a:xfrm>
              <a:off x="11198350" y="3607832"/>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529" name="矩形 30528">
              <a:extLst>
                <a:ext uri="{FF2B5EF4-FFF2-40B4-BE49-F238E27FC236}">
                  <a16:creationId xmlns:a16="http://schemas.microsoft.com/office/drawing/2014/main" id="{B97EB7EF-D5B2-D34B-414C-2AB5DE7524CD}"/>
                </a:ext>
              </a:extLst>
            </p:cNvPr>
            <p:cNvSpPr/>
            <p:nvPr/>
          </p:nvSpPr>
          <p:spPr>
            <a:xfrm>
              <a:off x="11370576" y="3607832"/>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530" name="矩形 30529">
              <a:extLst>
                <a:ext uri="{FF2B5EF4-FFF2-40B4-BE49-F238E27FC236}">
                  <a16:creationId xmlns:a16="http://schemas.microsoft.com/office/drawing/2014/main" id="{C799B5B8-C3AF-8595-5FC0-522E24AAE045}"/>
                </a:ext>
              </a:extLst>
            </p:cNvPr>
            <p:cNvSpPr/>
            <p:nvPr/>
          </p:nvSpPr>
          <p:spPr>
            <a:xfrm>
              <a:off x="11542802" y="3607832"/>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531" name="矩形 30530">
              <a:extLst>
                <a:ext uri="{FF2B5EF4-FFF2-40B4-BE49-F238E27FC236}">
                  <a16:creationId xmlns:a16="http://schemas.microsoft.com/office/drawing/2014/main" id="{095BA928-8D12-D380-5633-2EC3315E0ECC}"/>
                </a:ext>
              </a:extLst>
            </p:cNvPr>
            <p:cNvSpPr/>
            <p:nvPr/>
          </p:nvSpPr>
          <p:spPr>
            <a:xfrm>
              <a:off x="11715028" y="3607832"/>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532" name="矩形 30531">
              <a:extLst>
                <a:ext uri="{FF2B5EF4-FFF2-40B4-BE49-F238E27FC236}">
                  <a16:creationId xmlns:a16="http://schemas.microsoft.com/office/drawing/2014/main" id="{0959D6B2-8F47-2DC5-FDBF-D04191D4E21A}"/>
                </a:ext>
              </a:extLst>
            </p:cNvPr>
            <p:cNvSpPr/>
            <p:nvPr/>
          </p:nvSpPr>
          <p:spPr>
            <a:xfrm>
              <a:off x="9650973" y="3780058"/>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533" name="矩形 30532">
              <a:extLst>
                <a:ext uri="{FF2B5EF4-FFF2-40B4-BE49-F238E27FC236}">
                  <a16:creationId xmlns:a16="http://schemas.microsoft.com/office/drawing/2014/main" id="{C6AB14F0-86B5-0EFA-9630-E5362FE6B675}"/>
                </a:ext>
              </a:extLst>
            </p:cNvPr>
            <p:cNvSpPr/>
            <p:nvPr/>
          </p:nvSpPr>
          <p:spPr>
            <a:xfrm>
              <a:off x="9823199" y="3780058"/>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534" name="矩形 30533">
              <a:extLst>
                <a:ext uri="{FF2B5EF4-FFF2-40B4-BE49-F238E27FC236}">
                  <a16:creationId xmlns:a16="http://schemas.microsoft.com/office/drawing/2014/main" id="{FAD511F9-7BE6-548B-BA4E-2321028C94FA}"/>
                </a:ext>
              </a:extLst>
            </p:cNvPr>
            <p:cNvSpPr/>
            <p:nvPr/>
          </p:nvSpPr>
          <p:spPr>
            <a:xfrm>
              <a:off x="9995425" y="3780058"/>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535" name="矩形 30534">
              <a:extLst>
                <a:ext uri="{FF2B5EF4-FFF2-40B4-BE49-F238E27FC236}">
                  <a16:creationId xmlns:a16="http://schemas.microsoft.com/office/drawing/2014/main" id="{25EFCAB5-8AF9-3219-9FFF-BB8A12F9A00B}"/>
                </a:ext>
              </a:extLst>
            </p:cNvPr>
            <p:cNvSpPr/>
            <p:nvPr/>
          </p:nvSpPr>
          <p:spPr>
            <a:xfrm>
              <a:off x="10167651" y="3780058"/>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536" name="矩形 30535">
              <a:extLst>
                <a:ext uri="{FF2B5EF4-FFF2-40B4-BE49-F238E27FC236}">
                  <a16:creationId xmlns:a16="http://schemas.microsoft.com/office/drawing/2014/main" id="{A4BAFFFB-1BEB-EE68-40B5-9B7EFA8E8632}"/>
                </a:ext>
              </a:extLst>
            </p:cNvPr>
            <p:cNvSpPr/>
            <p:nvPr/>
          </p:nvSpPr>
          <p:spPr>
            <a:xfrm>
              <a:off x="10339877" y="3780058"/>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537" name="矩形 30536">
              <a:extLst>
                <a:ext uri="{FF2B5EF4-FFF2-40B4-BE49-F238E27FC236}">
                  <a16:creationId xmlns:a16="http://schemas.microsoft.com/office/drawing/2014/main" id="{D9DB52E6-EC2A-72C9-0A2D-98672E504BAE}"/>
                </a:ext>
              </a:extLst>
            </p:cNvPr>
            <p:cNvSpPr/>
            <p:nvPr/>
          </p:nvSpPr>
          <p:spPr>
            <a:xfrm>
              <a:off x="10512103" y="3780058"/>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538" name="矩形 30537">
              <a:extLst>
                <a:ext uri="{FF2B5EF4-FFF2-40B4-BE49-F238E27FC236}">
                  <a16:creationId xmlns:a16="http://schemas.microsoft.com/office/drawing/2014/main" id="{F415E343-96A6-3FB8-2F48-6A0FF30CBD2B}"/>
                </a:ext>
              </a:extLst>
            </p:cNvPr>
            <p:cNvSpPr/>
            <p:nvPr/>
          </p:nvSpPr>
          <p:spPr>
            <a:xfrm>
              <a:off x="10684329" y="3780058"/>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539" name="矩形 30538">
              <a:extLst>
                <a:ext uri="{FF2B5EF4-FFF2-40B4-BE49-F238E27FC236}">
                  <a16:creationId xmlns:a16="http://schemas.microsoft.com/office/drawing/2014/main" id="{5D5B84A6-DE69-EAB7-0C45-E3AD5044867E}"/>
                </a:ext>
              </a:extLst>
            </p:cNvPr>
            <p:cNvSpPr/>
            <p:nvPr/>
          </p:nvSpPr>
          <p:spPr>
            <a:xfrm>
              <a:off x="10853898" y="3780058"/>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540" name="矩形 30539">
              <a:extLst>
                <a:ext uri="{FF2B5EF4-FFF2-40B4-BE49-F238E27FC236}">
                  <a16:creationId xmlns:a16="http://schemas.microsoft.com/office/drawing/2014/main" id="{65222EE9-4310-75C5-5BA6-98A434F401D9}"/>
                </a:ext>
              </a:extLst>
            </p:cNvPr>
            <p:cNvSpPr/>
            <p:nvPr/>
          </p:nvSpPr>
          <p:spPr>
            <a:xfrm>
              <a:off x="11026124" y="3780058"/>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541" name="矩形 30540">
              <a:extLst>
                <a:ext uri="{FF2B5EF4-FFF2-40B4-BE49-F238E27FC236}">
                  <a16:creationId xmlns:a16="http://schemas.microsoft.com/office/drawing/2014/main" id="{49F6BED9-9F44-4B69-9CB6-60C135AFE7B0}"/>
                </a:ext>
              </a:extLst>
            </p:cNvPr>
            <p:cNvSpPr/>
            <p:nvPr/>
          </p:nvSpPr>
          <p:spPr>
            <a:xfrm>
              <a:off x="11198350" y="3780058"/>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542" name="矩形 30541">
              <a:extLst>
                <a:ext uri="{FF2B5EF4-FFF2-40B4-BE49-F238E27FC236}">
                  <a16:creationId xmlns:a16="http://schemas.microsoft.com/office/drawing/2014/main" id="{332A5118-CA05-3AF1-8C53-1ACEEE80F0AF}"/>
                </a:ext>
              </a:extLst>
            </p:cNvPr>
            <p:cNvSpPr/>
            <p:nvPr/>
          </p:nvSpPr>
          <p:spPr>
            <a:xfrm>
              <a:off x="11370576" y="3780058"/>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543" name="矩形 30542">
              <a:extLst>
                <a:ext uri="{FF2B5EF4-FFF2-40B4-BE49-F238E27FC236}">
                  <a16:creationId xmlns:a16="http://schemas.microsoft.com/office/drawing/2014/main" id="{EAF0140D-E754-655F-42E3-A250D03A0396}"/>
                </a:ext>
              </a:extLst>
            </p:cNvPr>
            <p:cNvSpPr/>
            <p:nvPr/>
          </p:nvSpPr>
          <p:spPr>
            <a:xfrm>
              <a:off x="11542802" y="3780058"/>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544" name="矩形 30543">
              <a:extLst>
                <a:ext uri="{FF2B5EF4-FFF2-40B4-BE49-F238E27FC236}">
                  <a16:creationId xmlns:a16="http://schemas.microsoft.com/office/drawing/2014/main" id="{AAEA362A-180F-443A-4AE3-7F9BF52331EF}"/>
                </a:ext>
              </a:extLst>
            </p:cNvPr>
            <p:cNvSpPr/>
            <p:nvPr/>
          </p:nvSpPr>
          <p:spPr>
            <a:xfrm>
              <a:off x="11715028" y="3780058"/>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545" name="矩形 30544">
              <a:extLst>
                <a:ext uri="{FF2B5EF4-FFF2-40B4-BE49-F238E27FC236}">
                  <a16:creationId xmlns:a16="http://schemas.microsoft.com/office/drawing/2014/main" id="{A99A843A-3D85-4DEE-7206-ABAB0F77EE35}"/>
                </a:ext>
              </a:extLst>
            </p:cNvPr>
            <p:cNvSpPr/>
            <p:nvPr/>
          </p:nvSpPr>
          <p:spPr>
            <a:xfrm>
              <a:off x="9650973" y="3952284"/>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546" name="矩形 30545">
              <a:extLst>
                <a:ext uri="{FF2B5EF4-FFF2-40B4-BE49-F238E27FC236}">
                  <a16:creationId xmlns:a16="http://schemas.microsoft.com/office/drawing/2014/main" id="{1348FE48-5D8B-7B0B-4F0E-D04490856BFE}"/>
                </a:ext>
              </a:extLst>
            </p:cNvPr>
            <p:cNvSpPr/>
            <p:nvPr/>
          </p:nvSpPr>
          <p:spPr>
            <a:xfrm>
              <a:off x="9823199" y="3952284"/>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547" name="矩形 30546">
              <a:extLst>
                <a:ext uri="{FF2B5EF4-FFF2-40B4-BE49-F238E27FC236}">
                  <a16:creationId xmlns:a16="http://schemas.microsoft.com/office/drawing/2014/main" id="{E9C0EF6B-6BCC-FB05-B2F9-1C755DF1B18D}"/>
                </a:ext>
              </a:extLst>
            </p:cNvPr>
            <p:cNvSpPr/>
            <p:nvPr/>
          </p:nvSpPr>
          <p:spPr>
            <a:xfrm>
              <a:off x="9995425" y="3952284"/>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548" name="矩形 30547">
              <a:extLst>
                <a:ext uri="{FF2B5EF4-FFF2-40B4-BE49-F238E27FC236}">
                  <a16:creationId xmlns:a16="http://schemas.microsoft.com/office/drawing/2014/main" id="{FDE06A9B-D9C5-2177-C90C-40C5D4062F1F}"/>
                </a:ext>
              </a:extLst>
            </p:cNvPr>
            <p:cNvSpPr/>
            <p:nvPr/>
          </p:nvSpPr>
          <p:spPr>
            <a:xfrm>
              <a:off x="10167651" y="3952284"/>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549" name="矩形 30548">
              <a:extLst>
                <a:ext uri="{FF2B5EF4-FFF2-40B4-BE49-F238E27FC236}">
                  <a16:creationId xmlns:a16="http://schemas.microsoft.com/office/drawing/2014/main" id="{97E03B8E-4604-989F-DFC9-0014DCBC51BD}"/>
                </a:ext>
              </a:extLst>
            </p:cNvPr>
            <p:cNvSpPr/>
            <p:nvPr/>
          </p:nvSpPr>
          <p:spPr>
            <a:xfrm>
              <a:off x="10339877" y="3952284"/>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550" name="矩形 30549">
              <a:extLst>
                <a:ext uri="{FF2B5EF4-FFF2-40B4-BE49-F238E27FC236}">
                  <a16:creationId xmlns:a16="http://schemas.microsoft.com/office/drawing/2014/main" id="{4B01470A-955C-E3B1-610F-4F963FBDF1ED}"/>
                </a:ext>
              </a:extLst>
            </p:cNvPr>
            <p:cNvSpPr/>
            <p:nvPr/>
          </p:nvSpPr>
          <p:spPr>
            <a:xfrm>
              <a:off x="10512103" y="3952284"/>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551" name="矩形 30550">
              <a:extLst>
                <a:ext uri="{FF2B5EF4-FFF2-40B4-BE49-F238E27FC236}">
                  <a16:creationId xmlns:a16="http://schemas.microsoft.com/office/drawing/2014/main" id="{13B68286-66DA-FA9E-0AD0-EB16EDC66188}"/>
                </a:ext>
              </a:extLst>
            </p:cNvPr>
            <p:cNvSpPr/>
            <p:nvPr/>
          </p:nvSpPr>
          <p:spPr>
            <a:xfrm>
              <a:off x="10684329" y="3952284"/>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552" name="矩形 30551">
              <a:extLst>
                <a:ext uri="{FF2B5EF4-FFF2-40B4-BE49-F238E27FC236}">
                  <a16:creationId xmlns:a16="http://schemas.microsoft.com/office/drawing/2014/main" id="{E3DA5379-5146-6797-762C-D6D975CD9DE8}"/>
                </a:ext>
              </a:extLst>
            </p:cNvPr>
            <p:cNvSpPr/>
            <p:nvPr/>
          </p:nvSpPr>
          <p:spPr>
            <a:xfrm>
              <a:off x="10853898" y="3952284"/>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553" name="矩形 30552">
              <a:extLst>
                <a:ext uri="{FF2B5EF4-FFF2-40B4-BE49-F238E27FC236}">
                  <a16:creationId xmlns:a16="http://schemas.microsoft.com/office/drawing/2014/main" id="{02F212DA-2C25-BF4A-F6BC-F191532D11B9}"/>
                </a:ext>
              </a:extLst>
            </p:cNvPr>
            <p:cNvSpPr/>
            <p:nvPr/>
          </p:nvSpPr>
          <p:spPr>
            <a:xfrm>
              <a:off x="11026124" y="3952284"/>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554" name="矩形 30553">
              <a:extLst>
                <a:ext uri="{FF2B5EF4-FFF2-40B4-BE49-F238E27FC236}">
                  <a16:creationId xmlns:a16="http://schemas.microsoft.com/office/drawing/2014/main" id="{5AE112D2-7927-0864-EE50-B121FC5CBCA5}"/>
                </a:ext>
              </a:extLst>
            </p:cNvPr>
            <p:cNvSpPr/>
            <p:nvPr/>
          </p:nvSpPr>
          <p:spPr>
            <a:xfrm>
              <a:off x="11198350" y="3952284"/>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555" name="矩形 30554">
              <a:extLst>
                <a:ext uri="{FF2B5EF4-FFF2-40B4-BE49-F238E27FC236}">
                  <a16:creationId xmlns:a16="http://schemas.microsoft.com/office/drawing/2014/main" id="{C22F1416-DBF4-3BF2-38C0-DA1191F102CB}"/>
                </a:ext>
              </a:extLst>
            </p:cNvPr>
            <p:cNvSpPr/>
            <p:nvPr/>
          </p:nvSpPr>
          <p:spPr>
            <a:xfrm>
              <a:off x="11370576" y="3952284"/>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556" name="矩形 30555">
              <a:extLst>
                <a:ext uri="{FF2B5EF4-FFF2-40B4-BE49-F238E27FC236}">
                  <a16:creationId xmlns:a16="http://schemas.microsoft.com/office/drawing/2014/main" id="{01BA2FB2-3B67-216B-2CC7-897F4881F2DC}"/>
                </a:ext>
              </a:extLst>
            </p:cNvPr>
            <p:cNvSpPr/>
            <p:nvPr/>
          </p:nvSpPr>
          <p:spPr>
            <a:xfrm>
              <a:off x="11542802" y="3952284"/>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557" name="矩形 30556">
              <a:extLst>
                <a:ext uri="{FF2B5EF4-FFF2-40B4-BE49-F238E27FC236}">
                  <a16:creationId xmlns:a16="http://schemas.microsoft.com/office/drawing/2014/main" id="{2AAB1761-2B76-B47C-99C5-327E29526E79}"/>
                </a:ext>
              </a:extLst>
            </p:cNvPr>
            <p:cNvSpPr/>
            <p:nvPr/>
          </p:nvSpPr>
          <p:spPr>
            <a:xfrm>
              <a:off x="11715028" y="3952284"/>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558" name="矩形 30557">
              <a:extLst>
                <a:ext uri="{FF2B5EF4-FFF2-40B4-BE49-F238E27FC236}">
                  <a16:creationId xmlns:a16="http://schemas.microsoft.com/office/drawing/2014/main" id="{6429AF44-BA20-F1ED-6F26-F58248207B50}"/>
                </a:ext>
              </a:extLst>
            </p:cNvPr>
            <p:cNvSpPr/>
            <p:nvPr/>
          </p:nvSpPr>
          <p:spPr>
            <a:xfrm>
              <a:off x="9823199" y="2057798"/>
              <a:ext cx="172226" cy="172226"/>
            </a:xfrm>
            <a:prstGeom prst="rect">
              <a:avLst/>
            </a:prstGeom>
            <a:solidFill>
              <a:schemeClr val="accent4">
                <a:alpha val="5200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559" name="矩形 30558">
              <a:extLst>
                <a:ext uri="{FF2B5EF4-FFF2-40B4-BE49-F238E27FC236}">
                  <a16:creationId xmlns:a16="http://schemas.microsoft.com/office/drawing/2014/main" id="{3EE345DA-13CF-EE29-ED5B-9B93723D0D01}"/>
                </a:ext>
              </a:extLst>
            </p:cNvPr>
            <p:cNvSpPr/>
            <p:nvPr/>
          </p:nvSpPr>
          <p:spPr>
            <a:xfrm>
              <a:off x="9995425" y="2057798"/>
              <a:ext cx="172226" cy="172226"/>
            </a:xfrm>
            <a:prstGeom prst="rect">
              <a:avLst/>
            </a:prstGeom>
            <a:solidFill>
              <a:schemeClr val="accent4">
                <a:alpha val="9100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560" name="矩形 30559">
              <a:extLst>
                <a:ext uri="{FF2B5EF4-FFF2-40B4-BE49-F238E27FC236}">
                  <a16:creationId xmlns:a16="http://schemas.microsoft.com/office/drawing/2014/main" id="{B87525F4-5AA3-DED8-14E2-00B4B38637CE}"/>
                </a:ext>
              </a:extLst>
            </p:cNvPr>
            <p:cNvSpPr/>
            <p:nvPr/>
          </p:nvSpPr>
          <p:spPr>
            <a:xfrm>
              <a:off x="10167651" y="2057798"/>
              <a:ext cx="172226" cy="172226"/>
            </a:xfrm>
            <a:prstGeom prst="rect">
              <a:avLst/>
            </a:prstGeom>
            <a:solidFill>
              <a:schemeClr val="accent4">
                <a:alpha val="3200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561" name="矩形 30560">
              <a:extLst>
                <a:ext uri="{FF2B5EF4-FFF2-40B4-BE49-F238E27FC236}">
                  <a16:creationId xmlns:a16="http://schemas.microsoft.com/office/drawing/2014/main" id="{2E35F1A8-61A6-C92E-9EAD-1AC494B1A375}"/>
                </a:ext>
              </a:extLst>
            </p:cNvPr>
            <p:cNvSpPr/>
            <p:nvPr/>
          </p:nvSpPr>
          <p:spPr>
            <a:xfrm>
              <a:off x="10339877" y="2057798"/>
              <a:ext cx="172226" cy="172226"/>
            </a:xfrm>
            <a:prstGeom prst="rect">
              <a:avLst/>
            </a:prstGeom>
            <a:solidFill>
              <a:schemeClr val="accent4">
                <a:alpha val="400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562" name="矩形 30561">
              <a:extLst>
                <a:ext uri="{FF2B5EF4-FFF2-40B4-BE49-F238E27FC236}">
                  <a16:creationId xmlns:a16="http://schemas.microsoft.com/office/drawing/2014/main" id="{A6DEDF83-26D4-8E6C-0423-9314FC291E00}"/>
                </a:ext>
              </a:extLst>
            </p:cNvPr>
            <p:cNvSpPr/>
            <p:nvPr/>
          </p:nvSpPr>
          <p:spPr>
            <a:xfrm>
              <a:off x="11026124" y="2057798"/>
              <a:ext cx="172226" cy="172226"/>
            </a:xfrm>
            <a:prstGeom prst="rect">
              <a:avLst/>
            </a:prstGeom>
            <a:solidFill>
              <a:schemeClr val="accent4">
                <a:alpha val="2208"/>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563" name="矩形 30562">
              <a:extLst>
                <a:ext uri="{FF2B5EF4-FFF2-40B4-BE49-F238E27FC236}">
                  <a16:creationId xmlns:a16="http://schemas.microsoft.com/office/drawing/2014/main" id="{DCC23D53-4870-FF3A-612C-E57F88FDD2A8}"/>
                </a:ext>
              </a:extLst>
            </p:cNvPr>
            <p:cNvSpPr/>
            <p:nvPr/>
          </p:nvSpPr>
          <p:spPr>
            <a:xfrm>
              <a:off x="11198350" y="2057798"/>
              <a:ext cx="172226" cy="172226"/>
            </a:xfrm>
            <a:prstGeom prst="rect">
              <a:avLst/>
            </a:prstGeom>
            <a:solidFill>
              <a:schemeClr val="accent4">
                <a:alpha val="13063"/>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564" name="矩形 30563">
              <a:extLst>
                <a:ext uri="{FF2B5EF4-FFF2-40B4-BE49-F238E27FC236}">
                  <a16:creationId xmlns:a16="http://schemas.microsoft.com/office/drawing/2014/main" id="{FBD59C30-4330-D577-F699-A4298C8ECBA1}"/>
                </a:ext>
              </a:extLst>
            </p:cNvPr>
            <p:cNvSpPr/>
            <p:nvPr/>
          </p:nvSpPr>
          <p:spPr>
            <a:xfrm>
              <a:off x="11370576" y="2057798"/>
              <a:ext cx="172226" cy="172226"/>
            </a:xfrm>
            <a:prstGeom prst="rect">
              <a:avLst/>
            </a:prstGeom>
            <a:solidFill>
              <a:schemeClr val="accent4">
                <a:alpha val="3911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565" name="矩形 30564">
              <a:extLst>
                <a:ext uri="{FF2B5EF4-FFF2-40B4-BE49-F238E27FC236}">
                  <a16:creationId xmlns:a16="http://schemas.microsoft.com/office/drawing/2014/main" id="{0C531457-97C0-09C3-3E29-28799377A7A2}"/>
                </a:ext>
              </a:extLst>
            </p:cNvPr>
            <p:cNvSpPr/>
            <p:nvPr/>
          </p:nvSpPr>
          <p:spPr>
            <a:xfrm>
              <a:off x="11542802" y="2057798"/>
              <a:ext cx="172226" cy="172226"/>
            </a:xfrm>
            <a:prstGeom prst="rect">
              <a:avLst/>
            </a:prstGeom>
            <a:solidFill>
              <a:schemeClr val="accent4">
                <a:alpha val="5200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566" name="矩形 30565">
              <a:extLst>
                <a:ext uri="{FF2B5EF4-FFF2-40B4-BE49-F238E27FC236}">
                  <a16:creationId xmlns:a16="http://schemas.microsoft.com/office/drawing/2014/main" id="{45453AB8-0E5E-DABB-44DF-A47C0FCFFF76}"/>
                </a:ext>
              </a:extLst>
            </p:cNvPr>
            <p:cNvSpPr/>
            <p:nvPr/>
          </p:nvSpPr>
          <p:spPr>
            <a:xfrm>
              <a:off x="9823199" y="2230024"/>
              <a:ext cx="172226" cy="172226"/>
            </a:xfrm>
            <a:prstGeom prst="rect">
              <a:avLst/>
            </a:prstGeom>
            <a:solidFill>
              <a:schemeClr val="accent4">
                <a:alpha val="3900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567" name="矩形 30566">
              <a:extLst>
                <a:ext uri="{FF2B5EF4-FFF2-40B4-BE49-F238E27FC236}">
                  <a16:creationId xmlns:a16="http://schemas.microsoft.com/office/drawing/2014/main" id="{D79051F2-DF65-C9F9-2346-B2E45606D521}"/>
                </a:ext>
              </a:extLst>
            </p:cNvPr>
            <p:cNvSpPr/>
            <p:nvPr/>
          </p:nvSpPr>
          <p:spPr>
            <a:xfrm>
              <a:off x="9995425" y="2230024"/>
              <a:ext cx="172226" cy="172226"/>
            </a:xfrm>
            <a:prstGeom prst="rect">
              <a:avLst/>
            </a:prstGeom>
            <a:solidFill>
              <a:schemeClr val="accent4">
                <a:alpha val="5800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568" name="矩形 30567">
              <a:extLst>
                <a:ext uri="{FF2B5EF4-FFF2-40B4-BE49-F238E27FC236}">
                  <a16:creationId xmlns:a16="http://schemas.microsoft.com/office/drawing/2014/main" id="{28EAF2C8-4F34-A920-FAF7-5AA734979F6F}"/>
                </a:ext>
              </a:extLst>
            </p:cNvPr>
            <p:cNvSpPr/>
            <p:nvPr/>
          </p:nvSpPr>
          <p:spPr>
            <a:xfrm>
              <a:off x="10167651" y="2230024"/>
              <a:ext cx="172226" cy="172226"/>
            </a:xfrm>
            <a:prstGeom prst="rect">
              <a:avLst/>
            </a:prstGeom>
            <a:solidFill>
              <a:schemeClr val="accent4">
                <a:alpha val="3200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569" name="矩形 30568">
              <a:extLst>
                <a:ext uri="{FF2B5EF4-FFF2-40B4-BE49-F238E27FC236}">
                  <a16:creationId xmlns:a16="http://schemas.microsoft.com/office/drawing/2014/main" id="{24D978DE-4D3F-3C12-132C-82ABCA89930A}"/>
                </a:ext>
              </a:extLst>
            </p:cNvPr>
            <p:cNvSpPr/>
            <p:nvPr/>
          </p:nvSpPr>
          <p:spPr>
            <a:xfrm>
              <a:off x="10339877" y="2230024"/>
              <a:ext cx="172226" cy="172226"/>
            </a:xfrm>
            <a:prstGeom prst="rect">
              <a:avLst/>
            </a:prstGeom>
            <a:solidFill>
              <a:schemeClr val="accent4">
                <a:alpha val="400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570" name="矩形 30569">
              <a:extLst>
                <a:ext uri="{FF2B5EF4-FFF2-40B4-BE49-F238E27FC236}">
                  <a16:creationId xmlns:a16="http://schemas.microsoft.com/office/drawing/2014/main" id="{A2F68484-82F8-8CE0-7D8C-AAE876F4A9A5}"/>
                </a:ext>
              </a:extLst>
            </p:cNvPr>
            <p:cNvSpPr/>
            <p:nvPr/>
          </p:nvSpPr>
          <p:spPr>
            <a:xfrm>
              <a:off x="11026124" y="2230024"/>
              <a:ext cx="172226" cy="172226"/>
            </a:xfrm>
            <a:prstGeom prst="rect">
              <a:avLst/>
            </a:prstGeom>
            <a:solidFill>
              <a:schemeClr val="accent4">
                <a:alpha val="2208"/>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571" name="矩形 30570">
              <a:extLst>
                <a:ext uri="{FF2B5EF4-FFF2-40B4-BE49-F238E27FC236}">
                  <a16:creationId xmlns:a16="http://schemas.microsoft.com/office/drawing/2014/main" id="{50C55D6D-BCEF-BB5C-720E-52159D184D87}"/>
                </a:ext>
              </a:extLst>
            </p:cNvPr>
            <p:cNvSpPr/>
            <p:nvPr/>
          </p:nvSpPr>
          <p:spPr>
            <a:xfrm>
              <a:off x="11198350" y="2230024"/>
              <a:ext cx="172226" cy="172226"/>
            </a:xfrm>
            <a:prstGeom prst="rect">
              <a:avLst/>
            </a:prstGeom>
            <a:solidFill>
              <a:schemeClr val="accent4">
                <a:alpha val="1900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572" name="矩形 30571">
              <a:extLst>
                <a:ext uri="{FF2B5EF4-FFF2-40B4-BE49-F238E27FC236}">
                  <a16:creationId xmlns:a16="http://schemas.microsoft.com/office/drawing/2014/main" id="{0593BCDB-1A25-36C6-834C-5E4F5F9A81FA}"/>
                </a:ext>
              </a:extLst>
            </p:cNvPr>
            <p:cNvSpPr/>
            <p:nvPr/>
          </p:nvSpPr>
          <p:spPr>
            <a:xfrm>
              <a:off x="11370576" y="2230024"/>
              <a:ext cx="172226" cy="172226"/>
            </a:xfrm>
            <a:prstGeom prst="rect">
              <a:avLst/>
            </a:prstGeom>
            <a:solidFill>
              <a:schemeClr val="accent4">
                <a:alpha val="57786"/>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573" name="矩形 30572">
              <a:extLst>
                <a:ext uri="{FF2B5EF4-FFF2-40B4-BE49-F238E27FC236}">
                  <a16:creationId xmlns:a16="http://schemas.microsoft.com/office/drawing/2014/main" id="{F6143509-33F8-A248-4B0A-C86114A33DD0}"/>
                </a:ext>
              </a:extLst>
            </p:cNvPr>
            <p:cNvSpPr/>
            <p:nvPr/>
          </p:nvSpPr>
          <p:spPr>
            <a:xfrm>
              <a:off x="11542802" y="2230024"/>
              <a:ext cx="172226" cy="172226"/>
            </a:xfrm>
            <a:prstGeom prst="rect">
              <a:avLst/>
            </a:prstGeom>
            <a:solidFill>
              <a:schemeClr val="accent4">
                <a:alpha val="90832"/>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574" name="矩形 30573">
              <a:extLst>
                <a:ext uri="{FF2B5EF4-FFF2-40B4-BE49-F238E27FC236}">
                  <a16:creationId xmlns:a16="http://schemas.microsoft.com/office/drawing/2014/main" id="{D72C81D4-BC72-7A61-0457-1643D4314C0E}"/>
                </a:ext>
              </a:extLst>
            </p:cNvPr>
            <p:cNvSpPr/>
            <p:nvPr/>
          </p:nvSpPr>
          <p:spPr>
            <a:xfrm>
              <a:off x="9823199" y="2402250"/>
              <a:ext cx="172226" cy="172226"/>
            </a:xfrm>
            <a:prstGeom prst="rect">
              <a:avLst/>
            </a:prstGeom>
            <a:solidFill>
              <a:schemeClr val="accent4">
                <a:alpha val="1300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575" name="矩形 30574">
              <a:extLst>
                <a:ext uri="{FF2B5EF4-FFF2-40B4-BE49-F238E27FC236}">
                  <a16:creationId xmlns:a16="http://schemas.microsoft.com/office/drawing/2014/main" id="{72A800E9-DFB0-FEB1-7D86-34488F7BEC3A}"/>
                </a:ext>
              </a:extLst>
            </p:cNvPr>
            <p:cNvSpPr/>
            <p:nvPr/>
          </p:nvSpPr>
          <p:spPr>
            <a:xfrm>
              <a:off x="9995425" y="2402250"/>
              <a:ext cx="172226" cy="172226"/>
            </a:xfrm>
            <a:prstGeom prst="rect">
              <a:avLst/>
            </a:prstGeom>
            <a:solidFill>
              <a:schemeClr val="accent4">
                <a:alpha val="1900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576" name="矩形 30575">
              <a:extLst>
                <a:ext uri="{FF2B5EF4-FFF2-40B4-BE49-F238E27FC236}">
                  <a16:creationId xmlns:a16="http://schemas.microsoft.com/office/drawing/2014/main" id="{5FC2D56A-C938-6E0B-27D0-68ECC7E8C028}"/>
                </a:ext>
              </a:extLst>
            </p:cNvPr>
            <p:cNvSpPr/>
            <p:nvPr/>
          </p:nvSpPr>
          <p:spPr>
            <a:xfrm>
              <a:off x="10167651" y="2402250"/>
              <a:ext cx="172226" cy="172226"/>
            </a:xfrm>
            <a:prstGeom prst="rect">
              <a:avLst/>
            </a:prstGeom>
            <a:solidFill>
              <a:schemeClr val="accent4">
                <a:alpha val="1000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577" name="矩形 30576">
              <a:extLst>
                <a:ext uri="{FF2B5EF4-FFF2-40B4-BE49-F238E27FC236}">
                  <a16:creationId xmlns:a16="http://schemas.microsoft.com/office/drawing/2014/main" id="{F2252C46-BBC9-35FB-FD9D-F9D4EF0C476B}"/>
                </a:ext>
              </a:extLst>
            </p:cNvPr>
            <p:cNvSpPr/>
            <p:nvPr/>
          </p:nvSpPr>
          <p:spPr>
            <a:xfrm>
              <a:off x="10339877" y="2402250"/>
              <a:ext cx="172226" cy="172226"/>
            </a:xfrm>
            <a:prstGeom prst="rect">
              <a:avLst/>
            </a:prstGeom>
            <a:solidFill>
              <a:schemeClr val="accent4">
                <a:alpha val="400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578" name="矩形 30577">
              <a:extLst>
                <a:ext uri="{FF2B5EF4-FFF2-40B4-BE49-F238E27FC236}">
                  <a16:creationId xmlns:a16="http://schemas.microsoft.com/office/drawing/2014/main" id="{A314BEB1-FFDE-F434-5C5F-A0E075679C4D}"/>
                </a:ext>
              </a:extLst>
            </p:cNvPr>
            <p:cNvSpPr/>
            <p:nvPr/>
          </p:nvSpPr>
          <p:spPr>
            <a:xfrm>
              <a:off x="11026124" y="2402250"/>
              <a:ext cx="172226" cy="172226"/>
            </a:xfrm>
            <a:prstGeom prst="rect">
              <a:avLst/>
            </a:prstGeom>
            <a:solidFill>
              <a:schemeClr val="accent4">
                <a:alpha val="2208"/>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579" name="矩形 30578">
              <a:extLst>
                <a:ext uri="{FF2B5EF4-FFF2-40B4-BE49-F238E27FC236}">
                  <a16:creationId xmlns:a16="http://schemas.microsoft.com/office/drawing/2014/main" id="{1B3B33CD-E95E-8C0A-3E01-D37A89DCA702}"/>
                </a:ext>
              </a:extLst>
            </p:cNvPr>
            <p:cNvSpPr/>
            <p:nvPr/>
          </p:nvSpPr>
          <p:spPr>
            <a:xfrm>
              <a:off x="11198350" y="2402250"/>
              <a:ext cx="172226" cy="172226"/>
            </a:xfrm>
            <a:prstGeom prst="rect">
              <a:avLst/>
            </a:prstGeom>
            <a:solidFill>
              <a:schemeClr val="accent4">
                <a:alpha val="1000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580" name="矩形 30579">
              <a:extLst>
                <a:ext uri="{FF2B5EF4-FFF2-40B4-BE49-F238E27FC236}">
                  <a16:creationId xmlns:a16="http://schemas.microsoft.com/office/drawing/2014/main" id="{FA98AA4E-8E3F-73E0-B89F-70AEB5919A44}"/>
                </a:ext>
              </a:extLst>
            </p:cNvPr>
            <p:cNvSpPr/>
            <p:nvPr/>
          </p:nvSpPr>
          <p:spPr>
            <a:xfrm>
              <a:off x="11370576" y="2402250"/>
              <a:ext cx="172226" cy="172226"/>
            </a:xfrm>
            <a:prstGeom prst="rect">
              <a:avLst/>
            </a:prstGeom>
            <a:solidFill>
              <a:schemeClr val="accent4">
                <a:alpha val="3200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581" name="矩形 30580">
              <a:extLst>
                <a:ext uri="{FF2B5EF4-FFF2-40B4-BE49-F238E27FC236}">
                  <a16:creationId xmlns:a16="http://schemas.microsoft.com/office/drawing/2014/main" id="{246D0187-44A4-47D7-0A4B-0DFC80805A93}"/>
                </a:ext>
              </a:extLst>
            </p:cNvPr>
            <p:cNvSpPr/>
            <p:nvPr/>
          </p:nvSpPr>
          <p:spPr>
            <a:xfrm>
              <a:off x="11542802" y="2402250"/>
              <a:ext cx="172226" cy="172226"/>
            </a:xfrm>
            <a:prstGeom prst="rect">
              <a:avLst/>
            </a:prstGeom>
            <a:solidFill>
              <a:schemeClr val="accent4">
                <a:alpha val="3200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582" name="矩形 30581">
              <a:extLst>
                <a:ext uri="{FF2B5EF4-FFF2-40B4-BE49-F238E27FC236}">
                  <a16:creationId xmlns:a16="http://schemas.microsoft.com/office/drawing/2014/main" id="{2D29D745-D137-4694-A4A2-B6148683132B}"/>
                </a:ext>
              </a:extLst>
            </p:cNvPr>
            <p:cNvSpPr/>
            <p:nvPr/>
          </p:nvSpPr>
          <p:spPr>
            <a:xfrm>
              <a:off x="9823199" y="2574476"/>
              <a:ext cx="172226" cy="172226"/>
            </a:xfrm>
            <a:prstGeom prst="rect">
              <a:avLst/>
            </a:prstGeom>
            <a:solidFill>
              <a:schemeClr val="accent4">
                <a:alpha val="200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583" name="矩形 30582">
              <a:extLst>
                <a:ext uri="{FF2B5EF4-FFF2-40B4-BE49-F238E27FC236}">
                  <a16:creationId xmlns:a16="http://schemas.microsoft.com/office/drawing/2014/main" id="{4CB12908-10F0-B3ED-4CA1-9AFB49962B89}"/>
                </a:ext>
              </a:extLst>
            </p:cNvPr>
            <p:cNvSpPr/>
            <p:nvPr/>
          </p:nvSpPr>
          <p:spPr>
            <a:xfrm>
              <a:off x="9995425" y="2574476"/>
              <a:ext cx="172226" cy="172226"/>
            </a:xfrm>
            <a:prstGeom prst="rect">
              <a:avLst/>
            </a:prstGeom>
            <a:solidFill>
              <a:schemeClr val="accent4">
                <a:alpha val="200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584" name="矩形 30583">
              <a:extLst>
                <a:ext uri="{FF2B5EF4-FFF2-40B4-BE49-F238E27FC236}">
                  <a16:creationId xmlns:a16="http://schemas.microsoft.com/office/drawing/2014/main" id="{B629D6FB-077F-B5C0-9606-9269721A16B0}"/>
                </a:ext>
              </a:extLst>
            </p:cNvPr>
            <p:cNvSpPr/>
            <p:nvPr/>
          </p:nvSpPr>
          <p:spPr>
            <a:xfrm>
              <a:off x="10167651" y="2574476"/>
              <a:ext cx="172226" cy="172226"/>
            </a:xfrm>
            <a:prstGeom prst="rect">
              <a:avLst/>
            </a:prstGeom>
            <a:solidFill>
              <a:schemeClr val="accent4">
                <a:alpha val="200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585" name="矩形 30584">
              <a:extLst>
                <a:ext uri="{FF2B5EF4-FFF2-40B4-BE49-F238E27FC236}">
                  <a16:creationId xmlns:a16="http://schemas.microsoft.com/office/drawing/2014/main" id="{EF8AC6AE-8F1A-32EB-5C69-B085F7184B4E}"/>
                </a:ext>
              </a:extLst>
            </p:cNvPr>
            <p:cNvSpPr/>
            <p:nvPr/>
          </p:nvSpPr>
          <p:spPr>
            <a:xfrm>
              <a:off x="10339877" y="2574476"/>
              <a:ext cx="172226" cy="172226"/>
            </a:xfrm>
            <a:prstGeom prst="rect">
              <a:avLst/>
            </a:prstGeom>
            <a:solidFill>
              <a:schemeClr val="accent4">
                <a:alpha val="100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586" name="矩形 30585">
              <a:extLst>
                <a:ext uri="{FF2B5EF4-FFF2-40B4-BE49-F238E27FC236}">
                  <a16:creationId xmlns:a16="http://schemas.microsoft.com/office/drawing/2014/main" id="{395740F9-CA30-6602-0995-7E676E227479}"/>
                </a:ext>
              </a:extLst>
            </p:cNvPr>
            <p:cNvSpPr/>
            <p:nvPr/>
          </p:nvSpPr>
          <p:spPr>
            <a:xfrm>
              <a:off x="11026124" y="2574476"/>
              <a:ext cx="172226" cy="172226"/>
            </a:xfrm>
            <a:prstGeom prst="rect">
              <a:avLst/>
            </a:prstGeom>
            <a:solidFill>
              <a:schemeClr val="accent4">
                <a:alpha val="100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587" name="矩形 30586">
              <a:extLst>
                <a:ext uri="{FF2B5EF4-FFF2-40B4-BE49-F238E27FC236}">
                  <a16:creationId xmlns:a16="http://schemas.microsoft.com/office/drawing/2014/main" id="{37C0E490-10F8-4BAE-804E-A5E75EF1E0B5}"/>
                </a:ext>
              </a:extLst>
            </p:cNvPr>
            <p:cNvSpPr/>
            <p:nvPr/>
          </p:nvSpPr>
          <p:spPr>
            <a:xfrm>
              <a:off x="11198350" y="2574476"/>
              <a:ext cx="172226" cy="172226"/>
            </a:xfrm>
            <a:prstGeom prst="rect">
              <a:avLst/>
            </a:prstGeom>
            <a:solidFill>
              <a:schemeClr val="accent4">
                <a:alpha val="400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588" name="矩形 30587">
              <a:extLst>
                <a:ext uri="{FF2B5EF4-FFF2-40B4-BE49-F238E27FC236}">
                  <a16:creationId xmlns:a16="http://schemas.microsoft.com/office/drawing/2014/main" id="{545DA76D-03FD-C215-7423-58B884297683}"/>
                </a:ext>
              </a:extLst>
            </p:cNvPr>
            <p:cNvSpPr/>
            <p:nvPr/>
          </p:nvSpPr>
          <p:spPr>
            <a:xfrm>
              <a:off x="11370576" y="2574476"/>
              <a:ext cx="172226" cy="172226"/>
            </a:xfrm>
            <a:prstGeom prst="rect">
              <a:avLst/>
            </a:prstGeom>
            <a:solidFill>
              <a:schemeClr val="accent4">
                <a:alpha val="400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589" name="矩形 30588">
              <a:extLst>
                <a:ext uri="{FF2B5EF4-FFF2-40B4-BE49-F238E27FC236}">
                  <a16:creationId xmlns:a16="http://schemas.microsoft.com/office/drawing/2014/main" id="{CBD2056B-2009-2CA5-C6B2-3FCFCF0BEF49}"/>
                </a:ext>
              </a:extLst>
            </p:cNvPr>
            <p:cNvSpPr/>
            <p:nvPr/>
          </p:nvSpPr>
          <p:spPr>
            <a:xfrm>
              <a:off x="11542802" y="2574476"/>
              <a:ext cx="172226" cy="172226"/>
            </a:xfrm>
            <a:prstGeom prst="rect">
              <a:avLst/>
            </a:prstGeom>
            <a:solidFill>
              <a:schemeClr val="accent4">
                <a:alpha val="400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31106" name="组合 31105">
            <a:extLst>
              <a:ext uri="{FF2B5EF4-FFF2-40B4-BE49-F238E27FC236}">
                <a16:creationId xmlns:a16="http://schemas.microsoft.com/office/drawing/2014/main" id="{E7FC54DA-993F-7CBA-886B-1EE7811F85A1}"/>
              </a:ext>
            </a:extLst>
          </p:cNvPr>
          <p:cNvGrpSpPr/>
          <p:nvPr/>
        </p:nvGrpSpPr>
        <p:grpSpPr>
          <a:xfrm>
            <a:off x="4760585" y="2186869"/>
            <a:ext cx="2237610" cy="2238938"/>
            <a:chOff x="4760585" y="2186869"/>
            <a:chExt cx="2237610" cy="2238938"/>
          </a:xfrm>
        </p:grpSpPr>
        <p:sp>
          <p:nvSpPr>
            <p:cNvPr id="30763" name="矩形 30762">
              <a:extLst>
                <a:ext uri="{FF2B5EF4-FFF2-40B4-BE49-F238E27FC236}">
                  <a16:creationId xmlns:a16="http://schemas.microsoft.com/office/drawing/2014/main" id="{BA278607-807F-B1E9-9903-39B5058803CA}"/>
                </a:ext>
              </a:extLst>
            </p:cNvPr>
            <p:cNvSpPr/>
            <p:nvPr/>
          </p:nvSpPr>
          <p:spPr>
            <a:xfrm>
              <a:off x="4760585" y="2186869"/>
              <a:ext cx="2237609" cy="2238938"/>
            </a:xfrm>
            <a:prstGeom prst="rect">
              <a:avLst/>
            </a:prstGeom>
            <a:solidFill>
              <a:schemeClr val="bg1"/>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764" name="矩形 30763">
              <a:extLst>
                <a:ext uri="{FF2B5EF4-FFF2-40B4-BE49-F238E27FC236}">
                  <a16:creationId xmlns:a16="http://schemas.microsoft.com/office/drawing/2014/main" id="{6EE48011-D0CA-7EC0-7894-0363A5112FA8}"/>
                </a:ext>
              </a:extLst>
            </p:cNvPr>
            <p:cNvSpPr/>
            <p:nvPr/>
          </p:nvSpPr>
          <p:spPr>
            <a:xfrm>
              <a:off x="4761914" y="2186869"/>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765" name="矩形 30764">
              <a:extLst>
                <a:ext uri="{FF2B5EF4-FFF2-40B4-BE49-F238E27FC236}">
                  <a16:creationId xmlns:a16="http://schemas.microsoft.com/office/drawing/2014/main" id="{71257244-7594-A438-4134-A18FE644391A}"/>
                </a:ext>
              </a:extLst>
            </p:cNvPr>
            <p:cNvSpPr/>
            <p:nvPr/>
          </p:nvSpPr>
          <p:spPr>
            <a:xfrm>
              <a:off x="4934140" y="2186869"/>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766" name="矩形 30765">
              <a:extLst>
                <a:ext uri="{FF2B5EF4-FFF2-40B4-BE49-F238E27FC236}">
                  <a16:creationId xmlns:a16="http://schemas.microsoft.com/office/drawing/2014/main" id="{92B36552-22DC-7B17-B562-EC5187CEF48D}"/>
                </a:ext>
              </a:extLst>
            </p:cNvPr>
            <p:cNvSpPr/>
            <p:nvPr/>
          </p:nvSpPr>
          <p:spPr>
            <a:xfrm>
              <a:off x="5106366" y="2186869"/>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767" name="矩形 30766">
              <a:extLst>
                <a:ext uri="{FF2B5EF4-FFF2-40B4-BE49-F238E27FC236}">
                  <a16:creationId xmlns:a16="http://schemas.microsoft.com/office/drawing/2014/main" id="{BA485BFD-DC1D-53E2-9ADE-A3E3DD33F75C}"/>
                </a:ext>
              </a:extLst>
            </p:cNvPr>
            <p:cNvSpPr/>
            <p:nvPr/>
          </p:nvSpPr>
          <p:spPr>
            <a:xfrm>
              <a:off x="5278592" y="2186869"/>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768" name="矩形 30767">
              <a:extLst>
                <a:ext uri="{FF2B5EF4-FFF2-40B4-BE49-F238E27FC236}">
                  <a16:creationId xmlns:a16="http://schemas.microsoft.com/office/drawing/2014/main" id="{90D70335-BDE8-0546-CC32-9C4D3065EA0B}"/>
                </a:ext>
              </a:extLst>
            </p:cNvPr>
            <p:cNvSpPr/>
            <p:nvPr/>
          </p:nvSpPr>
          <p:spPr>
            <a:xfrm>
              <a:off x="5450818" y="2186869"/>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769" name="矩形 30768">
              <a:extLst>
                <a:ext uri="{FF2B5EF4-FFF2-40B4-BE49-F238E27FC236}">
                  <a16:creationId xmlns:a16="http://schemas.microsoft.com/office/drawing/2014/main" id="{70F9E66D-BA93-47AD-58FC-5448F47CC82F}"/>
                </a:ext>
              </a:extLst>
            </p:cNvPr>
            <p:cNvSpPr/>
            <p:nvPr/>
          </p:nvSpPr>
          <p:spPr>
            <a:xfrm>
              <a:off x="5623044" y="2186869"/>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770" name="矩形 30769">
              <a:extLst>
                <a:ext uri="{FF2B5EF4-FFF2-40B4-BE49-F238E27FC236}">
                  <a16:creationId xmlns:a16="http://schemas.microsoft.com/office/drawing/2014/main" id="{896D0FBE-5B77-AC47-43E4-A97150DF3FA6}"/>
                </a:ext>
              </a:extLst>
            </p:cNvPr>
            <p:cNvSpPr/>
            <p:nvPr/>
          </p:nvSpPr>
          <p:spPr>
            <a:xfrm>
              <a:off x="5795270" y="2186869"/>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771" name="矩形 30770">
              <a:extLst>
                <a:ext uri="{FF2B5EF4-FFF2-40B4-BE49-F238E27FC236}">
                  <a16:creationId xmlns:a16="http://schemas.microsoft.com/office/drawing/2014/main" id="{E84E28AA-FDBC-27B9-0836-B6589B6B1774}"/>
                </a:ext>
              </a:extLst>
            </p:cNvPr>
            <p:cNvSpPr/>
            <p:nvPr/>
          </p:nvSpPr>
          <p:spPr>
            <a:xfrm>
              <a:off x="5964839" y="2186869"/>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772" name="矩形 30771">
              <a:extLst>
                <a:ext uri="{FF2B5EF4-FFF2-40B4-BE49-F238E27FC236}">
                  <a16:creationId xmlns:a16="http://schemas.microsoft.com/office/drawing/2014/main" id="{A93E9FD5-A2C6-4D75-4A46-2C75B92BBF26}"/>
                </a:ext>
              </a:extLst>
            </p:cNvPr>
            <p:cNvSpPr/>
            <p:nvPr/>
          </p:nvSpPr>
          <p:spPr>
            <a:xfrm>
              <a:off x="6137065" y="2186869"/>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773" name="矩形 30772">
              <a:extLst>
                <a:ext uri="{FF2B5EF4-FFF2-40B4-BE49-F238E27FC236}">
                  <a16:creationId xmlns:a16="http://schemas.microsoft.com/office/drawing/2014/main" id="{CB66B9E6-0B4D-06B8-2E5E-3206F0570EF1}"/>
                </a:ext>
              </a:extLst>
            </p:cNvPr>
            <p:cNvSpPr/>
            <p:nvPr/>
          </p:nvSpPr>
          <p:spPr>
            <a:xfrm>
              <a:off x="6309291" y="2186869"/>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774" name="矩形 30773">
              <a:extLst>
                <a:ext uri="{FF2B5EF4-FFF2-40B4-BE49-F238E27FC236}">
                  <a16:creationId xmlns:a16="http://schemas.microsoft.com/office/drawing/2014/main" id="{623BCB0F-D72B-61C0-EA5D-3C5761BA4F1B}"/>
                </a:ext>
              </a:extLst>
            </p:cNvPr>
            <p:cNvSpPr/>
            <p:nvPr/>
          </p:nvSpPr>
          <p:spPr>
            <a:xfrm>
              <a:off x="6481517" y="2186869"/>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775" name="矩形 30774">
              <a:extLst>
                <a:ext uri="{FF2B5EF4-FFF2-40B4-BE49-F238E27FC236}">
                  <a16:creationId xmlns:a16="http://schemas.microsoft.com/office/drawing/2014/main" id="{427DB698-5722-498A-17AB-E08B2887576A}"/>
                </a:ext>
              </a:extLst>
            </p:cNvPr>
            <p:cNvSpPr/>
            <p:nvPr/>
          </p:nvSpPr>
          <p:spPr>
            <a:xfrm>
              <a:off x="6653743" y="2186869"/>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776" name="矩形 30775">
              <a:extLst>
                <a:ext uri="{FF2B5EF4-FFF2-40B4-BE49-F238E27FC236}">
                  <a16:creationId xmlns:a16="http://schemas.microsoft.com/office/drawing/2014/main" id="{025CCA7D-5885-4AA8-F8D9-2B82CE265E35}"/>
                </a:ext>
              </a:extLst>
            </p:cNvPr>
            <p:cNvSpPr/>
            <p:nvPr/>
          </p:nvSpPr>
          <p:spPr>
            <a:xfrm>
              <a:off x="6825969" y="2186869"/>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777" name="矩形 30776">
              <a:extLst>
                <a:ext uri="{FF2B5EF4-FFF2-40B4-BE49-F238E27FC236}">
                  <a16:creationId xmlns:a16="http://schemas.microsoft.com/office/drawing/2014/main" id="{9446F063-DD91-41C1-5B93-BA2E7E42BEE4}"/>
                </a:ext>
              </a:extLst>
            </p:cNvPr>
            <p:cNvSpPr/>
            <p:nvPr/>
          </p:nvSpPr>
          <p:spPr>
            <a:xfrm>
              <a:off x="4761914" y="2359095"/>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778" name="矩形 30777">
              <a:extLst>
                <a:ext uri="{FF2B5EF4-FFF2-40B4-BE49-F238E27FC236}">
                  <a16:creationId xmlns:a16="http://schemas.microsoft.com/office/drawing/2014/main" id="{60CAD1CA-9209-FF44-087D-E2E22462960F}"/>
                </a:ext>
              </a:extLst>
            </p:cNvPr>
            <p:cNvSpPr/>
            <p:nvPr/>
          </p:nvSpPr>
          <p:spPr>
            <a:xfrm>
              <a:off x="4934140" y="2359095"/>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779" name="矩形 30778">
              <a:extLst>
                <a:ext uri="{FF2B5EF4-FFF2-40B4-BE49-F238E27FC236}">
                  <a16:creationId xmlns:a16="http://schemas.microsoft.com/office/drawing/2014/main" id="{298F8F0C-5471-DA50-7CA4-9B1BD4157E00}"/>
                </a:ext>
              </a:extLst>
            </p:cNvPr>
            <p:cNvSpPr/>
            <p:nvPr/>
          </p:nvSpPr>
          <p:spPr>
            <a:xfrm>
              <a:off x="5106366" y="2359095"/>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780" name="矩形 30779">
              <a:extLst>
                <a:ext uri="{FF2B5EF4-FFF2-40B4-BE49-F238E27FC236}">
                  <a16:creationId xmlns:a16="http://schemas.microsoft.com/office/drawing/2014/main" id="{21EEC7EB-ECDC-3658-B83E-40A2F0E34F7D}"/>
                </a:ext>
              </a:extLst>
            </p:cNvPr>
            <p:cNvSpPr/>
            <p:nvPr/>
          </p:nvSpPr>
          <p:spPr>
            <a:xfrm>
              <a:off x="5278592" y="2359095"/>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781" name="矩形 30780">
              <a:extLst>
                <a:ext uri="{FF2B5EF4-FFF2-40B4-BE49-F238E27FC236}">
                  <a16:creationId xmlns:a16="http://schemas.microsoft.com/office/drawing/2014/main" id="{54C75D5B-4AE7-9AF8-92C7-173B9E3900AC}"/>
                </a:ext>
              </a:extLst>
            </p:cNvPr>
            <p:cNvSpPr/>
            <p:nvPr/>
          </p:nvSpPr>
          <p:spPr>
            <a:xfrm>
              <a:off x="5450818" y="2359095"/>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782" name="矩形 30781">
              <a:extLst>
                <a:ext uri="{FF2B5EF4-FFF2-40B4-BE49-F238E27FC236}">
                  <a16:creationId xmlns:a16="http://schemas.microsoft.com/office/drawing/2014/main" id="{DB915A36-5E16-3AC5-B4E0-9001F632B3FF}"/>
                </a:ext>
              </a:extLst>
            </p:cNvPr>
            <p:cNvSpPr/>
            <p:nvPr/>
          </p:nvSpPr>
          <p:spPr>
            <a:xfrm>
              <a:off x="5623044" y="2359095"/>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783" name="矩形 30782">
              <a:extLst>
                <a:ext uri="{FF2B5EF4-FFF2-40B4-BE49-F238E27FC236}">
                  <a16:creationId xmlns:a16="http://schemas.microsoft.com/office/drawing/2014/main" id="{BE0DE9F8-D524-061B-92AB-11398BCC5BD4}"/>
                </a:ext>
              </a:extLst>
            </p:cNvPr>
            <p:cNvSpPr/>
            <p:nvPr/>
          </p:nvSpPr>
          <p:spPr>
            <a:xfrm>
              <a:off x="5795270" y="2359095"/>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784" name="矩形 30783">
              <a:extLst>
                <a:ext uri="{FF2B5EF4-FFF2-40B4-BE49-F238E27FC236}">
                  <a16:creationId xmlns:a16="http://schemas.microsoft.com/office/drawing/2014/main" id="{27E6D2DB-4D4F-9533-F37F-6436F86D6C71}"/>
                </a:ext>
              </a:extLst>
            </p:cNvPr>
            <p:cNvSpPr/>
            <p:nvPr/>
          </p:nvSpPr>
          <p:spPr>
            <a:xfrm>
              <a:off x="5964839" y="2359095"/>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785" name="矩形 30784">
              <a:extLst>
                <a:ext uri="{FF2B5EF4-FFF2-40B4-BE49-F238E27FC236}">
                  <a16:creationId xmlns:a16="http://schemas.microsoft.com/office/drawing/2014/main" id="{2B9D3B83-493B-50E5-2FC3-9EB50E834FB4}"/>
                </a:ext>
              </a:extLst>
            </p:cNvPr>
            <p:cNvSpPr/>
            <p:nvPr/>
          </p:nvSpPr>
          <p:spPr>
            <a:xfrm>
              <a:off x="6137065" y="2359095"/>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786" name="矩形 30785">
              <a:extLst>
                <a:ext uri="{FF2B5EF4-FFF2-40B4-BE49-F238E27FC236}">
                  <a16:creationId xmlns:a16="http://schemas.microsoft.com/office/drawing/2014/main" id="{77176C39-60CF-B608-B5C3-1B014A6B8792}"/>
                </a:ext>
              </a:extLst>
            </p:cNvPr>
            <p:cNvSpPr/>
            <p:nvPr/>
          </p:nvSpPr>
          <p:spPr>
            <a:xfrm>
              <a:off x="6309291" y="2359095"/>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787" name="矩形 30786">
              <a:extLst>
                <a:ext uri="{FF2B5EF4-FFF2-40B4-BE49-F238E27FC236}">
                  <a16:creationId xmlns:a16="http://schemas.microsoft.com/office/drawing/2014/main" id="{15EC2303-0835-BD44-ABBA-146B4960CC65}"/>
                </a:ext>
              </a:extLst>
            </p:cNvPr>
            <p:cNvSpPr/>
            <p:nvPr/>
          </p:nvSpPr>
          <p:spPr>
            <a:xfrm>
              <a:off x="6481517" y="2359095"/>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788" name="矩形 30787">
              <a:extLst>
                <a:ext uri="{FF2B5EF4-FFF2-40B4-BE49-F238E27FC236}">
                  <a16:creationId xmlns:a16="http://schemas.microsoft.com/office/drawing/2014/main" id="{0827AD7D-2DB6-757E-C6AC-C5C90EEAEDEE}"/>
                </a:ext>
              </a:extLst>
            </p:cNvPr>
            <p:cNvSpPr/>
            <p:nvPr/>
          </p:nvSpPr>
          <p:spPr>
            <a:xfrm>
              <a:off x="6653743" y="2359095"/>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789" name="矩形 30788">
              <a:extLst>
                <a:ext uri="{FF2B5EF4-FFF2-40B4-BE49-F238E27FC236}">
                  <a16:creationId xmlns:a16="http://schemas.microsoft.com/office/drawing/2014/main" id="{6BA83402-D999-BB53-85BC-9A34B61E2472}"/>
                </a:ext>
              </a:extLst>
            </p:cNvPr>
            <p:cNvSpPr/>
            <p:nvPr/>
          </p:nvSpPr>
          <p:spPr>
            <a:xfrm>
              <a:off x="6825969" y="2359095"/>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790" name="矩形 30789">
              <a:extLst>
                <a:ext uri="{FF2B5EF4-FFF2-40B4-BE49-F238E27FC236}">
                  <a16:creationId xmlns:a16="http://schemas.microsoft.com/office/drawing/2014/main" id="{31EC382E-BB9B-557F-1C65-A52D449FF34C}"/>
                </a:ext>
              </a:extLst>
            </p:cNvPr>
            <p:cNvSpPr/>
            <p:nvPr/>
          </p:nvSpPr>
          <p:spPr>
            <a:xfrm>
              <a:off x="4761914" y="2531321"/>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791" name="矩形 30790">
              <a:extLst>
                <a:ext uri="{FF2B5EF4-FFF2-40B4-BE49-F238E27FC236}">
                  <a16:creationId xmlns:a16="http://schemas.microsoft.com/office/drawing/2014/main" id="{C20DCADD-CACE-07A0-1C7B-1F958467985C}"/>
                </a:ext>
              </a:extLst>
            </p:cNvPr>
            <p:cNvSpPr/>
            <p:nvPr/>
          </p:nvSpPr>
          <p:spPr>
            <a:xfrm>
              <a:off x="4934140" y="2531321"/>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792" name="矩形 30791">
              <a:extLst>
                <a:ext uri="{FF2B5EF4-FFF2-40B4-BE49-F238E27FC236}">
                  <a16:creationId xmlns:a16="http://schemas.microsoft.com/office/drawing/2014/main" id="{3D9A777D-A1C7-1EF9-524D-110F229D174A}"/>
                </a:ext>
              </a:extLst>
            </p:cNvPr>
            <p:cNvSpPr/>
            <p:nvPr/>
          </p:nvSpPr>
          <p:spPr>
            <a:xfrm>
              <a:off x="5106366" y="2531321"/>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793" name="矩形 30792">
              <a:extLst>
                <a:ext uri="{FF2B5EF4-FFF2-40B4-BE49-F238E27FC236}">
                  <a16:creationId xmlns:a16="http://schemas.microsoft.com/office/drawing/2014/main" id="{EB984022-A518-1FDF-A21B-6257C32AAE0D}"/>
                </a:ext>
              </a:extLst>
            </p:cNvPr>
            <p:cNvSpPr/>
            <p:nvPr/>
          </p:nvSpPr>
          <p:spPr>
            <a:xfrm>
              <a:off x="5278592" y="2531321"/>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794" name="矩形 30793">
              <a:extLst>
                <a:ext uri="{FF2B5EF4-FFF2-40B4-BE49-F238E27FC236}">
                  <a16:creationId xmlns:a16="http://schemas.microsoft.com/office/drawing/2014/main" id="{1E0A018A-7EB4-565D-0AF8-BC41DE0F60C1}"/>
                </a:ext>
              </a:extLst>
            </p:cNvPr>
            <p:cNvSpPr/>
            <p:nvPr/>
          </p:nvSpPr>
          <p:spPr>
            <a:xfrm>
              <a:off x="5450818" y="2531321"/>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795" name="矩形 30794">
              <a:extLst>
                <a:ext uri="{FF2B5EF4-FFF2-40B4-BE49-F238E27FC236}">
                  <a16:creationId xmlns:a16="http://schemas.microsoft.com/office/drawing/2014/main" id="{A27C3491-8F6B-9916-AD2E-BE1795DA5219}"/>
                </a:ext>
              </a:extLst>
            </p:cNvPr>
            <p:cNvSpPr/>
            <p:nvPr/>
          </p:nvSpPr>
          <p:spPr>
            <a:xfrm>
              <a:off x="5623044" y="2531321"/>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796" name="矩形 30795">
              <a:extLst>
                <a:ext uri="{FF2B5EF4-FFF2-40B4-BE49-F238E27FC236}">
                  <a16:creationId xmlns:a16="http://schemas.microsoft.com/office/drawing/2014/main" id="{20C42CA9-56FF-9D7D-3EB2-7578D7CC9914}"/>
                </a:ext>
              </a:extLst>
            </p:cNvPr>
            <p:cNvSpPr/>
            <p:nvPr/>
          </p:nvSpPr>
          <p:spPr>
            <a:xfrm>
              <a:off x="5795270" y="2531321"/>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797" name="矩形 30796">
              <a:extLst>
                <a:ext uri="{FF2B5EF4-FFF2-40B4-BE49-F238E27FC236}">
                  <a16:creationId xmlns:a16="http://schemas.microsoft.com/office/drawing/2014/main" id="{DC95B9AB-B5CE-77B7-7F1A-FD8EE3218794}"/>
                </a:ext>
              </a:extLst>
            </p:cNvPr>
            <p:cNvSpPr/>
            <p:nvPr/>
          </p:nvSpPr>
          <p:spPr>
            <a:xfrm>
              <a:off x="5964839" y="2531321"/>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798" name="矩形 30797">
              <a:extLst>
                <a:ext uri="{FF2B5EF4-FFF2-40B4-BE49-F238E27FC236}">
                  <a16:creationId xmlns:a16="http://schemas.microsoft.com/office/drawing/2014/main" id="{AC4FD755-5155-6CF8-5AC4-C1A8034F7569}"/>
                </a:ext>
              </a:extLst>
            </p:cNvPr>
            <p:cNvSpPr/>
            <p:nvPr/>
          </p:nvSpPr>
          <p:spPr>
            <a:xfrm>
              <a:off x="6137065" y="2531321"/>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799" name="矩形 30798">
              <a:extLst>
                <a:ext uri="{FF2B5EF4-FFF2-40B4-BE49-F238E27FC236}">
                  <a16:creationId xmlns:a16="http://schemas.microsoft.com/office/drawing/2014/main" id="{5FBB6E3E-9DCF-97F7-8CE5-9F6A33F1FE58}"/>
                </a:ext>
              </a:extLst>
            </p:cNvPr>
            <p:cNvSpPr/>
            <p:nvPr/>
          </p:nvSpPr>
          <p:spPr>
            <a:xfrm>
              <a:off x="6309291" y="2531321"/>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800" name="矩形 30799">
              <a:extLst>
                <a:ext uri="{FF2B5EF4-FFF2-40B4-BE49-F238E27FC236}">
                  <a16:creationId xmlns:a16="http://schemas.microsoft.com/office/drawing/2014/main" id="{FE5921C0-BF6D-13AD-9B17-78FA591DAE6A}"/>
                </a:ext>
              </a:extLst>
            </p:cNvPr>
            <p:cNvSpPr/>
            <p:nvPr/>
          </p:nvSpPr>
          <p:spPr>
            <a:xfrm>
              <a:off x="6481517" y="2531321"/>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801" name="矩形 30800">
              <a:extLst>
                <a:ext uri="{FF2B5EF4-FFF2-40B4-BE49-F238E27FC236}">
                  <a16:creationId xmlns:a16="http://schemas.microsoft.com/office/drawing/2014/main" id="{14C05EB2-8A59-4029-A686-754E53AE0143}"/>
                </a:ext>
              </a:extLst>
            </p:cNvPr>
            <p:cNvSpPr/>
            <p:nvPr/>
          </p:nvSpPr>
          <p:spPr>
            <a:xfrm>
              <a:off x="6653743" y="2531321"/>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802" name="矩形 30801">
              <a:extLst>
                <a:ext uri="{FF2B5EF4-FFF2-40B4-BE49-F238E27FC236}">
                  <a16:creationId xmlns:a16="http://schemas.microsoft.com/office/drawing/2014/main" id="{960235ED-A772-051E-4FCA-F74114644BBF}"/>
                </a:ext>
              </a:extLst>
            </p:cNvPr>
            <p:cNvSpPr/>
            <p:nvPr/>
          </p:nvSpPr>
          <p:spPr>
            <a:xfrm>
              <a:off x="6825969" y="2531321"/>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803" name="矩形 30802">
              <a:extLst>
                <a:ext uri="{FF2B5EF4-FFF2-40B4-BE49-F238E27FC236}">
                  <a16:creationId xmlns:a16="http://schemas.microsoft.com/office/drawing/2014/main" id="{C435EF65-C1CF-CEC1-80D7-8881411CDBE3}"/>
                </a:ext>
              </a:extLst>
            </p:cNvPr>
            <p:cNvSpPr/>
            <p:nvPr/>
          </p:nvSpPr>
          <p:spPr>
            <a:xfrm>
              <a:off x="4761914" y="2703547"/>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804" name="矩形 30803">
              <a:extLst>
                <a:ext uri="{FF2B5EF4-FFF2-40B4-BE49-F238E27FC236}">
                  <a16:creationId xmlns:a16="http://schemas.microsoft.com/office/drawing/2014/main" id="{A213820C-2423-B15B-4B3C-8B62C46476B9}"/>
                </a:ext>
              </a:extLst>
            </p:cNvPr>
            <p:cNvSpPr/>
            <p:nvPr/>
          </p:nvSpPr>
          <p:spPr>
            <a:xfrm>
              <a:off x="4934140" y="2703547"/>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805" name="矩形 30804">
              <a:extLst>
                <a:ext uri="{FF2B5EF4-FFF2-40B4-BE49-F238E27FC236}">
                  <a16:creationId xmlns:a16="http://schemas.microsoft.com/office/drawing/2014/main" id="{DCDF94DD-D2E4-B391-3415-08DF779B0326}"/>
                </a:ext>
              </a:extLst>
            </p:cNvPr>
            <p:cNvSpPr/>
            <p:nvPr/>
          </p:nvSpPr>
          <p:spPr>
            <a:xfrm>
              <a:off x="5106366" y="2703547"/>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806" name="矩形 30805">
              <a:extLst>
                <a:ext uri="{FF2B5EF4-FFF2-40B4-BE49-F238E27FC236}">
                  <a16:creationId xmlns:a16="http://schemas.microsoft.com/office/drawing/2014/main" id="{71D405C7-872B-E83B-ED39-284E1B2E4622}"/>
                </a:ext>
              </a:extLst>
            </p:cNvPr>
            <p:cNvSpPr/>
            <p:nvPr/>
          </p:nvSpPr>
          <p:spPr>
            <a:xfrm>
              <a:off x="5278592" y="2703547"/>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807" name="矩形 30806">
              <a:extLst>
                <a:ext uri="{FF2B5EF4-FFF2-40B4-BE49-F238E27FC236}">
                  <a16:creationId xmlns:a16="http://schemas.microsoft.com/office/drawing/2014/main" id="{DE31FD1C-3B5F-FA42-80F3-9592773EFBC0}"/>
                </a:ext>
              </a:extLst>
            </p:cNvPr>
            <p:cNvSpPr/>
            <p:nvPr/>
          </p:nvSpPr>
          <p:spPr>
            <a:xfrm>
              <a:off x="5450818" y="2703547"/>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808" name="矩形 30807">
              <a:extLst>
                <a:ext uri="{FF2B5EF4-FFF2-40B4-BE49-F238E27FC236}">
                  <a16:creationId xmlns:a16="http://schemas.microsoft.com/office/drawing/2014/main" id="{DDFE240F-FB5E-D5C7-0F47-5C7CD19B45C6}"/>
                </a:ext>
              </a:extLst>
            </p:cNvPr>
            <p:cNvSpPr/>
            <p:nvPr/>
          </p:nvSpPr>
          <p:spPr>
            <a:xfrm>
              <a:off x="5623044" y="2703547"/>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809" name="矩形 30808">
              <a:extLst>
                <a:ext uri="{FF2B5EF4-FFF2-40B4-BE49-F238E27FC236}">
                  <a16:creationId xmlns:a16="http://schemas.microsoft.com/office/drawing/2014/main" id="{C7DCE7AC-CE22-4803-5200-45D1DC523E11}"/>
                </a:ext>
              </a:extLst>
            </p:cNvPr>
            <p:cNvSpPr/>
            <p:nvPr/>
          </p:nvSpPr>
          <p:spPr>
            <a:xfrm>
              <a:off x="5795270" y="2703547"/>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810" name="矩形 30809">
              <a:extLst>
                <a:ext uri="{FF2B5EF4-FFF2-40B4-BE49-F238E27FC236}">
                  <a16:creationId xmlns:a16="http://schemas.microsoft.com/office/drawing/2014/main" id="{4FDD491F-D176-120F-C17A-7AD365C6F7FE}"/>
                </a:ext>
              </a:extLst>
            </p:cNvPr>
            <p:cNvSpPr/>
            <p:nvPr/>
          </p:nvSpPr>
          <p:spPr>
            <a:xfrm>
              <a:off x="5964839" y="2703547"/>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811" name="矩形 30810">
              <a:extLst>
                <a:ext uri="{FF2B5EF4-FFF2-40B4-BE49-F238E27FC236}">
                  <a16:creationId xmlns:a16="http://schemas.microsoft.com/office/drawing/2014/main" id="{F10EF6C3-6FD1-A8DC-CCD5-4BC389F7B017}"/>
                </a:ext>
              </a:extLst>
            </p:cNvPr>
            <p:cNvSpPr/>
            <p:nvPr/>
          </p:nvSpPr>
          <p:spPr>
            <a:xfrm>
              <a:off x="6137065" y="2703547"/>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812" name="矩形 30811">
              <a:extLst>
                <a:ext uri="{FF2B5EF4-FFF2-40B4-BE49-F238E27FC236}">
                  <a16:creationId xmlns:a16="http://schemas.microsoft.com/office/drawing/2014/main" id="{40F6ECFE-D8EB-F8C9-0B8E-571878E00DA0}"/>
                </a:ext>
              </a:extLst>
            </p:cNvPr>
            <p:cNvSpPr/>
            <p:nvPr/>
          </p:nvSpPr>
          <p:spPr>
            <a:xfrm>
              <a:off x="6309291" y="3564677"/>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813" name="矩形 30812">
              <a:extLst>
                <a:ext uri="{FF2B5EF4-FFF2-40B4-BE49-F238E27FC236}">
                  <a16:creationId xmlns:a16="http://schemas.microsoft.com/office/drawing/2014/main" id="{8C6236A1-0879-4EB3-513E-C270FA82436F}"/>
                </a:ext>
              </a:extLst>
            </p:cNvPr>
            <p:cNvSpPr/>
            <p:nvPr/>
          </p:nvSpPr>
          <p:spPr>
            <a:xfrm>
              <a:off x="6481517" y="3564677"/>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814" name="矩形 30813">
              <a:extLst>
                <a:ext uri="{FF2B5EF4-FFF2-40B4-BE49-F238E27FC236}">
                  <a16:creationId xmlns:a16="http://schemas.microsoft.com/office/drawing/2014/main" id="{C0A57126-BF28-1FC5-43CB-74D7D6AB9E00}"/>
                </a:ext>
              </a:extLst>
            </p:cNvPr>
            <p:cNvSpPr/>
            <p:nvPr/>
          </p:nvSpPr>
          <p:spPr>
            <a:xfrm>
              <a:off x="6653743" y="3564677"/>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815" name="矩形 30814">
              <a:extLst>
                <a:ext uri="{FF2B5EF4-FFF2-40B4-BE49-F238E27FC236}">
                  <a16:creationId xmlns:a16="http://schemas.microsoft.com/office/drawing/2014/main" id="{258F9BD6-6589-F763-B7C8-5EC3A143A12A}"/>
                </a:ext>
              </a:extLst>
            </p:cNvPr>
            <p:cNvSpPr/>
            <p:nvPr/>
          </p:nvSpPr>
          <p:spPr>
            <a:xfrm>
              <a:off x="6825969" y="3564677"/>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816" name="矩形 30815">
              <a:extLst>
                <a:ext uri="{FF2B5EF4-FFF2-40B4-BE49-F238E27FC236}">
                  <a16:creationId xmlns:a16="http://schemas.microsoft.com/office/drawing/2014/main" id="{BCA3DC2F-30E7-D5D3-099E-5FB1290DE8E1}"/>
                </a:ext>
              </a:extLst>
            </p:cNvPr>
            <p:cNvSpPr/>
            <p:nvPr/>
          </p:nvSpPr>
          <p:spPr>
            <a:xfrm>
              <a:off x="4761914" y="2875773"/>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817" name="矩形 30816">
              <a:extLst>
                <a:ext uri="{FF2B5EF4-FFF2-40B4-BE49-F238E27FC236}">
                  <a16:creationId xmlns:a16="http://schemas.microsoft.com/office/drawing/2014/main" id="{2FD30F2A-650B-0E56-9F79-71FCFFC4F9B2}"/>
                </a:ext>
              </a:extLst>
            </p:cNvPr>
            <p:cNvSpPr/>
            <p:nvPr/>
          </p:nvSpPr>
          <p:spPr>
            <a:xfrm>
              <a:off x="4934140" y="2875773"/>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818" name="矩形 30817">
              <a:extLst>
                <a:ext uri="{FF2B5EF4-FFF2-40B4-BE49-F238E27FC236}">
                  <a16:creationId xmlns:a16="http://schemas.microsoft.com/office/drawing/2014/main" id="{4ACFC01D-F472-50C6-32F0-4EAFAA049763}"/>
                </a:ext>
              </a:extLst>
            </p:cNvPr>
            <p:cNvSpPr/>
            <p:nvPr/>
          </p:nvSpPr>
          <p:spPr>
            <a:xfrm>
              <a:off x="5106366" y="2875773"/>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819" name="矩形 30818">
              <a:extLst>
                <a:ext uri="{FF2B5EF4-FFF2-40B4-BE49-F238E27FC236}">
                  <a16:creationId xmlns:a16="http://schemas.microsoft.com/office/drawing/2014/main" id="{2CCB7D4B-900F-2EB1-139B-0A3E5BC34526}"/>
                </a:ext>
              </a:extLst>
            </p:cNvPr>
            <p:cNvSpPr/>
            <p:nvPr/>
          </p:nvSpPr>
          <p:spPr>
            <a:xfrm>
              <a:off x="5278592" y="2875773"/>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820" name="矩形 30819">
              <a:extLst>
                <a:ext uri="{FF2B5EF4-FFF2-40B4-BE49-F238E27FC236}">
                  <a16:creationId xmlns:a16="http://schemas.microsoft.com/office/drawing/2014/main" id="{ADBA5119-4F54-F60F-D4C2-ED2D672392EB}"/>
                </a:ext>
              </a:extLst>
            </p:cNvPr>
            <p:cNvSpPr/>
            <p:nvPr/>
          </p:nvSpPr>
          <p:spPr>
            <a:xfrm>
              <a:off x="5450818" y="2875773"/>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821" name="矩形 30820">
              <a:extLst>
                <a:ext uri="{FF2B5EF4-FFF2-40B4-BE49-F238E27FC236}">
                  <a16:creationId xmlns:a16="http://schemas.microsoft.com/office/drawing/2014/main" id="{F38D786B-BE2C-E139-F59F-485CA80442D8}"/>
                </a:ext>
              </a:extLst>
            </p:cNvPr>
            <p:cNvSpPr/>
            <p:nvPr/>
          </p:nvSpPr>
          <p:spPr>
            <a:xfrm>
              <a:off x="5623044" y="2875773"/>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822" name="矩形 30821">
              <a:extLst>
                <a:ext uri="{FF2B5EF4-FFF2-40B4-BE49-F238E27FC236}">
                  <a16:creationId xmlns:a16="http://schemas.microsoft.com/office/drawing/2014/main" id="{412E6FA3-ADE6-D40E-073A-98AE4DC1A1D7}"/>
                </a:ext>
              </a:extLst>
            </p:cNvPr>
            <p:cNvSpPr/>
            <p:nvPr/>
          </p:nvSpPr>
          <p:spPr>
            <a:xfrm>
              <a:off x="5795270" y="2875773"/>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823" name="矩形 30822">
              <a:extLst>
                <a:ext uri="{FF2B5EF4-FFF2-40B4-BE49-F238E27FC236}">
                  <a16:creationId xmlns:a16="http://schemas.microsoft.com/office/drawing/2014/main" id="{4B27C5BF-B4CE-43CA-F1F2-BBE4EDE79B99}"/>
                </a:ext>
              </a:extLst>
            </p:cNvPr>
            <p:cNvSpPr/>
            <p:nvPr/>
          </p:nvSpPr>
          <p:spPr>
            <a:xfrm>
              <a:off x="5964839" y="2875773"/>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824" name="矩形 30823">
              <a:extLst>
                <a:ext uri="{FF2B5EF4-FFF2-40B4-BE49-F238E27FC236}">
                  <a16:creationId xmlns:a16="http://schemas.microsoft.com/office/drawing/2014/main" id="{3A87F671-EA0E-8553-23B4-BB0FE0C60364}"/>
                </a:ext>
              </a:extLst>
            </p:cNvPr>
            <p:cNvSpPr/>
            <p:nvPr/>
          </p:nvSpPr>
          <p:spPr>
            <a:xfrm>
              <a:off x="6137065" y="2875773"/>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825" name="矩形 30824">
              <a:extLst>
                <a:ext uri="{FF2B5EF4-FFF2-40B4-BE49-F238E27FC236}">
                  <a16:creationId xmlns:a16="http://schemas.microsoft.com/office/drawing/2014/main" id="{E9E3A23B-A38E-003F-F8CF-E2845A911284}"/>
                </a:ext>
              </a:extLst>
            </p:cNvPr>
            <p:cNvSpPr/>
            <p:nvPr/>
          </p:nvSpPr>
          <p:spPr>
            <a:xfrm>
              <a:off x="6825968" y="2708801"/>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826" name="矩形 30825">
              <a:extLst>
                <a:ext uri="{FF2B5EF4-FFF2-40B4-BE49-F238E27FC236}">
                  <a16:creationId xmlns:a16="http://schemas.microsoft.com/office/drawing/2014/main" id="{E593F3F3-832D-B7E6-184C-DC105055E4B3}"/>
                </a:ext>
              </a:extLst>
            </p:cNvPr>
            <p:cNvSpPr/>
            <p:nvPr/>
          </p:nvSpPr>
          <p:spPr>
            <a:xfrm>
              <a:off x="6309290" y="2708801"/>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827" name="矩形 30826">
              <a:extLst>
                <a:ext uri="{FF2B5EF4-FFF2-40B4-BE49-F238E27FC236}">
                  <a16:creationId xmlns:a16="http://schemas.microsoft.com/office/drawing/2014/main" id="{F338B256-211D-EA38-AB43-BF293A131BB4}"/>
                </a:ext>
              </a:extLst>
            </p:cNvPr>
            <p:cNvSpPr/>
            <p:nvPr/>
          </p:nvSpPr>
          <p:spPr>
            <a:xfrm>
              <a:off x="4761914" y="3047999"/>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828" name="矩形 30827">
              <a:extLst>
                <a:ext uri="{FF2B5EF4-FFF2-40B4-BE49-F238E27FC236}">
                  <a16:creationId xmlns:a16="http://schemas.microsoft.com/office/drawing/2014/main" id="{FDBF3619-0770-91CF-9E4F-8F65391F8CC2}"/>
                </a:ext>
              </a:extLst>
            </p:cNvPr>
            <p:cNvSpPr/>
            <p:nvPr/>
          </p:nvSpPr>
          <p:spPr>
            <a:xfrm>
              <a:off x="4934140" y="3047999"/>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829" name="矩形 30828">
              <a:extLst>
                <a:ext uri="{FF2B5EF4-FFF2-40B4-BE49-F238E27FC236}">
                  <a16:creationId xmlns:a16="http://schemas.microsoft.com/office/drawing/2014/main" id="{2343EBDC-ADCE-AA0A-EBE9-24771A687A71}"/>
                </a:ext>
              </a:extLst>
            </p:cNvPr>
            <p:cNvSpPr/>
            <p:nvPr/>
          </p:nvSpPr>
          <p:spPr>
            <a:xfrm>
              <a:off x="5106366" y="3047999"/>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830" name="矩形 30829">
              <a:extLst>
                <a:ext uri="{FF2B5EF4-FFF2-40B4-BE49-F238E27FC236}">
                  <a16:creationId xmlns:a16="http://schemas.microsoft.com/office/drawing/2014/main" id="{AA829D02-D091-3246-7207-404E0EEE232E}"/>
                </a:ext>
              </a:extLst>
            </p:cNvPr>
            <p:cNvSpPr/>
            <p:nvPr/>
          </p:nvSpPr>
          <p:spPr>
            <a:xfrm>
              <a:off x="5278592" y="3047999"/>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831" name="矩形 30830">
              <a:extLst>
                <a:ext uri="{FF2B5EF4-FFF2-40B4-BE49-F238E27FC236}">
                  <a16:creationId xmlns:a16="http://schemas.microsoft.com/office/drawing/2014/main" id="{03B55A92-F7E8-5C09-77E9-EAFF27530AA2}"/>
                </a:ext>
              </a:extLst>
            </p:cNvPr>
            <p:cNvSpPr/>
            <p:nvPr/>
          </p:nvSpPr>
          <p:spPr>
            <a:xfrm>
              <a:off x="5450818" y="3047999"/>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832" name="矩形 30831">
              <a:extLst>
                <a:ext uri="{FF2B5EF4-FFF2-40B4-BE49-F238E27FC236}">
                  <a16:creationId xmlns:a16="http://schemas.microsoft.com/office/drawing/2014/main" id="{0F40B2F8-0B5B-87A1-DFBA-0DFE06E31B18}"/>
                </a:ext>
              </a:extLst>
            </p:cNvPr>
            <p:cNvSpPr/>
            <p:nvPr/>
          </p:nvSpPr>
          <p:spPr>
            <a:xfrm>
              <a:off x="5623044" y="3047999"/>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833" name="矩形 30832">
              <a:extLst>
                <a:ext uri="{FF2B5EF4-FFF2-40B4-BE49-F238E27FC236}">
                  <a16:creationId xmlns:a16="http://schemas.microsoft.com/office/drawing/2014/main" id="{E23D11DC-32BE-6615-7B28-A56CDD3A479A}"/>
                </a:ext>
              </a:extLst>
            </p:cNvPr>
            <p:cNvSpPr/>
            <p:nvPr/>
          </p:nvSpPr>
          <p:spPr>
            <a:xfrm>
              <a:off x="5795270" y="3047999"/>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834" name="矩形 30833">
              <a:extLst>
                <a:ext uri="{FF2B5EF4-FFF2-40B4-BE49-F238E27FC236}">
                  <a16:creationId xmlns:a16="http://schemas.microsoft.com/office/drawing/2014/main" id="{5076E476-A0C2-24E2-AD2A-38D13708B6DC}"/>
                </a:ext>
              </a:extLst>
            </p:cNvPr>
            <p:cNvSpPr/>
            <p:nvPr/>
          </p:nvSpPr>
          <p:spPr>
            <a:xfrm>
              <a:off x="5964839" y="3047999"/>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835" name="矩形 30834">
              <a:extLst>
                <a:ext uri="{FF2B5EF4-FFF2-40B4-BE49-F238E27FC236}">
                  <a16:creationId xmlns:a16="http://schemas.microsoft.com/office/drawing/2014/main" id="{AEDE16E3-24E8-E4AD-B389-C64F0BE71DE1}"/>
                </a:ext>
              </a:extLst>
            </p:cNvPr>
            <p:cNvSpPr/>
            <p:nvPr/>
          </p:nvSpPr>
          <p:spPr>
            <a:xfrm>
              <a:off x="6137065" y="3047999"/>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836" name="矩形 30835">
              <a:extLst>
                <a:ext uri="{FF2B5EF4-FFF2-40B4-BE49-F238E27FC236}">
                  <a16:creationId xmlns:a16="http://schemas.microsoft.com/office/drawing/2014/main" id="{B8CF7109-B4DF-AB77-9EC4-9438B7B390D1}"/>
                </a:ext>
              </a:extLst>
            </p:cNvPr>
            <p:cNvSpPr/>
            <p:nvPr/>
          </p:nvSpPr>
          <p:spPr>
            <a:xfrm>
              <a:off x="6825968" y="2881027"/>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837" name="矩形 30836">
              <a:extLst>
                <a:ext uri="{FF2B5EF4-FFF2-40B4-BE49-F238E27FC236}">
                  <a16:creationId xmlns:a16="http://schemas.microsoft.com/office/drawing/2014/main" id="{A1990041-5864-4BA6-9AE9-DBF65AE2A96C}"/>
                </a:ext>
              </a:extLst>
            </p:cNvPr>
            <p:cNvSpPr/>
            <p:nvPr/>
          </p:nvSpPr>
          <p:spPr>
            <a:xfrm>
              <a:off x="4761914" y="3220225"/>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838" name="矩形 30837">
              <a:extLst>
                <a:ext uri="{FF2B5EF4-FFF2-40B4-BE49-F238E27FC236}">
                  <a16:creationId xmlns:a16="http://schemas.microsoft.com/office/drawing/2014/main" id="{886C0D9F-490A-E0EB-EB1D-86BC55E7D614}"/>
                </a:ext>
              </a:extLst>
            </p:cNvPr>
            <p:cNvSpPr/>
            <p:nvPr/>
          </p:nvSpPr>
          <p:spPr>
            <a:xfrm>
              <a:off x="4934140" y="3220225"/>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839" name="矩形 30838">
              <a:extLst>
                <a:ext uri="{FF2B5EF4-FFF2-40B4-BE49-F238E27FC236}">
                  <a16:creationId xmlns:a16="http://schemas.microsoft.com/office/drawing/2014/main" id="{458E8DAB-E626-DDF7-D9AF-D8974820715A}"/>
                </a:ext>
              </a:extLst>
            </p:cNvPr>
            <p:cNvSpPr/>
            <p:nvPr/>
          </p:nvSpPr>
          <p:spPr>
            <a:xfrm>
              <a:off x="5106366" y="3220225"/>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840" name="矩形 30839">
              <a:extLst>
                <a:ext uri="{FF2B5EF4-FFF2-40B4-BE49-F238E27FC236}">
                  <a16:creationId xmlns:a16="http://schemas.microsoft.com/office/drawing/2014/main" id="{6C290473-6D6C-32DB-1598-0CB1E93BC9C0}"/>
                </a:ext>
              </a:extLst>
            </p:cNvPr>
            <p:cNvSpPr/>
            <p:nvPr/>
          </p:nvSpPr>
          <p:spPr>
            <a:xfrm>
              <a:off x="5278592" y="3220225"/>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841" name="矩形 30840">
              <a:extLst>
                <a:ext uri="{FF2B5EF4-FFF2-40B4-BE49-F238E27FC236}">
                  <a16:creationId xmlns:a16="http://schemas.microsoft.com/office/drawing/2014/main" id="{9419B0B5-54D5-D8C7-3FC5-8660B0AA35DB}"/>
                </a:ext>
              </a:extLst>
            </p:cNvPr>
            <p:cNvSpPr/>
            <p:nvPr/>
          </p:nvSpPr>
          <p:spPr>
            <a:xfrm>
              <a:off x="5450818" y="3220225"/>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842" name="矩形 30841">
              <a:extLst>
                <a:ext uri="{FF2B5EF4-FFF2-40B4-BE49-F238E27FC236}">
                  <a16:creationId xmlns:a16="http://schemas.microsoft.com/office/drawing/2014/main" id="{974DD8AB-C09D-8EB7-C4D0-C461E70FAC97}"/>
                </a:ext>
              </a:extLst>
            </p:cNvPr>
            <p:cNvSpPr/>
            <p:nvPr/>
          </p:nvSpPr>
          <p:spPr>
            <a:xfrm>
              <a:off x="5623044" y="3220225"/>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843" name="矩形 30842">
              <a:extLst>
                <a:ext uri="{FF2B5EF4-FFF2-40B4-BE49-F238E27FC236}">
                  <a16:creationId xmlns:a16="http://schemas.microsoft.com/office/drawing/2014/main" id="{7FA44EE1-B750-001E-8C11-F12593710889}"/>
                </a:ext>
              </a:extLst>
            </p:cNvPr>
            <p:cNvSpPr/>
            <p:nvPr/>
          </p:nvSpPr>
          <p:spPr>
            <a:xfrm>
              <a:off x="5795270" y="3220225"/>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844" name="矩形 30843">
              <a:extLst>
                <a:ext uri="{FF2B5EF4-FFF2-40B4-BE49-F238E27FC236}">
                  <a16:creationId xmlns:a16="http://schemas.microsoft.com/office/drawing/2014/main" id="{5FB619E8-BF36-1031-095C-1345D158FC80}"/>
                </a:ext>
              </a:extLst>
            </p:cNvPr>
            <p:cNvSpPr/>
            <p:nvPr/>
          </p:nvSpPr>
          <p:spPr>
            <a:xfrm>
              <a:off x="5964839" y="3220225"/>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845" name="矩形 30844">
              <a:extLst>
                <a:ext uri="{FF2B5EF4-FFF2-40B4-BE49-F238E27FC236}">
                  <a16:creationId xmlns:a16="http://schemas.microsoft.com/office/drawing/2014/main" id="{93AC1620-EF1F-C62D-8CF7-D570DA2D83BD}"/>
                </a:ext>
              </a:extLst>
            </p:cNvPr>
            <p:cNvSpPr/>
            <p:nvPr/>
          </p:nvSpPr>
          <p:spPr>
            <a:xfrm>
              <a:off x="6137065" y="3220225"/>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846" name="矩形 30845">
              <a:extLst>
                <a:ext uri="{FF2B5EF4-FFF2-40B4-BE49-F238E27FC236}">
                  <a16:creationId xmlns:a16="http://schemas.microsoft.com/office/drawing/2014/main" id="{F219E242-5D7D-762A-3242-8B9658B293A8}"/>
                </a:ext>
              </a:extLst>
            </p:cNvPr>
            <p:cNvSpPr/>
            <p:nvPr/>
          </p:nvSpPr>
          <p:spPr>
            <a:xfrm>
              <a:off x="6825968" y="3053253"/>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847" name="矩形 30846">
              <a:extLst>
                <a:ext uri="{FF2B5EF4-FFF2-40B4-BE49-F238E27FC236}">
                  <a16:creationId xmlns:a16="http://schemas.microsoft.com/office/drawing/2014/main" id="{CD239196-9BAB-4C1A-9DEC-67784CB21790}"/>
                </a:ext>
              </a:extLst>
            </p:cNvPr>
            <p:cNvSpPr/>
            <p:nvPr/>
          </p:nvSpPr>
          <p:spPr>
            <a:xfrm>
              <a:off x="4761914" y="3392451"/>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848" name="矩形 30847">
              <a:extLst>
                <a:ext uri="{FF2B5EF4-FFF2-40B4-BE49-F238E27FC236}">
                  <a16:creationId xmlns:a16="http://schemas.microsoft.com/office/drawing/2014/main" id="{9DABA950-3DA4-490C-58AC-EDFF23850D17}"/>
                </a:ext>
              </a:extLst>
            </p:cNvPr>
            <p:cNvSpPr/>
            <p:nvPr/>
          </p:nvSpPr>
          <p:spPr>
            <a:xfrm>
              <a:off x="4934140" y="3392451"/>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849" name="矩形 30848">
              <a:extLst>
                <a:ext uri="{FF2B5EF4-FFF2-40B4-BE49-F238E27FC236}">
                  <a16:creationId xmlns:a16="http://schemas.microsoft.com/office/drawing/2014/main" id="{59F0B3D1-3EBE-2D79-F2C1-FCAD370719A8}"/>
                </a:ext>
              </a:extLst>
            </p:cNvPr>
            <p:cNvSpPr/>
            <p:nvPr/>
          </p:nvSpPr>
          <p:spPr>
            <a:xfrm>
              <a:off x="5106366" y="3392451"/>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850" name="矩形 30849">
              <a:extLst>
                <a:ext uri="{FF2B5EF4-FFF2-40B4-BE49-F238E27FC236}">
                  <a16:creationId xmlns:a16="http://schemas.microsoft.com/office/drawing/2014/main" id="{CE93D0A7-6D22-47D9-FDFB-63269F705A5C}"/>
                </a:ext>
              </a:extLst>
            </p:cNvPr>
            <p:cNvSpPr/>
            <p:nvPr/>
          </p:nvSpPr>
          <p:spPr>
            <a:xfrm>
              <a:off x="5278592" y="3392451"/>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851" name="矩形 30850">
              <a:extLst>
                <a:ext uri="{FF2B5EF4-FFF2-40B4-BE49-F238E27FC236}">
                  <a16:creationId xmlns:a16="http://schemas.microsoft.com/office/drawing/2014/main" id="{27F57292-A5F8-9ED2-A98B-6B2FB63E8315}"/>
                </a:ext>
              </a:extLst>
            </p:cNvPr>
            <p:cNvSpPr/>
            <p:nvPr/>
          </p:nvSpPr>
          <p:spPr>
            <a:xfrm>
              <a:off x="5450818" y="3392451"/>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852" name="矩形 30851">
              <a:extLst>
                <a:ext uri="{FF2B5EF4-FFF2-40B4-BE49-F238E27FC236}">
                  <a16:creationId xmlns:a16="http://schemas.microsoft.com/office/drawing/2014/main" id="{C85670CB-1244-4BB2-9382-38D05767A4E6}"/>
                </a:ext>
              </a:extLst>
            </p:cNvPr>
            <p:cNvSpPr/>
            <p:nvPr/>
          </p:nvSpPr>
          <p:spPr>
            <a:xfrm>
              <a:off x="5623044" y="3392451"/>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853" name="矩形 30852">
              <a:extLst>
                <a:ext uri="{FF2B5EF4-FFF2-40B4-BE49-F238E27FC236}">
                  <a16:creationId xmlns:a16="http://schemas.microsoft.com/office/drawing/2014/main" id="{EE1D3478-7C04-FC79-402D-5E267CF506D6}"/>
                </a:ext>
              </a:extLst>
            </p:cNvPr>
            <p:cNvSpPr/>
            <p:nvPr/>
          </p:nvSpPr>
          <p:spPr>
            <a:xfrm>
              <a:off x="5795270" y="3392451"/>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854" name="矩形 30853">
              <a:extLst>
                <a:ext uri="{FF2B5EF4-FFF2-40B4-BE49-F238E27FC236}">
                  <a16:creationId xmlns:a16="http://schemas.microsoft.com/office/drawing/2014/main" id="{BF37A63F-E232-ACD1-1AAE-371C4350AD8B}"/>
                </a:ext>
              </a:extLst>
            </p:cNvPr>
            <p:cNvSpPr/>
            <p:nvPr/>
          </p:nvSpPr>
          <p:spPr>
            <a:xfrm>
              <a:off x="5964839" y="3392451"/>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855" name="矩形 30854">
              <a:extLst>
                <a:ext uri="{FF2B5EF4-FFF2-40B4-BE49-F238E27FC236}">
                  <a16:creationId xmlns:a16="http://schemas.microsoft.com/office/drawing/2014/main" id="{49675E0A-153B-C0F5-AA52-3832E9CDE7B6}"/>
                </a:ext>
              </a:extLst>
            </p:cNvPr>
            <p:cNvSpPr/>
            <p:nvPr/>
          </p:nvSpPr>
          <p:spPr>
            <a:xfrm>
              <a:off x="6137065" y="3392451"/>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856" name="矩形 30855">
              <a:extLst>
                <a:ext uri="{FF2B5EF4-FFF2-40B4-BE49-F238E27FC236}">
                  <a16:creationId xmlns:a16="http://schemas.microsoft.com/office/drawing/2014/main" id="{1FEEDC14-6C45-875D-98AF-9A4BB9460391}"/>
                </a:ext>
              </a:extLst>
            </p:cNvPr>
            <p:cNvSpPr/>
            <p:nvPr/>
          </p:nvSpPr>
          <p:spPr>
            <a:xfrm>
              <a:off x="6825968" y="3225479"/>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857" name="矩形 30856">
              <a:extLst>
                <a:ext uri="{FF2B5EF4-FFF2-40B4-BE49-F238E27FC236}">
                  <a16:creationId xmlns:a16="http://schemas.microsoft.com/office/drawing/2014/main" id="{2AC2D10D-A294-32BB-3D75-E7E50DE4111D}"/>
                </a:ext>
              </a:extLst>
            </p:cNvPr>
            <p:cNvSpPr/>
            <p:nvPr/>
          </p:nvSpPr>
          <p:spPr>
            <a:xfrm>
              <a:off x="4761914" y="3564677"/>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858" name="矩形 30857">
              <a:extLst>
                <a:ext uri="{FF2B5EF4-FFF2-40B4-BE49-F238E27FC236}">
                  <a16:creationId xmlns:a16="http://schemas.microsoft.com/office/drawing/2014/main" id="{C0AE7254-1AD3-F19A-7879-14F56F2B97C2}"/>
                </a:ext>
              </a:extLst>
            </p:cNvPr>
            <p:cNvSpPr/>
            <p:nvPr/>
          </p:nvSpPr>
          <p:spPr>
            <a:xfrm>
              <a:off x="4934140" y="3564677"/>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859" name="矩形 30858">
              <a:extLst>
                <a:ext uri="{FF2B5EF4-FFF2-40B4-BE49-F238E27FC236}">
                  <a16:creationId xmlns:a16="http://schemas.microsoft.com/office/drawing/2014/main" id="{F31B4261-CB61-D1AB-C54B-D977719024A9}"/>
                </a:ext>
              </a:extLst>
            </p:cNvPr>
            <p:cNvSpPr/>
            <p:nvPr/>
          </p:nvSpPr>
          <p:spPr>
            <a:xfrm>
              <a:off x="5106366" y="3564677"/>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860" name="矩形 30859">
              <a:extLst>
                <a:ext uri="{FF2B5EF4-FFF2-40B4-BE49-F238E27FC236}">
                  <a16:creationId xmlns:a16="http://schemas.microsoft.com/office/drawing/2014/main" id="{03E76065-7BED-995E-7F63-136F873E4746}"/>
                </a:ext>
              </a:extLst>
            </p:cNvPr>
            <p:cNvSpPr/>
            <p:nvPr/>
          </p:nvSpPr>
          <p:spPr>
            <a:xfrm>
              <a:off x="5278592" y="3564677"/>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861" name="矩形 30860">
              <a:extLst>
                <a:ext uri="{FF2B5EF4-FFF2-40B4-BE49-F238E27FC236}">
                  <a16:creationId xmlns:a16="http://schemas.microsoft.com/office/drawing/2014/main" id="{43511F48-0238-1893-4096-8F593B4FDADF}"/>
                </a:ext>
              </a:extLst>
            </p:cNvPr>
            <p:cNvSpPr/>
            <p:nvPr/>
          </p:nvSpPr>
          <p:spPr>
            <a:xfrm>
              <a:off x="5450818" y="3564677"/>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862" name="矩形 30861">
              <a:extLst>
                <a:ext uri="{FF2B5EF4-FFF2-40B4-BE49-F238E27FC236}">
                  <a16:creationId xmlns:a16="http://schemas.microsoft.com/office/drawing/2014/main" id="{E9CE3A9C-85CD-FB6F-975F-92D68C2D65CB}"/>
                </a:ext>
              </a:extLst>
            </p:cNvPr>
            <p:cNvSpPr/>
            <p:nvPr/>
          </p:nvSpPr>
          <p:spPr>
            <a:xfrm>
              <a:off x="5623044" y="3564677"/>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863" name="矩形 30862">
              <a:extLst>
                <a:ext uri="{FF2B5EF4-FFF2-40B4-BE49-F238E27FC236}">
                  <a16:creationId xmlns:a16="http://schemas.microsoft.com/office/drawing/2014/main" id="{3ECF733B-A036-73CA-7769-CF0BADCFBAB9}"/>
                </a:ext>
              </a:extLst>
            </p:cNvPr>
            <p:cNvSpPr/>
            <p:nvPr/>
          </p:nvSpPr>
          <p:spPr>
            <a:xfrm>
              <a:off x="5795270" y="3564677"/>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864" name="矩形 30863">
              <a:extLst>
                <a:ext uri="{FF2B5EF4-FFF2-40B4-BE49-F238E27FC236}">
                  <a16:creationId xmlns:a16="http://schemas.microsoft.com/office/drawing/2014/main" id="{64B1C7EA-CEC4-FF20-B1A0-199BEDF48547}"/>
                </a:ext>
              </a:extLst>
            </p:cNvPr>
            <p:cNvSpPr/>
            <p:nvPr/>
          </p:nvSpPr>
          <p:spPr>
            <a:xfrm>
              <a:off x="5964839" y="3564677"/>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865" name="矩形 30864">
              <a:extLst>
                <a:ext uri="{FF2B5EF4-FFF2-40B4-BE49-F238E27FC236}">
                  <a16:creationId xmlns:a16="http://schemas.microsoft.com/office/drawing/2014/main" id="{B7CE29B9-6E84-B587-9D6D-28C64BAFFAAD}"/>
                </a:ext>
              </a:extLst>
            </p:cNvPr>
            <p:cNvSpPr/>
            <p:nvPr/>
          </p:nvSpPr>
          <p:spPr>
            <a:xfrm>
              <a:off x="6137065" y="3564677"/>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866" name="矩形 30865">
              <a:extLst>
                <a:ext uri="{FF2B5EF4-FFF2-40B4-BE49-F238E27FC236}">
                  <a16:creationId xmlns:a16="http://schemas.microsoft.com/office/drawing/2014/main" id="{26211DB7-B856-595D-9D13-EFD4756A7364}"/>
                </a:ext>
              </a:extLst>
            </p:cNvPr>
            <p:cNvSpPr/>
            <p:nvPr/>
          </p:nvSpPr>
          <p:spPr>
            <a:xfrm>
              <a:off x="6825968" y="3397705"/>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867" name="矩形 30866">
              <a:extLst>
                <a:ext uri="{FF2B5EF4-FFF2-40B4-BE49-F238E27FC236}">
                  <a16:creationId xmlns:a16="http://schemas.microsoft.com/office/drawing/2014/main" id="{6C168315-4D69-AF5A-BFC8-6B56F3493905}"/>
                </a:ext>
              </a:extLst>
            </p:cNvPr>
            <p:cNvSpPr/>
            <p:nvPr/>
          </p:nvSpPr>
          <p:spPr>
            <a:xfrm>
              <a:off x="6309290" y="3397705"/>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868" name="矩形 30867">
              <a:extLst>
                <a:ext uri="{FF2B5EF4-FFF2-40B4-BE49-F238E27FC236}">
                  <a16:creationId xmlns:a16="http://schemas.microsoft.com/office/drawing/2014/main" id="{A4118E7A-9C9A-CDF8-EEC6-D1F72DF4EF54}"/>
                </a:ext>
              </a:extLst>
            </p:cNvPr>
            <p:cNvSpPr/>
            <p:nvPr/>
          </p:nvSpPr>
          <p:spPr>
            <a:xfrm>
              <a:off x="4761914" y="3736903"/>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869" name="矩形 30868">
              <a:extLst>
                <a:ext uri="{FF2B5EF4-FFF2-40B4-BE49-F238E27FC236}">
                  <a16:creationId xmlns:a16="http://schemas.microsoft.com/office/drawing/2014/main" id="{5E23921D-AE67-9157-3980-C56C53830C33}"/>
                </a:ext>
              </a:extLst>
            </p:cNvPr>
            <p:cNvSpPr/>
            <p:nvPr/>
          </p:nvSpPr>
          <p:spPr>
            <a:xfrm>
              <a:off x="4934140" y="3736903"/>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870" name="矩形 30869">
              <a:extLst>
                <a:ext uri="{FF2B5EF4-FFF2-40B4-BE49-F238E27FC236}">
                  <a16:creationId xmlns:a16="http://schemas.microsoft.com/office/drawing/2014/main" id="{A742B1C5-A29D-8A11-9B45-6402B26ED434}"/>
                </a:ext>
              </a:extLst>
            </p:cNvPr>
            <p:cNvSpPr/>
            <p:nvPr/>
          </p:nvSpPr>
          <p:spPr>
            <a:xfrm>
              <a:off x="5106366" y="3736903"/>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871" name="矩形 30870">
              <a:extLst>
                <a:ext uri="{FF2B5EF4-FFF2-40B4-BE49-F238E27FC236}">
                  <a16:creationId xmlns:a16="http://schemas.microsoft.com/office/drawing/2014/main" id="{EF3ED55C-663B-52F7-BC72-528D9A3DE649}"/>
                </a:ext>
              </a:extLst>
            </p:cNvPr>
            <p:cNvSpPr/>
            <p:nvPr/>
          </p:nvSpPr>
          <p:spPr>
            <a:xfrm>
              <a:off x="5278592" y="3736903"/>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872" name="矩形 30871">
              <a:extLst>
                <a:ext uri="{FF2B5EF4-FFF2-40B4-BE49-F238E27FC236}">
                  <a16:creationId xmlns:a16="http://schemas.microsoft.com/office/drawing/2014/main" id="{25957C4F-BE79-D558-4828-7A48C2D8A6A7}"/>
                </a:ext>
              </a:extLst>
            </p:cNvPr>
            <p:cNvSpPr/>
            <p:nvPr/>
          </p:nvSpPr>
          <p:spPr>
            <a:xfrm>
              <a:off x="5450818" y="3736903"/>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873" name="矩形 30872">
              <a:extLst>
                <a:ext uri="{FF2B5EF4-FFF2-40B4-BE49-F238E27FC236}">
                  <a16:creationId xmlns:a16="http://schemas.microsoft.com/office/drawing/2014/main" id="{46F83BB5-5D78-5E36-B197-60D444818933}"/>
                </a:ext>
              </a:extLst>
            </p:cNvPr>
            <p:cNvSpPr/>
            <p:nvPr/>
          </p:nvSpPr>
          <p:spPr>
            <a:xfrm>
              <a:off x="5623044" y="3736903"/>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874" name="矩形 30873">
              <a:extLst>
                <a:ext uri="{FF2B5EF4-FFF2-40B4-BE49-F238E27FC236}">
                  <a16:creationId xmlns:a16="http://schemas.microsoft.com/office/drawing/2014/main" id="{E2631E6A-AB30-0706-2472-C66D368EFE76}"/>
                </a:ext>
              </a:extLst>
            </p:cNvPr>
            <p:cNvSpPr/>
            <p:nvPr/>
          </p:nvSpPr>
          <p:spPr>
            <a:xfrm>
              <a:off x="5795270" y="3736903"/>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875" name="矩形 30874">
              <a:extLst>
                <a:ext uri="{FF2B5EF4-FFF2-40B4-BE49-F238E27FC236}">
                  <a16:creationId xmlns:a16="http://schemas.microsoft.com/office/drawing/2014/main" id="{2B004EC0-B0F7-0354-B0C3-9DD018F25659}"/>
                </a:ext>
              </a:extLst>
            </p:cNvPr>
            <p:cNvSpPr/>
            <p:nvPr/>
          </p:nvSpPr>
          <p:spPr>
            <a:xfrm>
              <a:off x="5964839" y="3736903"/>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876" name="矩形 30875">
              <a:extLst>
                <a:ext uri="{FF2B5EF4-FFF2-40B4-BE49-F238E27FC236}">
                  <a16:creationId xmlns:a16="http://schemas.microsoft.com/office/drawing/2014/main" id="{56C9A0CD-9765-1D3E-981F-23AE524E145C}"/>
                </a:ext>
              </a:extLst>
            </p:cNvPr>
            <p:cNvSpPr/>
            <p:nvPr/>
          </p:nvSpPr>
          <p:spPr>
            <a:xfrm>
              <a:off x="6137065" y="3736903"/>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877" name="矩形 30876">
              <a:extLst>
                <a:ext uri="{FF2B5EF4-FFF2-40B4-BE49-F238E27FC236}">
                  <a16:creationId xmlns:a16="http://schemas.microsoft.com/office/drawing/2014/main" id="{AADF2903-6C61-9EC8-7FCB-B890D5498A9D}"/>
                </a:ext>
              </a:extLst>
            </p:cNvPr>
            <p:cNvSpPr/>
            <p:nvPr/>
          </p:nvSpPr>
          <p:spPr>
            <a:xfrm>
              <a:off x="6309291" y="3736903"/>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878" name="矩形 30877">
              <a:extLst>
                <a:ext uri="{FF2B5EF4-FFF2-40B4-BE49-F238E27FC236}">
                  <a16:creationId xmlns:a16="http://schemas.microsoft.com/office/drawing/2014/main" id="{E1263B25-49C9-CCC5-21E5-5EB2BA08FB34}"/>
                </a:ext>
              </a:extLst>
            </p:cNvPr>
            <p:cNvSpPr/>
            <p:nvPr/>
          </p:nvSpPr>
          <p:spPr>
            <a:xfrm>
              <a:off x="6481517" y="3736903"/>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879" name="矩形 30878">
              <a:extLst>
                <a:ext uri="{FF2B5EF4-FFF2-40B4-BE49-F238E27FC236}">
                  <a16:creationId xmlns:a16="http://schemas.microsoft.com/office/drawing/2014/main" id="{ECA12804-20FA-24D7-40E7-D01F443AE731}"/>
                </a:ext>
              </a:extLst>
            </p:cNvPr>
            <p:cNvSpPr/>
            <p:nvPr/>
          </p:nvSpPr>
          <p:spPr>
            <a:xfrm>
              <a:off x="6653743" y="3736903"/>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880" name="矩形 30879">
              <a:extLst>
                <a:ext uri="{FF2B5EF4-FFF2-40B4-BE49-F238E27FC236}">
                  <a16:creationId xmlns:a16="http://schemas.microsoft.com/office/drawing/2014/main" id="{840A0EC5-BEE5-FE0C-46EB-826F8A6C3130}"/>
                </a:ext>
              </a:extLst>
            </p:cNvPr>
            <p:cNvSpPr/>
            <p:nvPr/>
          </p:nvSpPr>
          <p:spPr>
            <a:xfrm>
              <a:off x="6825969" y="3736903"/>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881" name="矩形 30880">
              <a:extLst>
                <a:ext uri="{FF2B5EF4-FFF2-40B4-BE49-F238E27FC236}">
                  <a16:creationId xmlns:a16="http://schemas.microsoft.com/office/drawing/2014/main" id="{9DED22ED-9DEC-5BE8-4162-041CA0FF4539}"/>
                </a:ext>
              </a:extLst>
            </p:cNvPr>
            <p:cNvSpPr/>
            <p:nvPr/>
          </p:nvSpPr>
          <p:spPr>
            <a:xfrm>
              <a:off x="4761914" y="3909129"/>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882" name="矩形 30881">
              <a:extLst>
                <a:ext uri="{FF2B5EF4-FFF2-40B4-BE49-F238E27FC236}">
                  <a16:creationId xmlns:a16="http://schemas.microsoft.com/office/drawing/2014/main" id="{A3AFD288-6D9B-97D9-58BB-D3572BF06C66}"/>
                </a:ext>
              </a:extLst>
            </p:cNvPr>
            <p:cNvSpPr/>
            <p:nvPr/>
          </p:nvSpPr>
          <p:spPr>
            <a:xfrm>
              <a:off x="4934140" y="3909129"/>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883" name="矩形 30882">
              <a:extLst>
                <a:ext uri="{FF2B5EF4-FFF2-40B4-BE49-F238E27FC236}">
                  <a16:creationId xmlns:a16="http://schemas.microsoft.com/office/drawing/2014/main" id="{559C3141-65E8-1BAC-8B71-B3B9E87F5F04}"/>
                </a:ext>
              </a:extLst>
            </p:cNvPr>
            <p:cNvSpPr/>
            <p:nvPr/>
          </p:nvSpPr>
          <p:spPr>
            <a:xfrm>
              <a:off x="5106366" y="3909129"/>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884" name="矩形 30883">
              <a:extLst>
                <a:ext uri="{FF2B5EF4-FFF2-40B4-BE49-F238E27FC236}">
                  <a16:creationId xmlns:a16="http://schemas.microsoft.com/office/drawing/2014/main" id="{F70024EE-EC70-89E4-3466-EACE6E4FC99E}"/>
                </a:ext>
              </a:extLst>
            </p:cNvPr>
            <p:cNvSpPr/>
            <p:nvPr/>
          </p:nvSpPr>
          <p:spPr>
            <a:xfrm>
              <a:off x="5278592" y="3909129"/>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885" name="矩形 30884">
              <a:extLst>
                <a:ext uri="{FF2B5EF4-FFF2-40B4-BE49-F238E27FC236}">
                  <a16:creationId xmlns:a16="http://schemas.microsoft.com/office/drawing/2014/main" id="{9FAE09FC-B329-0793-B035-5F329E03BB4E}"/>
                </a:ext>
              </a:extLst>
            </p:cNvPr>
            <p:cNvSpPr/>
            <p:nvPr/>
          </p:nvSpPr>
          <p:spPr>
            <a:xfrm>
              <a:off x="5450818" y="3909129"/>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886" name="矩形 30885">
              <a:extLst>
                <a:ext uri="{FF2B5EF4-FFF2-40B4-BE49-F238E27FC236}">
                  <a16:creationId xmlns:a16="http://schemas.microsoft.com/office/drawing/2014/main" id="{9930191C-F8E5-BD4B-7754-85AEF62BA9E7}"/>
                </a:ext>
              </a:extLst>
            </p:cNvPr>
            <p:cNvSpPr/>
            <p:nvPr/>
          </p:nvSpPr>
          <p:spPr>
            <a:xfrm>
              <a:off x="5623044" y="3909129"/>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887" name="矩形 30886">
              <a:extLst>
                <a:ext uri="{FF2B5EF4-FFF2-40B4-BE49-F238E27FC236}">
                  <a16:creationId xmlns:a16="http://schemas.microsoft.com/office/drawing/2014/main" id="{F3D65B1F-AEC5-80DF-B9D7-74B3EFEA4140}"/>
                </a:ext>
              </a:extLst>
            </p:cNvPr>
            <p:cNvSpPr/>
            <p:nvPr/>
          </p:nvSpPr>
          <p:spPr>
            <a:xfrm>
              <a:off x="5795270" y="3909129"/>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888" name="矩形 30887">
              <a:extLst>
                <a:ext uri="{FF2B5EF4-FFF2-40B4-BE49-F238E27FC236}">
                  <a16:creationId xmlns:a16="http://schemas.microsoft.com/office/drawing/2014/main" id="{6BF0C09E-7F24-306D-A8B2-677A5AF441BC}"/>
                </a:ext>
              </a:extLst>
            </p:cNvPr>
            <p:cNvSpPr/>
            <p:nvPr/>
          </p:nvSpPr>
          <p:spPr>
            <a:xfrm>
              <a:off x="5964839" y="3909129"/>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889" name="矩形 30888">
              <a:extLst>
                <a:ext uri="{FF2B5EF4-FFF2-40B4-BE49-F238E27FC236}">
                  <a16:creationId xmlns:a16="http://schemas.microsoft.com/office/drawing/2014/main" id="{9D1D4AB7-1CA5-E077-2E78-B779C1C7D915}"/>
                </a:ext>
              </a:extLst>
            </p:cNvPr>
            <p:cNvSpPr/>
            <p:nvPr/>
          </p:nvSpPr>
          <p:spPr>
            <a:xfrm>
              <a:off x="6137065" y="3909129"/>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890" name="矩形 30889">
              <a:extLst>
                <a:ext uri="{FF2B5EF4-FFF2-40B4-BE49-F238E27FC236}">
                  <a16:creationId xmlns:a16="http://schemas.microsoft.com/office/drawing/2014/main" id="{C4C3B2E3-60C7-A22C-C7D0-D481F7A18439}"/>
                </a:ext>
              </a:extLst>
            </p:cNvPr>
            <p:cNvSpPr/>
            <p:nvPr/>
          </p:nvSpPr>
          <p:spPr>
            <a:xfrm>
              <a:off x="6309291" y="3909129"/>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891" name="矩形 30890">
              <a:extLst>
                <a:ext uri="{FF2B5EF4-FFF2-40B4-BE49-F238E27FC236}">
                  <a16:creationId xmlns:a16="http://schemas.microsoft.com/office/drawing/2014/main" id="{8A068C99-E53E-BF28-2B34-AB6D4A18AFC6}"/>
                </a:ext>
              </a:extLst>
            </p:cNvPr>
            <p:cNvSpPr/>
            <p:nvPr/>
          </p:nvSpPr>
          <p:spPr>
            <a:xfrm>
              <a:off x="6481517" y="3909129"/>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892" name="矩形 30891">
              <a:extLst>
                <a:ext uri="{FF2B5EF4-FFF2-40B4-BE49-F238E27FC236}">
                  <a16:creationId xmlns:a16="http://schemas.microsoft.com/office/drawing/2014/main" id="{22B19E1F-E525-8710-8E1C-F34D22F4853F}"/>
                </a:ext>
              </a:extLst>
            </p:cNvPr>
            <p:cNvSpPr/>
            <p:nvPr/>
          </p:nvSpPr>
          <p:spPr>
            <a:xfrm>
              <a:off x="6653743" y="3909129"/>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893" name="矩形 30892">
              <a:extLst>
                <a:ext uri="{FF2B5EF4-FFF2-40B4-BE49-F238E27FC236}">
                  <a16:creationId xmlns:a16="http://schemas.microsoft.com/office/drawing/2014/main" id="{FBE2C514-40E8-F85D-40B4-F0D119E91C4A}"/>
                </a:ext>
              </a:extLst>
            </p:cNvPr>
            <p:cNvSpPr/>
            <p:nvPr/>
          </p:nvSpPr>
          <p:spPr>
            <a:xfrm>
              <a:off x="6825969" y="3909129"/>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894" name="矩形 30893">
              <a:extLst>
                <a:ext uri="{FF2B5EF4-FFF2-40B4-BE49-F238E27FC236}">
                  <a16:creationId xmlns:a16="http://schemas.microsoft.com/office/drawing/2014/main" id="{6DDC2BC7-7F03-7B28-F581-BDC3E1AE3D99}"/>
                </a:ext>
              </a:extLst>
            </p:cNvPr>
            <p:cNvSpPr/>
            <p:nvPr/>
          </p:nvSpPr>
          <p:spPr>
            <a:xfrm>
              <a:off x="4761914" y="4081355"/>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895" name="矩形 30894">
              <a:extLst>
                <a:ext uri="{FF2B5EF4-FFF2-40B4-BE49-F238E27FC236}">
                  <a16:creationId xmlns:a16="http://schemas.microsoft.com/office/drawing/2014/main" id="{C20ED5A2-45EB-0C17-B6E6-978713F0A2AA}"/>
                </a:ext>
              </a:extLst>
            </p:cNvPr>
            <p:cNvSpPr/>
            <p:nvPr/>
          </p:nvSpPr>
          <p:spPr>
            <a:xfrm>
              <a:off x="4934140" y="4081355"/>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896" name="矩形 30895">
              <a:extLst>
                <a:ext uri="{FF2B5EF4-FFF2-40B4-BE49-F238E27FC236}">
                  <a16:creationId xmlns:a16="http://schemas.microsoft.com/office/drawing/2014/main" id="{24B5B00B-A4DE-B9EA-99F1-E2FF91A5E38D}"/>
                </a:ext>
              </a:extLst>
            </p:cNvPr>
            <p:cNvSpPr/>
            <p:nvPr/>
          </p:nvSpPr>
          <p:spPr>
            <a:xfrm>
              <a:off x="5106366" y="4081355"/>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897" name="矩形 30896">
              <a:extLst>
                <a:ext uri="{FF2B5EF4-FFF2-40B4-BE49-F238E27FC236}">
                  <a16:creationId xmlns:a16="http://schemas.microsoft.com/office/drawing/2014/main" id="{5253ECC0-7739-32E8-6087-37216EA9BFA4}"/>
                </a:ext>
              </a:extLst>
            </p:cNvPr>
            <p:cNvSpPr/>
            <p:nvPr/>
          </p:nvSpPr>
          <p:spPr>
            <a:xfrm>
              <a:off x="5278592" y="4081355"/>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898" name="矩形 30897">
              <a:extLst>
                <a:ext uri="{FF2B5EF4-FFF2-40B4-BE49-F238E27FC236}">
                  <a16:creationId xmlns:a16="http://schemas.microsoft.com/office/drawing/2014/main" id="{AB0057D1-0923-B394-0D07-E51FC9DA4495}"/>
                </a:ext>
              </a:extLst>
            </p:cNvPr>
            <p:cNvSpPr/>
            <p:nvPr/>
          </p:nvSpPr>
          <p:spPr>
            <a:xfrm>
              <a:off x="5450818" y="4081355"/>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899" name="矩形 30898">
              <a:extLst>
                <a:ext uri="{FF2B5EF4-FFF2-40B4-BE49-F238E27FC236}">
                  <a16:creationId xmlns:a16="http://schemas.microsoft.com/office/drawing/2014/main" id="{0AB102B8-3BBA-2D0D-935B-6A6452F9F1EE}"/>
                </a:ext>
              </a:extLst>
            </p:cNvPr>
            <p:cNvSpPr/>
            <p:nvPr/>
          </p:nvSpPr>
          <p:spPr>
            <a:xfrm>
              <a:off x="5623044" y="4081355"/>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900" name="矩形 30899">
              <a:extLst>
                <a:ext uri="{FF2B5EF4-FFF2-40B4-BE49-F238E27FC236}">
                  <a16:creationId xmlns:a16="http://schemas.microsoft.com/office/drawing/2014/main" id="{11AD42BE-E973-964A-9F53-176C0B6231D4}"/>
                </a:ext>
              </a:extLst>
            </p:cNvPr>
            <p:cNvSpPr/>
            <p:nvPr/>
          </p:nvSpPr>
          <p:spPr>
            <a:xfrm>
              <a:off x="5795270" y="4081355"/>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901" name="矩形 30900">
              <a:extLst>
                <a:ext uri="{FF2B5EF4-FFF2-40B4-BE49-F238E27FC236}">
                  <a16:creationId xmlns:a16="http://schemas.microsoft.com/office/drawing/2014/main" id="{6ECB47B1-2DD3-323F-C6B2-F436624A765E}"/>
                </a:ext>
              </a:extLst>
            </p:cNvPr>
            <p:cNvSpPr/>
            <p:nvPr/>
          </p:nvSpPr>
          <p:spPr>
            <a:xfrm>
              <a:off x="5964839" y="4081355"/>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902" name="矩形 30901">
              <a:extLst>
                <a:ext uri="{FF2B5EF4-FFF2-40B4-BE49-F238E27FC236}">
                  <a16:creationId xmlns:a16="http://schemas.microsoft.com/office/drawing/2014/main" id="{327706F7-32B9-2FE6-9CB7-57142F8BCAF8}"/>
                </a:ext>
              </a:extLst>
            </p:cNvPr>
            <p:cNvSpPr/>
            <p:nvPr/>
          </p:nvSpPr>
          <p:spPr>
            <a:xfrm>
              <a:off x="6137065" y="4081355"/>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903" name="矩形 30902">
              <a:extLst>
                <a:ext uri="{FF2B5EF4-FFF2-40B4-BE49-F238E27FC236}">
                  <a16:creationId xmlns:a16="http://schemas.microsoft.com/office/drawing/2014/main" id="{48A51B4C-AFAF-D558-95C7-143110B1D762}"/>
                </a:ext>
              </a:extLst>
            </p:cNvPr>
            <p:cNvSpPr/>
            <p:nvPr/>
          </p:nvSpPr>
          <p:spPr>
            <a:xfrm>
              <a:off x="6309291" y="4081355"/>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904" name="矩形 30903">
              <a:extLst>
                <a:ext uri="{FF2B5EF4-FFF2-40B4-BE49-F238E27FC236}">
                  <a16:creationId xmlns:a16="http://schemas.microsoft.com/office/drawing/2014/main" id="{69667696-3646-5F94-165C-D301C6640434}"/>
                </a:ext>
              </a:extLst>
            </p:cNvPr>
            <p:cNvSpPr/>
            <p:nvPr/>
          </p:nvSpPr>
          <p:spPr>
            <a:xfrm>
              <a:off x="6481517" y="4081355"/>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905" name="矩形 30904">
              <a:extLst>
                <a:ext uri="{FF2B5EF4-FFF2-40B4-BE49-F238E27FC236}">
                  <a16:creationId xmlns:a16="http://schemas.microsoft.com/office/drawing/2014/main" id="{0B68F706-395B-39E0-ED0F-757D22AC22A4}"/>
                </a:ext>
              </a:extLst>
            </p:cNvPr>
            <p:cNvSpPr/>
            <p:nvPr/>
          </p:nvSpPr>
          <p:spPr>
            <a:xfrm>
              <a:off x="6653743" y="4081355"/>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906" name="矩形 30905">
              <a:extLst>
                <a:ext uri="{FF2B5EF4-FFF2-40B4-BE49-F238E27FC236}">
                  <a16:creationId xmlns:a16="http://schemas.microsoft.com/office/drawing/2014/main" id="{8D2FE0B3-B12B-8B90-7C60-465DE456C931}"/>
                </a:ext>
              </a:extLst>
            </p:cNvPr>
            <p:cNvSpPr/>
            <p:nvPr/>
          </p:nvSpPr>
          <p:spPr>
            <a:xfrm>
              <a:off x="6825969" y="4081355"/>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907" name="矩形 30906">
              <a:extLst>
                <a:ext uri="{FF2B5EF4-FFF2-40B4-BE49-F238E27FC236}">
                  <a16:creationId xmlns:a16="http://schemas.microsoft.com/office/drawing/2014/main" id="{A93CA794-52A3-C8AD-3E04-101624FA6C78}"/>
                </a:ext>
              </a:extLst>
            </p:cNvPr>
            <p:cNvSpPr/>
            <p:nvPr/>
          </p:nvSpPr>
          <p:spPr>
            <a:xfrm>
              <a:off x="4761914" y="4253581"/>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908" name="矩形 30907">
              <a:extLst>
                <a:ext uri="{FF2B5EF4-FFF2-40B4-BE49-F238E27FC236}">
                  <a16:creationId xmlns:a16="http://schemas.microsoft.com/office/drawing/2014/main" id="{DA7723CD-F604-634E-AF4A-5B13FFC3DA03}"/>
                </a:ext>
              </a:extLst>
            </p:cNvPr>
            <p:cNvSpPr/>
            <p:nvPr/>
          </p:nvSpPr>
          <p:spPr>
            <a:xfrm>
              <a:off x="4934140" y="4253581"/>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909" name="矩形 30908">
              <a:extLst>
                <a:ext uri="{FF2B5EF4-FFF2-40B4-BE49-F238E27FC236}">
                  <a16:creationId xmlns:a16="http://schemas.microsoft.com/office/drawing/2014/main" id="{DA8FBBB9-ECFD-E929-1F20-A70844414355}"/>
                </a:ext>
              </a:extLst>
            </p:cNvPr>
            <p:cNvSpPr/>
            <p:nvPr/>
          </p:nvSpPr>
          <p:spPr>
            <a:xfrm>
              <a:off x="5106366" y="4253581"/>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910" name="矩形 30909">
              <a:extLst>
                <a:ext uri="{FF2B5EF4-FFF2-40B4-BE49-F238E27FC236}">
                  <a16:creationId xmlns:a16="http://schemas.microsoft.com/office/drawing/2014/main" id="{5C2F66DB-C515-D744-4A60-44B05560F13C}"/>
                </a:ext>
              </a:extLst>
            </p:cNvPr>
            <p:cNvSpPr/>
            <p:nvPr/>
          </p:nvSpPr>
          <p:spPr>
            <a:xfrm>
              <a:off x="5278592" y="4253581"/>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911" name="矩形 30910">
              <a:extLst>
                <a:ext uri="{FF2B5EF4-FFF2-40B4-BE49-F238E27FC236}">
                  <a16:creationId xmlns:a16="http://schemas.microsoft.com/office/drawing/2014/main" id="{A9D176F2-0D49-19D9-F3E4-D2F8FF6A8BE3}"/>
                </a:ext>
              </a:extLst>
            </p:cNvPr>
            <p:cNvSpPr/>
            <p:nvPr/>
          </p:nvSpPr>
          <p:spPr>
            <a:xfrm>
              <a:off x="5450818" y="4253581"/>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912" name="矩形 30911">
              <a:extLst>
                <a:ext uri="{FF2B5EF4-FFF2-40B4-BE49-F238E27FC236}">
                  <a16:creationId xmlns:a16="http://schemas.microsoft.com/office/drawing/2014/main" id="{EBFB732C-92D2-CA8E-6A63-E5F4BE82D2A6}"/>
                </a:ext>
              </a:extLst>
            </p:cNvPr>
            <p:cNvSpPr/>
            <p:nvPr/>
          </p:nvSpPr>
          <p:spPr>
            <a:xfrm>
              <a:off x="5623044" y="4253581"/>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913" name="矩形 30912">
              <a:extLst>
                <a:ext uri="{FF2B5EF4-FFF2-40B4-BE49-F238E27FC236}">
                  <a16:creationId xmlns:a16="http://schemas.microsoft.com/office/drawing/2014/main" id="{7C8DC47A-F031-31F2-0336-14726A094A75}"/>
                </a:ext>
              </a:extLst>
            </p:cNvPr>
            <p:cNvSpPr/>
            <p:nvPr/>
          </p:nvSpPr>
          <p:spPr>
            <a:xfrm>
              <a:off x="5795270" y="4253581"/>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914" name="矩形 30913">
              <a:extLst>
                <a:ext uri="{FF2B5EF4-FFF2-40B4-BE49-F238E27FC236}">
                  <a16:creationId xmlns:a16="http://schemas.microsoft.com/office/drawing/2014/main" id="{5F265FA0-6763-0387-DFF5-85362B379AA6}"/>
                </a:ext>
              </a:extLst>
            </p:cNvPr>
            <p:cNvSpPr/>
            <p:nvPr/>
          </p:nvSpPr>
          <p:spPr>
            <a:xfrm>
              <a:off x="5964839" y="4253581"/>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915" name="矩形 30914">
              <a:extLst>
                <a:ext uri="{FF2B5EF4-FFF2-40B4-BE49-F238E27FC236}">
                  <a16:creationId xmlns:a16="http://schemas.microsoft.com/office/drawing/2014/main" id="{7E4228E8-4A15-8B7E-803D-46A55540FF4F}"/>
                </a:ext>
              </a:extLst>
            </p:cNvPr>
            <p:cNvSpPr/>
            <p:nvPr/>
          </p:nvSpPr>
          <p:spPr>
            <a:xfrm>
              <a:off x="6137065" y="4253581"/>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916" name="矩形 30915">
              <a:extLst>
                <a:ext uri="{FF2B5EF4-FFF2-40B4-BE49-F238E27FC236}">
                  <a16:creationId xmlns:a16="http://schemas.microsoft.com/office/drawing/2014/main" id="{05591C11-B0DA-1AFD-272D-41F7BF8D7795}"/>
                </a:ext>
              </a:extLst>
            </p:cNvPr>
            <p:cNvSpPr/>
            <p:nvPr/>
          </p:nvSpPr>
          <p:spPr>
            <a:xfrm>
              <a:off x="6309291" y="4253581"/>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917" name="矩形 30916">
              <a:extLst>
                <a:ext uri="{FF2B5EF4-FFF2-40B4-BE49-F238E27FC236}">
                  <a16:creationId xmlns:a16="http://schemas.microsoft.com/office/drawing/2014/main" id="{B66AB1A6-021B-B8DF-C053-32730DF9E6D1}"/>
                </a:ext>
              </a:extLst>
            </p:cNvPr>
            <p:cNvSpPr/>
            <p:nvPr/>
          </p:nvSpPr>
          <p:spPr>
            <a:xfrm>
              <a:off x="6481517" y="4253581"/>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918" name="矩形 30917">
              <a:extLst>
                <a:ext uri="{FF2B5EF4-FFF2-40B4-BE49-F238E27FC236}">
                  <a16:creationId xmlns:a16="http://schemas.microsoft.com/office/drawing/2014/main" id="{821C846C-67C9-C1E5-DE89-A8AE5EAB67D5}"/>
                </a:ext>
              </a:extLst>
            </p:cNvPr>
            <p:cNvSpPr/>
            <p:nvPr/>
          </p:nvSpPr>
          <p:spPr>
            <a:xfrm>
              <a:off x="6653743" y="4253581"/>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919" name="矩形 30918">
              <a:extLst>
                <a:ext uri="{FF2B5EF4-FFF2-40B4-BE49-F238E27FC236}">
                  <a16:creationId xmlns:a16="http://schemas.microsoft.com/office/drawing/2014/main" id="{C14AE29D-D6ED-B3B9-3817-DD8EA8677E34}"/>
                </a:ext>
              </a:extLst>
            </p:cNvPr>
            <p:cNvSpPr/>
            <p:nvPr/>
          </p:nvSpPr>
          <p:spPr>
            <a:xfrm>
              <a:off x="6825969" y="4253581"/>
              <a:ext cx="172226" cy="172226"/>
            </a:xfrm>
            <a:prstGeom prst="rect">
              <a:avLst/>
            </a:prstGeom>
            <a:solidFill>
              <a:schemeClr val="bg1">
                <a:alpha val="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920" name="矩形 30919">
              <a:extLst>
                <a:ext uri="{FF2B5EF4-FFF2-40B4-BE49-F238E27FC236}">
                  <a16:creationId xmlns:a16="http://schemas.microsoft.com/office/drawing/2014/main" id="{2C097A39-B7B3-B164-B199-FF48E57AD872}"/>
                </a:ext>
              </a:extLst>
            </p:cNvPr>
            <p:cNvSpPr/>
            <p:nvPr/>
          </p:nvSpPr>
          <p:spPr>
            <a:xfrm>
              <a:off x="6481516" y="2708801"/>
              <a:ext cx="172226" cy="172226"/>
            </a:xfrm>
            <a:prstGeom prst="rect">
              <a:avLst/>
            </a:prstGeom>
            <a:solidFill>
              <a:schemeClr val="accent4">
                <a:alpha val="1945"/>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921" name="矩形 30920">
              <a:extLst>
                <a:ext uri="{FF2B5EF4-FFF2-40B4-BE49-F238E27FC236}">
                  <a16:creationId xmlns:a16="http://schemas.microsoft.com/office/drawing/2014/main" id="{AFB41C4A-2D27-7CC4-9B1F-A733B708731E}"/>
                </a:ext>
              </a:extLst>
            </p:cNvPr>
            <p:cNvSpPr/>
            <p:nvPr/>
          </p:nvSpPr>
          <p:spPr>
            <a:xfrm>
              <a:off x="6653742" y="2708801"/>
              <a:ext cx="172226" cy="172226"/>
            </a:xfrm>
            <a:prstGeom prst="rect">
              <a:avLst/>
            </a:prstGeom>
            <a:solidFill>
              <a:schemeClr val="accent4">
                <a:alpha val="600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922" name="矩形 30921">
              <a:extLst>
                <a:ext uri="{FF2B5EF4-FFF2-40B4-BE49-F238E27FC236}">
                  <a16:creationId xmlns:a16="http://schemas.microsoft.com/office/drawing/2014/main" id="{B47181A8-2AE3-6152-765B-4958528E0EEB}"/>
                </a:ext>
              </a:extLst>
            </p:cNvPr>
            <p:cNvSpPr/>
            <p:nvPr/>
          </p:nvSpPr>
          <p:spPr>
            <a:xfrm>
              <a:off x="6309290" y="2881027"/>
              <a:ext cx="172226" cy="172226"/>
            </a:xfrm>
            <a:prstGeom prst="rect">
              <a:avLst/>
            </a:prstGeom>
            <a:solidFill>
              <a:schemeClr val="accent4">
                <a:alpha val="1945"/>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923" name="矩形 30922">
              <a:extLst>
                <a:ext uri="{FF2B5EF4-FFF2-40B4-BE49-F238E27FC236}">
                  <a16:creationId xmlns:a16="http://schemas.microsoft.com/office/drawing/2014/main" id="{8DD9EA3A-59D2-6900-BB81-01BB4D27372E}"/>
                </a:ext>
              </a:extLst>
            </p:cNvPr>
            <p:cNvSpPr/>
            <p:nvPr/>
          </p:nvSpPr>
          <p:spPr>
            <a:xfrm>
              <a:off x="6481516" y="2881027"/>
              <a:ext cx="172226" cy="172226"/>
            </a:xfrm>
            <a:prstGeom prst="rect">
              <a:avLst/>
            </a:prstGeom>
            <a:solidFill>
              <a:schemeClr val="accent4">
                <a:alpha val="600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924" name="矩形 30923">
              <a:extLst>
                <a:ext uri="{FF2B5EF4-FFF2-40B4-BE49-F238E27FC236}">
                  <a16:creationId xmlns:a16="http://schemas.microsoft.com/office/drawing/2014/main" id="{0007F898-682D-D0E0-B567-6FA91102C2B1}"/>
                </a:ext>
              </a:extLst>
            </p:cNvPr>
            <p:cNvSpPr/>
            <p:nvPr/>
          </p:nvSpPr>
          <p:spPr>
            <a:xfrm>
              <a:off x="6653742" y="2881027"/>
              <a:ext cx="172226" cy="172226"/>
            </a:xfrm>
            <a:prstGeom prst="rect">
              <a:avLst/>
            </a:prstGeom>
            <a:solidFill>
              <a:schemeClr val="accent4">
                <a:alpha val="4000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925" name="矩形 30924">
              <a:extLst>
                <a:ext uri="{FF2B5EF4-FFF2-40B4-BE49-F238E27FC236}">
                  <a16:creationId xmlns:a16="http://schemas.microsoft.com/office/drawing/2014/main" id="{7B189532-E5F9-A65A-4CAA-5BBC5D8A5E5C}"/>
                </a:ext>
              </a:extLst>
            </p:cNvPr>
            <p:cNvSpPr/>
            <p:nvPr/>
          </p:nvSpPr>
          <p:spPr>
            <a:xfrm>
              <a:off x="6309290" y="3053253"/>
              <a:ext cx="172226" cy="172226"/>
            </a:xfrm>
            <a:prstGeom prst="rect">
              <a:avLst/>
            </a:prstGeom>
            <a:solidFill>
              <a:schemeClr val="accent4">
                <a:alpha val="600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926" name="矩形 30925">
              <a:extLst>
                <a:ext uri="{FF2B5EF4-FFF2-40B4-BE49-F238E27FC236}">
                  <a16:creationId xmlns:a16="http://schemas.microsoft.com/office/drawing/2014/main" id="{21E9FEF8-9C5A-98A1-48C8-EFA8CBE6A960}"/>
                </a:ext>
              </a:extLst>
            </p:cNvPr>
            <p:cNvSpPr/>
            <p:nvPr/>
          </p:nvSpPr>
          <p:spPr>
            <a:xfrm>
              <a:off x="6481516" y="3053253"/>
              <a:ext cx="172226" cy="172226"/>
            </a:xfrm>
            <a:prstGeom prst="rect">
              <a:avLst/>
            </a:prstGeom>
            <a:solidFill>
              <a:schemeClr val="accent4">
                <a:alpha val="1800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927" name="矩形 30926">
              <a:extLst>
                <a:ext uri="{FF2B5EF4-FFF2-40B4-BE49-F238E27FC236}">
                  <a16:creationId xmlns:a16="http://schemas.microsoft.com/office/drawing/2014/main" id="{B361067D-D6E4-5830-37D3-23403BACC201}"/>
                </a:ext>
              </a:extLst>
            </p:cNvPr>
            <p:cNvSpPr/>
            <p:nvPr/>
          </p:nvSpPr>
          <p:spPr>
            <a:xfrm>
              <a:off x="6652413" y="3051795"/>
              <a:ext cx="172226" cy="172226"/>
            </a:xfrm>
            <a:prstGeom prst="rect">
              <a:avLst/>
            </a:prstGeom>
            <a:solidFill>
              <a:schemeClr val="accent4"/>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928" name="矩形 30927">
              <a:extLst>
                <a:ext uri="{FF2B5EF4-FFF2-40B4-BE49-F238E27FC236}">
                  <a16:creationId xmlns:a16="http://schemas.microsoft.com/office/drawing/2014/main" id="{7A5551A4-83A1-5FAF-2715-8FD4BF7F1BD8}"/>
                </a:ext>
              </a:extLst>
            </p:cNvPr>
            <p:cNvSpPr/>
            <p:nvPr/>
          </p:nvSpPr>
          <p:spPr>
            <a:xfrm>
              <a:off x="6309290" y="3225479"/>
              <a:ext cx="172226" cy="172226"/>
            </a:xfrm>
            <a:prstGeom prst="rect">
              <a:avLst/>
            </a:prstGeom>
            <a:solidFill>
              <a:schemeClr val="accent4">
                <a:alpha val="1945"/>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929" name="矩形 30928">
              <a:extLst>
                <a:ext uri="{FF2B5EF4-FFF2-40B4-BE49-F238E27FC236}">
                  <a16:creationId xmlns:a16="http://schemas.microsoft.com/office/drawing/2014/main" id="{ECD37764-C7DC-D557-9750-BD28DE2DBF29}"/>
                </a:ext>
              </a:extLst>
            </p:cNvPr>
            <p:cNvSpPr/>
            <p:nvPr/>
          </p:nvSpPr>
          <p:spPr>
            <a:xfrm>
              <a:off x="6481516" y="3225479"/>
              <a:ext cx="172226" cy="172226"/>
            </a:xfrm>
            <a:prstGeom prst="rect">
              <a:avLst/>
            </a:prstGeom>
            <a:solidFill>
              <a:schemeClr val="accent4">
                <a:alpha val="600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930" name="矩形 30929">
              <a:extLst>
                <a:ext uri="{FF2B5EF4-FFF2-40B4-BE49-F238E27FC236}">
                  <a16:creationId xmlns:a16="http://schemas.microsoft.com/office/drawing/2014/main" id="{767B102D-8604-1F80-5D38-F0C051E00688}"/>
                </a:ext>
              </a:extLst>
            </p:cNvPr>
            <p:cNvSpPr/>
            <p:nvPr/>
          </p:nvSpPr>
          <p:spPr>
            <a:xfrm>
              <a:off x="6653742" y="3225479"/>
              <a:ext cx="172226" cy="172226"/>
            </a:xfrm>
            <a:prstGeom prst="rect">
              <a:avLst/>
            </a:prstGeom>
            <a:solidFill>
              <a:schemeClr val="accent4">
                <a:alpha val="23912"/>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931" name="矩形 30930">
              <a:extLst>
                <a:ext uri="{FF2B5EF4-FFF2-40B4-BE49-F238E27FC236}">
                  <a16:creationId xmlns:a16="http://schemas.microsoft.com/office/drawing/2014/main" id="{32311C14-D92B-3676-EB3D-78406AE39D6C}"/>
                </a:ext>
              </a:extLst>
            </p:cNvPr>
            <p:cNvSpPr/>
            <p:nvPr/>
          </p:nvSpPr>
          <p:spPr>
            <a:xfrm>
              <a:off x="6481516" y="3397705"/>
              <a:ext cx="172226" cy="172226"/>
            </a:xfrm>
            <a:prstGeom prst="rect">
              <a:avLst/>
            </a:prstGeom>
            <a:solidFill>
              <a:schemeClr val="accent4">
                <a:alpha val="1945"/>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932" name="矩形 30931">
              <a:extLst>
                <a:ext uri="{FF2B5EF4-FFF2-40B4-BE49-F238E27FC236}">
                  <a16:creationId xmlns:a16="http://schemas.microsoft.com/office/drawing/2014/main" id="{CD7B67B4-C815-1B2E-69DA-B24D59BC7180}"/>
                </a:ext>
              </a:extLst>
            </p:cNvPr>
            <p:cNvSpPr/>
            <p:nvPr/>
          </p:nvSpPr>
          <p:spPr>
            <a:xfrm>
              <a:off x="6653742" y="3397705"/>
              <a:ext cx="172226" cy="172226"/>
            </a:xfrm>
            <a:prstGeom prst="rect">
              <a:avLst/>
            </a:prstGeom>
            <a:solidFill>
              <a:schemeClr val="accent4">
                <a:alpha val="600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spTree>
    <p:extLst>
      <p:ext uri="{BB962C8B-B14F-4D97-AF65-F5344CB8AC3E}">
        <p14:creationId xmlns:p14="http://schemas.microsoft.com/office/powerpoint/2010/main" val="277950999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a:extLst>
              <a:ext uri="{FF2B5EF4-FFF2-40B4-BE49-F238E27FC236}">
                <a16:creationId xmlns:a16="http://schemas.microsoft.com/office/drawing/2014/main" id="{66620959-4E39-34E3-A996-62E99482260B}"/>
              </a:ext>
            </a:extLst>
          </p:cNvPr>
          <p:cNvSpPr>
            <a:spLocks noGrp="1"/>
          </p:cNvSpPr>
          <p:nvPr>
            <p:ph type="title"/>
          </p:nvPr>
        </p:nvSpPr>
        <p:spPr/>
        <p:txBody>
          <a:bodyPr/>
          <a:lstStyle/>
          <a:p>
            <a:r>
              <a:rPr lang="en-GB" altLang="zh-CN" b="0" dirty="0"/>
              <a:t>Particle Filter </a:t>
            </a:r>
            <a:endParaRPr lang="en-GB" dirty="0"/>
          </a:p>
        </p:txBody>
      </p:sp>
      <p:sp>
        <p:nvSpPr>
          <p:cNvPr id="6" name="文本占位符 5">
            <a:extLst>
              <a:ext uri="{FF2B5EF4-FFF2-40B4-BE49-F238E27FC236}">
                <a16:creationId xmlns:a16="http://schemas.microsoft.com/office/drawing/2014/main" id="{63C2C947-1796-2A60-02F1-B8944D6CCA7C}"/>
              </a:ext>
            </a:extLst>
          </p:cNvPr>
          <p:cNvSpPr>
            <a:spLocks noGrp="1"/>
          </p:cNvSpPr>
          <p:nvPr>
            <p:ph type="body" sz="quarter" idx="12"/>
          </p:nvPr>
        </p:nvSpPr>
        <p:spPr/>
        <p:txBody>
          <a:bodyPr/>
          <a:lstStyle/>
          <a:p>
            <a:endParaRPr lang="en-GB"/>
          </a:p>
        </p:txBody>
      </p:sp>
      <p:sp>
        <p:nvSpPr>
          <p:cNvPr id="7" name="文本占位符 6">
            <a:extLst>
              <a:ext uri="{FF2B5EF4-FFF2-40B4-BE49-F238E27FC236}">
                <a16:creationId xmlns:a16="http://schemas.microsoft.com/office/drawing/2014/main" id="{DF759127-5C5F-35AF-7A57-F87C0CBF06B3}"/>
              </a:ext>
            </a:extLst>
          </p:cNvPr>
          <p:cNvSpPr>
            <a:spLocks noGrp="1"/>
          </p:cNvSpPr>
          <p:nvPr>
            <p:ph type="body" sz="quarter" idx="15"/>
          </p:nvPr>
        </p:nvSpPr>
        <p:spPr/>
        <p:txBody>
          <a:bodyPr/>
          <a:lstStyle/>
          <a:p>
            <a:endParaRPr lang="en-GB"/>
          </a:p>
        </p:txBody>
      </p:sp>
    </p:spTree>
    <p:extLst>
      <p:ext uri="{BB962C8B-B14F-4D97-AF65-F5344CB8AC3E}">
        <p14:creationId xmlns:p14="http://schemas.microsoft.com/office/powerpoint/2010/main" val="346811273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a:extLst>
              <a:ext uri="{FF2B5EF4-FFF2-40B4-BE49-F238E27FC236}">
                <a16:creationId xmlns:a16="http://schemas.microsoft.com/office/drawing/2014/main" id="{03256ED2-4223-6A1D-072D-54E65220E18C}"/>
              </a:ext>
            </a:extLst>
          </p:cNvPr>
          <p:cNvSpPr>
            <a:spLocks noGrp="1"/>
          </p:cNvSpPr>
          <p:nvPr>
            <p:ph type="title"/>
          </p:nvPr>
        </p:nvSpPr>
        <p:spPr>
          <a:xfrm>
            <a:off x="628649" y="559420"/>
            <a:ext cx="7732925" cy="630335"/>
          </a:xfrm>
        </p:spPr>
        <p:txBody>
          <a:bodyPr>
            <a:normAutofit/>
          </a:bodyPr>
          <a:lstStyle/>
          <a:p>
            <a:r>
              <a:rPr lang="en-GB" altLang="zh-CN" dirty="0"/>
              <a:t>Particle Filter </a:t>
            </a:r>
            <a:endParaRPr lang="en-GB" dirty="0"/>
          </a:p>
        </p:txBody>
      </p:sp>
      <p:sp>
        <p:nvSpPr>
          <p:cNvPr id="8" name="文本占位符 7">
            <a:extLst>
              <a:ext uri="{FF2B5EF4-FFF2-40B4-BE49-F238E27FC236}">
                <a16:creationId xmlns:a16="http://schemas.microsoft.com/office/drawing/2014/main" id="{0B6FC092-5E58-96E8-586D-0B8818581D04}"/>
              </a:ext>
            </a:extLst>
          </p:cNvPr>
          <p:cNvSpPr>
            <a:spLocks noGrp="1"/>
          </p:cNvSpPr>
          <p:nvPr>
            <p:ph type="body" sz="quarter" idx="10"/>
          </p:nvPr>
        </p:nvSpPr>
        <p:spPr/>
        <p:txBody>
          <a:bodyPr/>
          <a:lstStyle/>
          <a:p>
            <a:r>
              <a:rPr lang="en-GB" dirty="0"/>
              <a:t>Although grid-based Markov Localisation can provide compelling results, it can be computationally very expensive, </a:t>
            </a:r>
            <a:r>
              <a:rPr lang="en-GB" dirty="0">
                <a:solidFill>
                  <a:schemeClr val="bg1">
                    <a:lumMod val="75000"/>
                  </a:schemeClr>
                </a:solidFill>
              </a:rPr>
              <a:t>particularly when the environment is large, and the resolution of the grid is small</a:t>
            </a:r>
            <a:r>
              <a:rPr lang="en-GB" dirty="0"/>
              <a:t>. This is in part due to the fact that we need to carry the probability to be at a certain location forward for every cell on the grid, regardless of how small this probability is. </a:t>
            </a:r>
          </a:p>
          <a:p>
            <a:r>
              <a:rPr lang="en-GB" dirty="0"/>
              <a:t>An elegant solution to this problem is the </a:t>
            </a:r>
            <a:r>
              <a:rPr lang="en-GB" dirty="0">
                <a:solidFill>
                  <a:srgbClr val="003399"/>
                </a:solidFill>
              </a:rPr>
              <a:t>particle filter</a:t>
            </a:r>
            <a:r>
              <a:rPr lang="en-GB" dirty="0"/>
              <a:t>.</a:t>
            </a:r>
          </a:p>
        </p:txBody>
      </p:sp>
    </p:spTree>
    <p:extLst>
      <p:ext uri="{BB962C8B-B14F-4D97-AF65-F5344CB8AC3E}">
        <p14:creationId xmlns:p14="http://schemas.microsoft.com/office/powerpoint/2010/main" val="19758389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2" name="矩形 401">
            <a:extLst>
              <a:ext uri="{FF2B5EF4-FFF2-40B4-BE49-F238E27FC236}">
                <a16:creationId xmlns:a16="http://schemas.microsoft.com/office/drawing/2014/main" id="{FD183992-9AE7-04B1-C08C-5F78D4626A30}"/>
              </a:ext>
            </a:extLst>
          </p:cNvPr>
          <p:cNvSpPr/>
          <p:nvPr/>
        </p:nvSpPr>
        <p:spPr>
          <a:xfrm>
            <a:off x="4761917" y="2186869"/>
            <a:ext cx="2236281" cy="2238938"/>
          </a:xfrm>
          <a:prstGeom prst="rect">
            <a:avLst/>
          </a:prstGeom>
          <a:solidFill>
            <a:schemeClr val="bg1"/>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 name="标题 4">
            <a:extLst>
              <a:ext uri="{FF2B5EF4-FFF2-40B4-BE49-F238E27FC236}">
                <a16:creationId xmlns:a16="http://schemas.microsoft.com/office/drawing/2014/main" id="{03256ED2-4223-6A1D-072D-54E65220E18C}"/>
              </a:ext>
            </a:extLst>
          </p:cNvPr>
          <p:cNvSpPr>
            <a:spLocks noGrp="1"/>
          </p:cNvSpPr>
          <p:nvPr>
            <p:ph type="title"/>
          </p:nvPr>
        </p:nvSpPr>
        <p:spPr>
          <a:xfrm>
            <a:off x="628649" y="559420"/>
            <a:ext cx="7732925" cy="630335"/>
          </a:xfrm>
        </p:spPr>
        <p:txBody>
          <a:bodyPr>
            <a:normAutofit/>
          </a:bodyPr>
          <a:lstStyle/>
          <a:p>
            <a:r>
              <a:rPr lang="en-GB" altLang="zh-CN" dirty="0"/>
              <a:t>Particle Filter </a:t>
            </a:r>
            <a:endParaRPr lang="en-GB" dirty="0"/>
          </a:p>
        </p:txBody>
      </p:sp>
      <p:sp>
        <p:nvSpPr>
          <p:cNvPr id="8" name="文本占位符 7">
            <a:extLst>
              <a:ext uri="{FF2B5EF4-FFF2-40B4-BE49-F238E27FC236}">
                <a16:creationId xmlns:a16="http://schemas.microsoft.com/office/drawing/2014/main" id="{0B6FC092-5E58-96E8-586D-0B8818581D04}"/>
              </a:ext>
            </a:extLst>
          </p:cNvPr>
          <p:cNvSpPr>
            <a:spLocks noGrp="1"/>
          </p:cNvSpPr>
          <p:nvPr>
            <p:ph type="body" sz="quarter" idx="10"/>
          </p:nvPr>
        </p:nvSpPr>
        <p:spPr>
          <a:xfrm>
            <a:off x="628650" y="1465730"/>
            <a:ext cx="7732924" cy="399892"/>
          </a:xfrm>
        </p:spPr>
        <p:txBody>
          <a:bodyPr/>
          <a:lstStyle/>
          <a:p>
            <a:r>
              <a:rPr lang="en-GB" dirty="0"/>
              <a:t>Initially, we generate a set of </a:t>
            </a:r>
            <a:r>
              <a:rPr lang="en-GB" dirty="0">
                <a:solidFill>
                  <a:srgbClr val="003399"/>
                </a:solidFill>
              </a:rPr>
              <a:t>particles</a:t>
            </a:r>
            <a:r>
              <a:rPr lang="en-GB" dirty="0"/>
              <a:t>, each represents a </a:t>
            </a:r>
            <a:r>
              <a:rPr lang="en-GB" dirty="0">
                <a:solidFill>
                  <a:srgbClr val="003399"/>
                </a:solidFill>
              </a:rPr>
              <a:t>possible initial state </a:t>
            </a:r>
            <a:r>
              <a:rPr lang="en-GB" dirty="0"/>
              <a:t>of the robot.</a:t>
            </a:r>
          </a:p>
        </p:txBody>
      </p:sp>
      <p:sp>
        <p:nvSpPr>
          <p:cNvPr id="2" name="矩形 1">
            <a:extLst>
              <a:ext uri="{FF2B5EF4-FFF2-40B4-BE49-F238E27FC236}">
                <a16:creationId xmlns:a16="http://schemas.microsoft.com/office/drawing/2014/main" id="{7599C378-77A0-11D0-A279-0BE6E291A066}"/>
              </a:ext>
            </a:extLst>
          </p:cNvPr>
          <p:cNvSpPr/>
          <p:nvPr/>
        </p:nvSpPr>
        <p:spPr>
          <a:xfrm>
            <a:off x="1380763" y="2186869"/>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 name="矩形 2">
            <a:extLst>
              <a:ext uri="{FF2B5EF4-FFF2-40B4-BE49-F238E27FC236}">
                <a16:creationId xmlns:a16="http://schemas.microsoft.com/office/drawing/2014/main" id="{49693471-DDC4-6385-FE78-BA109C3115BB}"/>
              </a:ext>
            </a:extLst>
          </p:cNvPr>
          <p:cNvSpPr/>
          <p:nvPr/>
        </p:nvSpPr>
        <p:spPr>
          <a:xfrm>
            <a:off x="1552989" y="2186869"/>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 name="矩形 3">
            <a:extLst>
              <a:ext uri="{FF2B5EF4-FFF2-40B4-BE49-F238E27FC236}">
                <a16:creationId xmlns:a16="http://schemas.microsoft.com/office/drawing/2014/main" id="{067420A0-0697-F454-D967-A89DAA0831F4}"/>
              </a:ext>
            </a:extLst>
          </p:cNvPr>
          <p:cNvSpPr/>
          <p:nvPr/>
        </p:nvSpPr>
        <p:spPr>
          <a:xfrm>
            <a:off x="1725215" y="2186869"/>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矩形 5">
            <a:extLst>
              <a:ext uri="{FF2B5EF4-FFF2-40B4-BE49-F238E27FC236}">
                <a16:creationId xmlns:a16="http://schemas.microsoft.com/office/drawing/2014/main" id="{FEEC8C95-3C1C-7487-D4AA-DE5CF36A3150}"/>
              </a:ext>
            </a:extLst>
          </p:cNvPr>
          <p:cNvSpPr/>
          <p:nvPr/>
        </p:nvSpPr>
        <p:spPr>
          <a:xfrm>
            <a:off x="1897441" y="2186869"/>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矩形 6">
            <a:extLst>
              <a:ext uri="{FF2B5EF4-FFF2-40B4-BE49-F238E27FC236}">
                <a16:creationId xmlns:a16="http://schemas.microsoft.com/office/drawing/2014/main" id="{8EF14F72-B7B2-9424-0538-073428F40EFD}"/>
              </a:ext>
            </a:extLst>
          </p:cNvPr>
          <p:cNvSpPr/>
          <p:nvPr/>
        </p:nvSpPr>
        <p:spPr>
          <a:xfrm>
            <a:off x="2069667" y="2186869"/>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矩形 8">
            <a:extLst>
              <a:ext uri="{FF2B5EF4-FFF2-40B4-BE49-F238E27FC236}">
                <a16:creationId xmlns:a16="http://schemas.microsoft.com/office/drawing/2014/main" id="{04B1434E-A23B-04C4-53A5-24D4F65A7DE0}"/>
              </a:ext>
            </a:extLst>
          </p:cNvPr>
          <p:cNvSpPr/>
          <p:nvPr/>
        </p:nvSpPr>
        <p:spPr>
          <a:xfrm>
            <a:off x="2241893" y="2186869"/>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 name="矩形 9">
            <a:extLst>
              <a:ext uri="{FF2B5EF4-FFF2-40B4-BE49-F238E27FC236}">
                <a16:creationId xmlns:a16="http://schemas.microsoft.com/office/drawing/2014/main" id="{59C44CAA-4F7D-4B7B-2AB5-4CCFA81F11B8}"/>
              </a:ext>
            </a:extLst>
          </p:cNvPr>
          <p:cNvSpPr/>
          <p:nvPr/>
        </p:nvSpPr>
        <p:spPr>
          <a:xfrm>
            <a:off x="2414119" y="2186869"/>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矩形 10">
            <a:extLst>
              <a:ext uri="{FF2B5EF4-FFF2-40B4-BE49-F238E27FC236}">
                <a16:creationId xmlns:a16="http://schemas.microsoft.com/office/drawing/2014/main" id="{DE7ED3AB-3690-E47F-A781-E2A16B1EB8B7}"/>
              </a:ext>
            </a:extLst>
          </p:cNvPr>
          <p:cNvSpPr/>
          <p:nvPr/>
        </p:nvSpPr>
        <p:spPr>
          <a:xfrm>
            <a:off x="2583688" y="2186869"/>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矩形 11">
            <a:extLst>
              <a:ext uri="{FF2B5EF4-FFF2-40B4-BE49-F238E27FC236}">
                <a16:creationId xmlns:a16="http://schemas.microsoft.com/office/drawing/2014/main" id="{651984E6-7585-0B22-F7CA-CA1E42597058}"/>
              </a:ext>
            </a:extLst>
          </p:cNvPr>
          <p:cNvSpPr/>
          <p:nvPr/>
        </p:nvSpPr>
        <p:spPr>
          <a:xfrm>
            <a:off x="2755914" y="2186869"/>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矩形 12">
            <a:extLst>
              <a:ext uri="{FF2B5EF4-FFF2-40B4-BE49-F238E27FC236}">
                <a16:creationId xmlns:a16="http://schemas.microsoft.com/office/drawing/2014/main" id="{C7F364B2-590F-3127-9075-EF655739F858}"/>
              </a:ext>
            </a:extLst>
          </p:cNvPr>
          <p:cNvSpPr/>
          <p:nvPr/>
        </p:nvSpPr>
        <p:spPr>
          <a:xfrm>
            <a:off x="2928140" y="2186869"/>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矩形 13">
            <a:extLst>
              <a:ext uri="{FF2B5EF4-FFF2-40B4-BE49-F238E27FC236}">
                <a16:creationId xmlns:a16="http://schemas.microsoft.com/office/drawing/2014/main" id="{BDC6E661-CEE5-F7F7-2C82-9701FC59FA05}"/>
              </a:ext>
            </a:extLst>
          </p:cNvPr>
          <p:cNvSpPr/>
          <p:nvPr/>
        </p:nvSpPr>
        <p:spPr>
          <a:xfrm>
            <a:off x="3100366" y="2186869"/>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 name="矩形 14">
            <a:extLst>
              <a:ext uri="{FF2B5EF4-FFF2-40B4-BE49-F238E27FC236}">
                <a16:creationId xmlns:a16="http://schemas.microsoft.com/office/drawing/2014/main" id="{F27071CC-6028-E1E6-2E3F-BACF1F9F3C61}"/>
              </a:ext>
            </a:extLst>
          </p:cNvPr>
          <p:cNvSpPr/>
          <p:nvPr/>
        </p:nvSpPr>
        <p:spPr>
          <a:xfrm>
            <a:off x="3272592" y="2186869"/>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 name="矩形 15">
            <a:extLst>
              <a:ext uri="{FF2B5EF4-FFF2-40B4-BE49-F238E27FC236}">
                <a16:creationId xmlns:a16="http://schemas.microsoft.com/office/drawing/2014/main" id="{C0437C2E-6740-B535-7DC9-7B32F8E35958}"/>
              </a:ext>
            </a:extLst>
          </p:cNvPr>
          <p:cNvSpPr/>
          <p:nvPr/>
        </p:nvSpPr>
        <p:spPr>
          <a:xfrm>
            <a:off x="3444818" y="2186869"/>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 name="矩形 16">
            <a:extLst>
              <a:ext uri="{FF2B5EF4-FFF2-40B4-BE49-F238E27FC236}">
                <a16:creationId xmlns:a16="http://schemas.microsoft.com/office/drawing/2014/main" id="{EE1234A6-F370-C872-C153-BB4E7041BEB1}"/>
              </a:ext>
            </a:extLst>
          </p:cNvPr>
          <p:cNvSpPr/>
          <p:nvPr/>
        </p:nvSpPr>
        <p:spPr>
          <a:xfrm>
            <a:off x="1380763" y="2359095"/>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8" name="矩形 17">
            <a:extLst>
              <a:ext uri="{FF2B5EF4-FFF2-40B4-BE49-F238E27FC236}">
                <a16:creationId xmlns:a16="http://schemas.microsoft.com/office/drawing/2014/main" id="{24352DA7-CFCF-1F59-4BAC-A60B941711A9}"/>
              </a:ext>
            </a:extLst>
          </p:cNvPr>
          <p:cNvSpPr/>
          <p:nvPr/>
        </p:nvSpPr>
        <p:spPr>
          <a:xfrm>
            <a:off x="1552989" y="235909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9" name="矩形 18">
            <a:extLst>
              <a:ext uri="{FF2B5EF4-FFF2-40B4-BE49-F238E27FC236}">
                <a16:creationId xmlns:a16="http://schemas.microsoft.com/office/drawing/2014/main" id="{9322569A-BACF-A398-B439-6A328047B26B}"/>
              </a:ext>
            </a:extLst>
          </p:cNvPr>
          <p:cNvSpPr/>
          <p:nvPr/>
        </p:nvSpPr>
        <p:spPr>
          <a:xfrm>
            <a:off x="1725215" y="235909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0" name="矩形 19">
            <a:extLst>
              <a:ext uri="{FF2B5EF4-FFF2-40B4-BE49-F238E27FC236}">
                <a16:creationId xmlns:a16="http://schemas.microsoft.com/office/drawing/2014/main" id="{E65DE771-3170-DD03-5186-D4D72A7E4677}"/>
              </a:ext>
            </a:extLst>
          </p:cNvPr>
          <p:cNvSpPr/>
          <p:nvPr/>
        </p:nvSpPr>
        <p:spPr>
          <a:xfrm>
            <a:off x="1897441" y="235909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1" name="矩形 20">
            <a:extLst>
              <a:ext uri="{FF2B5EF4-FFF2-40B4-BE49-F238E27FC236}">
                <a16:creationId xmlns:a16="http://schemas.microsoft.com/office/drawing/2014/main" id="{BE496E70-3C78-B2EE-0D4E-C498A968C1DA}"/>
              </a:ext>
            </a:extLst>
          </p:cNvPr>
          <p:cNvSpPr/>
          <p:nvPr/>
        </p:nvSpPr>
        <p:spPr>
          <a:xfrm>
            <a:off x="2069667" y="235909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2" name="矩形 21">
            <a:extLst>
              <a:ext uri="{FF2B5EF4-FFF2-40B4-BE49-F238E27FC236}">
                <a16:creationId xmlns:a16="http://schemas.microsoft.com/office/drawing/2014/main" id="{A29D950D-74A7-37AD-A05E-EC840DB9C8E0}"/>
              </a:ext>
            </a:extLst>
          </p:cNvPr>
          <p:cNvSpPr/>
          <p:nvPr/>
        </p:nvSpPr>
        <p:spPr>
          <a:xfrm>
            <a:off x="2241893" y="235909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3" name="矩形 22">
            <a:extLst>
              <a:ext uri="{FF2B5EF4-FFF2-40B4-BE49-F238E27FC236}">
                <a16:creationId xmlns:a16="http://schemas.microsoft.com/office/drawing/2014/main" id="{DACEBF72-5697-E65A-5904-544B651D9B15}"/>
              </a:ext>
            </a:extLst>
          </p:cNvPr>
          <p:cNvSpPr/>
          <p:nvPr/>
        </p:nvSpPr>
        <p:spPr>
          <a:xfrm>
            <a:off x="2414119" y="235909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4" name="矩形 23">
            <a:extLst>
              <a:ext uri="{FF2B5EF4-FFF2-40B4-BE49-F238E27FC236}">
                <a16:creationId xmlns:a16="http://schemas.microsoft.com/office/drawing/2014/main" id="{A0C2E749-D825-98BE-9715-96C9A9964372}"/>
              </a:ext>
            </a:extLst>
          </p:cNvPr>
          <p:cNvSpPr/>
          <p:nvPr/>
        </p:nvSpPr>
        <p:spPr>
          <a:xfrm>
            <a:off x="2583688" y="235909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5" name="矩形 24">
            <a:extLst>
              <a:ext uri="{FF2B5EF4-FFF2-40B4-BE49-F238E27FC236}">
                <a16:creationId xmlns:a16="http://schemas.microsoft.com/office/drawing/2014/main" id="{B9C7B059-3933-5309-7878-2AFACA8F45BA}"/>
              </a:ext>
            </a:extLst>
          </p:cNvPr>
          <p:cNvSpPr/>
          <p:nvPr/>
        </p:nvSpPr>
        <p:spPr>
          <a:xfrm>
            <a:off x="2755914" y="235909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6" name="矩形 25">
            <a:extLst>
              <a:ext uri="{FF2B5EF4-FFF2-40B4-BE49-F238E27FC236}">
                <a16:creationId xmlns:a16="http://schemas.microsoft.com/office/drawing/2014/main" id="{38052AC5-BEE1-4481-0855-18EBEF44662A}"/>
              </a:ext>
            </a:extLst>
          </p:cNvPr>
          <p:cNvSpPr/>
          <p:nvPr/>
        </p:nvSpPr>
        <p:spPr>
          <a:xfrm>
            <a:off x="2928140" y="235909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7" name="矩形 26">
            <a:extLst>
              <a:ext uri="{FF2B5EF4-FFF2-40B4-BE49-F238E27FC236}">
                <a16:creationId xmlns:a16="http://schemas.microsoft.com/office/drawing/2014/main" id="{964DD161-0770-A271-58B5-D604E7E97952}"/>
              </a:ext>
            </a:extLst>
          </p:cNvPr>
          <p:cNvSpPr/>
          <p:nvPr/>
        </p:nvSpPr>
        <p:spPr>
          <a:xfrm>
            <a:off x="3100366" y="235909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8" name="矩形 27">
            <a:extLst>
              <a:ext uri="{FF2B5EF4-FFF2-40B4-BE49-F238E27FC236}">
                <a16:creationId xmlns:a16="http://schemas.microsoft.com/office/drawing/2014/main" id="{13FDE255-22BB-5421-C721-9F0097643E3B}"/>
              </a:ext>
            </a:extLst>
          </p:cNvPr>
          <p:cNvSpPr/>
          <p:nvPr/>
        </p:nvSpPr>
        <p:spPr>
          <a:xfrm>
            <a:off x="3272592" y="235909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9" name="矩形 28">
            <a:extLst>
              <a:ext uri="{FF2B5EF4-FFF2-40B4-BE49-F238E27FC236}">
                <a16:creationId xmlns:a16="http://schemas.microsoft.com/office/drawing/2014/main" id="{D99DEBC0-4D19-0ABD-97ED-75B6ACB45FDC}"/>
              </a:ext>
            </a:extLst>
          </p:cNvPr>
          <p:cNvSpPr/>
          <p:nvPr/>
        </p:nvSpPr>
        <p:spPr>
          <a:xfrm>
            <a:off x="3444818" y="2359095"/>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 name="矩形 29">
            <a:extLst>
              <a:ext uri="{FF2B5EF4-FFF2-40B4-BE49-F238E27FC236}">
                <a16:creationId xmlns:a16="http://schemas.microsoft.com/office/drawing/2014/main" id="{49DD3AED-F370-44A1-4F2E-36C1039F50E8}"/>
              </a:ext>
            </a:extLst>
          </p:cNvPr>
          <p:cNvSpPr/>
          <p:nvPr/>
        </p:nvSpPr>
        <p:spPr>
          <a:xfrm>
            <a:off x="1380763" y="2531321"/>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1" name="矩形 30">
            <a:extLst>
              <a:ext uri="{FF2B5EF4-FFF2-40B4-BE49-F238E27FC236}">
                <a16:creationId xmlns:a16="http://schemas.microsoft.com/office/drawing/2014/main" id="{1036A575-1DFC-D3CD-ABCB-9D2ED98AB344}"/>
              </a:ext>
            </a:extLst>
          </p:cNvPr>
          <p:cNvSpPr/>
          <p:nvPr/>
        </p:nvSpPr>
        <p:spPr>
          <a:xfrm>
            <a:off x="1552989" y="2531321"/>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2" name="矩形 31">
            <a:extLst>
              <a:ext uri="{FF2B5EF4-FFF2-40B4-BE49-F238E27FC236}">
                <a16:creationId xmlns:a16="http://schemas.microsoft.com/office/drawing/2014/main" id="{19A0742B-04D8-5A54-3C4D-723F487BDA08}"/>
              </a:ext>
            </a:extLst>
          </p:cNvPr>
          <p:cNvSpPr/>
          <p:nvPr/>
        </p:nvSpPr>
        <p:spPr>
          <a:xfrm>
            <a:off x="1725215" y="2531321"/>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3" name="矩形 32">
            <a:extLst>
              <a:ext uri="{FF2B5EF4-FFF2-40B4-BE49-F238E27FC236}">
                <a16:creationId xmlns:a16="http://schemas.microsoft.com/office/drawing/2014/main" id="{7CA10EB4-A5E0-65EF-EDAA-9FB4BD989A4D}"/>
              </a:ext>
            </a:extLst>
          </p:cNvPr>
          <p:cNvSpPr/>
          <p:nvPr/>
        </p:nvSpPr>
        <p:spPr>
          <a:xfrm>
            <a:off x="1897441" y="2531321"/>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4" name="矩形 33">
            <a:extLst>
              <a:ext uri="{FF2B5EF4-FFF2-40B4-BE49-F238E27FC236}">
                <a16:creationId xmlns:a16="http://schemas.microsoft.com/office/drawing/2014/main" id="{B59391C9-D388-1E07-5645-43946A9337CE}"/>
              </a:ext>
            </a:extLst>
          </p:cNvPr>
          <p:cNvSpPr/>
          <p:nvPr/>
        </p:nvSpPr>
        <p:spPr>
          <a:xfrm>
            <a:off x="2069667" y="2531321"/>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5" name="矩形 34">
            <a:extLst>
              <a:ext uri="{FF2B5EF4-FFF2-40B4-BE49-F238E27FC236}">
                <a16:creationId xmlns:a16="http://schemas.microsoft.com/office/drawing/2014/main" id="{67CC173F-F6D6-0C04-75E3-067D78A43EAB}"/>
              </a:ext>
            </a:extLst>
          </p:cNvPr>
          <p:cNvSpPr/>
          <p:nvPr/>
        </p:nvSpPr>
        <p:spPr>
          <a:xfrm>
            <a:off x="2241893" y="2531321"/>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6" name="矩形 35">
            <a:extLst>
              <a:ext uri="{FF2B5EF4-FFF2-40B4-BE49-F238E27FC236}">
                <a16:creationId xmlns:a16="http://schemas.microsoft.com/office/drawing/2014/main" id="{C1CF3864-516D-7918-E779-9D0CB66FDF1A}"/>
              </a:ext>
            </a:extLst>
          </p:cNvPr>
          <p:cNvSpPr/>
          <p:nvPr/>
        </p:nvSpPr>
        <p:spPr>
          <a:xfrm>
            <a:off x="2414119" y="2531321"/>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7" name="矩形 36">
            <a:extLst>
              <a:ext uri="{FF2B5EF4-FFF2-40B4-BE49-F238E27FC236}">
                <a16:creationId xmlns:a16="http://schemas.microsoft.com/office/drawing/2014/main" id="{19E4E77F-C50D-5A5E-573A-15155CBEEE07}"/>
              </a:ext>
            </a:extLst>
          </p:cNvPr>
          <p:cNvSpPr/>
          <p:nvPr/>
        </p:nvSpPr>
        <p:spPr>
          <a:xfrm>
            <a:off x="2583688" y="2531321"/>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8" name="矩形 37">
            <a:extLst>
              <a:ext uri="{FF2B5EF4-FFF2-40B4-BE49-F238E27FC236}">
                <a16:creationId xmlns:a16="http://schemas.microsoft.com/office/drawing/2014/main" id="{C79C9F98-CFFA-60F0-D27F-F4C266796415}"/>
              </a:ext>
            </a:extLst>
          </p:cNvPr>
          <p:cNvSpPr/>
          <p:nvPr/>
        </p:nvSpPr>
        <p:spPr>
          <a:xfrm>
            <a:off x="2755914" y="2531321"/>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9" name="矩形 38">
            <a:extLst>
              <a:ext uri="{FF2B5EF4-FFF2-40B4-BE49-F238E27FC236}">
                <a16:creationId xmlns:a16="http://schemas.microsoft.com/office/drawing/2014/main" id="{83470B26-50E4-E45A-A778-605685E6C967}"/>
              </a:ext>
            </a:extLst>
          </p:cNvPr>
          <p:cNvSpPr/>
          <p:nvPr/>
        </p:nvSpPr>
        <p:spPr>
          <a:xfrm>
            <a:off x="2928140" y="2531321"/>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0" name="矩形 39">
            <a:extLst>
              <a:ext uri="{FF2B5EF4-FFF2-40B4-BE49-F238E27FC236}">
                <a16:creationId xmlns:a16="http://schemas.microsoft.com/office/drawing/2014/main" id="{0A54888E-19DE-8D54-B933-A79472BF54DD}"/>
              </a:ext>
            </a:extLst>
          </p:cNvPr>
          <p:cNvSpPr/>
          <p:nvPr/>
        </p:nvSpPr>
        <p:spPr>
          <a:xfrm>
            <a:off x="3100366" y="2531321"/>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1" name="矩形 40">
            <a:extLst>
              <a:ext uri="{FF2B5EF4-FFF2-40B4-BE49-F238E27FC236}">
                <a16:creationId xmlns:a16="http://schemas.microsoft.com/office/drawing/2014/main" id="{FDAFEB3E-481F-2C1D-6D34-7E0CF1083E93}"/>
              </a:ext>
            </a:extLst>
          </p:cNvPr>
          <p:cNvSpPr/>
          <p:nvPr/>
        </p:nvSpPr>
        <p:spPr>
          <a:xfrm>
            <a:off x="3272592" y="2531321"/>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2" name="矩形 41">
            <a:extLst>
              <a:ext uri="{FF2B5EF4-FFF2-40B4-BE49-F238E27FC236}">
                <a16:creationId xmlns:a16="http://schemas.microsoft.com/office/drawing/2014/main" id="{ECF20106-10DE-3519-A984-2336AAAEF8A9}"/>
              </a:ext>
            </a:extLst>
          </p:cNvPr>
          <p:cNvSpPr/>
          <p:nvPr/>
        </p:nvSpPr>
        <p:spPr>
          <a:xfrm>
            <a:off x="3444818" y="2531321"/>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3" name="矩形 42">
            <a:extLst>
              <a:ext uri="{FF2B5EF4-FFF2-40B4-BE49-F238E27FC236}">
                <a16:creationId xmlns:a16="http://schemas.microsoft.com/office/drawing/2014/main" id="{6EC9D342-6070-36BB-0D51-C6A2C218E4C9}"/>
              </a:ext>
            </a:extLst>
          </p:cNvPr>
          <p:cNvSpPr/>
          <p:nvPr/>
        </p:nvSpPr>
        <p:spPr>
          <a:xfrm>
            <a:off x="1380763" y="2703547"/>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4" name="矩形 43">
            <a:extLst>
              <a:ext uri="{FF2B5EF4-FFF2-40B4-BE49-F238E27FC236}">
                <a16:creationId xmlns:a16="http://schemas.microsoft.com/office/drawing/2014/main" id="{2D514C45-7261-6A42-F59E-84BAB35DC1A1}"/>
              </a:ext>
            </a:extLst>
          </p:cNvPr>
          <p:cNvSpPr/>
          <p:nvPr/>
        </p:nvSpPr>
        <p:spPr>
          <a:xfrm>
            <a:off x="1552989" y="2703547"/>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5" name="矩形 44">
            <a:extLst>
              <a:ext uri="{FF2B5EF4-FFF2-40B4-BE49-F238E27FC236}">
                <a16:creationId xmlns:a16="http://schemas.microsoft.com/office/drawing/2014/main" id="{05BD8A9E-936F-5162-B4E7-25560F11BBF6}"/>
              </a:ext>
            </a:extLst>
          </p:cNvPr>
          <p:cNvSpPr/>
          <p:nvPr/>
        </p:nvSpPr>
        <p:spPr>
          <a:xfrm>
            <a:off x="1725215" y="2703547"/>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6" name="矩形 45">
            <a:extLst>
              <a:ext uri="{FF2B5EF4-FFF2-40B4-BE49-F238E27FC236}">
                <a16:creationId xmlns:a16="http://schemas.microsoft.com/office/drawing/2014/main" id="{6521E27B-3E29-4911-BA61-AEE5E1F94535}"/>
              </a:ext>
            </a:extLst>
          </p:cNvPr>
          <p:cNvSpPr/>
          <p:nvPr/>
        </p:nvSpPr>
        <p:spPr>
          <a:xfrm>
            <a:off x="1897441" y="2703547"/>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7" name="矩形 46">
            <a:extLst>
              <a:ext uri="{FF2B5EF4-FFF2-40B4-BE49-F238E27FC236}">
                <a16:creationId xmlns:a16="http://schemas.microsoft.com/office/drawing/2014/main" id="{9B59D496-35CF-0346-78DE-869917AECC36}"/>
              </a:ext>
            </a:extLst>
          </p:cNvPr>
          <p:cNvSpPr/>
          <p:nvPr/>
        </p:nvSpPr>
        <p:spPr>
          <a:xfrm>
            <a:off x="2069667" y="2703547"/>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8" name="矩形 47">
            <a:extLst>
              <a:ext uri="{FF2B5EF4-FFF2-40B4-BE49-F238E27FC236}">
                <a16:creationId xmlns:a16="http://schemas.microsoft.com/office/drawing/2014/main" id="{3BED6036-243B-E53F-8C0E-E9353D95CB02}"/>
              </a:ext>
            </a:extLst>
          </p:cNvPr>
          <p:cNvSpPr/>
          <p:nvPr/>
        </p:nvSpPr>
        <p:spPr>
          <a:xfrm>
            <a:off x="2241893" y="2703547"/>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9" name="矩形 48">
            <a:extLst>
              <a:ext uri="{FF2B5EF4-FFF2-40B4-BE49-F238E27FC236}">
                <a16:creationId xmlns:a16="http://schemas.microsoft.com/office/drawing/2014/main" id="{B692793B-4EF9-747E-C298-C11E6296B8D2}"/>
              </a:ext>
            </a:extLst>
          </p:cNvPr>
          <p:cNvSpPr/>
          <p:nvPr/>
        </p:nvSpPr>
        <p:spPr>
          <a:xfrm>
            <a:off x="2414119" y="2703547"/>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0" name="矩形 49">
            <a:extLst>
              <a:ext uri="{FF2B5EF4-FFF2-40B4-BE49-F238E27FC236}">
                <a16:creationId xmlns:a16="http://schemas.microsoft.com/office/drawing/2014/main" id="{FC20D3D9-1B39-F5F6-3987-AD82EE9B9450}"/>
              </a:ext>
            </a:extLst>
          </p:cNvPr>
          <p:cNvSpPr/>
          <p:nvPr/>
        </p:nvSpPr>
        <p:spPr>
          <a:xfrm>
            <a:off x="2583688" y="2703547"/>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1" name="矩形 50">
            <a:extLst>
              <a:ext uri="{FF2B5EF4-FFF2-40B4-BE49-F238E27FC236}">
                <a16:creationId xmlns:a16="http://schemas.microsoft.com/office/drawing/2014/main" id="{D1A4CB09-7B73-8270-7552-F3E3260A0313}"/>
              </a:ext>
            </a:extLst>
          </p:cNvPr>
          <p:cNvSpPr/>
          <p:nvPr/>
        </p:nvSpPr>
        <p:spPr>
          <a:xfrm>
            <a:off x="2755914" y="2703547"/>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2" name="矩形 51">
            <a:extLst>
              <a:ext uri="{FF2B5EF4-FFF2-40B4-BE49-F238E27FC236}">
                <a16:creationId xmlns:a16="http://schemas.microsoft.com/office/drawing/2014/main" id="{D6D82D46-1BD5-5541-3B72-0C4BD6D614A5}"/>
              </a:ext>
            </a:extLst>
          </p:cNvPr>
          <p:cNvSpPr/>
          <p:nvPr/>
        </p:nvSpPr>
        <p:spPr>
          <a:xfrm>
            <a:off x="2928140" y="2703547"/>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3" name="矩形 52">
            <a:extLst>
              <a:ext uri="{FF2B5EF4-FFF2-40B4-BE49-F238E27FC236}">
                <a16:creationId xmlns:a16="http://schemas.microsoft.com/office/drawing/2014/main" id="{1D60C1C6-3614-3840-90FE-09CF5394636C}"/>
              </a:ext>
            </a:extLst>
          </p:cNvPr>
          <p:cNvSpPr/>
          <p:nvPr/>
        </p:nvSpPr>
        <p:spPr>
          <a:xfrm>
            <a:off x="3100366" y="2703547"/>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4" name="矩形 53">
            <a:extLst>
              <a:ext uri="{FF2B5EF4-FFF2-40B4-BE49-F238E27FC236}">
                <a16:creationId xmlns:a16="http://schemas.microsoft.com/office/drawing/2014/main" id="{FC7B5F01-6D01-B28B-E7D4-AD2D6049EF68}"/>
              </a:ext>
            </a:extLst>
          </p:cNvPr>
          <p:cNvSpPr/>
          <p:nvPr/>
        </p:nvSpPr>
        <p:spPr>
          <a:xfrm>
            <a:off x="3272592" y="2703547"/>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5" name="矩形 54">
            <a:extLst>
              <a:ext uri="{FF2B5EF4-FFF2-40B4-BE49-F238E27FC236}">
                <a16:creationId xmlns:a16="http://schemas.microsoft.com/office/drawing/2014/main" id="{A88B07F5-0025-82F3-3BC5-A607A8427A35}"/>
              </a:ext>
            </a:extLst>
          </p:cNvPr>
          <p:cNvSpPr/>
          <p:nvPr/>
        </p:nvSpPr>
        <p:spPr>
          <a:xfrm>
            <a:off x="3444818" y="2703547"/>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6" name="矩形 55">
            <a:extLst>
              <a:ext uri="{FF2B5EF4-FFF2-40B4-BE49-F238E27FC236}">
                <a16:creationId xmlns:a16="http://schemas.microsoft.com/office/drawing/2014/main" id="{C8B51F15-7DC3-96B9-92BD-BA27AF65AFEF}"/>
              </a:ext>
            </a:extLst>
          </p:cNvPr>
          <p:cNvSpPr/>
          <p:nvPr/>
        </p:nvSpPr>
        <p:spPr>
          <a:xfrm>
            <a:off x="1380763" y="2875773"/>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7" name="矩形 56">
            <a:extLst>
              <a:ext uri="{FF2B5EF4-FFF2-40B4-BE49-F238E27FC236}">
                <a16:creationId xmlns:a16="http://schemas.microsoft.com/office/drawing/2014/main" id="{A0AC9A25-2B36-C5AE-8DF0-D85EBC0FD124}"/>
              </a:ext>
            </a:extLst>
          </p:cNvPr>
          <p:cNvSpPr/>
          <p:nvPr/>
        </p:nvSpPr>
        <p:spPr>
          <a:xfrm>
            <a:off x="1552989" y="2875773"/>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8" name="矩形 57">
            <a:extLst>
              <a:ext uri="{FF2B5EF4-FFF2-40B4-BE49-F238E27FC236}">
                <a16:creationId xmlns:a16="http://schemas.microsoft.com/office/drawing/2014/main" id="{9E97AF70-7CF2-7242-112E-529B59F202B1}"/>
              </a:ext>
            </a:extLst>
          </p:cNvPr>
          <p:cNvSpPr/>
          <p:nvPr/>
        </p:nvSpPr>
        <p:spPr>
          <a:xfrm>
            <a:off x="1725215" y="2875773"/>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9" name="矩形 58">
            <a:extLst>
              <a:ext uri="{FF2B5EF4-FFF2-40B4-BE49-F238E27FC236}">
                <a16:creationId xmlns:a16="http://schemas.microsoft.com/office/drawing/2014/main" id="{D83958A2-8EC5-6879-A5CA-3C9C84A40D55}"/>
              </a:ext>
            </a:extLst>
          </p:cNvPr>
          <p:cNvSpPr/>
          <p:nvPr/>
        </p:nvSpPr>
        <p:spPr>
          <a:xfrm>
            <a:off x="1897441" y="2875773"/>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0" name="矩形 59">
            <a:extLst>
              <a:ext uri="{FF2B5EF4-FFF2-40B4-BE49-F238E27FC236}">
                <a16:creationId xmlns:a16="http://schemas.microsoft.com/office/drawing/2014/main" id="{149833A5-9459-EF6C-45BF-FB9BA3E70367}"/>
              </a:ext>
            </a:extLst>
          </p:cNvPr>
          <p:cNvSpPr/>
          <p:nvPr/>
        </p:nvSpPr>
        <p:spPr>
          <a:xfrm>
            <a:off x="2069667" y="2875773"/>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1" name="矩形 60">
            <a:extLst>
              <a:ext uri="{FF2B5EF4-FFF2-40B4-BE49-F238E27FC236}">
                <a16:creationId xmlns:a16="http://schemas.microsoft.com/office/drawing/2014/main" id="{4513E24F-B029-FCA1-750D-D3C05FD47CEB}"/>
              </a:ext>
            </a:extLst>
          </p:cNvPr>
          <p:cNvSpPr/>
          <p:nvPr/>
        </p:nvSpPr>
        <p:spPr>
          <a:xfrm>
            <a:off x="2241893" y="2875773"/>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2" name="矩形 61">
            <a:extLst>
              <a:ext uri="{FF2B5EF4-FFF2-40B4-BE49-F238E27FC236}">
                <a16:creationId xmlns:a16="http://schemas.microsoft.com/office/drawing/2014/main" id="{8757D409-2897-2CF1-10B9-F24584AC05F1}"/>
              </a:ext>
            </a:extLst>
          </p:cNvPr>
          <p:cNvSpPr/>
          <p:nvPr/>
        </p:nvSpPr>
        <p:spPr>
          <a:xfrm>
            <a:off x="2414119" y="2875773"/>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3" name="矩形 62">
            <a:extLst>
              <a:ext uri="{FF2B5EF4-FFF2-40B4-BE49-F238E27FC236}">
                <a16:creationId xmlns:a16="http://schemas.microsoft.com/office/drawing/2014/main" id="{38A9FEAD-7E02-70F6-0B19-12230CC4A103}"/>
              </a:ext>
            </a:extLst>
          </p:cNvPr>
          <p:cNvSpPr/>
          <p:nvPr/>
        </p:nvSpPr>
        <p:spPr>
          <a:xfrm>
            <a:off x="2583688" y="2875773"/>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4" name="矩形 63">
            <a:extLst>
              <a:ext uri="{FF2B5EF4-FFF2-40B4-BE49-F238E27FC236}">
                <a16:creationId xmlns:a16="http://schemas.microsoft.com/office/drawing/2014/main" id="{FB7813AA-69D6-FA4D-517A-DEAD66987C21}"/>
              </a:ext>
            </a:extLst>
          </p:cNvPr>
          <p:cNvSpPr/>
          <p:nvPr/>
        </p:nvSpPr>
        <p:spPr>
          <a:xfrm>
            <a:off x="2755914" y="2875773"/>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5" name="矩形 64">
            <a:extLst>
              <a:ext uri="{FF2B5EF4-FFF2-40B4-BE49-F238E27FC236}">
                <a16:creationId xmlns:a16="http://schemas.microsoft.com/office/drawing/2014/main" id="{C3B24D1F-B2DE-BEF9-7494-5B069616FB87}"/>
              </a:ext>
            </a:extLst>
          </p:cNvPr>
          <p:cNvSpPr/>
          <p:nvPr/>
        </p:nvSpPr>
        <p:spPr>
          <a:xfrm>
            <a:off x="2928140" y="2875773"/>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6" name="矩形 65">
            <a:extLst>
              <a:ext uri="{FF2B5EF4-FFF2-40B4-BE49-F238E27FC236}">
                <a16:creationId xmlns:a16="http://schemas.microsoft.com/office/drawing/2014/main" id="{D5C362F3-9573-A702-569F-D77C94E7A322}"/>
              </a:ext>
            </a:extLst>
          </p:cNvPr>
          <p:cNvSpPr/>
          <p:nvPr/>
        </p:nvSpPr>
        <p:spPr>
          <a:xfrm>
            <a:off x="3100366" y="2875773"/>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7" name="矩形 66">
            <a:extLst>
              <a:ext uri="{FF2B5EF4-FFF2-40B4-BE49-F238E27FC236}">
                <a16:creationId xmlns:a16="http://schemas.microsoft.com/office/drawing/2014/main" id="{64DEE404-FFCB-757B-9BBE-41E300EED6DE}"/>
              </a:ext>
            </a:extLst>
          </p:cNvPr>
          <p:cNvSpPr/>
          <p:nvPr/>
        </p:nvSpPr>
        <p:spPr>
          <a:xfrm>
            <a:off x="3272592" y="2875773"/>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8" name="矩形 67">
            <a:extLst>
              <a:ext uri="{FF2B5EF4-FFF2-40B4-BE49-F238E27FC236}">
                <a16:creationId xmlns:a16="http://schemas.microsoft.com/office/drawing/2014/main" id="{E0FFB837-ABED-56CB-8F44-A47D05651143}"/>
              </a:ext>
            </a:extLst>
          </p:cNvPr>
          <p:cNvSpPr/>
          <p:nvPr/>
        </p:nvSpPr>
        <p:spPr>
          <a:xfrm>
            <a:off x="3444818" y="2875773"/>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9" name="矩形 68">
            <a:extLst>
              <a:ext uri="{FF2B5EF4-FFF2-40B4-BE49-F238E27FC236}">
                <a16:creationId xmlns:a16="http://schemas.microsoft.com/office/drawing/2014/main" id="{F996CDBA-4892-B5CB-D0C8-6C8D3B34BB66}"/>
              </a:ext>
            </a:extLst>
          </p:cNvPr>
          <p:cNvSpPr/>
          <p:nvPr/>
        </p:nvSpPr>
        <p:spPr>
          <a:xfrm>
            <a:off x="1380763" y="3047999"/>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0" name="矩形 69">
            <a:extLst>
              <a:ext uri="{FF2B5EF4-FFF2-40B4-BE49-F238E27FC236}">
                <a16:creationId xmlns:a16="http://schemas.microsoft.com/office/drawing/2014/main" id="{A1A669EE-440F-1101-C6BD-6F96E7B65466}"/>
              </a:ext>
            </a:extLst>
          </p:cNvPr>
          <p:cNvSpPr/>
          <p:nvPr/>
        </p:nvSpPr>
        <p:spPr>
          <a:xfrm>
            <a:off x="1552989" y="3047999"/>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1" name="矩形 70">
            <a:extLst>
              <a:ext uri="{FF2B5EF4-FFF2-40B4-BE49-F238E27FC236}">
                <a16:creationId xmlns:a16="http://schemas.microsoft.com/office/drawing/2014/main" id="{17FF2095-0F8A-509D-CA16-45F0BDA923D3}"/>
              </a:ext>
            </a:extLst>
          </p:cNvPr>
          <p:cNvSpPr/>
          <p:nvPr/>
        </p:nvSpPr>
        <p:spPr>
          <a:xfrm>
            <a:off x="1725215" y="3047999"/>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2" name="矩形 71">
            <a:extLst>
              <a:ext uri="{FF2B5EF4-FFF2-40B4-BE49-F238E27FC236}">
                <a16:creationId xmlns:a16="http://schemas.microsoft.com/office/drawing/2014/main" id="{6102DCD0-8F01-F7F7-AFEF-2837BA24C88A}"/>
              </a:ext>
            </a:extLst>
          </p:cNvPr>
          <p:cNvSpPr/>
          <p:nvPr/>
        </p:nvSpPr>
        <p:spPr>
          <a:xfrm>
            <a:off x="1897441" y="3047999"/>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3" name="矩形 72">
            <a:extLst>
              <a:ext uri="{FF2B5EF4-FFF2-40B4-BE49-F238E27FC236}">
                <a16:creationId xmlns:a16="http://schemas.microsoft.com/office/drawing/2014/main" id="{95DDF70C-1EB1-FCAB-603F-D6BAC9DDBE98}"/>
              </a:ext>
            </a:extLst>
          </p:cNvPr>
          <p:cNvSpPr/>
          <p:nvPr/>
        </p:nvSpPr>
        <p:spPr>
          <a:xfrm>
            <a:off x="2069667" y="3047999"/>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4" name="矩形 73">
            <a:extLst>
              <a:ext uri="{FF2B5EF4-FFF2-40B4-BE49-F238E27FC236}">
                <a16:creationId xmlns:a16="http://schemas.microsoft.com/office/drawing/2014/main" id="{E3BDB3EE-F2F0-69F3-2FEF-8DB606D6C81B}"/>
              </a:ext>
            </a:extLst>
          </p:cNvPr>
          <p:cNvSpPr/>
          <p:nvPr/>
        </p:nvSpPr>
        <p:spPr>
          <a:xfrm>
            <a:off x="2241893" y="3047999"/>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5" name="矩形 74">
            <a:extLst>
              <a:ext uri="{FF2B5EF4-FFF2-40B4-BE49-F238E27FC236}">
                <a16:creationId xmlns:a16="http://schemas.microsoft.com/office/drawing/2014/main" id="{C0C20C5B-82C1-78F4-5C99-4132A0E9901C}"/>
              </a:ext>
            </a:extLst>
          </p:cNvPr>
          <p:cNvSpPr/>
          <p:nvPr/>
        </p:nvSpPr>
        <p:spPr>
          <a:xfrm>
            <a:off x="2414119" y="3047999"/>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6" name="矩形 75">
            <a:extLst>
              <a:ext uri="{FF2B5EF4-FFF2-40B4-BE49-F238E27FC236}">
                <a16:creationId xmlns:a16="http://schemas.microsoft.com/office/drawing/2014/main" id="{ABA60A55-8C14-72E5-D9D3-F1F494332A5A}"/>
              </a:ext>
            </a:extLst>
          </p:cNvPr>
          <p:cNvSpPr/>
          <p:nvPr/>
        </p:nvSpPr>
        <p:spPr>
          <a:xfrm>
            <a:off x="2583688" y="3047999"/>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7" name="矩形 76">
            <a:extLst>
              <a:ext uri="{FF2B5EF4-FFF2-40B4-BE49-F238E27FC236}">
                <a16:creationId xmlns:a16="http://schemas.microsoft.com/office/drawing/2014/main" id="{75141441-4D52-4027-6A14-D7CB7EF4169A}"/>
              </a:ext>
            </a:extLst>
          </p:cNvPr>
          <p:cNvSpPr/>
          <p:nvPr/>
        </p:nvSpPr>
        <p:spPr>
          <a:xfrm>
            <a:off x="2755914" y="3047999"/>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8" name="矩形 77">
            <a:extLst>
              <a:ext uri="{FF2B5EF4-FFF2-40B4-BE49-F238E27FC236}">
                <a16:creationId xmlns:a16="http://schemas.microsoft.com/office/drawing/2014/main" id="{514DAC0B-A132-E28B-E5A2-1A5CCCAB03C8}"/>
              </a:ext>
            </a:extLst>
          </p:cNvPr>
          <p:cNvSpPr/>
          <p:nvPr/>
        </p:nvSpPr>
        <p:spPr>
          <a:xfrm>
            <a:off x="2928140" y="3047999"/>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9" name="矩形 78">
            <a:extLst>
              <a:ext uri="{FF2B5EF4-FFF2-40B4-BE49-F238E27FC236}">
                <a16:creationId xmlns:a16="http://schemas.microsoft.com/office/drawing/2014/main" id="{5A87865A-23EE-A9A8-D9AF-6E6B96128C22}"/>
              </a:ext>
            </a:extLst>
          </p:cNvPr>
          <p:cNvSpPr/>
          <p:nvPr/>
        </p:nvSpPr>
        <p:spPr>
          <a:xfrm>
            <a:off x="3100366" y="3047999"/>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0" name="矩形 79">
            <a:extLst>
              <a:ext uri="{FF2B5EF4-FFF2-40B4-BE49-F238E27FC236}">
                <a16:creationId xmlns:a16="http://schemas.microsoft.com/office/drawing/2014/main" id="{561B5AD6-D925-7C3A-55E1-5C812F12AA02}"/>
              </a:ext>
            </a:extLst>
          </p:cNvPr>
          <p:cNvSpPr/>
          <p:nvPr/>
        </p:nvSpPr>
        <p:spPr>
          <a:xfrm>
            <a:off x="3272592" y="3047999"/>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1" name="矩形 80">
            <a:extLst>
              <a:ext uri="{FF2B5EF4-FFF2-40B4-BE49-F238E27FC236}">
                <a16:creationId xmlns:a16="http://schemas.microsoft.com/office/drawing/2014/main" id="{EC60ECD5-374C-12E0-762D-593DAF5896F9}"/>
              </a:ext>
            </a:extLst>
          </p:cNvPr>
          <p:cNvSpPr/>
          <p:nvPr/>
        </p:nvSpPr>
        <p:spPr>
          <a:xfrm>
            <a:off x="3444818" y="3047999"/>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2" name="矩形 81">
            <a:extLst>
              <a:ext uri="{FF2B5EF4-FFF2-40B4-BE49-F238E27FC236}">
                <a16:creationId xmlns:a16="http://schemas.microsoft.com/office/drawing/2014/main" id="{ADFB2E7D-7F71-C143-9B67-34FFB0650F39}"/>
              </a:ext>
            </a:extLst>
          </p:cNvPr>
          <p:cNvSpPr/>
          <p:nvPr/>
        </p:nvSpPr>
        <p:spPr>
          <a:xfrm>
            <a:off x="1380763" y="3220225"/>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3" name="矩形 82">
            <a:extLst>
              <a:ext uri="{FF2B5EF4-FFF2-40B4-BE49-F238E27FC236}">
                <a16:creationId xmlns:a16="http://schemas.microsoft.com/office/drawing/2014/main" id="{BB68230A-7046-CE55-BDE0-936EFB96C38C}"/>
              </a:ext>
            </a:extLst>
          </p:cNvPr>
          <p:cNvSpPr/>
          <p:nvPr/>
        </p:nvSpPr>
        <p:spPr>
          <a:xfrm>
            <a:off x="1552989" y="322022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4" name="矩形 83">
            <a:extLst>
              <a:ext uri="{FF2B5EF4-FFF2-40B4-BE49-F238E27FC236}">
                <a16:creationId xmlns:a16="http://schemas.microsoft.com/office/drawing/2014/main" id="{AA27CF29-19F3-28DD-DD60-721B19DE8830}"/>
              </a:ext>
            </a:extLst>
          </p:cNvPr>
          <p:cNvSpPr/>
          <p:nvPr/>
        </p:nvSpPr>
        <p:spPr>
          <a:xfrm>
            <a:off x="1725215" y="322022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5" name="矩形 84">
            <a:extLst>
              <a:ext uri="{FF2B5EF4-FFF2-40B4-BE49-F238E27FC236}">
                <a16:creationId xmlns:a16="http://schemas.microsoft.com/office/drawing/2014/main" id="{98B4F2B0-D35D-2419-4D5A-3C99D5F62193}"/>
              </a:ext>
            </a:extLst>
          </p:cNvPr>
          <p:cNvSpPr/>
          <p:nvPr/>
        </p:nvSpPr>
        <p:spPr>
          <a:xfrm>
            <a:off x="1897441" y="322022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6" name="矩形 85">
            <a:extLst>
              <a:ext uri="{FF2B5EF4-FFF2-40B4-BE49-F238E27FC236}">
                <a16:creationId xmlns:a16="http://schemas.microsoft.com/office/drawing/2014/main" id="{16CA2E64-F9AE-BF2D-243C-782DA7BDF8F6}"/>
              </a:ext>
            </a:extLst>
          </p:cNvPr>
          <p:cNvSpPr/>
          <p:nvPr/>
        </p:nvSpPr>
        <p:spPr>
          <a:xfrm>
            <a:off x="2069667" y="322022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7" name="矩形 86">
            <a:extLst>
              <a:ext uri="{FF2B5EF4-FFF2-40B4-BE49-F238E27FC236}">
                <a16:creationId xmlns:a16="http://schemas.microsoft.com/office/drawing/2014/main" id="{ED52C4D1-A162-2936-ECC8-FB25972E029D}"/>
              </a:ext>
            </a:extLst>
          </p:cNvPr>
          <p:cNvSpPr/>
          <p:nvPr/>
        </p:nvSpPr>
        <p:spPr>
          <a:xfrm>
            <a:off x="2241893" y="322022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8" name="矩形 87">
            <a:extLst>
              <a:ext uri="{FF2B5EF4-FFF2-40B4-BE49-F238E27FC236}">
                <a16:creationId xmlns:a16="http://schemas.microsoft.com/office/drawing/2014/main" id="{E8A13E55-5BF2-07C2-E72B-478C0DFC501F}"/>
              </a:ext>
            </a:extLst>
          </p:cNvPr>
          <p:cNvSpPr/>
          <p:nvPr/>
        </p:nvSpPr>
        <p:spPr>
          <a:xfrm>
            <a:off x="2414119" y="322022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9" name="矩形 88">
            <a:extLst>
              <a:ext uri="{FF2B5EF4-FFF2-40B4-BE49-F238E27FC236}">
                <a16:creationId xmlns:a16="http://schemas.microsoft.com/office/drawing/2014/main" id="{0E5F4762-5840-BAC1-65AB-6C47EEE99A6B}"/>
              </a:ext>
            </a:extLst>
          </p:cNvPr>
          <p:cNvSpPr/>
          <p:nvPr/>
        </p:nvSpPr>
        <p:spPr>
          <a:xfrm>
            <a:off x="2583688" y="322022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0" name="矩形 89">
            <a:extLst>
              <a:ext uri="{FF2B5EF4-FFF2-40B4-BE49-F238E27FC236}">
                <a16:creationId xmlns:a16="http://schemas.microsoft.com/office/drawing/2014/main" id="{BA4445AB-B588-25A9-E76C-1EB5F08DBCB3}"/>
              </a:ext>
            </a:extLst>
          </p:cNvPr>
          <p:cNvSpPr/>
          <p:nvPr/>
        </p:nvSpPr>
        <p:spPr>
          <a:xfrm>
            <a:off x="2755914" y="322022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1" name="矩形 90">
            <a:extLst>
              <a:ext uri="{FF2B5EF4-FFF2-40B4-BE49-F238E27FC236}">
                <a16:creationId xmlns:a16="http://schemas.microsoft.com/office/drawing/2014/main" id="{6AE2BC2E-B749-7835-993F-8691BC0C3A83}"/>
              </a:ext>
            </a:extLst>
          </p:cNvPr>
          <p:cNvSpPr/>
          <p:nvPr/>
        </p:nvSpPr>
        <p:spPr>
          <a:xfrm>
            <a:off x="2928140" y="322022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2" name="矩形 91">
            <a:extLst>
              <a:ext uri="{FF2B5EF4-FFF2-40B4-BE49-F238E27FC236}">
                <a16:creationId xmlns:a16="http://schemas.microsoft.com/office/drawing/2014/main" id="{28E0B3E8-C8C3-0BDB-F9A1-256CE7FE8663}"/>
              </a:ext>
            </a:extLst>
          </p:cNvPr>
          <p:cNvSpPr/>
          <p:nvPr/>
        </p:nvSpPr>
        <p:spPr>
          <a:xfrm>
            <a:off x="3100366" y="322022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3" name="矩形 92">
            <a:extLst>
              <a:ext uri="{FF2B5EF4-FFF2-40B4-BE49-F238E27FC236}">
                <a16:creationId xmlns:a16="http://schemas.microsoft.com/office/drawing/2014/main" id="{68B8EC71-661B-3C9D-EE90-0E1300E9A43D}"/>
              </a:ext>
            </a:extLst>
          </p:cNvPr>
          <p:cNvSpPr/>
          <p:nvPr/>
        </p:nvSpPr>
        <p:spPr>
          <a:xfrm>
            <a:off x="3272592" y="322022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4" name="矩形 93">
            <a:extLst>
              <a:ext uri="{FF2B5EF4-FFF2-40B4-BE49-F238E27FC236}">
                <a16:creationId xmlns:a16="http://schemas.microsoft.com/office/drawing/2014/main" id="{F6ECDA48-4374-C048-20D7-03A236D5E27C}"/>
              </a:ext>
            </a:extLst>
          </p:cNvPr>
          <p:cNvSpPr/>
          <p:nvPr/>
        </p:nvSpPr>
        <p:spPr>
          <a:xfrm>
            <a:off x="3444818" y="322022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5" name="矩形 94">
            <a:extLst>
              <a:ext uri="{FF2B5EF4-FFF2-40B4-BE49-F238E27FC236}">
                <a16:creationId xmlns:a16="http://schemas.microsoft.com/office/drawing/2014/main" id="{EA182D14-0E2F-8EE3-E7B9-3D0A74E7B94A}"/>
              </a:ext>
            </a:extLst>
          </p:cNvPr>
          <p:cNvSpPr/>
          <p:nvPr/>
        </p:nvSpPr>
        <p:spPr>
          <a:xfrm>
            <a:off x="1380763" y="3392451"/>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6" name="矩形 95">
            <a:extLst>
              <a:ext uri="{FF2B5EF4-FFF2-40B4-BE49-F238E27FC236}">
                <a16:creationId xmlns:a16="http://schemas.microsoft.com/office/drawing/2014/main" id="{75DFDC08-E152-045A-AC2F-171C4F4AE256}"/>
              </a:ext>
            </a:extLst>
          </p:cNvPr>
          <p:cNvSpPr/>
          <p:nvPr/>
        </p:nvSpPr>
        <p:spPr>
          <a:xfrm>
            <a:off x="1552989" y="3392451"/>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7" name="矩形 96">
            <a:extLst>
              <a:ext uri="{FF2B5EF4-FFF2-40B4-BE49-F238E27FC236}">
                <a16:creationId xmlns:a16="http://schemas.microsoft.com/office/drawing/2014/main" id="{44E2E77F-0F7C-38FF-BC5D-C26EA46FFCC4}"/>
              </a:ext>
            </a:extLst>
          </p:cNvPr>
          <p:cNvSpPr/>
          <p:nvPr/>
        </p:nvSpPr>
        <p:spPr>
          <a:xfrm>
            <a:off x="1725215" y="3392451"/>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8" name="矩形 97">
            <a:extLst>
              <a:ext uri="{FF2B5EF4-FFF2-40B4-BE49-F238E27FC236}">
                <a16:creationId xmlns:a16="http://schemas.microsoft.com/office/drawing/2014/main" id="{97ED243B-54ED-7869-8B1D-B796107A2456}"/>
              </a:ext>
            </a:extLst>
          </p:cNvPr>
          <p:cNvSpPr/>
          <p:nvPr/>
        </p:nvSpPr>
        <p:spPr>
          <a:xfrm>
            <a:off x="1897441" y="3392451"/>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9" name="矩形 98">
            <a:extLst>
              <a:ext uri="{FF2B5EF4-FFF2-40B4-BE49-F238E27FC236}">
                <a16:creationId xmlns:a16="http://schemas.microsoft.com/office/drawing/2014/main" id="{1E4ED45D-2F90-47EA-6FB7-B8C1B5AAC08B}"/>
              </a:ext>
            </a:extLst>
          </p:cNvPr>
          <p:cNvSpPr/>
          <p:nvPr/>
        </p:nvSpPr>
        <p:spPr>
          <a:xfrm>
            <a:off x="2069667" y="3392451"/>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0" name="矩形 99">
            <a:extLst>
              <a:ext uri="{FF2B5EF4-FFF2-40B4-BE49-F238E27FC236}">
                <a16:creationId xmlns:a16="http://schemas.microsoft.com/office/drawing/2014/main" id="{54D3EF42-8E44-1E29-C94A-FBCCDB621236}"/>
              </a:ext>
            </a:extLst>
          </p:cNvPr>
          <p:cNvSpPr/>
          <p:nvPr/>
        </p:nvSpPr>
        <p:spPr>
          <a:xfrm>
            <a:off x="2241893" y="3392451"/>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1" name="矩形 100">
            <a:extLst>
              <a:ext uri="{FF2B5EF4-FFF2-40B4-BE49-F238E27FC236}">
                <a16:creationId xmlns:a16="http://schemas.microsoft.com/office/drawing/2014/main" id="{76EAA53D-6CB1-7926-B58D-86E1F294C49B}"/>
              </a:ext>
            </a:extLst>
          </p:cNvPr>
          <p:cNvSpPr/>
          <p:nvPr/>
        </p:nvSpPr>
        <p:spPr>
          <a:xfrm>
            <a:off x="2414119" y="3392451"/>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2" name="矩形 101">
            <a:extLst>
              <a:ext uri="{FF2B5EF4-FFF2-40B4-BE49-F238E27FC236}">
                <a16:creationId xmlns:a16="http://schemas.microsoft.com/office/drawing/2014/main" id="{7A45F07A-29D7-0DC5-B3CD-D049D591FDBA}"/>
              </a:ext>
            </a:extLst>
          </p:cNvPr>
          <p:cNvSpPr/>
          <p:nvPr/>
        </p:nvSpPr>
        <p:spPr>
          <a:xfrm>
            <a:off x="2583688" y="3392451"/>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3" name="矩形 102">
            <a:extLst>
              <a:ext uri="{FF2B5EF4-FFF2-40B4-BE49-F238E27FC236}">
                <a16:creationId xmlns:a16="http://schemas.microsoft.com/office/drawing/2014/main" id="{20B1D3B1-BD8F-DFBA-53AF-B6033CCE241A}"/>
              </a:ext>
            </a:extLst>
          </p:cNvPr>
          <p:cNvSpPr/>
          <p:nvPr/>
        </p:nvSpPr>
        <p:spPr>
          <a:xfrm>
            <a:off x="2755914" y="3392451"/>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4" name="矩形 103">
            <a:extLst>
              <a:ext uri="{FF2B5EF4-FFF2-40B4-BE49-F238E27FC236}">
                <a16:creationId xmlns:a16="http://schemas.microsoft.com/office/drawing/2014/main" id="{87953971-347B-2545-6959-CA791B959E20}"/>
              </a:ext>
            </a:extLst>
          </p:cNvPr>
          <p:cNvSpPr/>
          <p:nvPr/>
        </p:nvSpPr>
        <p:spPr>
          <a:xfrm>
            <a:off x="2928140" y="3392451"/>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5" name="矩形 104">
            <a:extLst>
              <a:ext uri="{FF2B5EF4-FFF2-40B4-BE49-F238E27FC236}">
                <a16:creationId xmlns:a16="http://schemas.microsoft.com/office/drawing/2014/main" id="{3BEEBEE3-0481-17DA-A2C7-24514CCAD46B}"/>
              </a:ext>
            </a:extLst>
          </p:cNvPr>
          <p:cNvSpPr/>
          <p:nvPr/>
        </p:nvSpPr>
        <p:spPr>
          <a:xfrm>
            <a:off x="3100366" y="3392451"/>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6" name="矩形 105">
            <a:extLst>
              <a:ext uri="{FF2B5EF4-FFF2-40B4-BE49-F238E27FC236}">
                <a16:creationId xmlns:a16="http://schemas.microsoft.com/office/drawing/2014/main" id="{114CB088-6D61-7C26-69CE-40CA4039E70F}"/>
              </a:ext>
            </a:extLst>
          </p:cNvPr>
          <p:cNvSpPr/>
          <p:nvPr/>
        </p:nvSpPr>
        <p:spPr>
          <a:xfrm>
            <a:off x="3272592" y="3392451"/>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7" name="矩形 106">
            <a:extLst>
              <a:ext uri="{FF2B5EF4-FFF2-40B4-BE49-F238E27FC236}">
                <a16:creationId xmlns:a16="http://schemas.microsoft.com/office/drawing/2014/main" id="{47F2FC4D-D3ED-4DC1-F958-C7BAC9078F7E}"/>
              </a:ext>
            </a:extLst>
          </p:cNvPr>
          <p:cNvSpPr/>
          <p:nvPr/>
        </p:nvSpPr>
        <p:spPr>
          <a:xfrm>
            <a:off x="3444818" y="3392451"/>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8" name="矩形 107">
            <a:extLst>
              <a:ext uri="{FF2B5EF4-FFF2-40B4-BE49-F238E27FC236}">
                <a16:creationId xmlns:a16="http://schemas.microsoft.com/office/drawing/2014/main" id="{7A992C1F-1C52-AE2B-D9D6-D1140958ED54}"/>
              </a:ext>
            </a:extLst>
          </p:cNvPr>
          <p:cNvSpPr/>
          <p:nvPr/>
        </p:nvSpPr>
        <p:spPr>
          <a:xfrm>
            <a:off x="1380763" y="3564677"/>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9" name="矩形 108">
            <a:extLst>
              <a:ext uri="{FF2B5EF4-FFF2-40B4-BE49-F238E27FC236}">
                <a16:creationId xmlns:a16="http://schemas.microsoft.com/office/drawing/2014/main" id="{AEAA0099-7062-1C86-D75A-84D15A0E0AC9}"/>
              </a:ext>
            </a:extLst>
          </p:cNvPr>
          <p:cNvSpPr/>
          <p:nvPr/>
        </p:nvSpPr>
        <p:spPr>
          <a:xfrm>
            <a:off x="1552989" y="3564677"/>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0" name="矩形 109">
            <a:extLst>
              <a:ext uri="{FF2B5EF4-FFF2-40B4-BE49-F238E27FC236}">
                <a16:creationId xmlns:a16="http://schemas.microsoft.com/office/drawing/2014/main" id="{64CEE337-ECAB-7A80-E14B-C95E97E7F2FE}"/>
              </a:ext>
            </a:extLst>
          </p:cNvPr>
          <p:cNvSpPr/>
          <p:nvPr/>
        </p:nvSpPr>
        <p:spPr>
          <a:xfrm>
            <a:off x="1725215" y="3564677"/>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1" name="矩形 110">
            <a:extLst>
              <a:ext uri="{FF2B5EF4-FFF2-40B4-BE49-F238E27FC236}">
                <a16:creationId xmlns:a16="http://schemas.microsoft.com/office/drawing/2014/main" id="{276A35BA-D2A9-7E79-6590-F27DB899A252}"/>
              </a:ext>
            </a:extLst>
          </p:cNvPr>
          <p:cNvSpPr/>
          <p:nvPr/>
        </p:nvSpPr>
        <p:spPr>
          <a:xfrm>
            <a:off x="1897441" y="3564677"/>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2" name="矩形 111">
            <a:extLst>
              <a:ext uri="{FF2B5EF4-FFF2-40B4-BE49-F238E27FC236}">
                <a16:creationId xmlns:a16="http://schemas.microsoft.com/office/drawing/2014/main" id="{4382EF53-B3C3-67C6-FA58-C0DCAA40B554}"/>
              </a:ext>
            </a:extLst>
          </p:cNvPr>
          <p:cNvSpPr/>
          <p:nvPr/>
        </p:nvSpPr>
        <p:spPr>
          <a:xfrm>
            <a:off x="2069667" y="3564677"/>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3" name="矩形 112">
            <a:extLst>
              <a:ext uri="{FF2B5EF4-FFF2-40B4-BE49-F238E27FC236}">
                <a16:creationId xmlns:a16="http://schemas.microsoft.com/office/drawing/2014/main" id="{0F034D03-ADDA-9425-C812-E0BA266B5CEB}"/>
              </a:ext>
            </a:extLst>
          </p:cNvPr>
          <p:cNvSpPr/>
          <p:nvPr/>
        </p:nvSpPr>
        <p:spPr>
          <a:xfrm>
            <a:off x="2241893" y="3564677"/>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4" name="矩形 113">
            <a:extLst>
              <a:ext uri="{FF2B5EF4-FFF2-40B4-BE49-F238E27FC236}">
                <a16:creationId xmlns:a16="http://schemas.microsoft.com/office/drawing/2014/main" id="{5CD5E806-1B92-2817-A5CB-8E1B5BEB38BB}"/>
              </a:ext>
            </a:extLst>
          </p:cNvPr>
          <p:cNvSpPr/>
          <p:nvPr/>
        </p:nvSpPr>
        <p:spPr>
          <a:xfrm>
            <a:off x="2414119" y="3564677"/>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5" name="矩形 114">
            <a:extLst>
              <a:ext uri="{FF2B5EF4-FFF2-40B4-BE49-F238E27FC236}">
                <a16:creationId xmlns:a16="http://schemas.microsoft.com/office/drawing/2014/main" id="{0F53A320-A023-1882-439D-405A6534AA39}"/>
              </a:ext>
            </a:extLst>
          </p:cNvPr>
          <p:cNvSpPr/>
          <p:nvPr/>
        </p:nvSpPr>
        <p:spPr>
          <a:xfrm>
            <a:off x="2583688" y="3564677"/>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6" name="矩形 115">
            <a:extLst>
              <a:ext uri="{FF2B5EF4-FFF2-40B4-BE49-F238E27FC236}">
                <a16:creationId xmlns:a16="http://schemas.microsoft.com/office/drawing/2014/main" id="{8234FB30-1758-B0E6-D504-346497C90CB8}"/>
              </a:ext>
            </a:extLst>
          </p:cNvPr>
          <p:cNvSpPr/>
          <p:nvPr/>
        </p:nvSpPr>
        <p:spPr>
          <a:xfrm>
            <a:off x="2755914" y="3564677"/>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7" name="矩形 116">
            <a:extLst>
              <a:ext uri="{FF2B5EF4-FFF2-40B4-BE49-F238E27FC236}">
                <a16:creationId xmlns:a16="http://schemas.microsoft.com/office/drawing/2014/main" id="{5D4F47D2-21FF-D24A-0669-071FBAA1757D}"/>
              </a:ext>
            </a:extLst>
          </p:cNvPr>
          <p:cNvSpPr/>
          <p:nvPr/>
        </p:nvSpPr>
        <p:spPr>
          <a:xfrm>
            <a:off x="2928140" y="3564677"/>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8" name="矩形 117">
            <a:extLst>
              <a:ext uri="{FF2B5EF4-FFF2-40B4-BE49-F238E27FC236}">
                <a16:creationId xmlns:a16="http://schemas.microsoft.com/office/drawing/2014/main" id="{B5E9F27F-F12D-79E3-941C-0E25D28692A0}"/>
              </a:ext>
            </a:extLst>
          </p:cNvPr>
          <p:cNvSpPr/>
          <p:nvPr/>
        </p:nvSpPr>
        <p:spPr>
          <a:xfrm>
            <a:off x="3100366" y="3564677"/>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9" name="矩形 118">
            <a:extLst>
              <a:ext uri="{FF2B5EF4-FFF2-40B4-BE49-F238E27FC236}">
                <a16:creationId xmlns:a16="http://schemas.microsoft.com/office/drawing/2014/main" id="{D2898D7E-B8B6-B2FF-5382-39D2B53E84D1}"/>
              </a:ext>
            </a:extLst>
          </p:cNvPr>
          <p:cNvSpPr/>
          <p:nvPr/>
        </p:nvSpPr>
        <p:spPr>
          <a:xfrm>
            <a:off x="3272592" y="3564677"/>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0" name="矩形 119">
            <a:extLst>
              <a:ext uri="{FF2B5EF4-FFF2-40B4-BE49-F238E27FC236}">
                <a16:creationId xmlns:a16="http://schemas.microsoft.com/office/drawing/2014/main" id="{360ED9AF-76D2-8C97-A577-C3FB7FC7F5A7}"/>
              </a:ext>
            </a:extLst>
          </p:cNvPr>
          <p:cNvSpPr/>
          <p:nvPr/>
        </p:nvSpPr>
        <p:spPr>
          <a:xfrm>
            <a:off x="3444818" y="3564677"/>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1" name="矩形 120">
            <a:extLst>
              <a:ext uri="{FF2B5EF4-FFF2-40B4-BE49-F238E27FC236}">
                <a16:creationId xmlns:a16="http://schemas.microsoft.com/office/drawing/2014/main" id="{C2F184E0-B4E8-5BFC-0F0A-6AB0B8B04131}"/>
              </a:ext>
            </a:extLst>
          </p:cNvPr>
          <p:cNvSpPr/>
          <p:nvPr/>
        </p:nvSpPr>
        <p:spPr>
          <a:xfrm>
            <a:off x="1380763" y="3736903"/>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2" name="矩形 121">
            <a:extLst>
              <a:ext uri="{FF2B5EF4-FFF2-40B4-BE49-F238E27FC236}">
                <a16:creationId xmlns:a16="http://schemas.microsoft.com/office/drawing/2014/main" id="{940F56A2-117E-5011-5601-C69DDB69EA78}"/>
              </a:ext>
            </a:extLst>
          </p:cNvPr>
          <p:cNvSpPr/>
          <p:nvPr/>
        </p:nvSpPr>
        <p:spPr>
          <a:xfrm>
            <a:off x="1552989" y="3736903"/>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3" name="矩形 122">
            <a:extLst>
              <a:ext uri="{FF2B5EF4-FFF2-40B4-BE49-F238E27FC236}">
                <a16:creationId xmlns:a16="http://schemas.microsoft.com/office/drawing/2014/main" id="{D30D48CD-AAA8-DE5A-AC17-00606F01E160}"/>
              </a:ext>
            </a:extLst>
          </p:cNvPr>
          <p:cNvSpPr/>
          <p:nvPr/>
        </p:nvSpPr>
        <p:spPr>
          <a:xfrm>
            <a:off x="1725215" y="3736903"/>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4" name="矩形 123">
            <a:extLst>
              <a:ext uri="{FF2B5EF4-FFF2-40B4-BE49-F238E27FC236}">
                <a16:creationId xmlns:a16="http://schemas.microsoft.com/office/drawing/2014/main" id="{2BF910DD-326B-985F-E120-865476FCF51B}"/>
              </a:ext>
            </a:extLst>
          </p:cNvPr>
          <p:cNvSpPr/>
          <p:nvPr/>
        </p:nvSpPr>
        <p:spPr>
          <a:xfrm>
            <a:off x="1897441" y="3736903"/>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5" name="矩形 124">
            <a:extLst>
              <a:ext uri="{FF2B5EF4-FFF2-40B4-BE49-F238E27FC236}">
                <a16:creationId xmlns:a16="http://schemas.microsoft.com/office/drawing/2014/main" id="{1A619BC5-2EE8-0C37-6B53-8B31CD604C54}"/>
              </a:ext>
            </a:extLst>
          </p:cNvPr>
          <p:cNvSpPr/>
          <p:nvPr/>
        </p:nvSpPr>
        <p:spPr>
          <a:xfrm>
            <a:off x="2069667" y="3736903"/>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6" name="矩形 125">
            <a:extLst>
              <a:ext uri="{FF2B5EF4-FFF2-40B4-BE49-F238E27FC236}">
                <a16:creationId xmlns:a16="http://schemas.microsoft.com/office/drawing/2014/main" id="{6D2D4F86-7614-0AB4-DD9C-394977B984A9}"/>
              </a:ext>
            </a:extLst>
          </p:cNvPr>
          <p:cNvSpPr/>
          <p:nvPr/>
        </p:nvSpPr>
        <p:spPr>
          <a:xfrm>
            <a:off x="2241893" y="3736903"/>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7" name="矩形 126">
            <a:extLst>
              <a:ext uri="{FF2B5EF4-FFF2-40B4-BE49-F238E27FC236}">
                <a16:creationId xmlns:a16="http://schemas.microsoft.com/office/drawing/2014/main" id="{17F8F455-8206-A5A6-A1FE-2AE3EA0315E3}"/>
              </a:ext>
            </a:extLst>
          </p:cNvPr>
          <p:cNvSpPr/>
          <p:nvPr/>
        </p:nvSpPr>
        <p:spPr>
          <a:xfrm>
            <a:off x="2414119" y="3736903"/>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8" name="矩形 127">
            <a:extLst>
              <a:ext uri="{FF2B5EF4-FFF2-40B4-BE49-F238E27FC236}">
                <a16:creationId xmlns:a16="http://schemas.microsoft.com/office/drawing/2014/main" id="{F152EA95-BFEF-EBAD-9290-10EEF44FBE99}"/>
              </a:ext>
            </a:extLst>
          </p:cNvPr>
          <p:cNvSpPr/>
          <p:nvPr/>
        </p:nvSpPr>
        <p:spPr>
          <a:xfrm>
            <a:off x="2583688" y="3736903"/>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9" name="矩形 128">
            <a:extLst>
              <a:ext uri="{FF2B5EF4-FFF2-40B4-BE49-F238E27FC236}">
                <a16:creationId xmlns:a16="http://schemas.microsoft.com/office/drawing/2014/main" id="{6213E422-FBEF-0B90-9E34-9286A054A795}"/>
              </a:ext>
            </a:extLst>
          </p:cNvPr>
          <p:cNvSpPr/>
          <p:nvPr/>
        </p:nvSpPr>
        <p:spPr>
          <a:xfrm>
            <a:off x="2755914" y="3736903"/>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0" name="矩形 129">
            <a:extLst>
              <a:ext uri="{FF2B5EF4-FFF2-40B4-BE49-F238E27FC236}">
                <a16:creationId xmlns:a16="http://schemas.microsoft.com/office/drawing/2014/main" id="{C4B9D01B-C370-6BAD-64A6-22B42D66EDD3}"/>
              </a:ext>
            </a:extLst>
          </p:cNvPr>
          <p:cNvSpPr/>
          <p:nvPr/>
        </p:nvSpPr>
        <p:spPr>
          <a:xfrm>
            <a:off x="2928140" y="3736903"/>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1" name="矩形 130">
            <a:extLst>
              <a:ext uri="{FF2B5EF4-FFF2-40B4-BE49-F238E27FC236}">
                <a16:creationId xmlns:a16="http://schemas.microsoft.com/office/drawing/2014/main" id="{7C01C3DC-2A13-4C00-5FE4-DDE536DB138C}"/>
              </a:ext>
            </a:extLst>
          </p:cNvPr>
          <p:cNvSpPr/>
          <p:nvPr/>
        </p:nvSpPr>
        <p:spPr>
          <a:xfrm>
            <a:off x="3100366" y="3736903"/>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2" name="矩形 131">
            <a:extLst>
              <a:ext uri="{FF2B5EF4-FFF2-40B4-BE49-F238E27FC236}">
                <a16:creationId xmlns:a16="http://schemas.microsoft.com/office/drawing/2014/main" id="{497E452F-569D-4595-BC61-21B9AC8D47A9}"/>
              </a:ext>
            </a:extLst>
          </p:cNvPr>
          <p:cNvSpPr/>
          <p:nvPr/>
        </p:nvSpPr>
        <p:spPr>
          <a:xfrm>
            <a:off x="3272592" y="3736903"/>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3" name="矩形 132">
            <a:extLst>
              <a:ext uri="{FF2B5EF4-FFF2-40B4-BE49-F238E27FC236}">
                <a16:creationId xmlns:a16="http://schemas.microsoft.com/office/drawing/2014/main" id="{52A7D297-E871-B55A-1974-199B25FEE57C}"/>
              </a:ext>
            </a:extLst>
          </p:cNvPr>
          <p:cNvSpPr/>
          <p:nvPr/>
        </p:nvSpPr>
        <p:spPr>
          <a:xfrm>
            <a:off x="3444818" y="3736903"/>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4" name="矩形 133">
            <a:extLst>
              <a:ext uri="{FF2B5EF4-FFF2-40B4-BE49-F238E27FC236}">
                <a16:creationId xmlns:a16="http://schemas.microsoft.com/office/drawing/2014/main" id="{86C72220-5D4E-5DC7-AC75-897088400B34}"/>
              </a:ext>
            </a:extLst>
          </p:cNvPr>
          <p:cNvSpPr/>
          <p:nvPr/>
        </p:nvSpPr>
        <p:spPr>
          <a:xfrm>
            <a:off x="1380763" y="3909129"/>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5" name="矩形 134">
            <a:extLst>
              <a:ext uri="{FF2B5EF4-FFF2-40B4-BE49-F238E27FC236}">
                <a16:creationId xmlns:a16="http://schemas.microsoft.com/office/drawing/2014/main" id="{020A7786-822B-7A7B-1EE3-08BF2B401FDA}"/>
              </a:ext>
            </a:extLst>
          </p:cNvPr>
          <p:cNvSpPr/>
          <p:nvPr/>
        </p:nvSpPr>
        <p:spPr>
          <a:xfrm>
            <a:off x="1552989" y="3909129"/>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6" name="矩形 135">
            <a:extLst>
              <a:ext uri="{FF2B5EF4-FFF2-40B4-BE49-F238E27FC236}">
                <a16:creationId xmlns:a16="http://schemas.microsoft.com/office/drawing/2014/main" id="{D6AA0645-E3DB-5779-BFDF-348F95619280}"/>
              </a:ext>
            </a:extLst>
          </p:cNvPr>
          <p:cNvSpPr/>
          <p:nvPr/>
        </p:nvSpPr>
        <p:spPr>
          <a:xfrm>
            <a:off x="1725215" y="3909129"/>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7" name="矩形 136">
            <a:extLst>
              <a:ext uri="{FF2B5EF4-FFF2-40B4-BE49-F238E27FC236}">
                <a16:creationId xmlns:a16="http://schemas.microsoft.com/office/drawing/2014/main" id="{89A082D2-A50F-06E8-C825-ED4984ACCCAB}"/>
              </a:ext>
            </a:extLst>
          </p:cNvPr>
          <p:cNvSpPr/>
          <p:nvPr/>
        </p:nvSpPr>
        <p:spPr>
          <a:xfrm>
            <a:off x="1897441" y="3909129"/>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8" name="矩形 137">
            <a:extLst>
              <a:ext uri="{FF2B5EF4-FFF2-40B4-BE49-F238E27FC236}">
                <a16:creationId xmlns:a16="http://schemas.microsoft.com/office/drawing/2014/main" id="{EF70800E-BFFC-B36B-6F5C-FC19F7CD86AD}"/>
              </a:ext>
            </a:extLst>
          </p:cNvPr>
          <p:cNvSpPr/>
          <p:nvPr/>
        </p:nvSpPr>
        <p:spPr>
          <a:xfrm>
            <a:off x="2069667" y="3909129"/>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9" name="矩形 138">
            <a:extLst>
              <a:ext uri="{FF2B5EF4-FFF2-40B4-BE49-F238E27FC236}">
                <a16:creationId xmlns:a16="http://schemas.microsoft.com/office/drawing/2014/main" id="{877D6A5E-A803-9451-5A1D-7D1C376A5062}"/>
              </a:ext>
            </a:extLst>
          </p:cNvPr>
          <p:cNvSpPr/>
          <p:nvPr/>
        </p:nvSpPr>
        <p:spPr>
          <a:xfrm>
            <a:off x="2241893" y="3909129"/>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0" name="矩形 139">
            <a:extLst>
              <a:ext uri="{FF2B5EF4-FFF2-40B4-BE49-F238E27FC236}">
                <a16:creationId xmlns:a16="http://schemas.microsoft.com/office/drawing/2014/main" id="{AB9FAAD3-8012-082F-7566-DCE2BFC9636F}"/>
              </a:ext>
            </a:extLst>
          </p:cNvPr>
          <p:cNvSpPr/>
          <p:nvPr/>
        </p:nvSpPr>
        <p:spPr>
          <a:xfrm>
            <a:off x="2414119" y="3909129"/>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1" name="矩形 140">
            <a:extLst>
              <a:ext uri="{FF2B5EF4-FFF2-40B4-BE49-F238E27FC236}">
                <a16:creationId xmlns:a16="http://schemas.microsoft.com/office/drawing/2014/main" id="{41DA6681-B03A-E64D-4422-098696C84245}"/>
              </a:ext>
            </a:extLst>
          </p:cNvPr>
          <p:cNvSpPr/>
          <p:nvPr/>
        </p:nvSpPr>
        <p:spPr>
          <a:xfrm>
            <a:off x="2583688" y="3909129"/>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2" name="矩形 141">
            <a:extLst>
              <a:ext uri="{FF2B5EF4-FFF2-40B4-BE49-F238E27FC236}">
                <a16:creationId xmlns:a16="http://schemas.microsoft.com/office/drawing/2014/main" id="{827D3D81-A2A1-5ACE-99A0-3FCF7F2FF0C1}"/>
              </a:ext>
            </a:extLst>
          </p:cNvPr>
          <p:cNvSpPr/>
          <p:nvPr/>
        </p:nvSpPr>
        <p:spPr>
          <a:xfrm>
            <a:off x="2755914" y="3909129"/>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3" name="矩形 142">
            <a:extLst>
              <a:ext uri="{FF2B5EF4-FFF2-40B4-BE49-F238E27FC236}">
                <a16:creationId xmlns:a16="http://schemas.microsoft.com/office/drawing/2014/main" id="{68D49AD4-2E7A-6E8B-3CBC-058EA8EAAFCA}"/>
              </a:ext>
            </a:extLst>
          </p:cNvPr>
          <p:cNvSpPr/>
          <p:nvPr/>
        </p:nvSpPr>
        <p:spPr>
          <a:xfrm>
            <a:off x="2928140" y="3909129"/>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4" name="矩形 143">
            <a:extLst>
              <a:ext uri="{FF2B5EF4-FFF2-40B4-BE49-F238E27FC236}">
                <a16:creationId xmlns:a16="http://schemas.microsoft.com/office/drawing/2014/main" id="{8269F83E-60D6-6804-D27D-E1B4741DB703}"/>
              </a:ext>
            </a:extLst>
          </p:cNvPr>
          <p:cNvSpPr/>
          <p:nvPr/>
        </p:nvSpPr>
        <p:spPr>
          <a:xfrm>
            <a:off x="3100366" y="3909129"/>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5" name="矩形 144">
            <a:extLst>
              <a:ext uri="{FF2B5EF4-FFF2-40B4-BE49-F238E27FC236}">
                <a16:creationId xmlns:a16="http://schemas.microsoft.com/office/drawing/2014/main" id="{152C485F-7DC4-406D-018B-159080FA17DA}"/>
              </a:ext>
            </a:extLst>
          </p:cNvPr>
          <p:cNvSpPr/>
          <p:nvPr/>
        </p:nvSpPr>
        <p:spPr>
          <a:xfrm>
            <a:off x="3272592" y="3909129"/>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6" name="矩形 145">
            <a:extLst>
              <a:ext uri="{FF2B5EF4-FFF2-40B4-BE49-F238E27FC236}">
                <a16:creationId xmlns:a16="http://schemas.microsoft.com/office/drawing/2014/main" id="{FCA511D1-3C08-FF9E-F784-9AB07B0F24E9}"/>
              </a:ext>
            </a:extLst>
          </p:cNvPr>
          <p:cNvSpPr/>
          <p:nvPr/>
        </p:nvSpPr>
        <p:spPr>
          <a:xfrm>
            <a:off x="3444818" y="3909129"/>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7" name="矩形 146">
            <a:extLst>
              <a:ext uri="{FF2B5EF4-FFF2-40B4-BE49-F238E27FC236}">
                <a16:creationId xmlns:a16="http://schemas.microsoft.com/office/drawing/2014/main" id="{66E1C2D5-F0BE-01CC-410B-1E13983D32C5}"/>
              </a:ext>
            </a:extLst>
          </p:cNvPr>
          <p:cNvSpPr/>
          <p:nvPr/>
        </p:nvSpPr>
        <p:spPr>
          <a:xfrm>
            <a:off x="1380763" y="4081355"/>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8" name="矩形 147">
            <a:extLst>
              <a:ext uri="{FF2B5EF4-FFF2-40B4-BE49-F238E27FC236}">
                <a16:creationId xmlns:a16="http://schemas.microsoft.com/office/drawing/2014/main" id="{3B304C7D-F2B4-044B-777B-43E0F187BFE9}"/>
              </a:ext>
            </a:extLst>
          </p:cNvPr>
          <p:cNvSpPr/>
          <p:nvPr/>
        </p:nvSpPr>
        <p:spPr>
          <a:xfrm>
            <a:off x="1552989" y="408135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9" name="矩形 148">
            <a:extLst>
              <a:ext uri="{FF2B5EF4-FFF2-40B4-BE49-F238E27FC236}">
                <a16:creationId xmlns:a16="http://schemas.microsoft.com/office/drawing/2014/main" id="{60B9F42B-79D2-8759-BB32-B01297AAC4BF}"/>
              </a:ext>
            </a:extLst>
          </p:cNvPr>
          <p:cNvSpPr/>
          <p:nvPr/>
        </p:nvSpPr>
        <p:spPr>
          <a:xfrm>
            <a:off x="1725215" y="408135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0" name="矩形 149">
            <a:extLst>
              <a:ext uri="{FF2B5EF4-FFF2-40B4-BE49-F238E27FC236}">
                <a16:creationId xmlns:a16="http://schemas.microsoft.com/office/drawing/2014/main" id="{D0866309-1319-272C-11BA-BBF4C58DD844}"/>
              </a:ext>
            </a:extLst>
          </p:cNvPr>
          <p:cNvSpPr/>
          <p:nvPr/>
        </p:nvSpPr>
        <p:spPr>
          <a:xfrm>
            <a:off x="1897441" y="408135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1" name="矩形 150">
            <a:extLst>
              <a:ext uri="{FF2B5EF4-FFF2-40B4-BE49-F238E27FC236}">
                <a16:creationId xmlns:a16="http://schemas.microsoft.com/office/drawing/2014/main" id="{16020E3C-5716-645C-197E-348FA77CF7FD}"/>
              </a:ext>
            </a:extLst>
          </p:cNvPr>
          <p:cNvSpPr/>
          <p:nvPr/>
        </p:nvSpPr>
        <p:spPr>
          <a:xfrm>
            <a:off x="2069667" y="408135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2" name="矩形 151">
            <a:extLst>
              <a:ext uri="{FF2B5EF4-FFF2-40B4-BE49-F238E27FC236}">
                <a16:creationId xmlns:a16="http://schemas.microsoft.com/office/drawing/2014/main" id="{F7AE0937-9463-0948-8D0B-1C8F5BD00D55}"/>
              </a:ext>
            </a:extLst>
          </p:cNvPr>
          <p:cNvSpPr/>
          <p:nvPr/>
        </p:nvSpPr>
        <p:spPr>
          <a:xfrm>
            <a:off x="2241893" y="408135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3" name="矩形 152">
            <a:extLst>
              <a:ext uri="{FF2B5EF4-FFF2-40B4-BE49-F238E27FC236}">
                <a16:creationId xmlns:a16="http://schemas.microsoft.com/office/drawing/2014/main" id="{BB0A91E2-8D28-5203-1A9F-D5B26A46E3D0}"/>
              </a:ext>
            </a:extLst>
          </p:cNvPr>
          <p:cNvSpPr/>
          <p:nvPr/>
        </p:nvSpPr>
        <p:spPr>
          <a:xfrm>
            <a:off x="2414119" y="408135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4" name="矩形 153">
            <a:extLst>
              <a:ext uri="{FF2B5EF4-FFF2-40B4-BE49-F238E27FC236}">
                <a16:creationId xmlns:a16="http://schemas.microsoft.com/office/drawing/2014/main" id="{709AC1B4-5121-724A-E2C4-0218FEBBCC23}"/>
              </a:ext>
            </a:extLst>
          </p:cNvPr>
          <p:cNvSpPr/>
          <p:nvPr/>
        </p:nvSpPr>
        <p:spPr>
          <a:xfrm>
            <a:off x="2583688" y="408135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5" name="矩形 154">
            <a:extLst>
              <a:ext uri="{FF2B5EF4-FFF2-40B4-BE49-F238E27FC236}">
                <a16:creationId xmlns:a16="http://schemas.microsoft.com/office/drawing/2014/main" id="{69C793EA-92B3-F5C0-8110-87AA56A25645}"/>
              </a:ext>
            </a:extLst>
          </p:cNvPr>
          <p:cNvSpPr/>
          <p:nvPr/>
        </p:nvSpPr>
        <p:spPr>
          <a:xfrm>
            <a:off x="2755914" y="408135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6" name="矩形 155">
            <a:extLst>
              <a:ext uri="{FF2B5EF4-FFF2-40B4-BE49-F238E27FC236}">
                <a16:creationId xmlns:a16="http://schemas.microsoft.com/office/drawing/2014/main" id="{814AADCD-1DD4-3BB0-0680-AD903E745EE5}"/>
              </a:ext>
            </a:extLst>
          </p:cNvPr>
          <p:cNvSpPr/>
          <p:nvPr/>
        </p:nvSpPr>
        <p:spPr>
          <a:xfrm>
            <a:off x="2928140" y="408135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7" name="矩形 156">
            <a:extLst>
              <a:ext uri="{FF2B5EF4-FFF2-40B4-BE49-F238E27FC236}">
                <a16:creationId xmlns:a16="http://schemas.microsoft.com/office/drawing/2014/main" id="{BF337A78-6971-C922-6597-BB34DB61E9C4}"/>
              </a:ext>
            </a:extLst>
          </p:cNvPr>
          <p:cNvSpPr/>
          <p:nvPr/>
        </p:nvSpPr>
        <p:spPr>
          <a:xfrm>
            <a:off x="3100366" y="408135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8" name="矩形 157">
            <a:extLst>
              <a:ext uri="{FF2B5EF4-FFF2-40B4-BE49-F238E27FC236}">
                <a16:creationId xmlns:a16="http://schemas.microsoft.com/office/drawing/2014/main" id="{D3CB0F8A-D430-03C4-E402-29EC8C18ECE7}"/>
              </a:ext>
            </a:extLst>
          </p:cNvPr>
          <p:cNvSpPr/>
          <p:nvPr/>
        </p:nvSpPr>
        <p:spPr>
          <a:xfrm>
            <a:off x="3272592" y="408135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9" name="矩形 158">
            <a:extLst>
              <a:ext uri="{FF2B5EF4-FFF2-40B4-BE49-F238E27FC236}">
                <a16:creationId xmlns:a16="http://schemas.microsoft.com/office/drawing/2014/main" id="{A3FD30CC-71AF-A8AB-15FE-009AF7F93572}"/>
              </a:ext>
            </a:extLst>
          </p:cNvPr>
          <p:cNvSpPr/>
          <p:nvPr/>
        </p:nvSpPr>
        <p:spPr>
          <a:xfrm>
            <a:off x="3444818" y="4081355"/>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0" name="矩形 159">
            <a:extLst>
              <a:ext uri="{FF2B5EF4-FFF2-40B4-BE49-F238E27FC236}">
                <a16:creationId xmlns:a16="http://schemas.microsoft.com/office/drawing/2014/main" id="{BAB72921-B5F2-099A-DAAC-38D9C81AF1F8}"/>
              </a:ext>
            </a:extLst>
          </p:cNvPr>
          <p:cNvSpPr/>
          <p:nvPr/>
        </p:nvSpPr>
        <p:spPr>
          <a:xfrm>
            <a:off x="1380763" y="4253581"/>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1" name="矩形 160">
            <a:extLst>
              <a:ext uri="{FF2B5EF4-FFF2-40B4-BE49-F238E27FC236}">
                <a16:creationId xmlns:a16="http://schemas.microsoft.com/office/drawing/2014/main" id="{033AC686-E7C3-588A-17CE-BC1B1459C040}"/>
              </a:ext>
            </a:extLst>
          </p:cNvPr>
          <p:cNvSpPr/>
          <p:nvPr/>
        </p:nvSpPr>
        <p:spPr>
          <a:xfrm>
            <a:off x="1552989" y="4253581"/>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2" name="矩形 161">
            <a:extLst>
              <a:ext uri="{FF2B5EF4-FFF2-40B4-BE49-F238E27FC236}">
                <a16:creationId xmlns:a16="http://schemas.microsoft.com/office/drawing/2014/main" id="{93DD2BFD-FDC8-582E-0504-5005CE9E7760}"/>
              </a:ext>
            </a:extLst>
          </p:cNvPr>
          <p:cNvSpPr/>
          <p:nvPr/>
        </p:nvSpPr>
        <p:spPr>
          <a:xfrm>
            <a:off x="1725215" y="4253581"/>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3" name="矩形 162">
            <a:extLst>
              <a:ext uri="{FF2B5EF4-FFF2-40B4-BE49-F238E27FC236}">
                <a16:creationId xmlns:a16="http://schemas.microsoft.com/office/drawing/2014/main" id="{D4829F31-4979-2A53-9080-3F2D230DE4F5}"/>
              </a:ext>
            </a:extLst>
          </p:cNvPr>
          <p:cNvSpPr/>
          <p:nvPr/>
        </p:nvSpPr>
        <p:spPr>
          <a:xfrm>
            <a:off x="1897441" y="4253581"/>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4" name="矩形 163">
            <a:extLst>
              <a:ext uri="{FF2B5EF4-FFF2-40B4-BE49-F238E27FC236}">
                <a16:creationId xmlns:a16="http://schemas.microsoft.com/office/drawing/2014/main" id="{6F5507D6-1CE7-4A0B-3BE0-E6092CAB9D99}"/>
              </a:ext>
            </a:extLst>
          </p:cNvPr>
          <p:cNvSpPr/>
          <p:nvPr/>
        </p:nvSpPr>
        <p:spPr>
          <a:xfrm>
            <a:off x="2069667" y="4253581"/>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5" name="矩形 164">
            <a:extLst>
              <a:ext uri="{FF2B5EF4-FFF2-40B4-BE49-F238E27FC236}">
                <a16:creationId xmlns:a16="http://schemas.microsoft.com/office/drawing/2014/main" id="{818E606C-CBE7-4069-2B15-AE39F6F85BAF}"/>
              </a:ext>
            </a:extLst>
          </p:cNvPr>
          <p:cNvSpPr/>
          <p:nvPr/>
        </p:nvSpPr>
        <p:spPr>
          <a:xfrm>
            <a:off x="2241893" y="4253581"/>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6" name="矩形 165">
            <a:extLst>
              <a:ext uri="{FF2B5EF4-FFF2-40B4-BE49-F238E27FC236}">
                <a16:creationId xmlns:a16="http://schemas.microsoft.com/office/drawing/2014/main" id="{AB0BE7FC-D82F-7461-5F12-9377B4BC41CC}"/>
              </a:ext>
            </a:extLst>
          </p:cNvPr>
          <p:cNvSpPr/>
          <p:nvPr/>
        </p:nvSpPr>
        <p:spPr>
          <a:xfrm>
            <a:off x="2414119" y="4253581"/>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7" name="矩形 166">
            <a:extLst>
              <a:ext uri="{FF2B5EF4-FFF2-40B4-BE49-F238E27FC236}">
                <a16:creationId xmlns:a16="http://schemas.microsoft.com/office/drawing/2014/main" id="{8A0AF737-059D-779C-057D-9C679860C9EF}"/>
              </a:ext>
            </a:extLst>
          </p:cNvPr>
          <p:cNvSpPr/>
          <p:nvPr/>
        </p:nvSpPr>
        <p:spPr>
          <a:xfrm>
            <a:off x="2583688" y="4253581"/>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8" name="矩形 167">
            <a:extLst>
              <a:ext uri="{FF2B5EF4-FFF2-40B4-BE49-F238E27FC236}">
                <a16:creationId xmlns:a16="http://schemas.microsoft.com/office/drawing/2014/main" id="{3B13A5F8-7E44-AF74-AC20-2F3A597F3570}"/>
              </a:ext>
            </a:extLst>
          </p:cNvPr>
          <p:cNvSpPr/>
          <p:nvPr/>
        </p:nvSpPr>
        <p:spPr>
          <a:xfrm>
            <a:off x="2755914" y="4253581"/>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9" name="矩形 168">
            <a:extLst>
              <a:ext uri="{FF2B5EF4-FFF2-40B4-BE49-F238E27FC236}">
                <a16:creationId xmlns:a16="http://schemas.microsoft.com/office/drawing/2014/main" id="{17A34B79-78D2-0301-74CD-200E5664BC92}"/>
              </a:ext>
            </a:extLst>
          </p:cNvPr>
          <p:cNvSpPr/>
          <p:nvPr/>
        </p:nvSpPr>
        <p:spPr>
          <a:xfrm>
            <a:off x="2928140" y="4253581"/>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0" name="矩形 169">
            <a:extLst>
              <a:ext uri="{FF2B5EF4-FFF2-40B4-BE49-F238E27FC236}">
                <a16:creationId xmlns:a16="http://schemas.microsoft.com/office/drawing/2014/main" id="{CB2DDACD-5976-222F-458F-87886710BF07}"/>
              </a:ext>
            </a:extLst>
          </p:cNvPr>
          <p:cNvSpPr/>
          <p:nvPr/>
        </p:nvSpPr>
        <p:spPr>
          <a:xfrm>
            <a:off x="3100366" y="4253581"/>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1" name="矩形 170">
            <a:extLst>
              <a:ext uri="{FF2B5EF4-FFF2-40B4-BE49-F238E27FC236}">
                <a16:creationId xmlns:a16="http://schemas.microsoft.com/office/drawing/2014/main" id="{3AD2918C-A5FE-69E6-B125-6E25E4E77ECD}"/>
              </a:ext>
            </a:extLst>
          </p:cNvPr>
          <p:cNvSpPr/>
          <p:nvPr/>
        </p:nvSpPr>
        <p:spPr>
          <a:xfrm>
            <a:off x="3272592" y="4253581"/>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2" name="矩形 171">
            <a:extLst>
              <a:ext uri="{FF2B5EF4-FFF2-40B4-BE49-F238E27FC236}">
                <a16:creationId xmlns:a16="http://schemas.microsoft.com/office/drawing/2014/main" id="{D2C3C532-3C54-F784-87C7-D9484E2582E8}"/>
              </a:ext>
            </a:extLst>
          </p:cNvPr>
          <p:cNvSpPr/>
          <p:nvPr/>
        </p:nvSpPr>
        <p:spPr>
          <a:xfrm>
            <a:off x="3444818" y="4253581"/>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344" name="Picture 2" descr="Pop! Wall-E (Facet) — Double Boxed Toys">
            <a:extLst>
              <a:ext uri="{FF2B5EF4-FFF2-40B4-BE49-F238E27FC236}">
                <a16:creationId xmlns:a16="http://schemas.microsoft.com/office/drawing/2014/main" id="{A6AB62F5-B596-5886-3EB6-625869773281}"/>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2782" t="8914" r="12960" b="8907"/>
          <a:stretch/>
        </p:blipFill>
        <p:spPr bwMode="auto">
          <a:xfrm>
            <a:off x="2739138" y="2985950"/>
            <a:ext cx="205778" cy="227729"/>
          </a:xfrm>
          <a:prstGeom prst="rect">
            <a:avLst/>
          </a:prstGeom>
          <a:noFill/>
          <a:extLst>
            <a:ext uri="{909E8E84-426E-40DD-AFC4-6F175D3DCCD1}">
              <a14:hiddenFill xmlns:a14="http://schemas.microsoft.com/office/drawing/2010/main">
                <a:solidFill>
                  <a:srgbClr val="FFFFFF"/>
                </a:solidFill>
              </a14:hiddenFill>
            </a:ext>
          </a:extLst>
        </p:spPr>
      </p:pic>
      <p:sp>
        <p:nvSpPr>
          <p:cNvPr id="345" name="文本框 344">
            <a:extLst>
              <a:ext uri="{FF2B5EF4-FFF2-40B4-BE49-F238E27FC236}">
                <a16:creationId xmlns:a16="http://schemas.microsoft.com/office/drawing/2014/main" id="{D2C51B07-BA17-39AE-512F-FF125BEB29C9}"/>
              </a:ext>
            </a:extLst>
          </p:cNvPr>
          <p:cNvSpPr txBox="1"/>
          <p:nvPr/>
        </p:nvSpPr>
        <p:spPr>
          <a:xfrm>
            <a:off x="1878044" y="4478016"/>
            <a:ext cx="1222322" cy="338554"/>
          </a:xfrm>
          <a:prstGeom prst="rect">
            <a:avLst/>
          </a:prstGeom>
          <a:noFill/>
        </p:spPr>
        <p:txBody>
          <a:bodyPr wrap="none" rtlCol="0">
            <a:spAutoFit/>
          </a:bodyPr>
          <a:lstStyle/>
          <a:p>
            <a:r>
              <a:rPr lang="en-GB" sz="1600" dirty="0">
                <a:solidFill>
                  <a:srgbClr val="003399"/>
                </a:solidFill>
              </a:rPr>
              <a:t>real</a:t>
            </a:r>
            <a:r>
              <a:rPr lang="zh-CN" altLang="en-US" sz="1600" dirty="0">
                <a:solidFill>
                  <a:srgbClr val="003399"/>
                </a:solidFill>
              </a:rPr>
              <a:t> </a:t>
            </a:r>
            <a:r>
              <a:rPr lang="en-GB" altLang="zh-CN" sz="1600" dirty="0">
                <a:solidFill>
                  <a:srgbClr val="003399"/>
                </a:solidFill>
              </a:rPr>
              <a:t>position</a:t>
            </a:r>
            <a:endParaRPr lang="en-GB" sz="1600" dirty="0">
              <a:solidFill>
                <a:srgbClr val="003399"/>
              </a:solidFill>
            </a:endParaRPr>
          </a:p>
        </p:txBody>
      </p:sp>
      <p:sp>
        <p:nvSpPr>
          <p:cNvPr id="346" name="文本框 345">
            <a:extLst>
              <a:ext uri="{FF2B5EF4-FFF2-40B4-BE49-F238E27FC236}">
                <a16:creationId xmlns:a16="http://schemas.microsoft.com/office/drawing/2014/main" id="{20BCBE74-165B-4D8F-38F9-262BAA500AC5}"/>
              </a:ext>
            </a:extLst>
          </p:cNvPr>
          <p:cNvSpPr txBox="1"/>
          <p:nvPr/>
        </p:nvSpPr>
        <p:spPr>
          <a:xfrm>
            <a:off x="4260153" y="4478016"/>
            <a:ext cx="3233642" cy="338554"/>
          </a:xfrm>
          <a:prstGeom prst="rect">
            <a:avLst/>
          </a:prstGeom>
          <a:noFill/>
        </p:spPr>
        <p:txBody>
          <a:bodyPr wrap="none" rtlCol="0">
            <a:spAutoFit/>
          </a:bodyPr>
          <a:lstStyle/>
          <a:p>
            <a:r>
              <a:rPr lang="en-GB" sz="1600" dirty="0">
                <a:solidFill>
                  <a:schemeClr val="accent4"/>
                </a:solidFill>
              </a:rPr>
              <a:t>estimated</a:t>
            </a:r>
            <a:r>
              <a:rPr lang="zh-CN" altLang="en-US" sz="1600" dirty="0">
                <a:solidFill>
                  <a:schemeClr val="accent4"/>
                </a:solidFill>
              </a:rPr>
              <a:t> </a:t>
            </a:r>
            <a:r>
              <a:rPr lang="en-GB" altLang="zh-CN" sz="1600" dirty="0">
                <a:solidFill>
                  <a:schemeClr val="accent4"/>
                </a:solidFill>
              </a:rPr>
              <a:t>positions and orientations</a:t>
            </a:r>
            <a:endParaRPr lang="en-GB" sz="1600" dirty="0">
              <a:solidFill>
                <a:schemeClr val="accent4"/>
              </a:solidFill>
            </a:endParaRPr>
          </a:p>
        </p:txBody>
      </p:sp>
      <p:grpSp>
        <p:nvGrpSpPr>
          <p:cNvPr id="392" name="组合 391">
            <a:extLst>
              <a:ext uri="{FF2B5EF4-FFF2-40B4-BE49-F238E27FC236}">
                <a16:creationId xmlns:a16="http://schemas.microsoft.com/office/drawing/2014/main" id="{C5EEA153-F932-3277-DD7A-D8024D45A241}"/>
              </a:ext>
            </a:extLst>
          </p:cNvPr>
          <p:cNvGrpSpPr/>
          <p:nvPr/>
        </p:nvGrpSpPr>
        <p:grpSpPr>
          <a:xfrm rot="4090668">
            <a:off x="6133837" y="2872688"/>
            <a:ext cx="172800" cy="172800"/>
            <a:chOff x="7320995" y="2197610"/>
            <a:chExt cx="172800" cy="172800"/>
          </a:xfrm>
        </p:grpSpPr>
        <p:sp>
          <p:nvSpPr>
            <p:cNvPr id="350" name="椭圆 349">
              <a:extLst>
                <a:ext uri="{FF2B5EF4-FFF2-40B4-BE49-F238E27FC236}">
                  <a16:creationId xmlns:a16="http://schemas.microsoft.com/office/drawing/2014/main" id="{54DB55A4-323D-8EB2-2799-07A787ED1118}"/>
                </a:ext>
              </a:extLst>
            </p:cNvPr>
            <p:cNvSpPr/>
            <p:nvPr/>
          </p:nvSpPr>
          <p:spPr>
            <a:xfrm>
              <a:off x="7320995" y="2197610"/>
              <a:ext cx="172800" cy="172800"/>
            </a:xfrm>
            <a:prstGeom prst="ellipse">
              <a:avLst/>
            </a:prstGeom>
            <a:solidFill>
              <a:schemeClr val="bg1">
                <a:alpha val="1196"/>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800" dirty="0">
                  <a:solidFill>
                    <a:schemeClr val="bg1"/>
                  </a:solidFill>
                </a:rPr>
                <a:t>0</a:t>
              </a:r>
            </a:p>
          </p:txBody>
        </p:sp>
        <p:cxnSp>
          <p:nvCxnSpPr>
            <p:cNvPr id="351" name="直线箭头连接符 350">
              <a:extLst>
                <a:ext uri="{FF2B5EF4-FFF2-40B4-BE49-F238E27FC236}">
                  <a16:creationId xmlns:a16="http://schemas.microsoft.com/office/drawing/2014/main" id="{2E9C0C15-6E5D-52E5-2826-724DAB63F1E3}"/>
                </a:ext>
              </a:extLst>
            </p:cNvPr>
            <p:cNvCxnSpPr>
              <a:cxnSpLocks/>
            </p:cNvCxnSpPr>
            <p:nvPr/>
          </p:nvCxnSpPr>
          <p:spPr>
            <a:xfrm flipV="1">
              <a:off x="7403000" y="2212010"/>
              <a:ext cx="0" cy="144000"/>
            </a:xfrm>
            <a:prstGeom prst="straightConnector1">
              <a:avLst/>
            </a:prstGeom>
            <a:ln w="22225">
              <a:solidFill>
                <a:schemeClr val="accent4"/>
              </a:solidFill>
              <a:tailEnd type="triangle"/>
            </a:ln>
          </p:spPr>
          <p:style>
            <a:lnRef idx="1">
              <a:schemeClr val="accent1"/>
            </a:lnRef>
            <a:fillRef idx="0">
              <a:schemeClr val="accent1"/>
            </a:fillRef>
            <a:effectRef idx="0">
              <a:schemeClr val="accent1"/>
            </a:effectRef>
            <a:fontRef idx="minor">
              <a:schemeClr val="tx1"/>
            </a:fontRef>
          </p:style>
        </p:cxnSp>
      </p:grpSp>
      <p:grpSp>
        <p:nvGrpSpPr>
          <p:cNvPr id="393" name="组合 392">
            <a:extLst>
              <a:ext uri="{FF2B5EF4-FFF2-40B4-BE49-F238E27FC236}">
                <a16:creationId xmlns:a16="http://schemas.microsoft.com/office/drawing/2014/main" id="{6C4E0018-E6C4-7972-81ED-ECBB4F0359B7}"/>
              </a:ext>
            </a:extLst>
          </p:cNvPr>
          <p:cNvGrpSpPr/>
          <p:nvPr/>
        </p:nvGrpSpPr>
        <p:grpSpPr>
          <a:xfrm rot="18877849">
            <a:off x="5795244" y="2870687"/>
            <a:ext cx="172800" cy="172800"/>
            <a:chOff x="7320995" y="2444519"/>
            <a:chExt cx="172800" cy="172800"/>
          </a:xfrm>
        </p:grpSpPr>
        <p:sp>
          <p:nvSpPr>
            <p:cNvPr id="374" name="椭圆 373">
              <a:extLst>
                <a:ext uri="{FF2B5EF4-FFF2-40B4-BE49-F238E27FC236}">
                  <a16:creationId xmlns:a16="http://schemas.microsoft.com/office/drawing/2014/main" id="{3106752C-432F-CD46-5E17-2DA8D06580D2}"/>
                </a:ext>
              </a:extLst>
            </p:cNvPr>
            <p:cNvSpPr/>
            <p:nvPr/>
          </p:nvSpPr>
          <p:spPr>
            <a:xfrm>
              <a:off x="7320995" y="2444519"/>
              <a:ext cx="172800" cy="172800"/>
            </a:xfrm>
            <a:prstGeom prst="ellipse">
              <a:avLst/>
            </a:prstGeom>
            <a:solidFill>
              <a:schemeClr val="bg1">
                <a:alpha val="1196"/>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800" dirty="0">
                  <a:solidFill>
                    <a:schemeClr val="bg1"/>
                  </a:solidFill>
                </a:rPr>
                <a:t>1</a:t>
              </a:r>
            </a:p>
          </p:txBody>
        </p:sp>
        <p:cxnSp>
          <p:nvCxnSpPr>
            <p:cNvPr id="375" name="直线箭头连接符 374">
              <a:extLst>
                <a:ext uri="{FF2B5EF4-FFF2-40B4-BE49-F238E27FC236}">
                  <a16:creationId xmlns:a16="http://schemas.microsoft.com/office/drawing/2014/main" id="{3442CC05-D1A8-2FF3-6ADC-1F06D48085B8}"/>
                </a:ext>
              </a:extLst>
            </p:cNvPr>
            <p:cNvCxnSpPr>
              <a:cxnSpLocks/>
            </p:cNvCxnSpPr>
            <p:nvPr/>
          </p:nvCxnSpPr>
          <p:spPr>
            <a:xfrm flipV="1">
              <a:off x="7403000" y="2458919"/>
              <a:ext cx="0" cy="144000"/>
            </a:xfrm>
            <a:prstGeom prst="straightConnector1">
              <a:avLst/>
            </a:prstGeom>
            <a:ln w="22225">
              <a:solidFill>
                <a:schemeClr val="accent4"/>
              </a:solidFill>
              <a:tailEnd type="triangle"/>
            </a:ln>
          </p:spPr>
          <p:style>
            <a:lnRef idx="1">
              <a:schemeClr val="accent1"/>
            </a:lnRef>
            <a:fillRef idx="0">
              <a:schemeClr val="accent1"/>
            </a:fillRef>
            <a:effectRef idx="0">
              <a:schemeClr val="accent1"/>
            </a:effectRef>
            <a:fontRef idx="minor">
              <a:schemeClr val="tx1"/>
            </a:fontRef>
          </p:style>
        </p:cxnSp>
      </p:grpSp>
      <p:grpSp>
        <p:nvGrpSpPr>
          <p:cNvPr id="394" name="组合 393">
            <a:extLst>
              <a:ext uri="{FF2B5EF4-FFF2-40B4-BE49-F238E27FC236}">
                <a16:creationId xmlns:a16="http://schemas.microsoft.com/office/drawing/2014/main" id="{0B5791E6-907E-167C-0541-2080D527DBC6}"/>
              </a:ext>
            </a:extLst>
          </p:cNvPr>
          <p:cNvGrpSpPr/>
          <p:nvPr/>
        </p:nvGrpSpPr>
        <p:grpSpPr>
          <a:xfrm>
            <a:off x="6491774" y="3387939"/>
            <a:ext cx="172800" cy="172800"/>
            <a:chOff x="7320995" y="2649866"/>
            <a:chExt cx="172800" cy="172800"/>
          </a:xfrm>
        </p:grpSpPr>
        <p:sp>
          <p:nvSpPr>
            <p:cNvPr id="376" name="椭圆 375">
              <a:extLst>
                <a:ext uri="{FF2B5EF4-FFF2-40B4-BE49-F238E27FC236}">
                  <a16:creationId xmlns:a16="http://schemas.microsoft.com/office/drawing/2014/main" id="{EC655ED9-B11E-0343-1EAC-25D6026C3634}"/>
                </a:ext>
              </a:extLst>
            </p:cNvPr>
            <p:cNvSpPr/>
            <p:nvPr/>
          </p:nvSpPr>
          <p:spPr>
            <a:xfrm>
              <a:off x="7320995" y="2649866"/>
              <a:ext cx="172800" cy="172800"/>
            </a:xfrm>
            <a:prstGeom prst="ellipse">
              <a:avLst/>
            </a:prstGeom>
            <a:solidFill>
              <a:schemeClr val="bg1">
                <a:alpha val="1196"/>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800" dirty="0">
                  <a:solidFill>
                    <a:schemeClr val="bg1"/>
                  </a:solidFill>
                </a:rPr>
                <a:t>2</a:t>
              </a:r>
            </a:p>
          </p:txBody>
        </p:sp>
        <p:cxnSp>
          <p:nvCxnSpPr>
            <p:cNvPr id="377" name="直线箭头连接符 376">
              <a:extLst>
                <a:ext uri="{FF2B5EF4-FFF2-40B4-BE49-F238E27FC236}">
                  <a16:creationId xmlns:a16="http://schemas.microsoft.com/office/drawing/2014/main" id="{DE1ABF68-9BBC-08A5-33A0-CFAF86BC9F00}"/>
                </a:ext>
              </a:extLst>
            </p:cNvPr>
            <p:cNvCxnSpPr>
              <a:cxnSpLocks/>
            </p:cNvCxnSpPr>
            <p:nvPr/>
          </p:nvCxnSpPr>
          <p:spPr>
            <a:xfrm flipV="1">
              <a:off x="7403000" y="2664266"/>
              <a:ext cx="0" cy="144000"/>
            </a:xfrm>
            <a:prstGeom prst="straightConnector1">
              <a:avLst/>
            </a:prstGeom>
            <a:ln w="22225">
              <a:solidFill>
                <a:schemeClr val="accent4"/>
              </a:solidFill>
              <a:tailEnd type="triangle"/>
            </a:ln>
          </p:spPr>
          <p:style>
            <a:lnRef idx="1">
              <a:schemeClr val="accent1"/>
            </a:lnRef>
            <a:fillRef idx="0">
              <a:schemeClr val="accent1"/>
            </a:fillRef>
            <a:effectRef idx="0">
              <a:schemeClr val="accent1"/>
            </a:effectRef>
            <a:fontRef idx="minor">
              <a:schemeClr val="tx1"/>
            </a:fontRef>
          </p:style>
        </p:cxnSp>
      </p:grpSp>
      <p:grpSp>
        <p:nvGrpSpPr>
          <p:cNvPr id="395" name="组合 394">
            <a:extLst>
              <a:ext uri="{FF2B5EF4-FFF2-40B4-BE49-F238E27FC236}">
                <a16:creationId xmlns:a16="http://schemas.microsoft.com/office/drawing/2014/main" id="{4074BB38-2AB7-F622-478D-E2CFCFE39235}"/>
              </a:ext>
            </a:extLst>
          </p:cNvPr>
          <p:cNvGrpSpPr/>
          <p:nvPr/>
        </p:nvGrpSpPr>
        <p:grpSpPr>
          <a:xfrm rot="5047516">
            <a:off x="5301971" y="3047712"/>
            <a:ext cx="172800" cy="172800"/>
            <a:chOff x="7320995" y="2872688"/>
            <a:chExt cx="172800" cy="172800"/>
          </a:xfrm>
        </p:grpSpPr>
        <p:sp>
          <p:nvSpPr>
            <p:cNvPr id="378" name="椭圆 377">
              <a:extLst>
                <a:ext uri="{FF2B5EF4-FFF2-40B4-BE49-F238E27FC236}">
                  <a16:creationId xmlns:a16="http://schemas.microsoft.com/office/drawing/2014/main" id="{3EF7A7A7-BAB2-FB79-8995-3D546003D59A}"/>
                </a:ext>
              </a:extLst>
            </p:cNvPr>
            <p:cNvSpPr/>
            <p:nvPr/>
          </p:nvSpPr>
          <p:spPr>
            <a:xfrm>
              <a:off x="7320995" y="2872688"/>
              <a:ext cx="172800" cy="172800"/>
            </a:xfrm>
            <a:prstGeom prst="ellipse">
              <a:avLst/>
            </a:prstGeom>
            <a:solidFill>
              <a:schemeClr val="bg1">
                <a:alpha val="1196"/>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800" dirty="0">
                  <a:solidFill>
                    <a:schemeClr val="bg1"/>
                  </a:solidFill>
                </a:rPr>
                <a:t>3</a:t>
              </a:r>
            </a:p>
          </p:txBody>
        </p:sp>
        <p:cxnSp>
          <p:nvCxnSpPr>
            <p:cNvPr id="379" name="直线箭头连接符 378">
              <a:extLst>
                <a:ext uri="{FF2B5EF4-FFF2-40B4-BE49-F238E27FC236}">
                  <a16:creationId xmlns:a16="http://schemas.microsoft.com/office/drawing/2014/main" id="{CCEE9F44-702B-7430-0A0D-6D13AC5F2071}"/>
                </a:ext>
              </a:extLst>
            </p:cNvPr>
            <p:cNvCxnSpPr>
              <a:cxnSpLocks/>
            </p:cNvCxnSpPr>
            <p:nvPr/>
          </p:nvCxnSpPr>
          <p:spPr>
            <a:xfrm flipV="1">
              <a:off x="7403000" y="2887088"/>
              <a:ext cx="0" cy="144000"/>
            </a:xfrm>
            <a:prstGeom prst="straightConnector1">
              <a:avLst/>
            </a:prstGeom>
            <a:ln w="22225">
              <a:solidFill>
                <a:schemeClr val="accent4"/>
              </a:solidFill>
              <a:tailEnd type="triangle"/>
            </a:ln>
          </p:spPr>
          <p:style>
            <a:lnRef idx="1">
              <a:schemeClr val="accent1"/>
            </a:lnRef>
            <a:fillRef idx="0">
              <a:schemeClr val="accent1"/>
            </a:fillRef>
            <a:effectRef idx="0">
              <a:schemeClr val="accent1"/>
            </a:effectRef>
            <a:fontRef idx="minor">
              <a:schemeClr val="tx1"/>
            </a:fontRef>
          </p:style>
        </p:cxnSp>
      </p:grpSp>
      <p:grpSp>
        <p:nvGrpSpPr>
          <p:cNvPr id="396" name="组合 395">
            <a:extLst>
              <a:ext uri="{FF2B5EF4-FFF2-40B4-BE49-F238E27FC236}">
                <a16:creationId xmlns:a16="http://schemas.microsoft.com/office/drawing/2014/main" id="{4BCDBA55-FC97-39B2-4F4E-CA26F5A1082E}"/>
              </a:ext>
            </a:extLst>
          </p:cNvPr>
          <p:cNvGrpSpPr/>
          <p:nvPr/>
        </p:nvGrpSpPr>
        <p:grpSpPr>
          <a:xfrm rot="19096590">
            <a:off x="5969108" y="3393106"/>
            <a:ext cx="172800" cy="172800"/>
            <a:chOff x="7320995" y="3091183"/>
            <a:chExt cx="172800" cy="172800"/>
          </a:xfrm>
        </p:grpSpPr>
        <p:sp>
          <p:nvSpPr>
            <p:cNvPr id="380" name="椭圆 379">
              <a:extLst>
                <a:ext uri="{FF2B5EF4-FFF2-40B4-BE49-F238E27FC236}">
                  <a16:creationId xmlns:a16="http://schemas.microsoft.com/office/drawing/2014/main" id="{1B47FD18-565F-E74B-9565-1FE1CF1C1DA5}"/>
                </a:ext>
              </a:extLst>
            </p:cNvPr>
            <p:cNvSpPr/>
            <p:nvPr/>
          </p:nvSpPr>
          <p:spPr>
            <a:xfrm>
              <a:off x="7320995" y="3091183"/>
              <a:ext cx="172800" cy="172800"/>
            </a:xfrm>
            <a:prstGeom prst="ellipse">
              <a:avLst/>
            </a:prstGeom>
            <a:solidFill>
              <a:schemeClr val="bg1">
                <a:alpha val="1196"/>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800" dirty="0">
                  <a:solidFill>
                    <a:schemeClr val="bg1"/>
                  </a:solidFill>
                </a:rPr>
                <a:t>4</a:t>
              </a:r>
            </a:p>
          </p:txBody>
        </p:sp>
        <p:cxnSp>
          <p:nvCxnSpPr>
            <p:cNvPr id="381" name="直线箭头连接符 380">
              <a:extLst>
                <a:ext uri="{FF2B5EF4-FFF2-40B4-BE49-F238E27FC236}">
                  <a16:creationId xmlns:a16="http://schemas.microsoft.com/office/drawing/2014/main" id="{983DEAB9-6296-07DF-E302-ACBD7FC8E4C7}"/>
                </a:ext>
              </a:extLst>
            </p:cNvPr>
            <p:cNvCxnSpPr>
              <a:cxnSpLocks/>
            </p:cNvCxnSpPr>
            <p:nvPr/>
          </p:nvCxnSpPr>
          <p:spPr>
            <a:xfrm flipV="1">
              <a:off x="7403000" y="3105583"/>
              <a:ext cx="0" cy="144000"/>
            </a:xfrm>
            <a:prstGeom prst="straightConnector1">
              <a:avLst/>
            </a:prstGeom>
            <a:ln w="22225">
              <a:solidFill>
                <a:schemeClr val="accent4"/>
              </a:solidFill>
              <a:tailEnd type="triangle"/>
            </a:ln>
          </p:spPr>
          <p:style>
            <a:lnRef idx="1">
              <a:schemeClr val="accent1"/>
            </a:lnRef>
            <a:fillRef idx="0">
              <a:schemeClr val="accent1"/>
            </a:fillRef>
            <a:effectRef idx="0">
              <a:schemeClr val="accent1"/>
            </a:effectRef>
            <a:fontRef idx="minor">
              <a:schemeClr val="tx1"/>
            </a:fontRef>
          </p:style>
        </p:cxnSp>
      </p:grpSp>
      <p:grpSp>
        <p:nvGrpSpPr>
          <p:cNvPr id="397" name="组合 396">
            <a:extLst>
              <a:ext uri="{FF2B5EF4-FFF2-40B4-BE49-F238E27FC236}">
                <a16:creationId xmlns:a16="http://schemas.microsoft.com/office/drawing/2014/main" id="{B6C21C6E-5EBB-FAE4-5398-9C0220FB29F4}"/>
              </a:ext>
            </a:extLst>
          </p:cNvPr>
          <p:cNvGrpSpPr/>
          <p:nvPr/>
        </p:nvGrpSpPr>
        <p:grpSpPr>
          <a:xfrm rot="16923954">
            <a:off x="5119002" y="2530891"/>
            <a:ext cx="172800" cy="172800"/>
            <a:chOff x="7320995" y="3309465"/>
            <a:chExt cx="172800" cy="172800"/>
          </a:xfrm>
        </p:grpSpPr>
        <p:sp>
          <p:nvSpPr>
            <p:cNvPr id="382" name="椭圆 381">
              <a:extLst>
                <a:ext uri="{FF2B5EF4-FFF2-40B4-BE49-F238E27FC236}">
                  <a16:creationId xmlns:a16="http://schemas.microsoft.com/office/drawing/2014/main" id="{87D14064-373F-DA42-F72C-B122FCB799F5}"/>
                </a:ext>
              </a:extLst>
            </p:cNvPr>
            <p:cNvSpPr/>
            <p:nvPr/>
          </p:nvSpPr>
          <p:spPr>
            <a:xfrm>
              <a:off x="7320995" y="3309465"/>
              <a:ext cx="172800" cy="172800"/>
            </a:xfrm>
            <a:prstGeom prst="ellipse">
              <a:avLst/>
            </a:prstGeom>
            <a:solidFill>
              <a:schemeClr val="bg1">
                <a:alpha val="1196"/>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800" dirty="0">
                  <a:solidFill>
                    <a:schemeClr val="bg1"/>
                  </a:solidFill>
                </a:rPr>
                <a:t>5</a:t>
              </a:r>
            </a:p>
          </p:txBody>
        </p:sp>
        <p:cxnSp>
          <p:nvCxnSpPr>
            <p:cNvPr id="383" name="直线箭头连接符 382">
              <a:extLst>
                <a:ext uri="{FF2B5EF4-FFF2-40B4-BE49-F238E27FC236}">
                  <a16:creationId xmlns:a16="http://schemas.microsoft.com/office/drawing/2014/main" id="{704F45B8-C8A8-D7F8-217F-82F750BEA2D6}"/>
                </a:ext>
              </a:extLst>
            </p:cNvPr>
            <p:cNvCxnSpPr>
              <a:cxnSpLocks/>
            </p:cNvCxnSpPr>
            <p:nvPr/>
          </p:nvCxnSpPr>
          <p:spPr>
            <a:xfrm flipV="1">
              <a:off x="7403000" y="3323865"/>
              <a:ext cx="0" cy="144000"/>
            </a:xfrm>
            <a:prstGeom prst="straightConnector1">
              <a:avLst/>
            </a:prstGeom>
            <a:ln w="22225">
              <a:solidFill>
                <a:schemeClr val="accent4"/>
              </a:solidFill>
              <a:tailEnd type="triangle"/>
            </a:ln>
          </p:spPr>
          <p:style>
            <a:lnRef idx="1">
              <a:schemeClr val="accent1"/>
            </a:lnRef>
            <a:fillRef idx="0">
              <a:schemeClr val="accent1"/>
            </a:fillRef>
            <a:effectRef idx="0">
              <a:schemeClr val="accent1"/>
            </a:effectRef>
            <a:fontRef idx="minor">
              <a:schemeClr val="tx1"/>
            </a:fontRef>
          </p:style>
        </p:cxnSp>
      </p:grpSp>
      <p:grpSp>
        <p:nvGrpSpPr>
          <p:cNvPr id="398" name="组合 397">
            <a:extLst>
              <a:ext uri="{FF2B5EF4-FFF2-40B4-BE49-F238E27FC236}">
                <a16:creationId xmlns:a16="http://schemas.microsoft.com/office/drawing/2014/main" id="{9E69133A-ECF8-757C-ED62-9EBF4484CA13}"/>
              </a:ext>
            </a:extLst>
          </p:cNvPr>
          <p:cNvGrpSpPr/>
          <p:nvPr/>
        </p:nvGrpSpPr>
        <p:grpSpPr>
          <a:xfrm rot="10588395">
            <a:off x="5095541" y="3563816"/>
            <a:ext cx="172800" cy="172800"/>
            <a:chOff x="7320995" y="3536279"/>
            <a:chExt cx="172800" cy="172800"/>
          </a:xfrm>
        </p:grpSpPr>
        <p:sp>
          <p:nvSpPr>
            <p:cNvPr id="384" name="椭圆 383">
              <a:extLst>
                <a:ext uri="{FF2B5EF4-FFF2-40B4-BE49-F238E27FC236}">
                  <a16:creationId xmlns:a16="http://schemas.microsoft.com/office/drawing/2014/main" id="{0AAD4C5C-524F-FBAF-6CD9-3F4DE7A91F06}"/>
                </a:ext>
              </a:extLst>
            </p:cNvPr>
            <p:cNvSpPr/>
            <p:nvPr/>
          </p:nvSpPr>
          <p:spPr>
            <a:xfrm>
              <a:off x="7320995" y="3536279"/>
              <a:ext cx="172800" cy="172800"/>
            </a:xfrm>
            <a:prstGeom prst="ellipse">
              <a:avLst/>
            </a:prstGeom>
            <a:solidFill>
              <a:schemeClr val="bg1">
                <a:alpha val="1196"/>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800" dirty="0">
                  <a:solidFill>
                    <a:schemeClr val="bg1"/>
                  </a:solidFill>
                </a:rPr>
                <a:t>6</a:t>
              </a:r>
            </a:p>
          </p:txBody>
        </p:sp>
        <p:cxnSp>
          <p:nvCxnSpPr>
            <p:cNvPr id="385" name="直线箭头连接符 384">
              <a:extLst>
                <a:ext uri="{FF2B5EF4-FFF2-40B4-BE49-F238E27FC236}">
                  <a16:creationId xmlns:a16="http://schemas.microsoft.com/office/drawing/2014/main" id="{7004E84C-B687-26CD-076D-9A25D90AED5F}"/>
                </a:ext>
              </a:extLst>
            </p:cNvPr>
            <p:cNvCxnSpPr>
              <a:cxnSpLocks/>
            </p:cNvCxnSpPr>
            <p:nvPr/>
          </p:nvCxnSpPr>
          <p:spPr>
            <a:xfrm flipV="1">
              <a:off x="7403000" y="3550679"/>
              <a:ext cx="0" cy="144000"/>
            </a:xfrm>
            <a:prstGeom prst="straightConnector1">
              <a:avLst/>
            </a:prstGeom>
            <a:ln w="22225">
              <a:solidFill>
                <a:schemeClr val="accent4"/>
              </a:solidFill>
              <a:tailEnd type="triangle"/>
            </a:ln>
          </p:spPr>
          <p:style>
            <a:lnRef idx="1">
              <a:schemeClr val="accent1"/>
            </a:lnRef>
            <a:fillRef idx="0">
              <a:schemeClr val="accent1"/>
            </a:fillRef>
            <a:effectRef idx="0">
              <a:schemeClr val="accent1"/>
            </a:effectRef>
            <a:fontRef idx="minor">
              <a:schemeClr val="tx1"/>
            </a:fontRef>
          </p:style>
        </p:cxnSp>
      </p:grpSp>
      <p:grpSp>
        <p:nvGrpSpPr>
          <p:cNvPr id="399" name="组合 398">
            <a:extLst>
              <a:ext uri="{FF2B5EF4-FFF2-40B4-BE49-F238E27FC236}">
                <a16:creationId xmlns:a16="http://schemas.microsoft.com/office/drawing/2014/main" id="{F8E5DF6B-DD9E-0DD0-D68E-B93885B77AE0}"/>
              </a:ext>
            </a:extLst>
          </p:cNvPr>
          <p:cNvGrpSpPr/>
          <p:nvPr/>
        </p:nvGrpSpPr>
        <p:grpSpPr>
          <a:xfrm rot="8157126">
            <a:off x="5786036" y="3736616"/>
            <a:ext cx="172800" cy="172800"/>
            <a:chOff x="7320995" y="3749831"/>
            <a:chExt cx="172800" cy="172800"/>
          </a:xfrm>
        </p:grpSpPr>
        <p:sp>
          <p:nvSpPr>
            <p:cNvPr id="386" name="椭圆 385">
              <a:extLst>
                <a:ext uri="{FF2B5EF4-FFF2-40B4-BE49-F238E27FC236}">
                  <a16:creationId xmlns:a16="http://schemas.microsoft.com/office/drawing/2014/main" id="{56076C1E-0E1F-B640-FF80-16A3D2A7A212}"/>
                </a:ext>
              </a:extLst>
            </p:cNvPr>
            <p:cNvSpPr/>
            <p:nvPr/>
          </p:nvSpPr>
          <p:spPr>
            <a:xfrm>
              <a:off x="7320995" y="3749831"/>
              <a:ext cx="172800" cy="172800"/>
            </a:xfrm>
            <a:prstGeom prst="ellipse">
              <a:avLst/>
            </a:prstGeom>
            <a:solidFill>
              <a:schemeClr val="bg1">
                <a:alpha val="1196"/>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800" dirty="0">
                  <a:solidFill>
                    <a:schemeClr val="bg1"/>
                  </a:solidFill>
                </a:rPr>
                <a:t>7</a:t>
              </a:r>
            </a:p>
          </p:txBody>
        </p:sp>
        <p:cxnSp>
          <p:nvCxnSpPr>
            <p:cNvPr id="387" name="直线箭头连接符 386">
              <a:extLst>
                <a:ext uri="{FF2B5EF4-FFF2-40B4-BE49-F238E27FC236}">
                  <a16:creationId xmlns:a16="http://schemas.microsoft.com/office/drawing/2014/main" id="{1B62A91B-6A5E-0EFC-C3F8-2FF687CE6B62}"/>
                </a:ext>
              </a:extLst>
            </p:cNvPr>
            <p:cNvCxnSpPr>
              <a:cxnSpLocks/>
            </p:cNvCxnSpPr>
            <p:nvPr/>
          </p:nvCxnSpPr>
          <p:spPr>
            <a:xfrm flipV="1">
              <a:off x="7403000" y="3764231"/>
              <a:ext cx="0" cy="144000"/>
            </a:xfrm>
            <a:prstGeom prst="straightConnector1">
              <a:avLst/>
            </a:prstGeom>
            <a:ln w="22225">
              <a:solidFill>
                <a:schemeClr val="accent4"/>
              </a:solidFill>
              <a:tailEnd type="triangle"/>
            </a:ln>
          </p:spPr>
          <p:style>
            <a:lnRef idx="1">
              <a:schemeClr val="accent1"/>
            </a:lnRef>
            <a:fillRef idx="0">
              <a:schemeClr val="accent1"/>
            </a:fillRef>
            <a:effectRef idx="0">
              <a:schemeClr val="accent1"/>
            </a:effectRef>
            <a:fontRef idx="minor">
              <a:schemeClr val="tx1"/>
            </a:fontRef>
          </p:style>
        </p:cxnSp>
      </p:grpSp>
      <p:grpSp>
        <p:nvGrpSpPr>
          <p:cNvPr id="400" name="组合 399">
            <a:extLst>
              <a:ext uri="{FF2B5EF4-FFF2-40B4-BE49-F238E27FC236}">
                <a16:creationId xmlns:a16="http://schemas.microsoft.com/office/drawing/2014/main" id="{65D256A4-CE87-C73D-E492-68279B9815F7}"/>
              </a:ext>
            </a:extLst>
          </p:cNvPr>
          <p:cNvGrpSpPr/>
          <p:nvPr/>
        </p:nvGrpSpPr>
        <p:grpSpPr>
          <a:xfrm rot="6885687">
            <a:off x="6491774" y="2528778"/>
            <a:ext cx="172800" cy="172800"/>
            <a:chOff x="7320995" y="3944427"/>
            <a:chExt cx="172800" cy="172800"/>
          </a:xfrm>
        </p:grpSpPr>
        <p:sp>
          <p:nvSpPr>
            <p:cNvPr id="388" name="椭圆 387">
              <a:extLst>
                <a:ext uri="{FF2B5EF4-FFF2-40B4-BE49-F238E27FC236}">
                  <a16:creationId xmlns:a16="http://schemas.microsoft.com/office/drawing/2014/main" id="{5ADF800D-F7A2-85A9-DA40-6CFBEC83FE17}"/>
                </a:ext>
              </a:extLst>
            </p:cNvPr>
            <p:cNvSpPr/>
            <p:nvPr/>
          </p:nvSpPr>
          <p:spPr>
            <a:xfrm>
              <a:off x="7320995" y="3944427"/>
              <a:ext cx="172800" cy="172800"/>
            </a:xfrm>
            <a:prstGeom prst="ellipse">
              <a:avLst/>
            </a:prstGeom>
            <a:solidFill>
              <a:schemeClr val="bg1">
                <a:alpha val="1196"/>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800" dirty="0">
                  <a:solidFill>
                    <a:schemeClr val="bg1"/>
                  </a:solidFill>
                </a:rPr>
                <a:t>8</a:t>
              </a:r>
            </a:p>
          </p:txBody>
        </p:sp>
        <p:cxnSp>
          <p:nvCxnSpPr>
            <p:cNvPr id="389" name="直线箭头连接符 388">
              <a:extLst>
                <a:ext uri="{FF2B5EF4-FFF2-40B4-BE49-F238E27FC236}">
                  <a16:creationId xmlns:a16="http://schemas.microsoft.com/office/drawing/2014/main" id="{5610D492-93C6-E40D-BA4B-EDBD702D2A98}"/>
                </a:ext>
              </a:extLst>
            </p:cNvPr>
            <p:cNvCxnSpPr>
              <a:cxnSpLocks/>
            </p:cNvCxnSpPr>
            <p:nvPr/>
          </p:nvCxnSpPr>
          <p:spPr>
            <a:xfrm flipV="1">
              <a:off x="7403000" y="3958827"/>
              <a:ext cx="0" cy="144000"/>
            </a:xfrm>
            <a:prstGeom prst="straightConnector1">
              <a:avLst/>
            </a:prstGeom>
            <a:ln w="22225">
              <a:solidFill>
                <a:schemeClr val="accent4"/>
              </a:solidFill>
              <a:tailEnd type="triangle"/>
            </a:ln>
          </p:spPr>
          <p:style>
            <a:lnRef idx="1">
              <a:schemeClr val="accent1"/>
            </a:lnRef>
            <a:fillRef idx="0">
              <a:schemeClr val="accent1"/>
            </a:fillRef>
            <a:effectRef idx="0">
              <a:schemeClr val="accent1"/>
            </a:effectRef>
            <a:fontRef idx="minor">
              <a:schemeClr val="tx1"/>
            </a:fontRef>
          </p:style>
        </p:cxnSp>
      </p:grpSp>
      <p:grpSp>
        <p:nvGrpSpPr>
          <p:cNvPr id="401" name="组合 400">
            <a:extLst>
              <a:ext uri="{FF2B5EF4-FFF2-40B4-BE49-F238E27FC236}">
                <a16:creationId xmlns:a16="http://schemas.microsoft.com/office/drawing/2014/main" id="{2332FFF0-6873-6063-C494-FB56C2BC5192}"/>
              </a:ext>
            </a:extLst>
          </p:cNvPr>
          <p:cNvGrpSpPr/>
          <p:nvPr/>
        </p:nvGrpSpPr>
        <p:grpSpPr>
          <a:xfrm rot="16502812">
            <a:off x="6478863" y="3908268"/>
            <a:ext cx="172800" cy="172800"/>
            <a:chOff x="7320995" y="4144707"/>
            <a:chExt cx="172800" cy="172800"/>
          </a:xfrm>
        </p:grpSpPr>
        <p:sp>
          <p:nvSpPr>
            <p:cNvPr id="390" name="椭圆 389">
              <a:extLst>
                <a:ext uri="{FF2B5EF4-FFF2-40B4-BE49-F238E27FC236}">
                  <a16:creationId xmlns:a16="http://schemas.microsoft.com/office/drawing/2014/main" id="{EE2E4BA4-A0DD-C62B-DD67-47DE26396CD9}"/>
                </a:ext>
              </a:extLst>
            </p:cNvPr>
            <p:cNvSpPr/>
            <p:nvPr/>
          </p:nvSpPr>
          <p:spPr>
            <a:xfrm>
              <a:off x="7320995" y="4144707"/>
              <a:ext cx="172800" cy="172800"/>
            </a:xfrm>
            <a:prstGeom prst="ellipse">
              <a:avLst/>
            </a:prstGeom>
            <a:solidFill>
              <a:schemeClr val="bg1">
                <a:alpha val="1196"/>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800" dirty="0">
                  <a:solidFill>
                    <a:schemeClr val="bg1"/>
                  </a:solidFill>
                </a:rPr>
                <a:t>9</a:t>
              </a:r>
            </a:p>
          </p:txBody>
        </p:sp>
        <p:cxnSp>
          <p:nvCxnSpPr>
            <p:cNvPr id="391" name="直线箭头连接符 390">
              <a:extLst>
                <a:ext uri="{FF2B5EF4-FFF2-40B4-BE49-F238E27FC236}">
                  <a16:creationId xmlns:a16="http://schemas.microsoft.com/office/drawing/2014/main" id="{AA3001C5-6BFF-9994-985C-E769C53111FA}"/>
                </a:ext>
              </a:extLst>
            </p:cNvPr>
            <p:cNvCxnSpPr>
              <a:cxnSpLocks/>
            </p:cNvCxnSpPr>
            <p:nvPr/>
          </p:nvCxnSpPr>
          <p:spPr>
            <a:xfrm flipV="1">
              <a:off x="7407395" y="4159107"/>
              <a:ext cx="0" cy="144000"/>
            </a:xfrm>
            <a:prstGeom prst="straightConnector1">
              <a:avLst/>
            </a:prstGeom>
            <a:ln w="22225">
              <a:solidFill>
                <a:schemeClr val="accent4"/>
              </a:solidFill>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50292410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a:extLst>
              <a:ext uri="{FF2B5EF4-FFF2-40B4-BE49-F238E27FC236}">
                <a16:creationId xmlns:a16="http://schemas.microsoft.com/office/drawing/2014/main" id="{03256ED2-4223-6A1D-072D-54E65220E18C}"/>
              </a:ext>
            </a:extLst>
          </p:cNvPr>
          <p:cNvSpPr>
            <a:spLocks noGrp="1"/>
          </p:cNvSpPr>
          <p:nvPr>
            <p:ph type="title"/>
          </p:nvPr>
        </p:nvSpPr>
        <p:spPr>
          <a:xfrm>
            <a:off x="628649" y="559420"/>
            <a:ext cx="7732925" cy="630335"/>
          </a:xfrm>
        </p:spPr>
        <p:txBody>
          <a:bodyPr>
            <a:normAutofit/>
          </a:bodyPr>
          <a:lstStyle/>
          <a:p>
            <a:r>
              <a:rPr lang="en-GB" altLang="zh-CN" dirty="0"/>
              <a:t>Particle Filter </a:t>
            </a:r>
            <a:endParaRPr lang="en-GB" dirty="0"/>
          </a:p>
        </p:txBody>
      </p:sp>
      <p:sp>
        <p:nvSpPr>
          <p:cNvPr id="8" name="文本占位符 7">
            <a:extLst>
              <a:ext uri="{FF2B5EF4-FFF2-40B4-BE49-F238E27FC236}">
                <a16:creationId xmlns:a16="http://schemas.microsoft.com/office/drawing/2014/main" id="{0B6FC092-5E58-96E8-586D-0B8818581D04}"/>
              </a:ext>
            </a:extLst>
          </p:cNvPr>
          <p:cNvSpPr>
            <a:spLocks noGrp="1"/>
          </p:cNvSpPr>
          <p:nvPr>
            <p:ph type="body" sz="quarter" idx="10"/>
          </p:nvPr>
        </p:nvSpPr>
        <p:spPr>
          <a:xfrm>
            <a:off x="628650" y="1465730"/>
            <a:ext cx="7732924" cy="716778"/>
          </a:xfrm>
        </p:spPr>
        <p:txBody>
          <a:bodyPr/>
          <a:lstStyle/>
          <a:p>
            <a:r>
              <a:rPr lang="en-GB" dirty="0"/>
              <a:t>Every time the robot moves, we will move each particle in the exact same way, but add noise to each movement much like we would observe on the real robot. </a:t>
            </a:r>
            <a:r>
              <a:rPr lang="en-GB" dirty="0">
                <a:solidFill>
                  <a:schemeClr val="bg1">
                    <a:lumMod val="75000"/>
                  </a:schemeClr>
                </a:solidFill>
              </a:rPr>
              <a:t>Without a perception update, the particles will spread apart farther and farther.</a:t>
            </a:r>
          </a:p>
        </p:txBody>
      </p:sp>
      <p:sp>
        <p:nvSpPr>
          <p:cNvPr id="2" name="矩形 1">
            <a:extLst>
              <a:ext uri="{FF2B5EF4-FFF2-40B4-BE49-F238E27FC236}">
                <a16:creationId xmlns:a16="http://schemas.microsoft.com/office/drawing/2014/main" id="{7599C378-77A0-11D0-A279-0BE6E291A066}"/>
              </a:ext>
            </a:extLst>
          </p:cNvPr>
          <p:cNvSpPr/>
          <p:nvPr/>
        </p:nvSpPr>
        <p:spPr>
          <a:xfrm>
            <a:off x="1380763" y="2186869"/>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 name="矩形 2">
            <a:extLst>
              <a:ext uri="{FF2B5EF4-FFF2-40B4-BE49-F238E27FC236}">
                <a16:creationId xmlns:a16="http://schemas.microsoft.com/office/drawing/2014/main" id="{49693471-DDC4-6385-FE78-BA109C3115BB}"/>
              </a:ext>
            </a:extLst>
          </p:cNvPr>
          <p:cNvSpPr/>
          <p:nvPr/>
        </p:nvSpPr>
        <p:spPr>
          <a:xfrm>
            <a:off x="1552989" y="2186869"/>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 name="矩形 3">
            <a:extLst>
              <a:ext uri="{FF2B5EF4-FFF2-40B4-BE49-F238E27FC236}">
                <a16:creationId xmlns:a16="http://schemas.microsoft.com/office/drawing/2014/main" id="{067420A0-0697-F454-D967-A89DAA0831F4}"/>
              </a:ext>
            </a:extLst>
          </p:cNvPr>
          <p:cNvSpPr/>
          <p:nvPr/>
        </p:nvSpPr>
        <p:spPr>
          <a:xfrm>
            <a:off x="1725215" y="2186869"/>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矩形 5">
            <a:extLst>
              <a:ext uri="{FF2B5EF4-FFF2-40B4-BE49-F238E27FC236}">
                <a16:creationId xmlns:a16="http://schemas.microsoft.com/office/drawing/2014/main" id="{FEEC8C95-3C1C-7487-D4AA-DE5CF36A3150}"/>
              </a:ext>
            </a:extLst>
          </p:cNvPr>
          <p:cNvSpPr/>
          <p:nvPr/>
        </p:nvSpPr>
        <p:spPr>
          <a:xfrm>
            <a:off x="1897441" y="2186869"/>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矩形 6">
            <a:extLst>
              <a:ext uri="{FF2B5EF4-FFF2-40B4-BE49-F238E27FC236}">
                <a16:creationId xmlns:a16="http://schemas.microsoft.com/office/drawing/2014/main" id="{8EF14F72-B7B2-9424-0538-073428F40EFD}"/>
              </a:ext>
            </a:extLst>
          </p:cNvPr>
          <p:cNvSpPr/>
          <p:nvPr/>
        </p:nvSpPr>
        <p:spPr>
          <a:xfrm>
            <a:off x="2069667" y="2186869"/>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矩形 8">
            <a:extLst>
              <a:ext uri="{FF2B5EF4-FFF2-40B4-BE49-F238E27FC236}">
                <a16:creationId xmlns:a16="http://schemas.microsoft.com/office/drawing/2014/main" id="{04B1434E-A23B-04C4-53A5-24D4F65A7DE0}"/>
              </a:ext>
            </a:extLst>
          </p:cNvPr>
          <p:cNvSpPr/>
          <p:nvPr/>
        </p:nvSpPr>
        <p:spPr>
          <a:xfrm>
            <a:off x="2241893" y="2186869"/>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 name="矩形 9">
            <a:extLst>
              <a:ext uri="{FF2B5EF4-FFF2-40B4-BE49-F238E27FC236}">
                <a16:creationId xmlns:a16="http://schemas.microsoft.com/office/drawing/2014/main" id="{59C44CAA-4F7D-4B7B-2AB5-4CCFA81F11B8}"/>
              </a:ext>
            </a:extLst>
          </p:cNvPr>
          <p:cNvSpPr/>
          <p:nvPr/>
        </p:nvSpPr>
        <p:spPr>
          <a:xfrm>
            <a:off x="2414119" y="2186869"/>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矩形 10">
            <a:extLst>
              <a:ext uri="{FF2B5EF4-FFF2-40B4-BE49-F238E27FC236}">
                <a16:creationId xmlns:a16="http://schemas.microsoft.com/office/drawing/2014/main" id="{DE7ED3AB-3690-E47F-A781-E2A16B1EB8B7}"/>
              </a:ext>
            </a:extLst>
          </p:cNvPr>
          <p:cNvSpPr/>
          <p:nvPr/>
        </p:nvSpPr>
        <p:spPr>
          <a:xfrm>
            <a:off x="2583688" y="2186869"/>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矩形 11">
            <a:extLst>
              <a:ext uri="{FF2B5EF4-FFF2-40B4-BE49-F238E27FC236}">
                <a16:creationId xmlns:a16="http://schemas.microsoft.com/office/drawing/2014/main" id="{651984E6-7585-0B22-F7CA-CA1E42597058}"/>
              </a:ext>
            </a:extLst>
          </p:cNvPr>
          <p:cNvSpPr/>
          <p:nvPr/>
        </p:nvSpPr>
        <p:spPr>
          <a:xfrm>
            <a:off x="2755914" y="2186869"/>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矩形 12">
            <a:extLst>
              <a:ext uri="{FF2B5EF4-FFF2-40B4-BE49-F238E27FC236}">
                <a16:creationId xmlns:a16="http://schemas.microsoft.com/office/drawing/2014/main" id="{C7F364B2-590F-3127-9075-EF655739F858}"/>
              </a:ext>
            </a:extLst>
          </p:cNvPr>
          <p:cNvSpPr/>
          <p:nvPr/>
        </p:nvSpPr>
        <p:spPr>
          <a:xfrm>
            <a:off x="2928140" y="2186869"/>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矩形 13">
            <a:extLst>
              <a:ext uri="{FF2B5EF4-FFF2-40B4-BE49-F238E27FC236}">
                <a16:creationId xmlns:a16="http://schemas.microsoft.com/office/drawing/2014/main" id="{BDC6E661-CEE5-F7F7-2C82-9701FC59FA05}"/>
              </a:ext>
            </a:extLst>
          </p:cNvPr>
          <p:cNvSpPr/>
          <p:nvPr/>
        </p:nvSpPr>
        <p:spPr>
          <a:xfrm>
            <a:off x="3100366" y="2186869"/>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 name="矩形 14">
            <a:extLst>
              <a:ext uri="{FF2B5EF4-FFF2-40B4-BE49-F238E27FC236}">
                <a16:creationId xmlns:a16="http://schemas.microsoft.com/office/drawing/2014/main" id="{F27071CC-6028-E1E6-2E3F-BACF1F9F3C61}"/>
              </a:ext>
            </a:extLst>
          </p:cNvPr>
          <p:cNvSpPr/>
          <p:nvPr/>
        </p:nvSpPr>
        <p:spPr>
          <a:xfrm>
            <a:off x="3272592" y="2186869"/>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 name="矩形 15">
            <a:extLst>
              <a:ext uri="{FF2B5EF4-FFF2-40B4-BE49-F238E27FC236}">
                <a16:creationId xmlns:a16="http://schemas.microsoft.com/office/drawing/2014/main" id="{C0437C2E-6740-B535-7DC9-7B32F8E35958}"/>
              </a:ext>
            </a:extLst>
          </p:cNvPr>
          <p:cNvSpPr/>
          <p:nvPr/>
        </p:nvSpPr>
        <p:spPr>
          <a:xfrm>
            <a:off x="3444818" y="2186869"/>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 name="矩形 16">
            <a:extLst>
              <a:ext uri="{FF2B5EF4-FFF2-40B4-BE49-F238E27FC236}">
                <a16:creationId xmlns:a16="http://schemas.microsoft.com/office/drawing/2014/main" id="{EE1234A6-F370-C872-C153-BB4E7041BEB1}"/>
              </a:ext>
            </a:extLst>
          </p:cNvPr>
          <p:cNvSpPr/>
          <p:nvPr/>
        </p:nvSpPr>
        <p:spPr>
          <a:xfrm>
            <a:off x="1380763" y="2359095"/>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8" name="矩形 17">
            <a:extLst>
              <a:ext uri="{FF2B5EF4-FFF2-40B4-BE49-F238E27FC236}">
                <a16:creationId xmlns:a16="http://schemas.microsoft.com/office/drawing/2014/main" id="{24352DA7-CFCF-1F59-4BAC-A60B941711A9}"/>
              </a:ext>
            </a:extLst>
          </p:cNvPr>
          <p:cNvSpPr/>
          <p:nvPr/>
        </p:nvSpPr>
        <p:spPr>
          <a:xfrm>
            <a:off x="1552989" y="235909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9" name="矩形 18">
            <a:extLst>
              <a:ext uri="{FF2B5EF4-FFF2-40B4-BE49-F238E27FC236}">
                <a16:creationId xmlns:a16="http://schemas.microsoft.com/office/drawing/2014/main" id="{9322569A-BACF-A398-B439-6A328047B26B}"/>
              </a:ext>
            </a:extLst>
          </p:cNvPr>
          <p:cNvSpPr/>
          <p:nvPr/>
        </p:nvSpPr>
        <p:spPr>
          <a:xfrm>
            <a:off x="1725215" y="235909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0" name="矩形 19">
            <a:extLst>
              <a:ext uri="{FF2B5EF4-FFF2-40B4-BE49-F238E27FC236}">
                <a16:creationId xmlns:a16="http://schemas.microsoft.com/office/drawing/2014/main" id="{E65DE771-3170-DD03-5186-D4D72A7E4677}"/>
              </a:ext>
            </a:extLst>
          </p:cNvPr>
          <p:cNvSpPr/>
          <p:nvPr/>
        </p:nvSpPr>
        <p:spPr>
          <a:xfrm>
            <a:off x="1897441" y="235909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1" name="矩形 20">
            <a:extLst>
              <a:ext uri="{FF2B5EF4-FFF2-40B4-BE49-F238E27FC236}">
                <a16:creationId xmlns:a16="http://schemas.microsoft.com/office/drawing/2014/main" id="{BE496E70-3C78-B2EE-0D4E-C498A968C1DA}"/>
              </a:ext>
            </a:extLst>
          </p:cNvPr>
          <p:cNvSpPr/>
          <p:nvPr/>
        </p:nvSpPr>
        <p:spPr>
          <a:xfrm>
            <a:off x="2069667" y="235909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2" name="矩形 21">
            <a:extLst>
              <a:ext uri="{FF2B5EF4-FFF2-40B4-BE49-F238E27FC236}">
                <a16:creationId xmlns:a16="http://schemas.microsoft.com/office/drawing/2014/main" id="{A29D950D-74A7-37AD-A05E-EC840DB9C8E0}"/>
              </a:ext>
            </a:extLst>
          </p:cNvPr>
          <p:cNvSpPr/>
          <p:nvPr/>
        </p:nvSpPr>
        <p:spPr>
          <a:xfrm>
            <a:off x="2241893" y="235909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3" name="矩形 22">
            <a:extLst>
              <a:ext uri="{FF2B5EF4-FFF2-40B4-BE49-F238E27FC236}">
                <a16:creationId xmlns:a16="http://schemas.microsoft.com/office/drawing/2014/main" id="{DACEBF72-5697-E65A-5904-544B651D9B15}"/>
              </a:ext>
            </a:extLst>
          </p:cNvPr>
          <p:cNvSpPr/>
          <p:nvPr/>
        </p:nvSpPr>
        <p:spPr>
          <a:xfrm>
            <a:off x="2414119" y="235909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4" name="矩形 23">
            <a:extLst>
              <a:ext uri="{FF2B5EF4-FFF2-40B4-BE49-F238E27FC236}">
                <a16:creationId xmlns:a16="http://schemas.microsoft.com/office/drawing/2014/main" id="{A0C2E749-D825-98BE-9715-96C9A9964372}"/>
              </a:ext>
            </a:extLst>
          </p:cNvPr>
          <p:cNvSpPr/>
          <p:nvPr/>
        </p:nvSpPr>
        <p:spPr>
          <a:xfrm>
            <a:off x="2583688" y="235909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5" name="矩形 24">
            <a:extLst>
              <a:ext uri="{FF2B5EF4-FFF2-40B4-BE49-F238E27FC236}">
                <a16:creationId xmlns:a16="http://schemas.microsoft.com/office/drawing/2014/main" id="{B9C7B059-3933-5309-7878-2AFACA8F45BA}"/>
              </a:ext>
            </a:extLst>
          </p:cNvPr>
          <p:cNvSpPr/>
          <p:nvPr/>
        </p:nvSpPr>
        <p:spPr>
          <a:xfrm>
            <a:off x="2755914" y="235909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6" name="矩形 25">
            <a:extLst>
              <a:ext uri="{FF2B5EF4-FFF2-40B4-BE49-F238E27FC236}">
                <a16:creationId xmlns:a16="http://schemas.microsoft.com/office/drawing/2014/main" id="{38052AC5-BEE1-4481-0855-18EBEF44662A}"/>
              </a:ext>
            </a:extLst>
          </p:cNvPr>
          <p:cNvSpPr/>
          <p:nvPr/>
        </p:nvSpPr>
        <p:spPr>
          <a:xfrm>
            <a:off x="2928140" y="235909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7" name="矩形 26">
            <a:extLst>
              <a:ext uri="{FF2B5EF4-FFF2-40B4-BE49-F238E27FC236}">
                <a16:creationId xmlns:a16="http://schemas.microsoft.com/office/drawing/2014/main" id="{964DD161-0770-A271-58B5-D604E7E97952}"/>
              </a:ext>
            </a:extLst>
          </p:cNvPr>
          <p:cNvSpPr/>
          <p:nvPr/>
        </p:nvSpPr>
        <p:spPr>
          <a:xfrm>
            <a:off x="3100366" y="235909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8" name="矩形 27">
            <a:extLst>
              <a:ext uri="{FF2B5EF4-FFF2-40B4-BE49-F238E27FC236}">
                <a16:creationId xmlns:a16="http://schemas.microsoft.com/office/drawing/2014/main" id="{13FDE255-22BB-5421-C721-9F0097643E3B}"/>
              </a:ext>
            </a:extLst>
          </p:cNvPr>
          <p:cNvSpPr/>
          <p:nvPr/>
        </p:nvSpPr>
        <p:spPr>
          <a:xfrm>
            <a:off x="3272592" y="235909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9" name="矩形 28">
            <a:extLst>
              <a:ext uri="{FF2B5EF4-FFF2-40B4-BE49-F238E27FC236}">
                <a16:creationId xmlns:a16="http://schemas.microsoft.com/office/drawing/2014/main" id="{D99DEBC0-4D19-0ABD-97ED-75B6ACB45FDC}"/>
              </a:ext>
            </a:extLst>
          </p:cNvPr>
          <p:cNvSpPr/>
          <p:nvPr/>
        </p:nvSpPr>
        <p:spPr>
          <a:xfrm>
            <a:off x="3444818" y="2359095"/>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 name="矩形 29">
            <a:extLst>
              <a:ext uri="{FF2B5EF4-FFF2-40B4-BE49-F238E27FC236}">
                <a16:creationId xmlns:a16="http://schemas.microsoft.com/office/drawing/2014/main" id="{49DD3AED-F370-44A1-4F2E-36C1039F50E8}"/>
              </a:ext>
            </a:extLst>
          </p:cNvPr>
          <p:cNvSpPr/>
          <p:nvPr/>
        </p:nvSpPr>
        <p:spPr>
          <a:xfrm>
            <a:off x="1380763" y="2531321"/>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1" name="矩形 30">
            <a:extLst>
              <a:ext uri="{FF2B5EF4-FFF2-40B4-BE49-F238E27FC236}">
                <a16:creationId xmlns:a16="http://schemas.microsoft.com/office/drawing/2014/main" id="{1036A575-1DFC-D3CD-ABCB-9D2ED98AB344}"/>
              </a:ext>
            </a:extLst>
          </p:cNvPr>
          <p:cNvSpPr/>
          <p:nvPr/>
        </p:nvSpPr>
        <p:spPr>
          <a:xfrm>
            <a:off x="1552989" y="2531321"/>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2" name="矩形 31">
            <a:extLst>
              <a:ext uri="{FF2B5EF4-FFF2-40B4-BE49-F238E27FC236}">
                <a16:creationId xmlns:a16="http://schemas.microsoft.com/office/drawing/2014/main" id="{19A0742B-04D8-5A54-3C4D-723F487BDA08}"/>
              </a:ext>
            </a:extLst>
          </p:cNvPr>
          <p:cNvSpPr/>
          <p:nvPr/>
        </p:nvSpPr>
        <p:spPr>
          <a:xfrm>
            <a:off x="1725215" y="2531321"/>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3" name="矩形 32">
            <a:extLst>
              <a:ext uri="{FF2B5EF4-FFF2-40B4-BE49-F238E27FC236}">
                <a16:creationId xmlns:a16="http://schemas.microsoft.com/office/drawing/2014/main" id="{7CA10EB4-A5E0-65EF-EDAA-9FB4BD989A4D}"/>
              </a:ext>
            </a:extLst>
          </p:cNvPr>
          <p:cNvSpPr/>
          <p:nvPr/>
        </p:nvSpPr>
        <p:spPr>
          <a:xfrm>
            <a:off x="1897441" y="2531321"/>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4" name="矩形 33">
            <a:extLst>
              <a:ext uri="{FF2B5EF4-FFF2-40B4-BE49-F238E27FC236}">
                <a16:creationId xmlns:a16="http://schemas.microsoft.com/office/drawing/2014/main" id="{B59391C9-D388-1E07-5645-43946A9337CE}"/>
              </a:ext>
            </a:extLst>
          </p:cNvPr>
          <p:cNvSpPr/>
          <p:nvPr/>
        </p:nvSpPr>
        <p:spPr>
          <a:xfrm>
            <a:off x="2069667" y="2531321"/>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5" name="矩形 34">
            <a:extLst>
              <a:ext uri="{FF2B5EF4-FFF2-40B4-BE49-F238E27FC236}">
                <a16:creationId xmlns:a16="http://schemas.microsoft.com/office/drawing/2014/main" id="{67CC173F-F6D6-0C04-75E3-067D78A43EAB}"/>
              </a:ext>
            </a:extLst>
          </p:cNvPr>
          <p:cNvSpPr/>
          <p:nvPr/>
        </p:nvSpPr>
        <p:spPr>
          <a:xfrm>
            <a:off x="2241893" y="2531321"/>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6" name="矩形 35">
            <a:extLst>
              <a:ext uri="{FF2B5EF4-FFF2-40B4-BE49-F238E27FC236}">
                <a16:creationId xmlns:a16="http://schemas.microsoft.com/office/drawing/2014/main" id="{C1CF3864-516D-7918-E779-9D0CB66FDF1A}"/>
              </a:ext>
            </a:extLst>
          </p:cNvPr>
          <p:cNvSpPr/>
          <p:nvPr/>
        </p:nvSpPr>
        <p:spPr>
          <a:xfrm>
            <a:off x="2414119" y="2531321"/>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7" name="矩形 36">
            <a:extLst>
              <a:ext uri="{FF2B5EF4-FFF2-40B4-BE49-F238E27FC236}">
                <a16:creationId xmlns:a16="http://schemas.microsoft.com/office/drawing/2014/main" id="{19E4E77F-C50D-5A5E-573A-15155CBEEE07}"/>
              </a:ext>
            </a:extLst>
          </p:cNvPr>
          <p:cNvSpPr/>
          <p:nvPr/>
        </p:nvSpPr>
        <p:spPr>
          <a:xfrm>
            <a:off x="2583688" y="2531321"/>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8" name="矩形 37">
            <a:extLst>
              <a:ext uri="{FF2B5EF4-FFF2-40B4-BE49-F238E27FC236}">
                <a16:creationId xmlns:a16="http://schemas.microsoft.com/office/drawing/2014/main" id="{C79C9F98-CFFA-60F0-D27F-F4C266796415}"/>
              </a:ext>
            </a:extLst>
          </p:cNvPr>
          <p:cNvSpPr/>
          <p:nvPr/>
        </p:nvSpPr>
        <p:spPr>
          <a:xfrm>
            <a:off x="2755914" y="2531321"/>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9" name="矩形 38">
            <a:extLst>
              <a:ext uri="{FF2B5EF4-FFF2-40B4-BE49-F238E27FC236}">
                <a16:creationId xmlns:a16="http://schemas.microsoft.com/office/drawing/2014/main" id="{83470B26-50E4-E45A-A778-605685E6C967}"/>
              </a:ext>
            </a:extLst>
          </p:cNvPr>
          <p:cNvSpPr/>
          <p:nvPr/>
        </p:nvSpPr>
        <p:spPr>
          <a:xfrm>
            <a:off x="2928140" y="2531321"/>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0" name="矩形 39">
            <a:extLst>
              <a:ext uri="{FF2B5EF4-FFF2-40B4-BE49-F238E27FC236}">
                <a16:creationId xmlns:a16="http://schemas.microsoft.com/office/drawing/2014/main" id="{0A54888E-19DE-8D54-B933-A79472BF54DD}"/>
              </a:ext>
            </a:extLst>
          </p:cNvPr>
          <p:cNvSpPr/>
          <p:nvPr/>
        </p:nvSpPr>
        <p:spPr>
          <a:xfrm>
            <a:off x="3100366" y="2531321"/>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1" name="矩形 40">
            <a:extLst>
              <a:ext uri="{FF2B5EF4-FFF2-40B4-BE49-F238E27FC236}">
                <a16:creationId xmlns:a16="http://schemas.microsoft.com/office/drawing/2014/main" id="{FDAFEB3E-481F-2C1D-6D34-7E0CF1083E93}"/>
              </a:ext>
            </a:extLst>
          </p:cNvPr>
          <p:cNvSpPr/>
          <p:nvPr/>
        </p:nvSpPr>
        <p:spPr>
          <a:xfrm>
            <a:off x="3272592" y="2531321"/>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2" name="矩形 41">
            <a:extLst>
              <a:ext uri="{FF2B5EF4-FFF2-40B4-BE49-F238E27FC236}">
                <a16:creationId xmlns:a16="http://schemas.microsoft.com/office/drawing/2014/main" id="{ECF20106-10DE-3519-A984-2336AAAEF8A9}"/>
              </a:ext>
            </a:extLst>
          </p:cNvPr>
          <p:cNvSpPr/>
          <p:nvPr/>
        </p:nvSpPr>
        <p:spPr>
          <a:xfrm>
            <a:off x="3444818" y="2531321"/>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3" name="矩形 42">
            <a:extLst>
              <a:ext uri="{FF2B5EF4-FFF2-40B4-BE49-F238E27FC236}">
                <a16:creationId xmlns:a16="http://schemas.microsoft.com/office/drawing/2014/main" id="{6EC9D342-6070-36BB-0D51-C6A2C218E4C9}"/>
              </a:ext>
            </a:extLst>
          </p:cNvPr>
          <p:cNvSpPr/>
          <p:nvPr/>
        </p:nvSpPr>
        <p:spPr>
          <a:xfrm>
            <a:off x="1380763" y="2703547"/>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4" name="矩形 43">
            <a:extLst>
              <a:ext uri="{FF2B5EF4-FFF2-40B4-BE49-F238E27FC236}">
                <a16:creationId xmlns:a16="http://schemas.microsoft.com/office/drawing/2014/main" id="{2D514C45-7261-6A42-F59E-84BAB35DC1A1}"/>
              </a:ext>
            </a:extLst>
          </p:cNvPr>
          <p:cNvSpPr/>
          <p:nvPr/>
        </p:nvSpPr>
        <p:spPr>
          <a:xfrm>
            <a:off x="1552989" y="2703547"/>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5" name="矩形 44">
            <a:extLst>
              <a:ext uri="{FF2B5EF4-FFF2-40B4-BE49-F238E27FC236}">
                <a16:creationId xmlns:a16="http://schemas.microsoft.com/office/drawing/2014/main" id="{05BD8A9E-936F-5162-B4E7-25560F11BBF6}"/>
              </a:ext>
            </a:extLst>
          </p:cNvPr>
          <p:cNvSpPr/>
          <p:nvPr/>
        </p:nvSpPr>
        <p:spPr>
          <a:xfrm>
            <a:off x="1725215" y="2703547"/>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6" name="矩形 45">
            <a:extLst>
              <a:ext uri="{FF2B5EF4-FFF2-40B4-BE49-F238E27FC236}">
                <a16:creationId xmlns:a16="http://schemas.microsoft.com/office/drawing/2014/main" id="{6521E27B-3E29-4911-BA61-AEE5E1F94535}"/>
              </a:ext>
            </a:extLst>
          </p:cNvPr>
          <p:cNvSpPr/>
          <p:nvPr/>
        </p:nvSpPr>
        <p:spPr>
          <a:xfrm>
            <a:off x="1897441" y="2703547"/>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7" name="矩形 46">
            <a:extLst>
              <a:ext uri="{FF2B5EF4-FFF2-40B4-BE49-F238E27FC236}">
                <a16:creationId xmlns:a16="http://schemas.microsoft.com/office/drawing/2014/main" id="{9B59D496-35CF-0346-78DE-869917AECC36}"/>
              </a:ext>
            </a:extLst>
          </p:cNvPr>
          <p:cNvSpPr/>
          <p:nvPr/>
        </p:nvSpPr>
        <p:spPr>
          <a:xfrm>
            <a:off x="2069667" y="2703547"/>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8" name="矩形 47">
            <a:extLst>
              <a:ext uri="{FF2B5EF4-FFF2-40B4-BE49-F238E27FC236}">
                <a16:creationId xmlns:a16="http://schemas.microsoft.com/office/drawing/2014/main" id="{3BED6036-243B-E53F-8C0E-E9353D95CB02}"/>
              </a:ext>
            </a:extLst>
          </p:cNvPr>
          <p:cNvSpPr/>
          <p:nvPr/>
        </p:nvSpPr>
        <p:spPr>
          <a:xfrm>
            <a:off x="2241893" y="2703547"/>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9" name="矩形 48">
            <a:extLst>
              <a:ext uri="{FF2B5EF4-FFF2-40B4-BE49-F238E27FC236}">
                <a16:creationId xmlns:a16="http://schemas.microsoft.com/office/drawing/2014/main" id="{B692793B-4EF9-747E-C298-C11E6296B8D2}"/>
              </a:ext>
            </a:extLst>
          </p:cNvPr>
          <p:cNvSpPr/>
          <p:nvPr/>
        </p:nvSpPr>
        <p:spPr>
          <a:xfrm>
            <a:off x="2414119" y="2703547"/>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0" name="矩形 49">
            <a:extLst>
              <a:ext uri="{FF2B5EF4-FFF2-40B4-BE49-F238E27FC236}">
                <a16:creationId xmlns:a16="http://schemas.microsoft.com/office/drawing/2014/main" id="{FC20D3D9-1B39-F5F6-3987-AD82EE9B9450}"/>
              </a:ext>
            </a:extLst>
          </p:cNvPr>
          <p:cNvSpPr/>
          <p:nvPr/>
        </p:nvSpPr>
        <p:spPr>
          <a:xfrm>
            <a:off x="2583688" y="2703547"/>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1" name="矩形 50">
            <a:extLst>
              <a:ext uri="{FF2B5EF4-FFF2-40B4-BE49-F238E27FC236}">
                <a16:creationId xmlns:a16="http://schemas.microsoft.com/office/drawing/2014/main" id="{D1A4CB09-7B73-8270-7552-F3E3260A0313}"/>
              </a:ext>
            </a:extLst>
          </p:cNvPr>
          <p:cNvSpPr/>
          <p:nvPr/>
        </p:nvSpPr>
        <p:spPr>
          <a:xfrm>
            <a:off x="2755914" y="2703547"/>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2" name="矩形 51">
            <a:extLst>
              <a:ext uri="{FF2B5EF4-FFF2-40B4-BE49-F238E27FC236}">
                <a16:creationId xmlns:a16="http://schemas.microsoft.com/office/drawing/2014/main" id="{D6D82D46-1BD5-5541-3B72-0C4BD6D614A5}"/>
              </a:ext>
            </a:extLst>
          </p:cNvPr>
          <p:cNvSpPr/>
          <p:nvPr/>
        </p:nvSpPr>
        <p:spPr>
          <a:xfrm>
            <a:off x="2928140" y="2703547"/>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3" name="矩形 52">
            <a:extLst>
              <a:ext uri="{FF2B5EF4-FFF2-40B4-BE49-F238E27FC236}">
                <a16:creationId xmlns:a16="http://schemas.microsoft.com/office/drawing/2014/main" id="{1D60C1C6-3614-3840-90FE-09CF5394636C}"/>
              </a:ext>
            </a:extLst>
          </p:cNvPr>
          <p:cNvSpPr/>
          <p:nvPr/>
        </p:nvSpPr>
        <p:spPr>
          <a:xfrm>
            <a:off x="3100366" y="2703547"/>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4" name="矩形 53">
            <a:extLst>
              <a:ext uri="{FF2B5EF4-FFF2-40B4-BE49-F238E27FC236}">
                <a16:creationId xmlns:a16="http://schemas.microsoft.com/office/drawing/2014/main" id="{FC7B5F01-6D01-B28B-E7D4-AD2D6049EF68}"/>
              </a:ext>
            </a:extLst>
          </p:cNvPr>
          <p:cNvSpPr/>
          <p:nvPr/>
        </p:nvSpPr>
        <p:spPr>
          <a:xfrm>
            <a:off x="3272592" y="2703547"/>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5" name="矩形 54">
            <a:extLst>
              <a:ext uri="{FF2B5EF4-FFF2-40B4-BE49-F238E27FC236}">
                <a16:creationId xmlns:a16="http://schemas.microsoft.com/office/drawing/2014/main" id="{A88B07F5-0025-82F3-3BC5-A607A8427A35}"/>
              </a:ext>
            </a:extLst>
          </p:cNvPr>
          <p:cNvSpPr/>
          <p:nvPr/>
        </p:nvSpPr>
        <p:spPr>
          <a:xfrm>
            <a:off x="3444818" y="2703547"/>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6" name="矩形 55">
            <a:extLst>
              <a:ext uri="{FF2B5EF4-FFF2-40B4-BE49-F238E27FC236}">
                <a16:creationId xmlns:a16="http://schemas.microsoft.com/office/drawing/2014/main" id="{C8B51F15-7DC3-96B9-92BD-BA27AF65AFEF}"/>
              </a:ext>
            </a:extLst>
          </p:cNvPr>
          <p:cNvSpPr/>
          <p:nvPr/>
        </p:nvSpPr>
        <p:spPr>
          <a:xfrm>
            <a:off x="1380763" y="2875773"/>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7" name="矩形 56">
            <a:extLst>
              <a:ext uri="{FF2B5EF4-FFF2-40B4-BE49-F238E27FC236}">
                <a16:creationId xmlns:a16="http://schemas.microsoft.com/office/drawing/2014/main" id="{A0AC9A25-2B36-C5AE-8DF0-D85EBC0FD124}"/>
              </a:ext>
            </a:extLst>
          </p:cNvPr>
          <p:cNvSpPr/>
          <p:nvPr/>
        </p:nvSpPr>
        <p:spPr>
          <a:xfrm>
            <a:off x="1552989" y="2875773"/>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8" name="矩形 57">
            <a:extLst>
              <a:ext uri="{FF2B5EF4-FFF2-40B4-BE49-F238E27FC236}">
                <a16:creationId xmlns:a16="http://schemas.microsoft.com/office/drawing/2014/main" id="{9E97AF70-7CF2-7242-112E-529B59F202B1}"/>
              </a:ext>
            </a:extLst>
          </p:cNvPr>
          <p:cNvSpPr/>
          <p:nvPr/>
        </p:nvSpPr>
        <p:spPr>
          <a:xfrm>
            <a:off x="1725215" y="2875773"/>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9" name="矩形 58">
            <a:extLst>
              <a:ext uri="{FF2B5EF4-FFF2-40B4-BE49-F238E27FC236}">
                <a16:creationId xmlns:a16="http://schemas.microsoft.com/office/drawing/2014/main" id="{D83958A2-8EC5-6879-A5CA-3C9C84A40D55}"/>
              </a:ext>
            </a:extLst>
          </p:cNvPr>
          <p:cNvSpPr/>
          <p:nvPr/>
        </p:nvSpPr>
        <p:spPr>
          <a:xfrm>
            <a:off x="1897441" y="2875773"/>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0" name="矩形 59">
            <a:extLst>
              <a:ext uri="{FF2B5EF4-FFF2-40B4-BE49-F238E27FC236}">
                <a16:creationId xmlns:a16="http://schemas.microsoft.com/office/drawing/2014/main" id="{149833A5-9459-EF6C-45BF-FB9BA3E70367}"/>
              </a:ext>
            </a:extLst>
          </p:cNvPr>
          <p:cNvSpPr/>
          <p:nvPr/>
        </p:nvSpPr>
        <p:spPr>
          <a:xfrm>
            <a:off x="2069667" y="2875773"/>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1" name="矩形 60">
            <a:extLst>
              <a:ext uri="{FF2B5EF4-FFF2-40B4-BE49-F238E27FC236}">
                <a16:creationId xmlns:a16="http://schemas.microsoft.com/office/drawing/2014/main" id="{4513E24F-B029-FCA1-750D-D3C05FD47CEB}"/>
              </a:ext>
            </a:extLst>
          </p:cNvPr>
          <p:cNvSpPr/>
          <p:nvPr/>
        </p:nvSpPr>
        <p:spPr>
          <a:xfrm>
            <a:off x="2241893" y="2875773"/>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2" name="矩形 61">
            <a:extLst>
              <a:ext uri="{FF2B5EF4-FFF2-40B4-BE49-F238E27FC236}">
                <a16:creationId xmlns:a16="http://schemas.microsoft.com/office/drawing/2014/main" id="{8757D409-2897-2CF1-10B9-F24584AC05F1}"/>
              </a:ext>
            </a:extLst>
          </p:cNvPr>
          <p:cNvSpPr/>
          <p:nvPr/>
        </p:nvSpPr>
        <p:spPr>
          <a:xfrm>
            <a:off x="2414119" y="2875773"/>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3" name="矩形 62">
            <a:extLst>
              <a:ext uri="{FF2B5EF4-FFF2-40B4-BE49-F238E27FC236}">
                <a16:creationId xmlns:a16="http://schemas.microsoft.com/office/drawing/2014/main" id="{38A9FEAD-7E02-70F6-0B19-12230CC4A103}"/>
              </a:ext>
            </a:extLst>
          </p:cNvPr>
          <p:cNvSpPr/>
          <p:nvPr/>
        </p:nvSpPr>
        <p:spPr>
          <a:xfrm>
            <a:off x="2583688" y="2875773"/>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4" name="矩形 63">
            <a:extLst>
              <a:ext uri="{FF2B5EF4-FFF2-40B4-BE49-F238E27FC236}">
                <a16:creationId xmlns:a16="http://schemas.microsoft.com/office/drawing/2014/main" id="{FB7813AA-69D6-FA4D-517A-DEAD66987C21}"/>
              </a:ext>
            </a:extLst>
          </p:cNvPr>
          <p:cNvSpPr/>
          <p:nvPr/>
        </p:nvSpPr>
        <p:spPr>
          <a:xfrm>
            <a:off x="2755914" y="2875773"/>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5" name="矩形 64">
            <a:extLst>
              <a:ext uri="{FF2B5EF4-FFF2-40B4-BE49-F238E27FC236}">
                <a16:creationId xmlns:a16="http://schemas.microsoft.com/office/drawing/2014/main" id="{C3B24D1F-B2DE-BEF9-7494-5B069616FB87}"/>
              </a:ext>
            </a:extLst>
          </p:cNvPr>
          <p:cNvSpPr/>
          <p:nvPr/>
        </p:nvSpPr>
        <p:spPr>
          <a:xfrm>
            <a:off x="2928140" y="2875773"/>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6" name="矩形 65">
            <a:extLst>
              <a:ext uri="{FF2B5EF4-FFF2-40B4-BE49-F238E27FC236}">
                <a16:creationId xmlns:a16="http://schemas.microsoft.com/office/drawing/2014/main" id="{D5C362F3-9573-A702-569F-D77C94E7A322}"/>
              </a:ext>
            </a:extLst>
          </p:cNvPr>
          <p:cNvSpPr/>
          <p:nvPr/>
        </p:nvSpPr>
        <p:spPr>
          <a:xfrm>
            <a:off x="3100366" y="2875773"/>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7" name="矩形 66">
            <a:extLst>
              <a:ext uri="{FF2B5EF4-FFF2-40B4-BE49-F238E27FC236}">
                <a16:creationId xmlns:a16="http://schemas.microsoft.com/office/drawing/2014/main" id="{64DEE404-FFCB-757B-9BBE-41E300EED6DE}"/>
              </a:ext>
            </a:extLst>
          </p:cNvPr>
          <p:cNvSpPr/>
          <p:nvPr/>
        </p:nvSpPr>
        <p:spPr>
          <a:xfrm>
            <a:off x="3272592" y="2875773"/>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8" name="矩形 67">
            <a:extLst>
              <a:ext uri="{FF2B5EF4-FFF2-40B4-BE49-F238E27FC236}">
                <a16:creationId xmlns:a16="http://schemas.microsoft.com/office/drawing/2014/main" id="{E0FFB837-ABED-56CB-8F44-A47D05651143}"/>
              </a:ext>
            </a:extLst>
          </p:cNvPr>
          <p:cNvSpPr/>
          <p:nvPr/>
        </p:nvSpPr>
        <p:spPr>
          <a:xfrm>
            <a:off x="3444818" y="2875773"/>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9" name="矩形 68">
            <a:extLst>
              <a:ext uri="{FF2B5EF4-FFF2-40B4-BE49-F238E27FC236}">
                <a16:creationId xmlns:a16="http://schemas.microsoft.com/office/drawing/2014/main" id="{F996CDBA-4892-B5CB-D0C8-6C8D3B34BB66}"/>
              </a:ext>
            </a:extLst>
          </p:cNvPr>
          <p:cNvSpPr/>
          <p:nvPr/>
        </p:nvSpPr>
        <p:spPr>
          <a:xfrm>
            <a:off x="1380763" y="3047999"/>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0" name="矩形 69">
            <a:extLst>
              <a:ext uri="{FF2B5EF4-FFF2-40B4-BE49-F238E27FC236}">
                <a16:creationId xmlns:a16="http://schemas.microsoft.com/office/drawing/2014/main" id="{A1A669EE-440F-1101-C6BD-6F96E7B65466}"/>
              </a:ext>
            </a:extLst>
          </p:cNvPr>
          <p:cNvSpPr/>
          <p:nvPr/>
        </p:nvSpPr>
        <p:spPr>
          <a:xfrm>
            <a:off x="1552989" y="3047999"/>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1" name="矩形 70">
            <a:extLst>
              <a:ext uri="{FF2B5EF4-FFF2-40B4-BE49-F238E27FC236}">
                <a16:creationId xmlns:a16="http://schemas.microsoft.com/office/drawing/2014/main" id="{17FF2095-0F8A-509D-CA16-45F0BDA923D3}"/>
              </a:ext>
            </a:extLst>
          </p:cNvPr>
          <p:cNvSpPr/>
          <p:nvPr/>
        </p:nvSpPr>
        <p:spPr>
          <a:xfrm>
            <a:off x="1725215" y="3047999"/>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2" name="矩形 71">
            <a:extLst>
              <a:ext uri="{FF2B5EF4-FFF2-40B4-BE49-F238E27FC236}">
                <a16:creationId xmlns:a16="http://schemas.microsoft.com/office/drawing/2014/main" id="{6102DCD0-8F01-F7F7-AFEF-2837BA24C88A}"/>
              </a:ext>
            </a:extLst>
          </p:cNvPr>
          <p:cNvSpPr/>
          <p:nvPr/>
        </p:nvSpPr>
        <p:spPr>
          <a:xfrm>
            <a:off x="1897441" y="3047999"/>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3" name="矩形 72">
            <a:extLst>
              <a:ext uri="{FF2B5EF4-FFF2-40B4-BE49-F238E27FC236}">
                <a16:creationId xmlns:a16="http://schemas.microsoft.com/office/drawing/2014/main" id="{95DDF70C-1EB1-FCAB-603F-D6BAC9DDBE98}"/>
              </a:ext>
            </a:extLst>
          </p:cNvPr>
          <p:cNvSpPr/>
          <p:nvPr/>
        </p:nvSpPr>
        <p:spPr>
          <a:xfrm>
            <a:off x="2069667" y="3047999"/>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4" name="矩形 73">
            <a:extLst>
              <a:ext uri="{FF2B5EF4-FFF2-40B4-BE49-F238E27FC236}">
                <a16:creationId xmlns:a16="http://schemas.microsoft.com/office/drawing/2014/main" id="{E3BDB3EE-F2F0-69F3-2FEF-8DB606D6C81B}"/>
              </a:ext>
            </a:extLst>
          </p:cNvPr>
          <p:cNvSpPr/>
          <p:nvPr/>
        </p:nvSpPr>
        <p:spPr>
          <a:xfrm>
            <a:off x="2241893" y="3047999"/>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5" name="矩形 74">
            <a:extLst>
              <a:ext uri="{FF2B5EF4-FFF2-40B4-BE49-F238E27FC236}">
                <a16:creationId xmlns:a16="http://schemas.microsoft.com/office/drawing/2014/main" id="{C0C20C5B-82C1-78F4-5C99-4132A0E9901C}"/>
              </a:ext>
            </a:extLst>
          </p:cNvPr>
          <p:cNvSpPr/>
          <p:nvPr/>
        </p:nvSpPr>
        <p:spPr>
          <a:xfrm>
            <a:off x="2414119" y="3047999"/>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6" name="矩形 75">
            <a:extLst>
              <a:ext uri="{FF2B5EF4-FFF2-40B4-BE49-F238E27FC236}">
                <a16:creationId xmlns:a16="http://schemas.microsoft.com/office/drawing/2014/main" id="{ABA60A55-8C14-72E5-D9D3-F1F494332A5A}"/>
              </a:ext>
            </a:extLst>
          </p:cNvPr>
          <p:cNvSpPr/>
          <p:nvPr/>
        </p:nvSpPr>
        <p:spPr>
          <a:xfrm>
            <a:off x="2583688" y="3047999"/>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7" name="矩形 76">
            <a:extLst>
              <a:ext uri="{FF2B5EF4-FFF2-40B4-BE49-F238E27FC236}">
                <a16:creationId xmlns:a16="http://schemas.microsoft.com/office/drawing/2014/main" id="{75141441-4D52-4027-6A14-D7CB7EF4169A}"/>
              </a:ext>
            </a:extLst>
          </p:cNvPr>
          <p:cNvSpPr/>
          <p:nvPr/>
        </p:nvSpPr>
        <p:spPr>
          <a:xfrm>
            <a:off x="2755914" y="3047999"/>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8" name="矩形 77">
            <a:extLst>
              <a:ext uri="{FF2B5EF4-FFF2-40B4-BE49-F238E27FC236}">
                <a16:creationId xmlns:a16="http://schemas.microsoft.com/office/drawing/2014/main" id="{514DAC0B-A132-E28B-E5A2-1A5CCCAB03C8}"/>
              </a:ext>
            </a:extLst>
          </p:cNvPr>
          <p:cNvSpPr/>
          <p:nvPr/>
        </p:nvSpPr>
        <p:spPr>
          <a:xfrm>
            <a:off x="2928140" y="3047999"/>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9" name="矩形 78">
            <a:extLst>
              <a:ext uri="{FF2B5EF4-FFF2-40B4-BE49-F238E27FC236}">
                <a16:creationId xmlns:a16="http://schemas.microsoft.com/office/drawing/2014/main" id="{5A87865A-23EE-A9A8-D9AF-6E6B96128C22}"/>
              </a:ext>
            </a:extLst>
          </p:cNvPr>
          <p:cNvSpPr/>
          <p:nvPr/>
        </p:nvSpPr>
        <p:spPr>
          <a:xfrm>
            <a:off x="3100366" y="3047999"/>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0" name="矩形 79">
            <a:extLst>
              <a:ext uri="{FF2B5EF4-FFF2-40B4-BE49-F238E27FC236}">
                <a16:creationId xmlns:a16="http://schemas.microsoft.com/office/drawing/2014/main" id="{561B5AD6-D925-7C3A-55E1-5C812F12AA02}"/>
              </a:ext>
            </a:extLst>
          </p:cNvPr>
          <p:cNvSpPr/>
          <p:nvPr/>
        </p:nvSpPr>
        <p:spPr>
          <a:xfrm>
            <a:off x="3272592" y="3047999"/>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1" name="矩形 80">
            <a:extLst>
              <a:ext uri="{FF2B5EF4-FFF2-40B4-BE49-F238E27FC236}">
                <a16:creationId xmlns:a16="http://schemas.microsoft.com/office/drawing/2014/main" id="{EC60ECD5-374C-12E0-762D-593DAF5896F9}"/>
              </a:ext>
            </a:extLst>
          </p:cNvPr>
          <p:cNvSpPr/>
          <p:nvPr/>
        </p:nvSpPr>
        <p:spPr>
          <a:xfrm>
            <a:off x="3444818" y="3047999"/>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2" name="矩形 81">
            <a:extLst>
              <a:ext uri="{FF2B5EF4-FFF2-40B4-BE49-F238E27FC236}">
                <a16:creationId xmlns:a16="http://schemas.microsoft.com/office/drawing/2014/main" id="{ADFB2E7D-7F71-C143-9B67-34FFB0650F39}"/>
              </a:ext>
            </a:extLst>
          </p:cNvPr>
          <p:cNvSpPr/>
          <p:nvPr/>
        </p:nvSpPr>
        <p:spPr>
          <a:xfrm>
            <a:off x="1380763" y="3220225"/>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3" name="矩形 82">
            <a:extLst>
              <a:ext uri="{FF2B5EF4-FFF2-40B4-BE49-F238E27FC236}">
                <a16:creationId xmlns:a16="http://schemas.microsoft.com/office/drawing/2014/main" id="{BB68230A-7046-CE55-BDE0-936EFB96C38C}"/>
              </a:ext>
            </a:extLst>
          </p:cNvPr>
          <p:cNvSpPr/>
          <p:nvPr/>
        </p:nvSpPr>
        <p:spPr>
          <a:xfrm>
            <a:off x="1552989" y="322022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4" name="矩形 83">
            <a:extLst>
              <a:ext uri="{FF2B5EF4-FFF2-40B4-BE49-F238E27FC236}">
                <a16:creationId xmlns:a16="http://schemas.microsoft.com/office/drawing/2014/main" id="{AA27CF29-19F3-28DD-DD60-721B19DE8830}"/>
              </a:ext>
            </a:extLst>
          </p:cNvPr>
          <p:cNvSpPr/>
          <p:nvPr/>
        </p:nvSpPr>
        <p:spPr>
          <a:xfrm>
            <a:off x="1725215" y="322022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5" name="矩形 84">
            <a:extLst>
              <a:ext uri="{FF2B5EF4-FFF2-40B4-BE49-F238E27FC236}">
                <a16:creationId xmlns:a16="http://schemas.microsoft.com/office/drawing/2014/main" id="{98B4F2B0-D35D-2419-4D5A-3C99D5F62193}"/>
              </a:ext>
            </a:extLst>
          </p:cNvPr>
          <p:cNvSpPr/>
          <p:nvPr/>
        </p:nvSpPr>
        <p:spPr>
          <a:xfrm>
            <a:off x="1897441" y="322022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6" name="矩形 85">
            <a:extLst>
              <a:ext uri="{FF2B5EF4-FFF2-40B4-BE49-F238E27FC236}">
                <a16:creationId xmlns:a16="http://schemas.microsoft.com/office/drawing/2014/main" id="{16CA2E64-F9AE-BF2D-243C-782DA7BDF8F6}"/>
              </a:ext>
            </a:extLst>
          </p:cNvPr>
          <p:cNvSpPr/>
          <p:nvPr/>
        </p:nvSpPr>
        <p:spPr>
          <a:xfrm>
            <a:off x="2069667" y="322022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7" name="矩形 86">
            <a:extLst>
              <a:ext uri="{FF2B5EF4-FFF2-40B4-BE49-F238E27FC236}">
                <a16:creationId xmlns:a16="http://schemas.microsoft.com/office/drawing/2014/main" id="{ED52C4D1-A162-2936-ECC8-FB25972E029D}"/>
              </a:ext>
            </a:extLst>
          </p:cNvPr>
          <p:cNvSpPr/>
          <p:nvPr/>
        </p:nvSpPr>
        <p:spPr>
          <a:xfrm>
            <a:off x="2241893" y="322022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8" name="矩形 87">
            <a:extLst>
              <a:ext uri="{FF2B5EF4-FFF2-40B4-BE49-F238E27FC236}">
                <a16:creationId xmlns:a16="http://schemas.microsoft.com/office/drawing/2014/main" id="{E8A13E55-5BF2-07C2-E72B-478C0DFC501F}"/>
              </a:ext>
            </a:extLst>
          </p:cNvPr>
          <p:cNvSpPr/>
          <p:nvPr/>
        </p:nvSpPr>
        <p:spPr>
          <a:xfrm>
            <a:off x="2414119" y="322022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9" name="矩形 88">
            <a:extLst>
              <a:ext uri="{FF2B5EF4-FFF2-40B4-BE49-F238E27FC236}">
                <a16:creationId xmlns:a16="http://schemas.microsoft.com/office/drawing/2014/main" id="{0E5F4762-5840-BAC1-65AB-6C47EEE99A6B}"/>
              </a:ext>
            </a:extLst>
          </p:cNvPr>
          <p:cNvSpPr/>
          <p:nvPr/>
        </p:nvSpPr>
        <p:spPr>
          <a:xfrm>
            <a:off x="2583688" y="322022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0" name="矩形 89">
            <a:extLst>
              <a:ext uri="{FF2B5EF4-FFF2-40B4-BE49-F238E27FC236}">
                <a16:creationId xmlns:a16="http://schemas.microsoft.com/office/drawing/2014/main" id="{BA4445AB-B588-25A9-E76C-1EB5F08DBCB3}"/>
              </a:ext>
            </a:extLst>
          </p:cNvPr>
          <p:cNvSpPr/>
          <p:nvPr/>
        </p:nvSpPr>
        <p:spPr>
          <a:xfrm>
            <a:off x="2755914" y="322022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1" name="矩形 90">
            <a:extLst>
              <a:ext uri="{FF2B5EF4-FFF2-40B4-BE49-F238E27FC236}">
                <a16:creationId xmlns:a16="http://schemas.microsoft.com/office/drawing/2014/main" id="{6AE2BC2E-B749-7835-993F-8691BC0C3A83}"/>
              </a:ext>
            </a:extLst>
          </p:cNvPr>
          <p:cNvSpPr/>
          <p:nvPr/>
        </p:nvSpPr>
        <p:spPr>
          <a:xfrm>
            <a:off x="2928140" y="322022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2" name="矩形 91">
            <a:extLst>
              <a:ext uri="{FF2B5EF4-FFF2-40B4-BE49-F238E27FC236}">
                <a16:creationId xmlns:a16="http://schemas.microsoft.com/office/drawing/2014/main" id="{28E0B3E8-C8C3-0BDB-F9A1-256CE7FE8663}"/>
              </a:ext>
            </a:extLst>
          </p:cNvPr>
          <p:cNvSpPr/>
          <p:nvPr/>
        </p:nvSpPr>
        <p:spPr>
          <a:xfrm>
            <a:off x="3100366" y="322022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3" name="矩形 92">
            <a:extLst>
              <a:ext uri="{FF2B5EF4-FFF2-40B4-BE49-F238E27FC236}">
                <a16:creationId xmlns:a16="http://schemas.microsoft.com/office/drawing/2014/main" id="{68B8EC71-661B-3C9D-EE90-0E1300E9A43D}"/>
              </a:ext>
            </a:extLst>
          </p:cNvPr>
          <p:cNvSpPr/>
          <p:nvPr/>
        </p:nvSpPr>
        <p:spPr>
          <a:xfrm>
            <a:off x="3272592" y="322022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4" name="矩形 93">
            <a:extLst>
              <a:ext uri="{FF2B5EF4-FFF2-40B4-BE49-F238E27FC236}">
                <a16:creationId xmlns:a16="http://schemas.microsoft.com/office/drawing/2014/main" id="{F6ECDA48-4374-C048-20D7-03A236D5E27C}"/>
              </a:ext>
            </a:extLst>
          </p:cNvPr>
          <p:cNvSpPr/>
          <p:nvPr/>
        </p:nvSpPr>
        <p:spPr>
          <a:xfrm>
            <a:off x="3444818" y="322022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5" name="矩形 94">
            <a:extLst>
              <a:ext uri="{FF2B5EF4-FFF2-40B4-BE49-F238E27FC236}">
                <a16:creationId xmlns:a16="http://schemas.microsoft.com/office/drawing/2014/main" id="{EA182D14-0E2F-8EE3-E7B9-3D0A74E7B94A}"/>
              </a:ext>
            </a:extLst>
          </p:cNvPr>
          <p:cNvSpPr/>
          <p:nvPr/>
        </p:nvSpPr>
        <p:spPr>
          <a:xfrm>
            <a:off x="1380763" y="3392451"/>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6" name="矩形 95">
            <a:extLst>
              <a:ext uri="{FF2B5EF4-FFF2-40B4-BE49-F238E27FC236}">
                <a16:creationId xmlns:a16="http://schemas.microsoft.com/office/drawing/2014/main" id="{75DFDC08-E152-045A-AC2F-171C4F4AE256}"/>
              </a:ext>
            </a:extLst>
          </p:cNvPr>
          <p:cNvSpPr/>
          <p:nvPr/>
        </p:nvSpPr>
        <p:spPr>
          <a:xfrm>
            <a:off x="1552989" y="3392451"/>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7" name="矩形 96">
            <a:extLst>
              <a:ext uri="{FF2B5EF4-FFF2-40B4-BE49-F238E27FC236}">
                <a16:creationId xmlns:a16="http://schemas.microsoft.com/office/drawing/2014/main" id="{44E2E77F-0F7C-38FF-BC5D-C26EA46FFCC4}"/>
              </a:ext>
            </a:extLst>
          </p:cNvPr>
          <p:cNvSpPr/>
          <p:nvPr/>
        </p:nvSpPr>
        <p:spPr>
          <a:xfrm>
            <a:off x="1725215" y="3392451"/>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8" name="矩形 97">
            <a:extLst>
              <a:ext uri="{FF2B5EF4-FFF2-40B4-BE49-F238E27FC236}">
                <a16:creationId xmlns:a16="http://schemas.microsoft.com/office/drawing/2014/main" id="{97ED243B-54ED-7869-8B1D-B796107A2456}"/>
              </a:ext>
            </a:extLst>
          </p:cNvPr>
          <p:cNvSpPr/>
          <p:nvPr/>
        </p:nvSpPr>
        <p:spPr>
          <a:xfrm>
            <a:off x="1897441" y="3392451"/>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9" name="矩形 98">
            <a:extLst>
              <a:ext uri="{FF2B5EF4-FFF2-40B4-BE49-F238E27FC236}">
                <a16:creationId xmlns:a16="http://schemas.microsoft.com/office/drawing/2014/main" id="{1E4ED45D-2F90-47EA-6FB7-B8C1B5AAC08B}"/>
              </a:ext>
            </a:extLst>
          </p:cNvPr>
          <p:cNvSpPr/>
          <p:nvPr/>
        </p:nvSpPr>
        <p:spPr>
          <a:xfrm>
            <a:off x="2069667" y="3392451"/>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0" name="矩形 99">
            <a:extLst>
              <a:ext uri="{FF2B5EF4-FFF2-40B4-BE49-F238E27FC236}">
                <a16:creationId xmlns:a16="http://schemas.microsoft.com/office/drawing/2014/main" id="{54D3EF42-8E44-1E29-C94A-FBCCDB621236}"/>
              </a:ext>
            </a:extLst>
          </p:cNvPr>
          <p:cNvSpPr/>
          <p:nvPr/>
        </p:nvSpPr>
        <p:spPr>
          <a:xfrm>
            <a:off x="2241893" y="3392451"/>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1" name="矩形 100">
            <a:extLst>
              <a:ext uri="{FF2B5EF4-FFF2-40B4-BE49-F238E27FC236}">
                <a16:creationId xmlns:a16="http://schemas.microsoft.com/office/drawing/2014/main" id="{76EAA53D-6CB1-7926-B58D-86E1F294C49B}"/>
              </a:ext>
            </a:extLst>
          </p:cNvPr>
          <p:cNvSpPr/>
          <p:nvPr/>
        </p:nvSpPr>
        <p:spPr>
          <a:xfrm>
            <a:off x="2414119" y="3392451"/>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2" name="矩形 101">
            <a:extLst>
              <a:ext uri="{FF2B5EF4-FFF2-40B4-BE49-F238E27FC236}">
                <a16:creationId xmlns:a16="http://schemas.microsoft.com/office/drawing/2014/main" id="{7A45F07A-29D7-0DC5-B3CD-D049D591FDBA}"/>
              </a:ext>
            </a:extLst>
          </p:cNvPr>
          <p:cNvSpPr/>
          <p:nvPr/>
        </p:nvSpPr>
        <p:spPr>
          <a:xfrm>
            <a:off x="2583688" y="3392451"/>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3" name="矩形 102">
            <a:extLst>
              <a:ext uri="{FF2B5EF4-FFF2-40B4-BE49-F238E27FC236}">
                <a16:creationId xmlns:a16="http://schemas.microsoft.com/office/drawing/2014/main" id="{20B1D3B1-BD8F-DFBA-53AF-B6033CCE241A}"/>
              </a:ext>
            </a:extLst>
          </p:cNvPr>
          <p:cNvSpPr/>
          <p:nvPr/>
        </p:nvSpPr>
        <p:spPr>
          <a:xfrm>
            <a:off x="2755914" y="3392451"/>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4" name="矩形 103">
            <a:extLst>
              <a:ext uri="{FF2B5EF4-FFF2-40B4-BE49-F238E27FC236}">
                <a16:creationId xmlns:a16="http://schemas.microsoft.com/office/drawing/2014/main" id="{87953971-347B-2545-6959-CA791B959E20}"/>
              </a:ext>
            </a:extLst>
          </p:cNvPr>
          <p:cNvSpPr/>
          <p:nvPr/>
        </p:nvSpPr>
        <p:spPr>
          <a:xfrm>
            <a:off x="2928140" y="3392451"/>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5" name="矩形 104">
            <a:extLst>
              <a:ext uri="{FF2B5EF4-FFF2-40B4-BE49-F238E27FC236}">
                <a16:creationId xmlns:a16="http://schemas.microsoft.com/office/drawing/2014/main" id="{3BEEBEE3-0481-17DA-A2C7-24514CCAD46B}"/>
              </a:ext>
            </a:extLst>
          </p:cNvPr>
          <p:cNvSpPr/>
          <p:nvPr/>
        </p:nvSpPr>
        <p:spPr>
          <a:xfrm>
            <a:off x="3100366" y="3392451"/>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6" name="矩形 105">
            <a:extLst>
              <a:ext uri="{FF2B5EF4-FFF2-40B4-BE49-F238E27FC236}">
                <a16:creationId xmlns:a16="http://schemas.microsoft.com/office/drawing/2014/main" id="{114CB088-6D61-7C26-69CE-40CA4039E70F}"/>
              </a:ext>
            </a:extLst>
          </p:cNvPr>
          <p:cNvSpPr/>
          <p:nvPr/>
        </p:nvSpPr>
        <p:spPr>
          <a:xfrm>
            <a:off x="3272592" y="3392451"/>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7" name="矩形 106">
            <a:extLst>
              <a:ext uri="{FF2B5EF4-FFF2-40B4-BE49-F238E27FC236}">
                <a16:creationId xmlns:a16="http://schemas.microsoft.com/office/drawing/2014/main" id="{47F2FC4D-D3ED-4DC1-F958-C7BAC9078F7E}"/>
              </a:ext>
            </a:extLst>
          </p:cNvPr>
          <p:cNvSpPr/>
          <p:nvPr/>
        </p:nvSpPr>
        <p:spPr>
          <a:xfrm>
            <a:off x="3444818" y="3392451"/>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8" name="矩形 107">
            <a:extLst>
              <a:ext uri="{FF2B5EF4-FFF2-40B4-BE49-F238E27FC236}">
                <a16:creationId xmlns:a16="http://schemas.microsoft.com/office/drawing/2014/main" id="{7A992C1F-1C52-AE2B-D9D6-D1140958ED54}"/>
              </a:ext>
            </a:extLst>
          </p:cNvPr>
          <p:cNvSpPr/>
          <p:nvPr/>
        </p:nvSpPr>
        <p:spPr>
          <a:xfrm>
            <a:off x="1380763" y="3564677"/>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9" name="矩形 108">
            <a:extLst>
              <a:ext uri="{FF2B5EF4-FFF2-40B4-BE49-F238E27FC236}">
                <a16:creationId xmlns:a16="http://schemas.microsoft.com/office/drawing/2014/main" id="{AEAA0099-7062-1C86-D75A-84D15A0E0AC9}"/>
              </a:ext>
            </a:extLst>
          </p:cNvPr>
          <p:cNvSpPr/>
          <p:nvPr/>
        </p:nvSpPr>
        <p:spPr>
          <a:xfrm>
            <a:off x="1552989" y="3564677"/>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0" name="矩形 109">
            <a:extLst>
              <a:ext uri="{FF2B5EF4-FFF2-40B4-BE49-F238E27FC236}">
                <a16:creationId xmlns:a16="http://schemas.microsoft.com/office/drawing/2014/main" id="{64CEE337-ECAB-7A80-E14B-C95E97E7F2FE}"/>
              </a:ext>
            </a:extLst>
          </p:cNvPr>
          <p:cNvSpPr/>
          <p:nvPr/>
        </p:nvSpPr>
        <p:spPr>
          <a:xfrm>
            <a:off x="1725215" y="3564677"/>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1" name="矩形 110">
            <a:extLst>
              <a:ext uri="{FF2B5EF4-FFF2-40B4-BE49-F238E27FC236}">
                <a16:creationId xmlns:a16="http://schemas.microsoft.com/office/drawing/2014/main" id="{276A35BA-D2A9-7E79-6590-F27DB899A252}"/>
              </a:ext>
            </a:extLst>
          </p:cNvPr>
          <p:cNvSpPr/>
          <p:nvPr/>
        </p:nvSpPr>
        <p:spPr>
          <a:xfrm>
            <a:off x="1897441" y="3564677"/>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2" name="矩形 111">
            <a:extLst>
              <a:ext uri="{FF2B5EF4-FFF2-40B4-BE49-F238E27FC236}">
                <a16:creationId xmlns:a16="http://schemas.microsoft.com/office/drawing/2014/main" id="{4382EF53-B3C3-67C6-FA58-C0DCAA40B554}"/>
              </a:ext>
            </a:extLst>
          </p:cNvPr>
          <p:cNvSpPr/>
          <p:nvPr/>
        </p:nvSpPr>
        <p:spPr>
          <a:xfrm>
            <a:off x="2069667" y="3564677"/>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3" name="矩形 112">
            <a:extLst>
              <a:ext uri="{FF2B5EF4-FFF2-40B4-BE49-F238E27FC236}">
                <a16:creationId xmlns:a16="http://schemas.microsoft.com/office/drawing/2014/main" id="{0F034D03-ADDA-9425-C812-E0BA266B5CEB}"/>
              </a:ext>
            </a:extLst>
          </p:cNvPr>
          <p:cNvSpPr/>
          <p:nvPr/>
        </p:nvSpPr>
        <p:spPr>
          <a:xfrm>
            <a:off x="2241893" y="3564677"/>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4" name="矩形 113">
            <a:extLst>
              <a:ext uri="{FF2B5EF4-FFF2-40B4-BE49-F238E27FC236}">
                <a16:creationId xmlns:a16="http://schemas.microsoft.com/office/drawing/2014/main" id="{5CD5E806-1B92-2817-A5CB-8E1B5BEB38BB}"/>
              </a:ext>
            </a:extLst>
          </p:cNvPr>
          <p:cNvSpPr/>
          <p:nvPr/>
        </p:nvSpPr>
        <p:spPr>
          <a:xfrm>
            <a:off x="2414119" y="3564677"/>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5" name="矩形 114">
            <a:extLst>
              <a:ext uri="{FF2B5EF4-FFF2-40B4-BE49-F238E27FC236}">
                <a16:creationId xmlns:a16="http://schemas.microsoft.com/office/drawing/2014/main" id="{0F53A320-A023-1882-439D-405A6534AA39}"/>
              </a:ext>
            </a:extLst>
          </p:cNvPr>
          <p:cNvSpPr/>
          <p:nvPr/>
        </p:nvSpPr>
        <p:spPr>
          <a:xfrm>
            <a:off x="2583688" y="3564677"/>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6" name="矩形 115">
            <a:extLst>
              <a:ext uri="{FF2B5EF4-FFF2-40B4-BE49-F238E27FC236}">
                <a16:creationId xmlns:a16="http://schemas.microsoft.com/office/drawing/2014/main" id="{8234FB30-1758-B0E6-D504-346497C90CB8}"/>
              </a:ext>
            </a:extLst>
          </p:cNvPr>
          <p:cNvSpPr/>
          <p:nvPr/>
        </p:nvSpPr>
        <p:spPr>
          <a:xfrm>
            <a:off x="2755914" y="3564677"/>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7" name="矩形 116">
            <a:extLst>
              <a:ext uri="{FF2B5EF4-FFF2-40B4-BE49-F238E27FC236}">
                <a16:creationId xmlns:a16="http://schemas.microsoft.com/office/drawing/2014/main" id="{5D4F47D2-21FF-D24A-0669-071FBAA1757D}"/>
              </a:ext>
            </a:extLst>
          </p:cNvPr>
          <p:cNvSpPr/>
          <p:nvPr/>
        </p:nvSpPr>
        <p:spPr>
          <a:xfrm>
            <a:off x="2928140" y="3564677"/>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8" name="矩形 117">
            <a:extLst>
              <a:ext uri="{FF2B5EF4-FFF2-40B4-BE49-F238E27FC236}">
                <a16:creationId xmlns:a16="http://schemas.microsoft.com/office/drawing/2014/main" id="{B5E9F27F-F12D-79E3-941C-0E25D28692A0}"/>
              </a:ext>
            </a:extLst>
          </p:cNvPr>
          <p:cNvSpPr/>
          <p:nvPr/>
        </p:nvSpPr>
        <p:spPr>
          <a:xfrm>
            <a:off x="3100366" y="3564677"/>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9" name="矩形 118">
            <a:extLst>
              <a:ext uri="{FF2B5EF4-FFF2-40B4-BE49-F238E27FC236}">
                <a16:creationId xmlns:a16="http://schemas.microsoft.com/office/drawing/2014/main" id="{D2898D7E-B8B6-B2FF-5382-39D2B53E84D1}"/>
              </a:ext>
            </a:extLst>
          </p:cNvPr>
          <p:cNvSpPr/>
          <p:nvPr/>
        </p:nvSpPr>
        <p:spPr>
          <a:xfrm>
            <a:off x="3272592" y="3564677"/>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0" name="矩形 119">
            <a:extLst>
              <a:ext uri="{FF2B5EF4-FFF2-40B4-BE49-F238E27FC236}">
                <a16:creationId xmlns:a16="http://schemas.microsoft.com/office/drawing/2014/main" id="{360ED9AF-76D2-8C97-A577-C3FB7FC7F5A7}"/>
              </a:ext>
            </a:extLst>
          </p:cNvPr>
          <p:cNvSpPr/>
          <p:nvPr/>
        </p:nvSpPr>
        <p:spPr>
          <a:xfrm>
            <a:off x="3444818" y="3564677"/>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1" name="矩形 120">
            <a:extLst>
              <a:ext uri="{FF2B5EF4-FFF2-40B4-BE49-F238E27FC236}">
                <a16:creationId xmlns:a16="http://schemas.microsoft.com/office/drawing/2014/main" id="{C2F184E0-B4E8-5BFC-0F0A-6AB0B8B04131}"/>
              </a:ext>
            </a:extLst>
          </p:cNvPr>
          <p:cNvSpPr/>
          <p:nvPr/>
        </p:nvSpPr>
        <p:spPr>
          <a:xfrm>
            <a:off x="1380763" y="3736903"/>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2" name="矩形 121">
            <a:extLst>
              <a:ext uri="{FF2B5EF4-FFF2-40B4-BE49-F238E27FC236}">
                <a16:creationId xmlns:a16="http://schemas.microsoft.com/office/drawing/2014/main" id="{940F56A2-117E-5011-5601-C69DDB69EA78}"/>
              </a:ext>
            </a:extLst>
          </p:cNvPr>
          <p:cNvSpPr/>
          <p:nvPr/>
        </p:nvSpPr>
        <p:spPr>
          <a:xfrm>
            <a:off x="1552989" y="3736903"/>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3" name="矩形 122">
            <a:extLst>
              <a:ext uri="{FF2B5EF4-FFF2-40B4-BE49-F238E27FC236}">
                <a16:creationId xmlns:a16="http://schemas.microsoft.com/office/drawing/2014/main" id="{D30D48CD-AAA8-DE5A-AC17-00606F01E160}"/>
              </a:ext>
            </a:extLst>
          </p:cNvPr>
          <p:cNvSpPr/>
          <p:nvPr/>
        </p:nvSpPr>
        <p:spPr>
          <a:xfrm>
            <a:off x="1725215" y="3736903"/>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4" name="矩形 123">
            <a:extLst>
              <a:ext uri="{FF2B5EF4-FFF2-40B4-BE49-F238E27FC236}">
                <a16:creationId xmlns:a16="http://schemas.microsoft.com/office/drawing/2014/main" id="{2BF910DD-326B-985F-E120-865476FCF51B}"/>
              </a:ext>
            </a:extLst>
          </p:cNvPr>
          <p:cNvSpPr/>
          <p:nvPr/>
        </p:nvSpPr>
        <p:spPr>
          <a:xfrm>
            <a:off x="1897441" y="3736903"/>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5" name="矩形 124">
            <a:extLst>
              <a:ext uri="{FF2B5EF4-FFF2-40B4-BE49-F238E27FC236}">
                <a16:creationId xmlns:a16="http://schemas.microsoft.com/office/drawing/2014/main" id="{1A619BC5-2EE8-0C37-6B53-8B31CD604C54}"/>
              </a:ext>
            </a:extLst>
          </p:cNvPr>
          <p:cNvSpPr/>
          <p:nvPr/>
        </p:nvSpPr>
        <p:spPr>
          <a:xfrm>
            <a:off x="2069667" y="3736903"/>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6" name="矩形 125">
            <a:extLst>
              <a:ext uri="{FF2B5EF4-FFF2-40B4-BE49-F238E27FC236}">
                <a16:creationId xmlns:a16="http://schemas.microsoft.com/office/drawing/2014/main" id="{6D2D4F86-7614-0AB4-DD9C-394977B984A9}"/>
              </a:ext>
            </a:extLst>
          </p:cNvPr>
          <p:cNvSpPr/>
          <p:nvPr/>
        </p:nvSpPr>
        <p:spPr>
          <a:xfrm>
            <a:off x="2241893" y="3736903"/>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7" name="矩形 126">
            <a:extLst>
              <a:ext uri="{FF2B5EF4-FFF2-40B4-BE49-F238E27FC236}">
                <a16:creationId xmlns:a16="http://schemas.microsoft.com/office/drawing/2014/main" id="{17F8F455-8206-A5A6-A1FE-2AE3EA0315E3}"/>
              </a:ext>
            </a:extLst>
          </p:cNvPr>
          <p:cNvSpPr/>
          <p:nvPr/>
        </p:nvSpPr>
        <p:spPr>
          <a:xfrm>
            <a:off x="2414119" y="3736903"/>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8" name="矩形 127">
            <a:extLst>
              <a:ext uri="{FF2B5EF4-FFF2-40B4-BE49-F238E27FC236}">
                <a16:creationId xmlns:a16="http://schemas.microsoft.com/office/drawing/2014/main" id="{F152EA95-BFEF-EBAD-9290-10EEF44FBE99}"/>
              </a:ext>
            </a:extLst>
          </p:cNvPr>
          <p:cNvSpPr/>
          <p:nvPr/>
        </p:nvSpPr>
        <p:spPr>
          <a:xfrm>
            <a:off x="2583688" y="3736903"/>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9" name="矩形 128">
            <a:extLst>
              <a:ext uri="{FF2B5EF4-FFF2-40B4-BE49-F238E27FC236}">
                <a16:creationId xmlns:a16="http://schemas.microsoft.com/office/drawing/2014/main" id="{6213E422-FBEF-0B90-9E34-9286A054A795}"/>
              </a:ext>
            </a:extLst>
          </p:cNvPr>
          <p:cNvSpPr/>
          <p:nvPr/>
        </p:nvSpPr>
        <p:spPr>
          <a:xfrm>
            <a:off x="2755914" y="3736903"/>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0" name="矩形 129">
            <a:extLst>
              <a:ext uri="{FF2B5EF4-FFF2-40B4-BE49-F238E27FC236}">
                <a16:creationId xmlns:a16="http://schemas.microsoft.com/office/drawing/2014/main" id="{C4B9D01B-C370-6BAD-64A6-22B42D66EDD3}"/>
              </a:ext>
            </a:extLst>
          </p:cNvPr>
          <p:cNvSpPr/>
          <p:nvPr/>
        </p:nvSpPr>
        <p:spPr>
          <a:xfrm>
            <a:off x="2928140" y="3736903"/>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1" name="矩形 130">
            <a:extLst>
              <a:ext uri="{FF2B5EF4-FFF2-40B4-BE49-F238E27FC236}">
                <a16:creationId xmlns:a16="http://schemas.microsoft.com/office/drawing/2014/main" id="{7C01C3DC-2A13-4C00-5FE4-DDE536DB138C}"/>
              </a:ext>
            </a:extLst>
          </p:cNvPr>
          <p:cNvSpPr/>
          <p:nvPr/>
        </p:nvSpPr>
        <p:spPr>
          <a:xfrm>
            <a:off x="3100366" y="3736903"/>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2" name="矩形 131">
            <a:extLst>
              <a:ext uri="{FF2B5EF4-FFF2-40B4-BE49-F238E27FC236}">
                <a16:creationId xmlns:a16="http://schemas.microsoft.com/office/drawing/2014/main" id="{497E452F-569D-4595-BC61-21B9AC8D47A9}"/>
              </a:ext>
            </a:extLst>
          </p:cNvPr>
          <p:cNvSpPr/>
          <p:nvPr/>
        </p:nvSpPr>
        <p:spPr>
          <a:xfrm>
            <a:off x="3272592" y="3736903"/>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3" name="矩形 132">
            <a:extLst>
              <a:ext uri="{FF2B5EF4-FFF2-40B4-BE49-F238E27FC236}">
                <a16:creationId xmlns:a16="http://schemas.microsoft.com/office/drawing/2014/main" id="{52A7D297-E871-B55A-1974-199B25FEE57C}"/>
              </a:ext>
            </a:extLst>
          </p:cNvPr>
          <p:cNvSpPr/>
          <p:nvPr/>
        </p:nvSpPr>
        <p:spPr>
          <a:xfrm>
            <a:off x="3444818" y="3736903"/>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4" name="矩形 133">
            <a:extLst>
              <a:ext uri="{FF2B5EF4-FFF2-40B4-BE49-F238E27FC236}">
                <a16:creationId xmlns:a16="http://schemas.microsoft.com/office/drawing/2014/main" id="{86C72220-5D4E-5DC7-AC75-897088400B34}"/>
              </a:ext>
            </a:extLst>
          </p:cNvPr>
          <p:cNvSpPr/>
          <p:nvPr/>
        </p:nvSpPr>
        <p:spPr>
          <a:xfrm>
            <a:off x="1380763" y="3909129"/>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5" name="矩形 134">
            <a:extLst>
              <a:ext uri="{FF2B5EF4-FFF2-40B4-BE49-F238E27FC236}">
                <a16:creationId xmlns:a16="http://schemas.microsoft.com/office/drawing/2014/main" id="{020A7786-822B-7A7B-1EE3-08BF2B401FDA}"/>
              </a:ext>
            </a:extLst>
          </p:cNvPr>
          <p:cNvSpPr/>
          <p:nvPr/>
        </p:nvSpPr>
        <p:spPr>
          <a:xfrm>
            <a:off x="1552989" y="3909129"/>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6" name="矩形 135">
            <a:extLst>
              <a:ext uri="{FF2B5EF4-FFF2-40B4-BE49-F238E27FC236}">
                <a16:creationId xmlns:a16="http://schemas.microsoft.com/office/drawing/2014/main" id="{D6AA0645-E3DB-5779-BFDF-348F95619280}"/>
              </a:ext>
            </a:extLst>
          </p:cNvPr>
          <p:cNvSpPr/>
          <p:nvPr/>
        </p:nvSpPr>
        <p:spPr>
          <a:xfrm>
            <a:off x="1725215" y="3909129"/>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7" name="矩形 136">
            <a:extLst>
              <a:ext uri="{FF2B5EF4-FFF2-40B4-BE49-F238E27FC236}">
                <a16:creationId xmlns:a16="http://schemas.microsoft.com/office/drawing/2014/main" id="{89A082D2-A50F-06E8-C825-ED4984ACCCAB}"/>
              </a:ext>
            </a:extLst>
          </p:cNvPr>
          <p:cNvSpPr/>
          <p:nvPr/>
        </p:nvSpPr>
        <p:spPr>
          <a:xfrm>
            <a:off x="1897441" y="3909129"/>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8" name="矩形 137">
            <a:extLst>
              <a:ext uri="{FF2B5EF4-FFF2-40B4-BE49-F238E27FC236}">
                <a16:creationId xmlns:a16="http://schemas.microsoft.com/office/drawing/2014/main" id="{EF70800E-BFFC-B36B-6F5C-FC19F7CD86AD}"/>
              </a:ext>
            </a:extLst>
          </p:cNvPr>
          <p:cNvSpPr/>
          <p:nvPr/>
        </p:nvSpPr>
        <p:spPr>
          <a:xfrm>
            <a:off x="2069667" y="3909129"/>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9" name="矩形 138">
            <a:extLst>
              <a:ext uri="{FF2B5EF4-FFF2-40B4-BE49-F238E27FC236}">
                <a16:creationId xmlns:a16="http://schemas.microsoft.com/office/drawing/2014/main" id="{877D6A5E-A803-9451-5A1D-7D1C376A5062}"/>
              </a:ext>
            </a:extLst>
          </p:cNvPr>
          <p:cNvSpPr/>
          <p:nvPr/>
        </p:nvSpPr>
        <p:spPr>
          <a:xfrm>
            <a:off x="2241893" y="3909129"/>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0" name="矩形 139">
            <a:extLst>
              <a:ext uri="{FF2B5EF4-FFF2-40B4-BE49-F238E27FC236}">
                <a16:creationId xmlns:a16="http://schemas.microsoft.com/office/drawing/2014/main" id="{AB9FAAD3-8012-082F-7566-DCE2BFC9636F}"/>
              </a:ext>
            </a:extLst>
          </p:cNvPr>
          <p:cNvSpPr/>
          <p:nvPr/>
        </p:nvSpPr>
        <p:spPr>
          <a:xfrm>
            <a:off x="2414119" y="3909129"/>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1" name="矩形 140">
            <a:extLst>
              <a:ext uri="{FF2B5EF4-FFF2-40B4-BE49-F238E27FC236}">
                <a16:creationId xmlns:a16="http://schemas.microsoft.com/office/drawing/2014/main" id="{41DA6681-B03A-E64D-4422-098696C84245}"/>
              </a:ext>
            </a:extLst>
          </p:cNvPr>
          <p:cNvSpPr/>
          <p:nvPr/>
        </p:nvSpPr>
        <p:spPr>
          <a:xfrm>
            <a:off x="2583688" y="3909129"/>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2" name="矩形 141">
            <a:extLst>
              <a:ext uri="{FF2B5EF4-FFF2-40B4-BE49-F238E27FC236}">
                <a16:creationId xmlns:a16="http://schemas.microsoft.com/office/drawing/2014/main" id="{827D3D81-A2A1-5ACE-99A0-3FCF7F2FF0C1}"/>
              </a:ext>
            </a:extLst>
          </p:cNvPr>
          <p:cNvSpPr/>
          <p:nvPr/>
        </p:nvSpPr>
        <p:spPr>
          <a:xfrm>
            <a:off x="2755914" y="3909129"/>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3" name="矩形 142">
            <a:extLst>
              <a:ext uri="{FF2B5EF4-FFF2-40B4-BE49-F238E27FC236}">
                <a16:creationId xmlns:a16="http://schemas.microsoft.com/office/drawing/2014/main" id="{68D49AD4-2E7A-6E8B-3CBC-058EA8EAAFCA}"/>
              </a:ext>
            </a:extLst>
          </p:cNvPr>
          <p:cNvSpPr/>
          <p:nvPr/>
        </p:nvSpPr>
        <p:spPr>
          <a:xfrm>
            <a:off x="2928140" y="3909129"/>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4" name="矩形 143">
            <a:extLst>
              <a:ext uri="{FF2B5EF4-FFF2-40B4-BE49-F238E27FC236}">
                <a16:creationId xmlns:a16="http://schemas.microsoft.com/office/drawing/2014/main" id="{8269F83E-60D6-6804-D27D-E1B4741DB703}"/>
              </a:ext>
            </a:extLst>
          </p:cNvPr>
          <p:cNvSpPr/>
          <p:nvPr/>
        </p:nvSpPr>
        <p:spPr>
          <a:xfrm>
            <a:off x="3100366" y="3909129"/>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5" name="矩形 144">
            <a:extLst>
              <a:ext uri="{FF2B5EF4-FFF2-40B4-BE49-F238E27FC236}">
                <a16:creationId xmlns:a16="http://schemas.microsoft.com/office/drawing/2014/main" id="{152C485F-7DC4-406D-018B-159080FA17DA}"/>
              </a:ext>
            </a:extLst>
          </p:cNvPr>
          <p:cNvSpPr/>
          <p:nvPr/>
        </p:nvSpPr>
        <p:spPr>
          <a:xfrm>
            <a:off x="3272592" y="3909129"/>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6" name="矩形 145">
            <a:extLst>
              <a:ext uri="{FF2B5EF4-FFF2-40B4-BE49-F238E27FC236}">
                <a16:creationId xmlns:a16="http://schemas.microsoft.com/office/drawing/2014/main" id="{FCA511D1-3C08-FF9E-F784-9AB07B0F24E9}"/>
              </a:ext>
            </a:extLst>
          </p:cNvPr>
          <p:cNvSpPr/>
          <p:nvPr/>
        </p:nvSpPr>
        <p:spPr>
          <a:xfrm>
            <a:off x="3444818" y="3909129"/>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7" name="矩形 146">
            <a:extLst>
              <a:ext uri="{FF2B5EF4-FFF2-40B4-BE49-F238E27FC236}">
                <a16:creationId xmlns:a16="http://schemas.microsoft.com/office/drawing/2014/main" id="{66E1C2D5-F0BE-01CC-410B-1E13983D32C5}"/>
              </a:ext>
            </a:extLst>
          </p:cNvPr>
          <p:cNvSpPr/>
          <p:nvPr/>
        </p:nvSpPr>
        <p:spPr>
          <a:xfrm>
            <a:off x="1380763" y="4081355"/>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8" name="矩形 147">
            <a:extLst>
              <a:ext uri="{FF2B5EF4-FFF2-40B4-BE49-F238E27FC236}">
                <a16:creationId xmlns:a16="http://schemas.microsoft.com/office/drawing/2014/main" id="{3B304C7D-F2B4-044B-777B-43E0F187BFE9}"/>
              </a:ext>
            </a:extLst>
          </p:cNvPr>
          <p:cNvSpPr/>
          <p:nvPr/>
        </p:nvSpPr>
        <p:spPr>
          <a:xfrm>
            <a:off x="1552989" y="408135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9" name="矩形 148">
            <a:extLst>
              <a:ext uri="{FF2B5EF4-FFF2-40B4-BE49-F238E27FC236}">
                <a16:creationId xmlns:a16="http://schemas.microsoft.com/office/drawing/2014/main" id="{60B9F42B-79D2-8759-BB32-B01297AAC4BF}"/>
              </a:ext>
            </a:extLst>
          </p:cNvPr>
          <p:cNvSpPr/>
          <p:nvPr/>
        </p:nvSpPr>
        <p:spPr>
          <a:xfrm>
            <a:off x="1725215" y="408135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0" name="矩形 149">
            <a:extLst>
              <a:ext uri="{FF2B5EF4-FFF2-40B4-BE49-F238E27FC236}">
                <a16:creationId xmlns:a16="http://schemas.microsoft.com/office/drawing/2014/main" id="{D0866309-1319-272C-11BA-BBF4C58DD844}"/>
              </a:ext>
            </a:extLst>
          </p:cNvPr>
          <p:cNvSpPr/>
          <p:nvPr/>
        </p:nvSpPr>
        <p:spPr>
          <a:xfrm>
            <a:off x="1897441" y="408135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1" name="矩形 150">
            <a:extLst>
              <a:ext uri="{FF2B5EF4-FFF2-40B4-BE49-F238E27FC236}">
                <a16:creationId xmlns:a16="http://schemas.microsoft.com/office/drawing/2014/main" id="{16020E3C-5716-645C-197E-348FA77CF7FD}"/>
              </a:ext>
            </a:extLst>
          </p:cNvPr>
          <p:cNvSpPr/>
          <p:nvPr/>
        </p:nvSpPr>
        <p:spPr>
          <a:xfrm>
            <a:off x="2069667" y="408135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2" name="矩形 151">
            <a:extLst>
              <a:ext uri="{FF2B5EF4-FFF2-40B4-BE49-F238E27FC236}">
                <a16:creationId xmlns:a16="http://schemas.microsoft.com/office/drawing/2014/main" id="{F7AE0937-9463-0948-8D0B-1C8F5BD00D55}"/>
              </a:ext>
            </a:extLst>
          </p:cNvPr>
          <p:cNvSpPr/>
          <p:nvPr/>
        </p:nvSpPr>
        <p:spPr>
          <a:xfrm>
            <a:off x="2241893" y="408135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3" name="矩形 152">
            <a:extLst>
              <a:ext uri="{FF2B5EF4-FFF2-40B4-BE49-F238E27FC236}">
                <a16:creationId xmlns:a16="http://schemas.microsoft.com/office/drawing/2014/main" id="{BB0A91E2-8D28-5203-1A9F-D5B26A46E3D0}"/>
              </a:ext>
            </a:extLst>
          </p:cNvPr>
          <p:cNvSpPr/>
          <p:nvPr/>
        </p:nvSpPr>
        <p:spPr>
          <a:xfrm>
            <a:off x="2414119" y="408135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4" name="矩形 153">
            <a:extLst>
              <a:ext uri="{FF2B5EF4-FFF2-40B4-BE49-F238E27FC236}">
                <a16:creationId xmlns:a16="http://schemas.microsoft.com/office/drawing/2014/main" id="{709AC1B4-5121-724A-E2C4-0218FEBBCC23}"/>
              </a:ext>
            </a:extLst>
          </p:cNvPr>
          <p:cNvSpPr/>
          <p:nvPr/>
        </p:nvSpPr>
        <p:spPr>
          <a:xfrm>
            <a:off x="2583688" y="408135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5" name="矩形 154">
            <a:extLst>
              <a:ext uri="{FF2B5EF4-FFF2-40B4-BE49-F238E27FC236}">
                <a16:creationId xmlns:a16="http://schemas.microsoft.com/office/drawing/2014/main" id="{69C793EA-92B3-F5C0-8110-87AA56A25645}"/>
              </a:ext>
            </a:extLst>
          </p:cNvPr>
          <p:cNvSpPr/>
          <p:nvPr/>
        </p:nvSpPr>
        <p:spPr>
          <a:xfrm>
            <a:off x="2755914" y="408135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6" name="矩形 155">
            <a:extLst>
              <a:ext uri="{FF2B5EF4-FFF2-40B4-BE49-F238E27FC236}">
                <a16:creationId xmlns:a16="http://schemas.microsoft.com/office/drawing/2014/main" id="{814AADCD-1DD4-3BB0-0680-AD903E745EE5}"/>
              </a:ext>
            </a:extLst>
          </p:cNvPr>
          <p:cNvSpPr/>
          <p:nvPr/>
        </p:nvSpPr>
        <p:spPr>
          <a:xfrm>
            <a:off x="2928140" y="408135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7" name="矩形 156">
            <a:extLst>
              <a:ext uri="{FF2B5EF4-FFF2-40B4-BE49-F238E27FC236}">
                <a16:creationId xmlns:a16="http://schemas.microsoft.com/office/drawing/2014/main" id="{BF337A78-6971-C922-6597-BB34DB61E9C4}"/>
              </a:ext>
            </a:extLst>
          </p:cNvPr>
          <p:cNvSpPr/>
          <p:nvPr/>
        </p:nvSpPr>
        <p:spPr>
          <a:xfrm>
            <a:off x="3100366" y="408135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8" name="矩形 157">
            <a:extLst>
              <a:ext uri="{FF2B5EF4-FFF2-40B4-BE49-F238E27FC236}">
                <a16:creationId xmlns:a16="http://schemas.microsoft.com/office/drawing/2014/main" id="{D3CB0F8A-D430-03C4-E402-29EC8C18ECE7}"/>
              </a:ext>
            </a:extLst>
          </p:cNvPr>
          <p:cNvSpPr/>
          <p:nvPr/>
        </p:nvSpPr>
        <p:spPr>
          <a:xfrm>
            <a:off x="3272592" y="408135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9" name="矩形 158">
            <a:extLst>
              <a:ext uri="{FF2B5EF4-FFF2-40B4-BE49-F238E27FC236}">
                <a16:creationId xmlns:a16="http://schemas.microsoft.com/office/drawing/2014/main" id="{A3FD30CC-71AF-A8AB-15FE-009AF7F93572}"/>
              </a:ext>
            </a:extLst>
          </p:cNvPr>
          <p:cNvSpPr/>
          <p:nvPr/>
        </p:nvSpPr>
        <p:spPr>
          <a:xfrm>
            <a:off x="3444818" y="4081355"/>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0" name="矩形 159">
            <a:extLst>
              <a:ext uri="{FF2B5EF4-FFF2-40B4-BE49-F238E27FC236}">
                <a16:creationId xmlns:a16="http://schemas.microsoft.com/office/drawing/2014/main" id="{BAB72921-B5F2-099A-DAAC-38D9C81AF1F8}"/>
              </a:ext>
            </a:extLst>
          </p:cNvPr>
          <p:cNvSpPr/>
          <p:nvPr/>
        </p:nvSpPr>
        <p:spPr>
          <a:xfrm>
            <a:off x="1380763" y="4253581"/>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1" name="矩形 160">
            <a:extLst>
              <a:ext uri="{FF2B5EF4-FFF2-40B4-BE49-F238E27FC236}">
                <a16:creationId xmlns:a16="http://schemas.microsoft.com/office/drawing/2014/main" id="{033AC686-E7C3-588A-17CE-BC1B1459C040}"/>
              </a:ext>
            </a:extLst>
          </p:cNvPr>
          <p:cNvSpPr/>
          <p:nvPr/>
        </p:nvSpPr>
        <p:spPr>
          <a:xfrm>
            <a:off x="1552989" y="4253581"/>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2" name="矩形 161">
            <a:extLst>
              <a:ext uri="{FF2B5EF4-FFF2-40B4-BE49-F238E27FC236}">
                <a16:creationId xmlns:a16="http://schemas.microsoft.com/office/drawing/2014/main" id="{93DD2BFD-FDC8-582E-0504-5005CE9E7760}"/>
              </a:ext>
            </a:extLst>
          </p:cNvPr>
          <p:cNvSpPr/>
          <p:nvPr/>
        </p:nvSpPr>
        <p:spPr>
          <a:xfrm>
            <a:off x="1725215" y="4253581"/>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3" name="矩形 162">
            <a:extLst>
              <a:ext uri="{FF2B5EF4-FFF2-40B4-BE49-F238E27FC236}">
                <a16:creationId xmlns:a16="http://schemas.microsoft.com/office/drawing/2014/main" id="{D4829F31-4979-2A53-9080-3F2D230DE4F5}"/>
              </a:ext>
            </a:extLst>
          </p:cNvPr>
          <p:cNvSpPr/>
          <p:nvPr/>
        </p:nvSpPr>
        <p:spPr>
          <a:xfrm>
            <a:off x="1897441" y="4253581"/>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4" name="矩形 163">
            <a:extLst>
              <a:ext uri="{FF2B5EF4-FFF2-40B4-BE49-F238E27FC236}">
                <a16:creationId xmlns:a16="http://schemas.microsoft.com/office/drawing/2014/main" id="{6F5507D6-1CE7-4A0B-3BE0-E6092CAB9D99}"/>
              </a:ext>
            </a:extLst>
          </p:cNvPr>
          <p:cNvSpPr/>
          <p:nvPr/>
        </p:nvSpPr>
        <p:spPr>
          <a:xfrm>
            <a:off x="2069667" y="4253581"/>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5" name="矩形 164">
            <a:extLst>
              <a:ext uri="{FF2B5EF4-FFF2-40B4-BE49-F238E27FC236}">
                <a16:creationId xmlns:a16="http://schemas.microsoft.com/office/drawing/2014/main" id="{818E606C-CBE7-4069-2B15-AE39F6F85BAF}"/>
              </a:ext>
            </a:extLst>
          </p:cNvPr>
          <p:cNvSpPr/>
          <p:nvPr/>
        </p:nvSpPr>
        <p:spPr>
          <a:xfrm>
            <a:off x="2241893" y="4253581"/>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6" name="矩形 165">
            <a:extLst>
              <a:ext uri="{FF2B5EF4-FFF2-40B4-BE49-F238E27FC236}">
                <a16:creationId xmlns:a16="http://schemas.microsoft.com/office/drawing/2014/main" id="{AB0BE7FC-D82F-7461-5F12-9377B4BC41CC}"/>
              </a:ext>
            </a:extLst>
          </p:cNvPr>
          <p:cNvSpPr/>
          <p:nvPr/>
        </p:nvSpPr>
        <p:spPr>
          <a:xfrm>
            <a:off x="2414119" y="4253581"/>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7" name="矩形 166">
            <a:extLst>
              <a:ext uri="{FF2B5EF4-FFF2-40B4-BE49-F238E27FC236}">
                <a16:creationId xmlns:a16="http://schemas.microsoft.com/office/drawing/2014/main" id="{8A0AF737-059D-779C-057D-9C679860C9EF}"/>
              </a:ext>
            </a:extLst>
          </p:cNvPr>
          <p:cNvSpPr/>
          <p:nvPr/>
        </p:nvSpPr>
        <p:spPr>
          <a:xfrm>
            <a:off x="2583688" y="4253581"/>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8" name="矩形 167">
            <a:extLst>
              <a:ext uri="{FF2B5EF4-FFF2-40B4-BE49-F238E27FC236}">
                <a16:creationId xmlns:a16="http://schemas.microsoft.com/office/drawing/2014/main" id="{3B13A5F8-7E44-AF74-AC20-2F3A597F3570}"/>
              </a:ext>
            </a:extLst>
          </p:cNvPr>
          <p:cNvSpPr/>
          <p:nvPr/>
        </p:nvSpPr>
        <p:spPr>
          <a:xfrm>
            <a:off x="2755914" y="4253581"/>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9" name="矩形 168">
            <a:extLst>
              <a:ext uri="{FF2B5EF4-FFF2-40B4-BE49-F238E27FC236}">
                <a16:creationId xmlns:a16="http://schemas.microsoft.com/office/drawing/2014/main" id="{17A34B79-78D2-0301-74CD-200E5664BC92}"/>
              </a:ext>
            </a:extLst>
          </p:cNvPr>
          <p:cNvSpPr/>
          <p:nvPr/>
        </p:nvSpPr>
        <p:spPr>
          <a:xfrm>
            <a:off x="2928140" y="4253581"/>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0" name="矩形 169">
            <a:extLst>
              <a:ext uri="{FF2B5EF4-FFF2-40B4-BE49-F238E27FC236}">
                <a16:creationId xmlns:a16="http://schemas.microsoft.com/office/drawing/2014/main" id="{CB2DDACD-5976-222F-458F-87886710BF07}"/>
              </a:ext>
            </a:extLst>
          </p:cNvPr>
          <p:cNvSpPr/>
          <p:nvPr/>
        </p:nvSpPr>
        <p:spPr>
          <a:xfrm>
            <a:off x="3100366" y="4253581"/>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1" name="矩形 170">
            <a:extLst>
              <a:ext uri="{FF2B5EF4-FFF2-40B4-BE49-F238E27FC236}">
                <a16:creationId xmlns:a16="http://schemas.microsoft.com/office/drawing/2014/main" id="{3AD2918C-A5FE-69E6-B125-6E25E4E77ECD}"/>
              </a:ext>
            </a:extLst>
          </p:cNvPr>
          <p:cNvSpPr/>
          <p:nvPr/>
        </p:nvSpPr>
        <p:spPr>
          <a:xfrm>
            <a:off x="3272592" y="4253581"/>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2" name="矩形 171">
            <a:extLst>
              <a:ext uri="{FF2B5EF4-FFF2-40B4-BE49-F238E27FC236}">
                <a16:creationId xmlns:a16="http://schemas.microsoft.com/office/drawing/2014/main" id="{D2C3C532-3C54-F784-87C7-D9484E2582E8}"/>
              </a:ext>
            </a:extLst>
          </p:cNvPr>
          <p:cNvSpPr/>
          <p:nvPr/>
        </p:nvSpPr>
        <p:spPr>
          <a:xfrm>
            <a:off x="3444818" y="4253581"/>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43" name="矩形 342">
            <a:extLst>
              <a:ext uri="{FF2B5EF4-FFF2-40B4-BE49-F238E27FC236}">
                <a16:creationId xmlns:a16="http://schemas.microsoft.com/office/drawing/2014/main" id="{159FD3FC-7FF3-5437-4FC0-4764EC2EE0B5}"/>
              </a:ext>
            </a:extLst>
          </p:cNvPr>
          <p:cNvSpPr/>
          <p:nvPr/>
        </p:nvSpPr>
        <p:spPr>
          <a:xfrm>
            <a:off x="4761917" y="2186869"/>
            <a:ext cx="2236281" cy="2238938"/>
          </a:xfrm>
          <a:prstGeom prst="rect">
            <a:avLst/>
          </a:prstGeom>
          <a:solidFill>
            <a:schemeClr val="bg1"/>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344" name="Picture 2" descr="Pop! Wall-E (Facet) — Double Boxed Toys">
            <a:extLst>
              <a:ext uri="{FF2B5EF4-FFF2-40B4-BE49-F238E27FC236}">
                <a16:creationId xmlns:a16="http://schemas.microsoft.com/office/drawing/2014/main" id="{A6AB62F5-B596-5886-3EB6-625869773281}"/>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2782" t="8914" r="12960" b="8907"/>
          <a:stretch/>
        </p:blipFill>
        <p:spPr bwMode="auto">
          <a:xfrm>
            <a:off x="2739138" y="2475818"/>
            <a:ext cx="205778" cy="227729"/>
          </a:xfrm>
          <a:prstGeom prst="rect">
            <a:avLst/>
          </a:prstGeom>
          <a:noFill/>
          <a:extLst>
            <a:ext uri="{909E8E84-426E-40DD-AFC4-6F175D3DCCD1}">
              <a14:hiddenFill xmlns:a14="http://schemas.microsoft.com/office/drawing/2010/main">
                <a:solidFill>
                  <a:srgbClr val="FFFFFF"/>
                </a:solidFill>
              </a14:hiddenFill>
            </a:ext>
          </a:extLst>
        </p:spPr>
      </p:pic>
      <p:sp>
        <p:nvSpPr>
          <p:cNvPr id="345" name="文本框 344">
            <a:extLst>
              <a:ext uri="{FF2B5EF4-FFF2-40B4-BE49-F238E27FC236}">
                <a16:creationId xmlns:a16="http://schemas.microsoft.com/office/drawing/2014/main" id="{D2C51B07-BA17-39AE-512F-FF125BEB29C9}"/>
              </a:ext>
            </a:extLst>
          </p:cNvPr>
          <p:cNvSpPr txBox="1"/>
          <p:nvPr/>
        </p:nvSpPr>
        <p:spPr>
          <a:xfrm>
            <a:off x="1878044" y="4478016"/>
            <a:ext cx="1222322" cy="338554"/>
          </a:xfrm>
          <a:prstGeom prst="rect">
            <a:avLst/>
          </a:prstGeom>
          <a:noFill/>
        </p:spPr>
        <p:txBody>
          <a:bodyPr wrap="none" rtlCol="0">
            <a:spAutoFit/>
          </a:bodyPr>
          <a:lstStyle/>
          <a:p>
            <a:r>
              <a:rPr lang="en-GB" sz="1600" dirty="0">
                <a:solidFill>
                  <a:srgbClr val="003399"/>
                </a:solidFill>
              </a:rPr>
              <a:t>real</a:t>
            </a:r>
            <a:r>
              <a:rPr lang="zh-CN" altLang="en-US" sz="1600" dirty="0">
                <a:solidFill>
                  <a:srgbClr val="003399"/>
                </a:solidFill>
              </a:rPr>
              <a:t> </a:t>
            </a:r>
            <a:r>
              <a:rPr lang="en-GB" altLang="zh-CN" sz="1600" dirty="0">
                <a:solidFill>
                  <a:srgbClr val="003399"/>
                </a:solidFill>
              </a:rPr>
              <a:t>position</a:t>
            </a:r>
            <a:endParaRPr lang="en-GB" sz="1600" dirty="0">
              <a:solidFill>
                <a:srgbClr val="003399"/>
              </a:solidFill>
            </a:endParaRPr>
          </a:p>
        </p:txBody>
      </p:sp>
      <p:sp>
        <p:nvSpPr>
          <p:cNvPr id="346" name="文本框 345">
            <a:extLst>
              <a:ext uri="{FF2B5EF4-FFF2-40B4-BE49-F238E27FC236}">
                <a16:creationId xmlns:a16="http://schemas.microsoft.com/office/drawing/2014/main" id="{20BCBE74-165B-4D8F-38F9-262BAA500AC5}"/>
              </a:ext>
            </a:extLst>
          </p:cNvPr>
          <p:cNvSpPr txBox="1"/>
          <p:nvPr/>
        </p:nvSpPr>
        <p:spPr>
          <a:xfrm>
            <a:off x="4260153" y="4478016"/>
            <a:ext cx="3233642" cy="338554"/>
          </a:xfrm>
          <a:prstGeom prst="rect">
            <a:avLst/>
          </a:prstGeom>
          <a:noFill/>
        </p:spPr>
        <p:txBody>
          <a:bodyPr wrap="none" rtlCol="0">
            <a:spAutoFit/>
          </a:bodyPr>
          <a:lstStyle/>
          <a:p>
            <a:r>
              <a:rPr lang="en-GB" sz="1600" dirty="0">
                <a:solidFill>
                  <a:schemeClr val="accent4"/>
                </a:solidFill>
              </a:rPr>
              <a:t>estimated</a:t>
            </a:r>
            <a:r>
              <a:rPr lang="zh-CN" altLang="en-US" sz="1600" dirty="0">
                <a:solidFill>
                  <a:schemeClr val="accent4"/>
                </a:solidFill>
              </a:rPr>
              <a:t> </a:t>
            </a:r>
            <a:r>
              <a:rPr lang="en-GB" altLang="zh-CN" sz="1600" dirty="0">
                <a:solidFill>
                  <a:schemeClr val="accent4"/>
                </a:solidFill>
              </a:rPr>
              <a:t>positions and orientations</a:t>
            </a:r>
            <a:endParaRPr lang="en-GB" sz="1600" dirty="0">
              <a:solidFill>
                <a:schemeClr val="accent4"/>
              </a:solidFill>
            </a:endParaRPr>
          </a:p>
        </p:txBody>
      </p:sp>
      <p:grpSp>
        <p:nvGrpSpPr>
          <p:cNvPr id="392" name="组合 391">
            <a:extLst>
              <a:ext uri="{FF2B5EF4-FFF2-40B4-BE49-F238E27FC236}">
                <a16:creationId xmlns:a16="http://schemas.microsoft.com/office/drawing/2014/main" id="{C5EEA153-F932-3277-DD7A-D8024D45A241}"/>
              </a:ext>
            </a:extLst>
          </p:cNvPr>
          <p:cNvGrpSpPr/>
          <p:nvPr/>
        </p:nvGrpSpPr>
        <p:grpSpPr>
          <a:xfrm rot="4090668">
            <a:off x="6405372" y="2693700"/>
            <a:ext cx="172800" cy="172800"/>
            <a:chOff x="7320995" y="2197610"/>
            <a:chExt cx="172800" cy="172800"/>
          </a:xfrm>
        </p:grpSpPr>
        <p:sp>
          <p:nvSpPr>
            <p:cNvPr id="350" name="椭圆 349">
              <a:extLst>
                <a:ext uri="{FF2B5EF4-FFF2-40B4-BE49-F238E27FC236}">
                  <a16:creationId xmlns:a16="http://schemas.microsoft.com/office/drawing/2014/main" id="{54DB55A4-323D-8EB2-2799-07A787ED1118}"/>
                </a:ext>
              </a:extLst>
            </p:cNvPr>
            <p:cNvSpPr/>
            <p:nvPr/>
          </p:nvSpPr>
          <p:spPr>
            <a:xfrm>
              <a:off x="7320995" y="2197610"/>
              <a:ext cx="172800" cy="172800"/>
            </a:xfrm>
            <a:prstGeom prst="ellipse">
              <a:avLst/>
            </a:prstGeom>
            <a:solidFill>
              <a:schemeClr val="bg1">
                <a:alpha val="1196"/>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800" dirty="0">
                  <a:solidFill>
                    <a:schemeClr val="bg1"/>
                  </a:solidFill>
                </a:rPr>
                <a:t>0</a:t>
              </a:r>
            </a:p>
          </p:txBody>
        </p:sp>
        <p:cxnSp>
          <p:nvCxnSpPr>
            <p:cNvPr id="351" name="直线箭头连接符 350">
              <a:extLst>
                <a:ext uri="{FF2B5EF4-FFF2-40B4-BE49-F238E27FC236}">
                  <a16:creationId xmlns:a16="http://schemas.microsoft.com/office/drawing/2014/main" id="{2E9C0C15-6E5D-52E5-2826-724DAB63F1E3}"/>
                </a:ext>
              </a:extLst>
            </p:cNvPr>
            <p:cNvCxnSpPr>
              <a:cxnSpLocks/>
            </p:cNvCxnSpPr>
            <p:nvPr/>
          </p:nvCxnSpPr>
          <p:spPr>
            <a:xfrm flipV="1">
              <a:off x="7403000" y="2212010"/>
              <a:ext cx="0" cy="144000"/>
            </a:xfrm>
            <a:prstGeom prst="straightConnector1">
              <a:avLst/>
            </a:prstGeom>
            <a:ln w="22225">
              <a:solidFill>
                <a:schemeClr val="accent4"/>
              </a:solidFill>
              <a:tailEnd type="triangle"/>
            </a:ln>
          </p:spPr>
          <p:style>
            <a:lnRef idx="1">
              <a:schemeClr val="accent1"/>
            </a:lnRef>
            <a:fillRef idx="0">
              <a:schemeClr val="accent1"/>
            </a:fillRef>
            <a:effectRef idx="0">
              <a:schemeClr val="accent1"/>
            </a:effectRef>
            <a:fontRef idx="minor">
              <a:schemeClr val="tx1"/>
            </a:fontRef>
          </p:style>
        </p:cxnSp>
      </p:grpSp>
      <p:grpSp>
        <p:nvGrpSpPr>
          <p:cNvPr id="393" name="组合 392">
            <a:extLst>
              <a:ext uri="{FF2B5EF4-FFF2-40B4-BE49-F238E27FC236}">
                <a16:creationId xmlns:a16="http://schemas.microsoft.com/office/drawing/2014/main" id="{6C4E0018-E6C4-7972-81ED-ECBB4F0359B7}"/>
              </a:ext>
            </a:extLst>
          </p:cNvPr>
          <p:cNvGrpSpPr/>
          <p:nvPr/>
        </p:nvGrpSpPr>
        <p:grpSpPr>
          <a:xfrm rot="18877849">
            <a:off x="5468821" y="2607536"/>
            <a:ext cx="172800" cy="172800"/>
            <a:chOff x="7320995" y="2444519"/>
            <a:chExt cx="172800" cy="172800"/>
          </a:xfrm>
        </p:grpSpPr>
        <p:sp>
          <p:nvSpPr>
            <p:cNvPr id="374" name="椭圆 373">
              <a:extLst>
                <a:ext uri="{FF2B5EF4-FFF2-40B4-BE49-F238E27FC236}">
                  <a16:creationId xmlns:a16="http://schemas.microsoft.com/office/drawing/2014/main" id="{3106752C-432F-CD46-5E17-2DA8D06580D2}"/>
                </a:ext>
              </a:extLst>
            </p:cNvPr>
            <p:cNvSpPr/>
            <p:nvPr/>
          </p:nvSpPr>
          <p:spPr>
            <a:xfrm>
              <a:off x="7320995" y="2444519"/>
              <a:ext cx="172800" cy="172800"/>
            </a:xfrm>
            <a:prstGeom prst="ellipse">
              <a:avLst/>
            </a:prstGeom>
            <a:solidFill>
              <a:schemeClr val="bg1">
                <a:alpha val="1196"/>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800" dirty="0">
                  <a:solidFill>
                    <a:schemeClr val="bg1"/>
                  </a:solidFill>
                </a:rPr>
                <a:t>1</a:t>
              </a:r>
            </a:p>
          </p:txBody>
        </p:sp>
        <p:cxnSp>
          <p:nvCxnSpPr>
            <p:cNvPr id="375" name="直线箭头连接符 374">
              <a:extLst>
                <a:ext uri="{FF2B5EF4-FFF2-40B4-BE49-F238E27FC236}">
                  <a16:creationId xmlns:a16="http://schemas.microsoft.com/office/drawing/2014/main" id="{3442CC05-D1A8-2FF3-6ADC-1F06D48085B8}"/>
                </a:ext>
              </a:extLst>
            </p:cNvPr>
            <p:cNvCxnSpPr>
              <a:cxnSpLocks/>
            </p:cNvCxnSpPr>
            <p:nvPr/>
          </p:nvCxnSpPr>
          <p:spPr>
            <a:xfrm flipV="1">
              <a:off x="7403000" y="2458919"/>
              <a:ext cx="0" cy="144000"/>
            </a:xfrm>
            <a:prstGeom prst="straightConnector1">
              <a:avLst/>
            </a:prstGeom>
            <a:ln w="22225">
              <a:solidFill>
                <a:schemeClr val="accent4"/>
              </a:solidFill>
              <a:tailEnd type="triangle"/>
            </a:ln>
          </p:spPr>
          <p:style>
            <a:lnRef idx="1">
              <a:schemeClr val="accent1"/>
            </a:lnRef>
            <a:fillRef idx="0">
              <a:schemeClr val="accent1"/>
            </a:fillRef>
            <a:effectRef idx="0">
              <a:schemeClr val="accent1"/>
            </a:effectRef>
            <a:fontRef idx="minor">
              <a:schemeClr val="tx1"/>
            </a:fontRef>
          </p:style>
        </p:cxnSp>
      </p:grpSp>
      <p:grpSp>
        <p:nvGrpSpPr>
          <p:cNvPr id="394" name="组合 393">
            <a:extLst>
              <a:ext uri="{FF2B5EF4-FFF2-40B4-BE49-F238E27FC236}">
                <a16:creationId xmlns:a16="http://schemas.microsoft.com/office/drawing/2014/main" id="{0B5791E6-907E-167C-0541-2080D527DBC6}"/>
              </a:ext>
            </a:extLst>
          </p:cNvPr>
          <p:cNvGrpSpPr/>
          <p:nvPr/>
        </p:nvGrpSpPr>
        <p:grpSpPr>
          <a:xfrm>
            <a:off x="6470579" y="2847139"/>
            <a:ext cx="172800" cy="172800"/>
            <a:chOff x="7320995" y="2649866"/>
            <a:chExt cx="172800" cy="172800"/>
          </a:xfrm>
        </p:grpSpPr>
        <p:sp>
          <p:nvSpPr>
            <p:cNvPr id="376" name="椭圆 375">
              <a:extLst>
                <a:ext uri="{FF2B5EF4-FFF2-40B4-BE49-F238E27FC236}">
                  <a16:creationId xmlns:a16="http://schemas.microsoft.com/office/drawing/2014/main" id="{EC655ED9-B11E-0343-1EAC-25D6026C3634}"/>
                </a:ext>
              </a:extLst>
            </p:cNvPr>
            <p:cNvSpPr/>
            <p:nvPr/>
          </p:nvSpPr>
          <p:spPr>
            <a:xfrm>
              <a:off x="7320995" y="2649866"/>
              <a:ext cx="172800" cy="172800"/>
            </a:xfrm>
            <a:prstGeom prst="ellipse">
              <a:avLst/>
            </a:prstGeom>
            <a:solidFill>
              <a:schemeClr val="bg1">
                <a:alpha val="1196"/>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800" dirty="0">
                  <a:solidFill>
                    <a:schemeClr val="bg1"/>
                  </a:solidFill>
                </a:rPr>
                <a:t>2</a:t>
              </a:r>
            </a:p>
          </p:txBody>
        </p:sp>
        <p:cxnSp>
          <p:nvCxnSpPr>
            <p:cNvPr id="377" name="直线箭头连接符 376">
              <a:extLst>
                <a:ext uri="{FF2B5EF4-FFF2-40B4-BE49-F238E27FC236}">
                  <a16:creationId xmlns:a16="http://schemas.microsoft.com/office/drawing/2014/main" id="{DE1ABF68-9BBC-08A5-33A0-CFAF86BC9F00}"/>
                </a:ext>
              </a:extLst>
            </p:cNvPr>
            <p:cNvCxnSpPr>
              <a:cxnSpLocks/>
            </p:cNvCxnSpPr>
            <p:nvPr/>
          </p:nvCxnSpPr>
          <p:spPr>
            <a:xfrm flipV="1">
              <a:off x="7403000" y="2664266"/>
              <a:ext cx="0" cy="144000"/>
            </a:xfrm>
            <a:prstGeom prst="straightConnector1">
              <a:avLst/>
            </a:prstGeom>
            <a:ln w="22225">
              <a:solidFill>
                <a:schemeClr val="accent4"/>
              </a:solidFill>
              <a:tailEnd type="triangle"/>
            </a:ln>
          </p:spPr>
          <p:style>
            <a:lnRef idx="1">
              <a:schemeClr val="accent1"/>
            </a:lnRef>
            <a:fillRef idx="0">
              <a:schemeClr val="accent1"/>
            </a:fillRef>
            <a:effectRef idx="0">
              <a:schemeClr val="accent1"/>
            </a:effectRef>
            <a:fontRef idx="minor">
              <a:schemeClr val="tx1"/>
            </a:fontRef>
          </p:style>
        </p:cxnSp>
      </p:grpSp>
      <p:grpSp>
        <p:nvGrpSpPr>
          <p:cNvPr id="395" name="组合 394">
            <a:extLst>
              <a:ext uri="{FF2B5EF4-FFF2-40B4-BE49-F238E27FC236}">
                <a16:creationId xmlns:a16="http://schemas.microsoft.com/office/drawing/2014/main" id="{4074BB38-2AB7-F622-478D-E2CFCFE39235}"/>
              </a:ext>
            </a:extLst>
          </p:cNvPr>
          <p:cNvGrpSpPr/>
          <p:nvPr/>
        </p:nvGrpSpPr>
        <p:grpSpPr>
          <a:xfrm rot="5047516">
            <a:off x="5709602" y="3056388"/>
            <a:ext cx="172800" cy="172800"/>
            <a:chOff x="7320995" y="2872688"/>
            <a:chExt cx="172800" cy="172800"/>
          </a:xfrm>
        </p:grpSpPr>
        <p:sp>
          <p:nvSpPr>
            <p:cNvPr id="378" name="椭圆 377">
              <a:extLst>
                <a:ext uri="{FF2B5EF4-FFF2-40B4-BE49-F238E27FC236}">
                  <a16:creationId xmlns:a16="http://schemas.microsoft.com/office/drawing/2014/main" id="{3EF7A7A7-BAB2-FB79-8995-3D546003D59A}"/>
                </a:ext>
              </a:extLst>
            </p:cNvPr>
            <p:cNvSpPr/>
            <p:nvPr/>
          </p:nvSpPr>
          <p:spPr>
            <a:xfrm>
              <a:off x="7320995" y="2872688"/>
              <a:ext cx="172800" cy="172800"/>
            </a:xfrm>
            <a:prstGeom prst="ellipse">
              <a:avLst/>
            </a:prstGeom>
            <a:solidFill>
              <a:schemeClr val="bg1">
                <a:alpha val="1196"/>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800" dirty="0">
                  <a:solidFill>
                    <a:schemeClr val="bg1"/>
                  </a:solidFill>
                </a:rPr>
                <a:t>3</a:t>
              </a:r>
            </a:p>
          </p:txBody>
        </p:sp>
        <p:cxnSp>
          <p:nvCxnSpPr>
            <p:cNvPr id="379" name="直线箭头连接符 378">
              <a:extLst>
                <a:ext uri="{FF2B5EF4-FFF2-40B4-BE49-F238E27FC236}">
                  <a16:creationId xmlns:a16="http://schemas.microsoft.com/office/drawing/2014/main" id="{CCEE9F44-702B-7430-0A0D-6D13AC5F2071}"/>
                </a:ext>
              </a:extLst>
            </p:cNvPr>
            <p:cNvCxnSpPr>
              <a:cxnSpLocks/>
            </p:cNvCxnSpPr>
            <p:nvPr/>
          </p:nvCxnSpPr>
          <p:spPr>
            <a:xfrm flipV="1">
              <a:off x="7403000" y="2887088"/>
              <a:ext cx="0" cy="144000"/>
            </a:xfrm>
            <a:prstGeom prst="straightConnector1">
              <a:avLst/>
            </a:prstGeom>
            <a:ln w="22225">
              <a:solidFill>
                <a:schemeClr val="accent4"/>
              </a:solidFill>
              <a:tailEnd type="triangle"/>
            </a:ln>
          </p:spPr>
          <p:style>
            <a:lnRef idx="1">
              <a:schemeClr val="accent1"/>
            </a:lnRef>
            <a:fillRef idx="0">
              <a:schemeClr val="accent1"/>
            </a:fillRef>
            <a:effectRef idx="0">
              <a:schemeClr val="accent1"/>
            </a:effectRef>
            <a:fontRef idx="minor">
              <a:schemeClr val="tx1"/>
            </a:fontRef>
          </p:style>
        </p:cxnSp>
      </p:grpSp>
      <p:grpSp>
        <p:nvGrpSpPr>
          <p:cNvPr id="396" name="组合 395">
            <a:extLst>
              <a:ext uri="{FF2B5EF4-FFF2-40B4-BE49-F238E27FC236}">
                <a16:creationId xmlns:a16="http://schemas.microsoft.com/office/drawing/2014/main" id="{4BCDBA55-FC97-39B2-4F4E-CA26F5A1082E}"/>
              </a:ext>
            </a:extLst>
          </p:cNvPr>
          <p:cNvGrpSpPr/>
          <p:nvPr/>
        </p:nvGrpSpPr>
        <p:grpSpPr>
          <a:xfrm rot="19096590">
            <a:off x="5685473" y="3072013"/>
            <a:ext cx="172800" cy="172800"/>
            <a:chOff x="7320995" y="3091183"/>
            <a:chExt cx="172800" cy="172800"/>
          </a:xfrm>
        </p:grpSpPr>
        <p:sp>
          <p:nvSpPr>
            <p:cNvPr id="380" name="椭圆 379">
              <a:extLst>
                <a:ext uri="{FF2B5EF4-FFF2-40B4-BE49-F238E27FC236}">
                  <a16:creationId xmlns:a16="http://schemas.microsoft.com/office/drawing/2014/main" id="{1B47FD18-565F-E74B-9565-1FE1CF1C1DA5}"/>
                </a:ext>
              </a:extLst>
            </p:cNvPr>
            <p:cNvSpPr/>
            <p:nvPr/>
          </p:nvSpPr>
          <p:spPr>
            <a:xfrm>
              <a:off x="7320995" y="3091183"/>
              <a:ext cx="172800" cy="172800"/>
            </a:xfrm>
            <a:prstGeom prst="ellipse">
              <a:avLst/>
            </a:prstGeom>
            <a:solidFill>
              <a:schemeClr val="bg1">
                <a:alpha val="1196"/>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800" dirty="0">
                  <a:solidFill>
                    <a:schemeClr val="bg1"/>
                  </a:solidFill>
                </a:rPr>
                <a:t>4</a:t>
              </a:r>
            </a:p>
          </p:txBody>
        </p:sp>
        <p:cxnSp>
          <p:nvCxnSpPr>
            <p:cNvPr id="381" name="直线箭头连接符 380">
              <a:extLst>
                <a:ext uri="{FF2B5EF4-FFF2-40B4-BE49-F238E27FC236}">
                  <a16:creationId xmlns:a16="http://schemas.microsoft.com/office/drawing/2014/main" id="{983DEAB9-6296-07DF-E302-ACBD7FC8E4C7}"/>
                </a:ext>
              </a:extLst>
            </p:cNvPr>
            <p:cNvCxnSpPr>
              <a:cxnSpLocks/>
            </p:cNvCxnSpPr>
            <p:nvPr/>
          </p:nvCxnSpPr>
          <p:spPr>
            <a:xfrm flipV="1">
              <a:off x="7403000" y="3105583"/>
              <a:ext cx="0" cy="144000"/>
            </a:xfrm>
            <a:prstGeom prst="straightConnector1">
              <a:avLst/>
            </a:prstGeom>
            <a:ln w="22225">
              <a:solidFill>
                <a:schemeClr val="accent4"/>
              </a:solidFill>
              <a:tailEnd type="triangle"/>
            </a:ln>
          </p:spPr>
          <p:style>
            <a:lnRef idx="1">
              <a:schemeClr val="accent1"/>
            </a:lnRef>
            <a:fillRef idx="0">
              <a:schemeClr val="accent1"/>
            </a:fillRef>
            <a:effectRef idx="0">
              <a:schemeClr val="accent1"/>
            </a:effectRef>
            <a:fontRef idx="minor">
              <a:schemeClr val="tx1"/>
            </a:fontRef>
          </p:style>
        </p:cxnSp>
      </p:grpSp>
      <p:grpSp>
        <p:nvGrpSpPr>
          <p:cNvPr id="397" name="组合 396">
            <a:extLst>
              <a:ext uri="{FF2B5EF4-FFF2-40B4-BE49-F238E27FC236}">
                <a16:creationId xmlns:a16="http://schemas.microsoft.com/office/drawing/2014/main" id="{B6C21C6E-5EBB-FAE4-5398-9C0220FB29F4}"/>
              </a:ext>
            </a:extLst>
          </p:cNvPr>
          <p:cNvGrpSpPr/>
          <p:nvPr/>
        </p:nvGrpSpPr>
        <p:grpSpPr>
          <a:xfrm rot="16923954">
            <a:off x="4778070" y="2400730"/>
            <a:ext cx="172800" cy="172800"/>
            <a:chOff x="7320995" y="3309465"/>
            <a:chExt cx="172800" cy="172800"/>
          </a:xfrm>
        </p:grpSpPr>
        <p:sp>
          <p:nvSpPr>
            <p:cNvPr id="382" name="椭圆 381">
              <a:extLst>
                <a:ext uri="{FF2B5EF4-FFF2-40B4-BE49-F238E27FC236}">
                  <a16:creationId xmlns:a16="http://schemas.microsoft.com/office/drawing/2014/main" id="{87D14064-373F-DA42-F72C-B122FCB799F5}"/>
                </a:ext>
              </a:extLst>
            </p:cNvPr>
            <p:cNvSpPr/>
            <p:nvPr/>
          </p:nvSpPr>
          <p:spPr>
            <a:xfrm>
              <a:off x="7320995" y="3309465"/>
              <a:ext cx="172800" cy="172800"/>
            </a:xfrm>
            <a:prstGeom prst="ellipse">
              <a:avLst/>
            </a:prstGeom>
            <a:solidFill>
              <a:schemeClr val="bg1">
                <a:alpha val="1196"/>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800" dirty="0">
                  <a:solidFill>
                    <a:schemeClr val="bg1"/>
                  </a:solidFill>
                </a:rPr>
                <a:t>5</a:t>
              </a:r>
            </a:p>
          </p:txBody>
        </p:sp>
        <p:cxnSp>
          <p:nvCxnSpPr>
            <p:cNvPr id="383" name="直线箭头连接符 382">
              <a:extLst>
                <a:ext uri="{FF2B5EF4-FFF2-40B4-BE49-F238E27FC236}">
                  <a16:creationId xmlns:a16="http://schemas.microsoft.com/office/drawing/2014/main" id="{704F45B8-C8A8-D7F8-217F-82F750BEA2D6}"/>
                </a:ext>
              </a:extLst>
            </p:cNvPr>
            <p:cNvCxnSpPr>
              <a:cxnSpLocks/>
            </p:cNvCxnSpPr>
            <p:nvPr/>
          </p:nvCxnSpPr>
          <p:spPr>
            <a:xfrm flipV="1">
              <a:off x="7403000" y="3323865"/>
              <a:ext cx="0" cy="144000"/>
            </a:xfrm>
            <a:prstGeom prst="straightConnector1">
              <a:avLst/>
            </a:prstGeom>
            <a:ln w="22225">
              <a:solidFill>
                <a:schemeClr val="accent4"/>
              </a:solidFill>
              <a:tailEnd type="triangle"/>
            </a:ln>
          </p:spPr>
          <p:style>
            <a:lnRef idx="1">
              <a:schemeClr val="accent1"/>
            </a:lnRef>
            <a:fillRef idx="0">
              <a:schemeClr val="accent1"/>
            </a:fillRef>
            <a:effectRef idx="0">
              <a:schemeClr val="accent1"/>
            </a:effectRef>
            <a:fontRef idx="minor">
              <a:schemeClr val="tx1"/>
            </a:fontRef>
          </p:style>
        </p:cxnSp>
      </p:grpSp>
      <p:grpSp>
        <p:nvGrpSpPr>
          <p:cNvPr id="398" name="组合 397">
            <a:extLst>
              <a:ext uri="{FF2B5EF4-FFF2-40B4-BE49-F238E27FC236}">
                <a16:creationId xmlns:a16="http://schemas.microsoft.com/office/drawing/2014/main" id="{9E69133A-ECF8-757C-ED62-9EBF4484CA13}"/>
              </a:ext>
            </a:extLst>
          </p:cNvPr>
          <p:cNvGrpSpPr/>
          <p:nvPr/>
        </p:nvGrpSpPr>
        <p:grpSpPr>
          <a:xfrm rot="10588395">
            <a:off x="5142440" y="3954545"/>
            <a:ext cx="172800" cy="172800"/>
            <a:chOff x="7320995" y="3536279"/>
            <a:chExt cx="172800" cy="172800"/>
          </a:xfrm>
        </p:grpSpPr>
        <p:sp>
          <p:nvSpPr>
            <p:cNvPr id="384" name="椭圆 383">
              <a:extLst>
                <a:ext uri="{FF2B5EF4-FFF2-40B4-BE49-F238E27FC236}">
                  <a16:creationId xmlns:a16="http://schemas.microsoft.com/office/drawing/2014/main" id="{0AAD4C5C-524F-FBAF-6CD9-3F4DE7A91F06}"/>
                </a:ext>
              </a:extLst>
            </p:cNvPr>
            <p:cNvSpPr/>
            <p:nvPr/>
          </p:nvSpPr>
          <p:spPr>
            <a:xfrm>
              <a:off x="7320995" y="3536279"/>
              <a:ext cx="172800" cy="172800"/>
            </a:xfrm>
            <a:prstGeom prst="ellipse">
              <a:avLst/>
            </a:prstGeom>
            <a:solidFill>
              <a:schemeClr val="bg1">
                <a:alpha val="1196"/>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800" dirty="0">
                  <a:solidFill>
                    <a:schemeClr val="bg1"/>
                  </a:solidFill>
                </a:rPr>
                <a:t>6</a:t>
              </a:r>
            </a:p>
          </p:txBody>
        </p:sp>
        <p:cxnSp>
          <p:nvCxnSpPr>
            <p:cNvPr id="385" name="直线箭头连接符 384">
              <a:extLst>
                <a:ext uri="{FF2B5EF4-FFF2-40B4-BE49-F238E27FC236}">
                  <a16:creationId xmlns:a16="http://schemas.microsoft.com/office/drawing/2014/main" id="{7004E84C-B687-26CD-076D-9A25D90AED5F}"/>
                </a:ext>
              </a:extLst>
            </p:cNvPr>
            <p:cNvCxnSpPr>
              <a:cxnSpLocks/>
            </p:cNvCxnSpPr>
            <p:nvPr/>
          </p:nvCxnSpPr>
          <p:spPr>
            <a:xfrm flipV="1">
              <a:off x="7403000" y="3550679"/>
              <a:ext cx="0" cy="144000"/>
            </a:xfrm>
            <a:prstGeom prst="straightConnector1">
              <a:avLst/>
            </a:prstGeom>
            <a:ln w="22225">
              <a:solidFill>
                <a:schemeClr val="accent4"/>
              </a:solidFill>
              <a:tailEnd type="triangle"/>
            </a:ln>
          </p:spPr>
          <p:style>
            <a:lnRef idx="1">
              <a:schemeClr val="accent1"/>
            </a:lnRef>
            <a:fillRef idx="0">
              <a:schemeClr val="accent1"/>
            </a:fillRef>
            <a:effectRef idx="0">
              <a:schemeClr val="accent1"/>
            </a:effectRef>
            <a:fontRef idx="minor">
              <a:schemeClr val="tx1"/>
            </a:fontRef>
          </p:style>
        </p:cxnSp>
      </p:grpSp>
      <p:grpSp>
        <p:nvGrpSpPr>
          <p:cNvPr id="399" name="组合 398">
            <a:extLst>
              <a:ext uri="{FF2B5EF4-FFF2-40B4-BE49-F238E27FC236}">
                <a16:creationId xmlns:a16="http://schemas.microsoft.com/office/drawing/2014/main" id="{F8E5DF6B-DD9E-0DD0-D68E-B93885B77AE0}"/>
              </a:ext>
            </a:extLst>
          </p:cNvPr>
          <p:cNvGrpSpPr/>
          <p:nvPr/>
        </p:nvGrpSpPr>
        <p:grpSpPr>
          <a:xfrm rot="8157126">
            <a:off x="6069234" y="3994956"/>
            <a:ext cx="172800" cy="172800"/>
            <a:chOff x="7320995" y="3749831"/>
            <a:chExt cx="172800" cy="172800"/>
          </a:xfrm>
        </p:grpSpPr>
        <p:sp>
          <p:nvSpPr>
            <p:cNvPr id="386" name="椭圆 385">
              <a:extLst>
                <a:ext uri="{FF2B5EF4-FFF2-40B4-BE49-F238E27FC236}">
                  <a16:creationId xmlns:a16="http://schemas.microsoft.com/office/drawing/2014/main" id="{56076C1E-0E1F-B640-FF80-16A3D2A7A212}"/>
                </a:ext>
              </a:extLst>
            </p:cNvPr>
            <p:cNvSpPr/>
            <p:nvPr/>
          </p:nvSpPr>
          <p:spPr>
            <a:xfrm>
              <a:off x="7320995" y="3749831"/>
              <a:ext cx="172800" cy="172800"/>
            </a:xfrm>
            <a:prstGeom prst="ellipse">
              <a:avLst/>
            </a:prstGeom>
            <a:solidFill>
              <a:schemeClr val="bg1">
                <a:alpha val="1196"/>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800" dirty="0">
                  <a:solidFill>
                    <a:schemeClr val="bg1"/>
                  </a:solidFill>
                </a:rPr>
                <a:t>7</a:t>
              </a:r>
            </a:p>
          </p:txBody>
        </p:sp>
        <p:cxnSp>
          <p:nvCxnSpPr>
            <p:cNvPr id="387" name="直线箭头连接符 386">
              <a:extLst>
                <a:ext uri="{FF2B5EF4-FFF2-40B4-BE49-F238E27FC236}">
                  <a16:creationId xmlns:a16="http://schemas.microsoft.com/office/drawing/2014/main" id="{1B62A91B-6A5E-0EFC-C3F8-2FF687CE6B62}"/>
                </a:ext>
              </a:extLst>
            </p:cNvPr>
            <p:cNvCxnSpPr>
              <a:cxnSpLocks/>
            </p:cNvCxnSpPr>
            <p:nvPr/>
          </p:nvCxnSpPr>
          <p:spPr>
            <a:xfrm flipV="1">
              <a:off x="7403000" y="3764231"/>
              <a:ext cx="0" cy="144000"/>
            </a:xfrm>
            <a:prstGeom prst="straightConnector1">
              <a:avLst/>
            </a:prstGeom>
            <a:ln w="22225">
              <a:solidFill>
                <a:schemeClr val="accent4"/>
              </a:solidFill>
              <a:tailEnd type="triangle"/>
            </a:ln>
          </p:spPr>
          <p:style>
            <a:lnRef idx="1">
              <a:schemeClr val="accent1"/>
            </a:lnRef>
            <a:fillRef idx="0">
              <a:schemeClr val="accent1"/>
            </a:fillRef>
            <a:effectRef idx="0">
              <a:schemeClr val="accent1"/>
            </a:effectRef>
            <a:fontRef idx="minor">
              <a:schemeClr val="tx1"/>
            </a:fontRef>
          </p:style>
        </p:cxnSp>
      </p:grpSp>
      <p:grpSp>
        <p:nvGrpSpPr>
          <p:cNvPr id="400" name="组合 399">
            <a:extLst>
              <a:ext uri="{FF2B5EF4-FFF2-40B4-BE49-F238E27FC236}">
                <a16:creationId xmlns:a16="http://schemas.microsoft.com/office/drawing/2014/main" id="{65D256A4-CE87-C73D-E492-68279B9815F7}"/>
              </a:ext>
            </a:extLst>
          </p:cNvPr>
          <p:cNvGrpSpPr/>
          <p:nvPr/>
        </p:nvGrpSpPr>
        <p:grpSpPr>
          <a:xfrm rot="6885687">
            <a:off x="6814149" y="2690476"/>
            <a:ext cx="172800" cy="172800"/>
            <a:chOff x="7320995" y="3944427"/>
            <a:chExt cx="172800" cy="172800"/>
          </a:xfrm>
        </p:grpSpPr>
        <p:sp>
          <p:nvSpPr>
            <p:cNvPr id="388" name="椭圆 387">
              <a:extLst>
                <a:ext uri="{FF2B5EF4-FFF2-40B4-BE49-F238E27FC236}">
                  <a16:creationId xmlns:a16="http://schemas.microsoft.com/office/drawing/2014/main" id="{5ADF800D-F7A2-85A9-DA40-6CFBEC83FE17}"/>
                </a:ext>
              </a:extLst>
            </p:cNvPr>
            <p:cNvSpPr/>
            <p:nvPr/>
          </p:nvSpPr>
          <p:spPr>
            <a:xfrm>
              <a:off x="7320995" y="3944427"/>
              <a:ext cx="172800" cy="172800"/>
            </a:xfrm>
            <a:prstGeom prst="ellipse">
              <a:avLst/>
            </a:prstGeom>
            <a:solidFill>
              <a:schemeClr val="bg1">
                <a:alpha val="1196"/>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800" dirty="0">
                  <a:solidFill>
                    <a:schemeClr val="bg1"/>
                  </a:solidFill>
                </a:rPr>
                <a:t>8</a:t>
              </a:r>
            </a:p>
          </p:txBody>
        </p:sp>
        <p:cxnSp>
          <p:nvCxnSpPr>
            <p:cNvPr id="389" name="直线箭头连接符 388">
              <a:extLst>
                <a:ext uri="{FF2B5EF4-FFF2-40B4-BE49-F238E27FC236}">
                  <a16:creationId xmlns:a16="http://schemas.microsoft.com/office/drawing/2014/main" id="{5610D492-93C6-E40D-BA4B-EDBD702D2A98}"/>
                </a:ext>
              </a:extLst>
            </p:cNvPr>
            <p:cNvCxnSpPr>
              <a:cxnSpLocks/>
            </p:cNvCxnSpPr>
            <p:nvPr/>
          </p:nvCxnSpPr>
          <p:spPr>
            <a:xfrm flipV="1">
              <a:off x="7403000" y="3958827"/>
              <a:ext cx="0" cy="144000"/>
            </a:xfrm>
            <a:prstGeom prst="straightConnector1">
              <a:avLst/>
            </a:prstGeom>
            <a:ln w="22225">
              <a:solidFill>
                <a:schemeClr val="accent4"/>
              </a:solidFill>
              <a:tailEnd type="triangle"/>
            </a:ln>
          </p:spPr>
          <p:style>
            <a:lnRef idx="1">
              <a:schemeClr val="accent1"/>
            </a:lnRef>
            <a:fillRef idx="0">
              <a:schemeClr val="accent1"/>
            </a:fillRef>
            <a:effectRef idx="0">
              <a:schemeClr val="accent1"/>
            </a:effectRef>
            <a:fontRef idx="minor">
              <a:schemeClr val="tx1"/>
            </a:fontRef>
          </p:style>
        </p:cxnSp>
      </p:grpSp>
      <p:grpSp>
        <p:nvGrpSpPr>
          <p:cNvPr id="401" name="组合 400">
            <a:extLst>
              <a:ext uri="{FF2B5EF4-FFF2-40B4-BE49-F238E27FC236}">
                <a16:creationId xmlns:a16="http://schemas.microsoft.com/office/drawing/2014/main" id="{2332FFF0-6873-6063-C494-FB56C2BC5192}"/>
              </a:ext>
            </a:extLst>
          </p:cNvPr>
          <p:cNvGrpSpPr/>
          <p:nvPr/>
        </p:nvGrpSpPr>
        <p:grpSpPr>
          <a:xfrm rot="16502812">
            <a:off x="6069235" y="3914449"/>
            <a:ext cx="172800" cy="172800"/>
            <a:chOff x="7320995" y="4144707"/>
            <a:chExt cx="172800" cy="172800"/>
          </a:xfrm>
        </p:grpSpPr>
        <p:sp>
          <p:nvSpPr>
            <p:cNvPr id="390" name="椭圆 389">
              <a:extLst>
                <a:ext uri="{FF2B5EF4-FFF2-40B4-BE49-F238E27FC236}">
                  <a16:creationId xmlns:a16="http://schemas.microsoft.com/office/drawing/2014/main" id="{EE2E4BA4-A0DD-C62B-DD67-47DE26396CD9}"/>
                </a:ext>
              </a:extLst>
            </p:cNvPr>
            <p:cNvSpPr/>
            <p:nvPr/>
          </p:nvSpPr>
          <p:spPr>
            <a:xfrm>
              <a:off x="7320995" y="4144707"/>
              <a:ext cx="172800" cy="172800"/>
            </a:xfrm>
            <a:prstGeom prst="ellipse">
              <a:avLst/>
            </a:prstGeom>
            <a:solidFill>
              <a:schemeClr val="bg1">
                <a:alpha val="1196"/>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800" dirty="0">
                  <a:solidFill>
                    <a:schemeClr val="bg1"/>
                  </a:solidFill>
                </a:rPr>
                <a:t>9</a:t>
              </a:r>
            </a:p>
          </p:txBody>
        </p:sp>
        <p:cxnSp>
          <p:nvCxnSpPr>
            <p:cNvPr id="391" name="直线箭头连接符 390">
              <a:extLst>
                <a:ext uri="{FF2B5EF4-FFF2-40B4-BE49-F238E27FC236}">
                  <a16:creationId xmlns:a16="http://schemas.microsoft.com/office/drawing/2014/main" id="{AA3001C5-6BFF-9994-985C-E769C53111FA}"/>
                </a:ext>
              </a:extLst>
            </p:cNvPr>
            <p:cNvCxnSpPr>
              <a:cxnSpLocks/>
            </p:cNvCxnSpPr>
            <p:nvPr/>
          </p:nvCxnSpPr>
          <p:spPr>
            <a:xfrm flipV="1">
              <a:off x="7407395" y="4159107"/>
              <a:ext cx="0" cy="144000"/>
            </a:xfrm>
            <a:prstGeom prst="straightConnector1">
              <a:avLst/>
            </a:prstGeom>
            <a:ln w="22225">
              <a:solidFill>
                <a:schemeClr val="accent4"/>
              </a:solidFill>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11759799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a:extLst>
              <a:ext uri="{FF2B5EF4-FFF2-40B4-BE49-F238E27FC236}">
                <a16:creationId xmlns:a16="http://schemas.microsoft.com/office/drawing/2014/main" id="{03256ED2-4223-6A1D-072D-54E65220E18C}"/>
              </a:ext>
            </a:extLst>
          </p:cNvPr>
          <p:cNvSpPr>
            <a:spLocks noGrp="1"/>
          </p:cNvSpPr>
          <p:nvPr>
            <p:ph type="title"/>
          </p:nvPr>
        </p:nvSpPr>
        <p:spPr>
          <a:xfrm>
            <a:off x="628649" y="559420"/>
            <a:ext cx="7732925" cy="630335"/>
          </a:xfrm>
        </p:spPr>
        <p:txBody>
          <a:bodyPr>
            <a:normAutofit/>
          </a:bodyPr>
          <a:lstStyle/>
          <a:p>
            <a:r>
              <a:rPr lang="en-GB" altLang="zh-CN" dirty="0"/>
              <a:t>Particle Filter </a:t>
            </a:r>
            <a:endParaRPr lang="en-GB" dirty="0"/>
          </a:p>
        </p:txBody>
      </p:sp>
      <p:sp>
        <p:nvSpPr>
          <p:cNvPr id="8" name="文本占位符 7">
            <a:extLst>
              <a:ext uri="{FF2B5EF4-FFF2-40B4-BE49-F238E27FC236}">
                <a16:creationId xmlns:a16="http://schemas.microsoft.com/office/drawing/2014/main" id="{0B6FC092-5E58-96E8-586D-0B8818581D04}"/>
              </a:ext>
            </a:extLst>
          </p:cNvPr>
          <p:cNvSpPr>
            <a:spLocks noGrp="1"/>
          </p:cNvSpPr>
          <p:nvPr>
            <p:ph type="body" sz="quarter" idx="10"/>
          </p:nvPr>
        </p:nvSpPr>
        <p:spPr>
          <a:xfrm>
            <a:off x="628650" y="1465730"/>
            <a:ext cx="7732924" cy="548913"/>
          </a:xfrm>
        </p:spPr>
        <p:txBody>
          <a:bodyPr/>
          <a:lstStyle/>
          <a:p>
            <a:r>
              <a:rPr lang="en-GB" dirty="0"/>
              <a:t>When there is new observation data, each particle is </a:t>
            </a:r>
            <a:r>
              <a:rPr lang="en-GB" dirty="0">
                <a:solidFill>
                  <a:srgbClr val="003399"/>
                </a:solidFill>
              </a:rPr>
              <a:t>given a weight</a:t>
            </a:r>
            <a:r>
              <a:rPr lang="en-GB" dirty="0"/>
              <a:t>, which reflects the degree to which the state of the particle is consistent with the observation data.</a:t>
            </a:r>
            <a:endParaRPr lang="en-GB" dirty="0">
              <a:solidFill>
                <a:schemeClr val="bg1">
                  <a:lumMod val="75000"/>
                </a:schemeClr>
              </a:solidFill>
            </a:endParaRPr>
          </a:p>
        </p:txBody>
      </p:sp>
      <p:sp>
        <p:nvSpPr>
          <p:cNvPr id="2" name="矩形 1">
            <a:extLst>
              <a:ext uri="{FF2B5EF4-FFF2-40B4-BE49-F238E27FC236}">
                <a16:creationId xmlns:a16="http://schemas.microsoft.com/office/drawing/2014/main" id="{7599C378-77A0-11D0-A279-0BE6E291A066}"/>
              </a:ext>
            </a:extLst>
          </p:cNvPr>
          <p:cNvSpPr/>
          <p:nvPr/>
        </p:nvSpPr>
        <p:spPr>
          <a:xfrm>
            <a:off x="1380763" y="2186869"/>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 name="矩形 2">
            <a:extLst>
              <a:ext uri="{FF2B5EF4-FFF2-40B4-BE49-F238E27FC236}">
                <a16:creationId xmlns:a16="http://schemas.microsoft.com/office/drawing/2014/main" id="{49693471-DDC4-6385-FE78-BA109C3115BB}"/>
              </a:ext>
            </a:extLst>
          </p:cNvPr>
          <p:cNvSpPr/>
          <p:nvPr/>
        </p:nvSpPr>
        <p:spPr>
          <a:xfrm>
            <a:off x="1552989" y="2186869"/>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 name="矩形 3">
            <a:extLst>
              <a:ext uri="{FF2B5EF4-FFF2-40B4-BE49-F238E27FC236}">
                <a16:creationId xmlns:a16="http://schemas.microsoft.com/office/drawing/2014/main" id="{067420A0-0697-F454-D967-A89DAA0831F4}"/>
              </a:ext>
            </a:extLst>
          </p:cNvPr>
          <p:cNvSpPr/>
          <p:nvPr/>
        </p:nvSpPr>
        <p:spPr>
          <a:xfrm>
            <a:off x="1725215" y="2186869"/>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矩形 5">
            <a:extLst>
              <a:ext uri="{FF2B5EF4-FFF2-40B4-BE49-F238E27FC236}">
                <a16:creationId xmlns:a16="http://schemas.microsoft.com/office/drawing/2014/main" id="{FEEC8C95-3C1C-7487-D4AA-DE5CF36A3150}"/>
              </a:ext>
            </a:extLst>
          </p:cNvPr>
          <p:cNvSpPr/>
          <p:nvPr/>
        </p:nvSpPr>
        <p:spPr>
          <a:xfrm>
            <a:off x="1897441" y="2186869"/>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矩形 6">
            <a:extLst>
              <a:ext uri="{FF2B5EF4-FFF2-40B4-BE49-F238E27FC236}">
                <a16:creationId xmlns:a16="http://schemas.microsoft.com/office/drawing/2014/main" id="{8EF14F72-B7B2-9424-0538-073428F40EFD}"/>
              </a:ext>
            </a:extLst>
          </p:cNvPr>
          <p:cNvSpPr/>
          <p:nvPr/>
        </p:nvSpPr>
        <p:spPr>
          <a:xfrm>
            <a:off x="2069667" y="2186869"/>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矩形 8">
            <a:extLst>
              <a:ext uri="{FF2B5EF4-FFF2-40B4-BE49-F238E27FC236}">
                <a16:creationId xmlns:a16="http://schemas.microsoft.com/office/drawing/2014/main" id="{04B1434E-A23B-04C4-53A5-24D4F65A7DE0}"/>
              </a:ext>
            </a:extLst>
          </p:cNvPr>
          <p:cNvSpPr/>
          <p:nvPr/>
        </p:nvSpPr>
        <p:spPr>
          <a:xfrm>
            <a:off x="2241893" y="2186869"/>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 name="矩形 9">
            <a:extLst>
              <a:ext uri="{FF2B5EF4-FFF2-40B4-BE49-F238E27FC236}">
                <a16:creationId xmlns:a16="http://schemas.microsoft.com/office/drawing/2014/main" id="{59C44CAA-4F7D-4B7B-2AB5-4CCFA81F11B8}"/>
              </a:ext>
            </a:extLst>
          </p:cNvPr>
          <p:cNvSpPr/>
          <p:nvPr/>
        </p:nvSpPr>
        <p:spPr>
          <a:xfrm>
            <a:off x="2414119" y="2186869"/>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矩形 10">
            <a:extLst>
              <a:ext uri="{FF2B5EF4-FFF2-40B4-BE49-F238E27FC236}">
                <a16:creationId xmlns:a16="http://schemas.microsoft.com/office/drawing/2014/main" id="{DE7ED3AB-3690-E47F-A781-E2A16B1EB8B7}"/>
              </a:ext>
            </a:extLst>
          </p:cNvPr>
          <p:cNvSpPr/>
          <p:nvPr/>
        </p:nvSpPr>
        <p:spPr>
          <a:xfrm>
            <a:off x="2583688" y="2186869"/>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矩形 11">
            <a:extLst>
              <a:ext uri="{FF2B5EF4-FFF2-40B4-BE49-F238E27FC236}">
                <a16:creationId xmlns:a16="http://schemas.microsoft.com/office/drawing/2014/main" id="{651984E6-7585-0B22-F7CA-CA1E42597058}"/>
              </a:ext>
            </a:extLst>
          </p:cNvPr>
          <p:cNvSpPr/>
          <p:nvPr/>
        </p:nvSpPr>
        <p:spPr>
          <a:xfrm>
            <a:off x="2755914" y="2186869"/>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矩形 12">
            <a:extLst>
              <a:ext uri="{FF2B5EF4-FFF2-40B4-BE49-F238E27FC236}">
                <a16:creationId xmlns:a16="http://schemas.microsoft.com/office/drawing/2014/main" id="{C7F364B2-590F-3127-9075-EF655739F858}"/>
              </a:ext>
            </a:extLst>
          </p:cNvPr>
          <p:cNvSpPr/>
          <p:nvPr/>
        </p:nvSpPr>
        <p:spPr>
          <a:xfrm>
            <a:off x="2928140" y="2186869"/>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矩形 13">
            <a:extLst>
              <a:ext uri="{FF2B5EF4-FFF2-40B4-BE49-F238E27FC236}">
                <a16:creationId xmlns:a16="http://schemas.microsoft.com/office/drawing/2014/main" id="{BDC6E661-CEE5-F7F7-2C82-9701FC59FA05}"/>
              </a:ext>
            </a:extLst>
          </p:cNvPr>
          <p:cNvSpPr/>
          <p:nvPr/>
        </p:nvSpPr>
        <p:spPr>
          <a:xfrm>
            <a:off x="3100366" y="2186869"/>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 name="矩形 14">
            <a:extLst>
              <a:ext uri="{FF2B5EF4-FFF2-40B4-BE49-F238E27FC236}">
                <a16:creationId xmlns:a16="http://schemas.microsoft.com/office/drawing/2014/main" id="{F27071CC-6028-E1E6-2E3F-BACF1F9F3C61}"/>
              </a:ext>
            </a:extLst>
          </p:cNvPr>
          <p:cNvSpPr/>
          <p:nvPr/>
        </p:nvSpPr>
        <p:spPr>
          <a:xfrm>
            <a:off x="3272592" y="2186869"/>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 name="矩形 15">
            <a:extLst>
              <a:ext uri="{FF2B5EF4-FFF2-40B4-BE49-F238E27FC236}">
                <a16:creationId xmlns:a16="http://schemas.microsoft.com/office/drawing/2014/main" id="{C0437C2E-6740-B535-7DC9-7B32F8E35958}"/>
              </a:ext>
            </a:extLst>
          </p:cNvPr>
          <p:cNvSpPr/>
          <p:nvPr/>
        </p:nvSpPr>
        <p:spPr>
          <a:xfrm>
            <a:off x="3444818" y="2186869"/>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 name="矩形 16">
            <a:extLst>
              <a:ext uri="{FF2B5EF4-FFF2-40B4-BE49-F238E27FC236}">
                <a16:creationId xmlns:a16="http://schemas.microsoft.com/office/drawing/2014/main" id="{EE1234A6-F370-C872-C153-BB4E7041BEB1}"/>
              </a:ext>
            </a:extLst>
          </p:cNvPr>
          <p:cNvSpPr/>
          <p:nvPr/>
        </p:nvSpPr>
        <p:spPr>
          <a:xfrm>
            <a:off x="1380763" y="2359095"/>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8" name="矩形 17">
            <a:extLst>
              <a:ext uri="{FF2B5EF4-FFF2-40B4-BE49-F238E27FC236}">
                <a16:creationId xmlns:a16="http://schemas.microsoft.com/office/drawing/2014/main" id="{24352DA7-CFCF-1F59-4BAC-A60B941711A9}"/>
              </a:ext>
            </a:extLst>
          </p:cNvPr>
          <p:cNvSpPr/>
          <p:nvPr/>
        </p:nvSpPr>
        <p:spPr>
          <a:xfrm>
            <a:off x="1552989" y="235909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9" name="矩形 18">
            <a:extLst>
              <a:ext uri="{FF2B5EF4-FFF2-40B4-BE49-F238E27FC236}">
                <a16:creationId xmlns:a16="http://schemas.microsoft.com/office/drawing/2014/main" id="{9322569A-BACF-A398-B439-6A328047B26B}"/>
              </a:ext>
            </a:extLst>
          </p:cNvPr>
          <p:cNvSpPr/>
          <p:nvPr/>
        </p:nvSpPr>
        <p:spPr>
          <a:xfrm>
            <a:off x="1725215" y="235909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0" name="矩形 19">
            <a:extLst>
              <a:ext uri="{FF2B5EF4-FFF2-40B4-BE49-F238E27FC236}">
                <a16:creationId xmlns:a16="http://schemas.microsoft.com/office/drawing/2014/main" id="{E65DE771-3170-DD03-5186-D4D72A7E4677}"/>
              </a:ext>
            </a:extLst>
          </p:cNvPr>
          <p:cNvSpPr/>
          <p:nvPr/>
        </p:nvSpPr>
        <p:spPr>
          <a:xfrm>
            <a:off x="1897441" y="235909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1" name="矩形 20">
            <a:extLst>
              <a:ext uri="{FF2B5EF4-FFF2-40B4-BE49-F238E27FC236}">
                <a16:creationId xmlns:a16="http://schemas.microsoft.com/office/drawing/2014/main" id="{BE496E70-3C78-B2EE-0D4E-C498A968C1DA}"/>
              </a:ext>
            </a:extLst>
          </p:cNvPr>
          <p:cNvSpPr/>
          <p:nvPr/>
        </p:nvSpPr>
        <p:spPr>
          <a:xfrm>
            <a:off x="2069667" y="235909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2" name="矩形 21">
            <a:extLst>
              <a:ext uri="{FF2B5EF4-FFF2-40B4-BE49-F238E27FC236}">
                <a16:creationId xmlns:a16="http://schemas.microsoft.com/office/drawing/2014/main" id="{A29D950D-74A7-37AD-A05E-EC840DB9C8E0}"/>
              </a:ext>
            </a:extLst>
          </p:cNvPr>
          <p:cNvSpPr/>
          <p:nvPr/>
        </p:nvSpPr>
        <p:spPr>
          <a:xfrm>
            <a:off x="2241893" y="235909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3" name="矩形 22">
            <a:extLst>
              <a:ext uri="{FF2B5EF4-FFF2-40B4-BE49-F238E27FC236}">
                <a16:creationId xmlns:a16="http://schemas.microsoft.com/office/drawing/2014/main" id="{DACEBF72-5697-E65A-5904-544B651D9B15}"/>
              </a:ext>
            </a:extLst>
          </p:cNvPr>
          <p:cNvSpPr/>
          <p:nvPr/>
        </p:nvSpPr>
        <p:spPr>
          <a:xfrm>
            <a:off x="2414119" y="235909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4" name="矩形 23">
            <a:extLst>
              <a:ext uri="{FF2B5EF4-FFF2-40B4-BE49-F238E27FC236}">
                <a16:creationId xmlns:a16="http://schemas.microsoft.com/office/drawing/2014/main" id="{A0C2E749-D825-98BE-9715-96C9A9964372}"/>
              </a:ext>
            </a:extLst>
          </p:cNvPr>
          <p:cNvSpPr/>
          <p:nvPr/>
        </p:nvSpPr>
        <p:spPr>
          <a:xfrm>
            <a:off x="2583688" y="235909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5" name="矩形 24">
            <a:extLst>
              <a:ext uri="{FF2B5EF4-FFF2-40B4-BE49-F238E27FC236}">
                <a16:creationId xmlns:a16="http://schemas.microsoft.com/office/drawing/2014/main" id="{B9C7B059-3933-5309-7878-2AFACA8F45BA}"/>
              </a:ext>
            </a:extLst>
          </p:cNvPr>
          <p:cNvSpPr/>
          <p:nvPr/>
        </p:nvSpPr>
        <p:spPr>
          <a:xfrm>
            <a:off x="2755914" y="235909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6" name="矩形 25">
            <a:extLst>
              <a:ext uri="{FF2B5EF4-FFF2-40B4-BE49-F238E27FC236}">
                <a16:creationId xmlns:a16="http://schemas.microsoft.com/office/drawing/2014/main" id="{38052AC5-BEE1-4481-0855-18EBEF44662A}"/>
              </a:ext>
            </a:extLst>
          </p:cNvPr>
          <p:cNvSpPr/>
          <p:nvPr/>
        </p:nvSpPr>
        <p:spPr>
          <a:xfrm>
            <a:off x="2928140" y="235909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7" name="矩形 26">
            <a:extLst>
              <a:ext uri="{FF2B5EF4-FFF2-40B4-BE49-F238E27FC236}">
                <a16:creationId xmlns:a16="http://schemas.microsoft.com/office/drawing/2014/main" id="{964DD161-0770-A271-58B5-D604E7E97952}"/>
              </a:ext>
            </a:extLst>
          </p:cNvPr>
          <p:cNvSpPr/>
          <p:nvPr/>
        </p:nvSpPr>
        <p:spPr>
          <a:xfrm>
            <a:off x="3100366" y="235909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8" name="矩形 27">
            <a:extLst>
              <a:ext uri="{FF2B5EF4-FFF2-40B4-BE49-F238E27FC236}">
                <a16:creationId xmlns:a16="http://schemas.microsoft.com/office/drawing/2014/main" id="{13FDE255-22BB-5421-C721-9F0097643E3B}"/>
              </a:ext>
            </a:extLst>
          </p:cNvPr>
          <p:cNvSpPr/>
          <p:nvPr/>
        </p:nvSpPr>
        <p:spPr>
          <a:xfrm>
            <a:off x="3272592" y="235909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9" name="矩形 28">
            <a:extLst>
              <a:ext uri="{FF2B5EF4-FFF2-40B4-BE49-F238E27FC236}">
                <a16:creationId xmlns:a16="http://schemas.microsoft.com/office/drawing/2014/main" id="{D99DEBC0-4D19-0ABD-97ED-75B6ACB45FDC}"/>
              </a:ext>
            </a:extLst>
          </p:cNvPr>
          <p:cNvSpPr/>
          <p:nvPr/>
        </p:nvSpPr>
        <p:spPr>
          <a:xfrm>
            <a:off x="3444818" y="2359095"/>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 name="矩形 29">
            <a:extLst>
              <a:ext uri="{FF2B5EF4-FFF2-40B4-BE49-F238E27FC236}">
                <a16:creationId xmlns:a16="http://schemas.microsoft.com/office/drawing/2014/main" id="{49DD3AED-F370-44A1-4F2E-36C1039F50E8}"/>
              </a:ext>
            </a:extLst>
          </p:cNvPr>
          <p:cNvSpPr/>
          <p:nvPr/>
        </p:nvSpPr>
        <p:spPr>
          <a:xfrm>
            <a:off x="1380763" y="2531321"/>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1" name="矩形 30">
            <a:extLst>
              <a:ext uri="{FF2B5EF4-FFF2-40B4-BE49-F238E27FC236}">
                <a16:creationId xmlns:a16="http://schemas.microsoft.com/office/drawing/2014/main" id="{1036A575-1DFC-D3CD-ABCB-9D2ED98AB344}"/>
              </a:ext>
            </a:extLst>
          </p:cNvPr>
          <p:cNvSpPr/>
          <p:nvPr/>
        </p:nvSpPr>
        <p:spPr>
          <a:xfrm>
            <a:off x="1552989" y="2531321"/>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2" name="矩形 31">
            <a:extLst>
              <a:ext uri="{FF2B5EF4-FFF2-40B4-BE49-F238E27FC236}">
                <a16:creationId xmlns:a16="http://schemas.microsoft.com/office/drawing/2014/main" id="{19A0742B-04D8-5A54-3C4D-723F487BDA08}"/>
              </a:ext>
            </a:extLst>
          </p:cNvPr>
          <p:cNvSpPr/>
          <p:nvPr/>
        </p:nvSpPr>
        <p:spPr>
          <a:xfrm>
            <a:off x="1725215" y="2531321"/>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3" name="矩形 32">
            <a:extLst>
              <a:ext uri="{FF2B5EF4-FFF2-40B4-BE49-F238E27FC236}">
                <a16:creationId xmlns:a16="http://schemas.microsoft.com/office/drawing/2014/main" id="{7CA10EB4-A5E0-65EF-EDAA-9FB4BD989A4D}"/>
              </a:ext>
            </a:extLst>
          </p:cNvPr>
          <p:cNvSpPr/>
          <p:nvPr/>
        </p:nvSpPr>
        <p:spPr>
          <a:xfrm>
            <a:off x="1897441" y="2531321"/>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4" name="矩形 33">
            <a:extLst>
              <a:ext uri="{FF2B5EF4-FFF2-40B4-BE49-F238E27FC236}">
                <a16:creationId xmlns:a16="http://schemas.microsoft.com/office/drawing/2014/main" id="{B59391C9-D388-1E07-5645-43946A9337CE}"/>
              </a:ext>
            </a:extLst>
          </p:cNvPr>
          <p:cNvSpPr/>
          <p:nvPr/>
        </p:nvSpPr>
        <p:spPr>
          <a:xfrm>
            <a:off x="2069667" y="2531321"/>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5" name="矩形 34">
            <a:extLst>
              <a:ext uri="{FF2B5EF4-FFF2-40B4-BE49-F238E27FC236}">
                <a16:creationId xmlns:a16="http://schemas.microsoft.com/office/drawing/2014/main" id="{67CC173F-F6D6-0C04-75E3-067D78A43EAB}"/>
              </a:ext>
            </a:extLst>
          </p:cNvPr>
          <p:cNvSpPr/>
          <p:nvPr/>
        </p:nvSpPr>
        <p:spPr>
          <a:xfrm>
            <a:off x="2241893" y="2531321"/>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6" name="矩形 35">
            <a:extLst>
              <a:ext uri="{FF2B5EF4-FFF2-40B4-BE49-F238E27FC236}">
                <a16:creationId xmlns:a16="http://schemas.microsoft.com/office/drawing/2014/main" id="{C1CF3864-516D-7918-E779-9D0CB66FDF1A}"/>
              </a:ext>
            </a:extLst>
          </p:cNvPr>
          <p:cNvSpPr/>
          <p:nvPr/>
        </p:nvSpPr>
        <p:spPr>
          <a:xfrm>
            <a:off x="2414119" y="2531321"/>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7" name="矩形 36">
            <a:extLst>
              <a:ext uri="{FF2B5EF4-FFF2-40B4-BE49-F238E27FC236}">
                <a16:creationId xmlns:a16="http://schemas.microsoft.com/office/drawing/2014/main" id="{19E4E77F-C50D-5A5E-573A-15155CBEEE07}"/>
              </a:ext>
            </a:extLst>
          </p:cNvPr>
          <p:cNvSpPr/>
          <p:nvPr/>
        </p:nvSpPr>
        <p:spPr>
          <a:xfrm>
            <a:off x="2583688" y="2531321"/>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8" name="矩形 37">
            <a:extLst>
              <a:ext uri="{FF2B5EF4-FFF2-40B4-BE49-F238E27FC236}">
                <a16:creationId xmlns:a16="http://schemas.microsoft.com/office/drawing/2014/main" id="{C79C9F98-CFFA-60F0-D27F-F4C266796415}"/>
              </a:ext>
            </a:extLst>
          </p:cNvPr>
          <p:cNvSpPr/>
          <p:nvPr/>
        </p:nvSpPr>
        <p:spPr>
          <a:xfrm>
            <a:off x="2755914" y="2531321"/>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9" name="矩形 38">
            <a:extLst>
              <a:ext uri="{FF2B5EF4-FFF2-40B4-BE49-F238E27FC236}">
                <a16:creationId xmlns:a16="http://schemas.microsoft.com/office/drawing/2014/main" id="{83470B26-50E4-E45A-A778-605685E6C967}"/>
              </a:ext>
            </a:extLst>
          </p:cNvPr>
          <p:cNvSpPr/>
          <p:nvPr/>
        </p:nvSpPr>
        <p:spPr>
          <a:xfrm>
            <a:off x="2928140" y="2531321"/>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0" name="矩形 39">
            <a:extLst>
              <a:ext uri="{FF2B5EF4-FFF2-40B4-BE49-F238E27FC236}">
                <a16:creationId xmlns:a16="http://schemas.microsoft.com/office/drawing/2014/main" id="{0A54888E-19DE-8D54-B933-A79472BF54DD}"/>
              </a:ext>
            </a:extLst>
          </p:cNvPr>
          <p:cNvSpPr/>
          <p:nvPr/>
        </p:nvSpPr>
        <p:spPr>
          <a:xfrm>
            <a:off x="3100366" y="2531321"/>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1" name="矩形 40">
            <a:extLst>
              <a:ext uri="{FF2B5EF4-FFF2-40B4-BE49-F238E27FC236}">
                <a16:creationId xmlns:a16="http://schemas.microsoft.com/office/drawing/2014/main" id="{FDAFEB3E-481F-2C1D-6D34-7E0CF1083E93}"/>
              </a:ext>
            </a:extLst>
          </p:cNvPr>
          <p:cNvSpPr/>
          <p:nvPr/>
        </p:nvSpPr>
        <p:spPr>
          <a:xfrm>
            <a:off x="3272592" y="2531321"/>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2" name="矩形 41">
            <a:extLst>
              <a:ext uri="{FF2B5EF4-FFF2-40B4-BE49-F238E27FC236}">
                <a16:creationId xmlns:a16="http://schemas.microsoft.com/office/drawing/2014/main" id="{ECF20106-10DE-3519-A984-2336AAAEF8A9}"/>
              </a:ext>
            </a:extLst>
          </p:cNvPr>
          <p:cNvSpPr/>
          <p:nvPr/>
        </p:nvSpPr>
        <p:spPr>
          <a:xfrm>
            <a:off x="3444818" y="2531321"/>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3" name="矩形 42">
            <a:extLst>
              <a:ext uri="{FF2B5EF4-FFF2-40B4-BE49-F238E27FC236}">
                <a16:creationId xmlns:a16="http://schemas.microsoft.com/office/drawing/2014/main" id="{6EC9D342-6070-36BB-0D51-C6A2C218E4C9}"/>
              </a:ext>
            </a:extLst>
          </p:cNvPr>
          <p:cNvSpPr/>
          <p:nvPr/>
        </p:nvSpPr>
        <p:spPr>
          <a:xfrm>
            <a:off x="1380763" y="2703547"/>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4" name="矩形 43">
            <a:extLst>
              <a:ext uri="{FF2B5EF4-FFF2-40B4-BE49-F238E27FC236}">
                <a16:creationId xmlns:a16="http://schemas.microsoft.com/office/drawing/2014/main" id="{2D514C45-7261-6A42-F59E-84BAB35DC1A1}"/>
              </a:ext>
            </a:extLst>
          </p:cNvPr>
          <p:cNvSpPr/>
          <p:nvPr/>
        </p:nvSpPr>
        <p:spPr>
          <a:xfrm>
            <a:off x="1552989" y="2703547"/>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5" name="矩形 44">
            <a:extLst>
              <a:ext uri="{FF2B5EF4-FFF2-40B4-BE49-F238E27FC236}">
                <a16:creationId xmlns:a16="http://schemas.microsoft.com/office/drawing/2014/main" id="{05BD8A9E-936F-5162-B4E7-25560F11BBF6}"/>
              </a:ext>
            </a:extLst>
          </p:cNvPr>
          <p:cNvSpPr/>
          <p:nvPr/>
        </p:nvSpPr>
        <p:spPr>
          <a:xfrm>
            <a:off x="1725215" y="2703547"/>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6" name="矩形 45">
            <a:extLst>
              <a:ext uri="{FF2B5EF4-FFF2-40B4-BE49-F238E27FC236}">
                <a16:creationId xmlns:a16="http://schemas.microsoft.com/office/drawing/2014/main" id="{6521E27B-3E29-4911-BA61-AEE5E1F94535}"/>
              </a:ext>
            </a:extLst>
          </p:cNvPr>
          <p:cNvSpPr/>
          <p:nvPr/>
        </p:nvSpPr>
        <p:spPr>
          <a:xfrm>
            <a:off x="1897441" y="2703547"/>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7" name="矩形 46">
            <a:extLst>
              <a:ext uri="{FF2B5EF4-FFF2-40B4-BE49-F238E27FC236}">
                <a16:creationId xmlns:a16="http://schemas.microsoft.com/office/drawing/2014/main" id="{9B59D496-35CF-0346-78DE-869917AECC36}"/>
              </a:ext>
            </a:extLst>
          </p:cNvPr>
          <p:cNvSpPr/>
          <p:nvPr/>
        </p:nvSpPr>
        <p:spPr>
          <a:xfrm>
            <a:off x="2069667" y="2703547"/>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8" name="矩形 47">
            <a:extLst>
              <a:ext uri="{FF2B5EF4-FFF2-40B4-BE49-F238E27FC236}">
                <a16:creationId xmlns:a16="http://schemas.microsoft.com/office/drawing/2014/main" id="{3BED6036-243B-E53F-8C0E-E9353D95CB02}"/>
              </a:ext>
            </a:extLst>
          </p:cNvPr>
          <p:cNvSpPr/>
          <p:nvPr/>
        </p:nvSpPr>
        <p:spPr>
          <a:xfrm>
            <a:off x="2241893" y="2703547"/>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9" name="矩形 48">
            <a:extLst>
              <a:ext uri="{FF2B5EF4-FFF2-40B4-BE49-F238E27FC236}">
                <a16:creationId xmlns:a16="http://schemas.microsoft.com/office/drawing/2014/main" id="{B692793B-4EF9-747E-C298-C11E6296B8D2}"/>
              </a:ext>
            </a:extLst>
          </p:cNvPr>
          <p:cNvSpPr/>
          <p:nvPr/>
        </p:nvSpPr>
        <p:spPr>
          <a:xfrm>
            <a:off x="2414119" y="2703547"/>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0" name="矩形 49">
            <a:extLst>
              <a:ext uri="{FF2B5EF4-FFF2-40B4-BE49-F238E27FC236}">
                <a16:creationId xmlns:a16="http://schemas.microsoft.com/office/drawing/2014/main" id="{FC20D3D9-1B39-F5F6-3987-AD82EE9B9450}"/>
              </a:ext>
            </a:extLst>
          </p:cNvPr>
          <p:cNvSpPr/>
          <p:nvPr/>
        </p:nvSpPr>
        <p:spPr>
          <a:xfrm>
            <a:off x="2583688" y="2703547"/>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1" name="矩形 50">
            <a:extLst>
              <a:ext uri="{FF2B5EF4-FFF2-40B4-BE49-F238E27FC236}">
                <a16:creationId xmlns:a16="http://schemas.microsoft.com/office/drawing/2014/main" id="{D1A4CB09-7B73-8270-7552-F3E3260A0313}"/>
              </a:ext>
            </a:extLst>
          </p:cNvPr>
          <p:cNvSpPr/>
          <p:nvPr/>
        </p:nvSpPr>
        <p:spPr>
          <a:xfrm>
            <a:off x="2755914" y="2703547"/>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2" name="矩形 51">
            <a:extLst>
              <a:ext uri="{FF2B5EF4-FFF2-40B4-BE49-F238E27FC236}">
                <a16:creationId xmlns:a16="http://schemas.microsoft.com/office/drawing/2014/main" id="{D6D82D46-1BD5-5541-3B72-0C4BD6D614A5}"/>
              </a:ext>
            </a:extLst>
          </p:cNvPr>
          <p:cNvSpPr/>
          <p:nvPr/>
        </p:nvSpPr>
        <p:spPr>
          <a:xfrm>
            <a:off x="2928140" y="2703547"/>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3" name="矩形 52">
            <a:extLst>
              <a:ext uri="{FF2B5EF4-FFF2-40B4-BE49-F238E27FC236}">
                <a16:creationId xmlns:a16="http://schemas.microsoft.com/office/drawing/2014/main" id="{1D60C1C6-3614-3840-90FE-09CF5394636C}"/>
              </a:ext>
            </a:extLst>
          </p:cNvPr>
          <p:cNvSpPr/>
          <p:nvPr/>
        </p:nvSpPr>
        <p:spPr>
          <a:xfrm>
            <a:off x="3100366" y="2703547"/>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4" name="矩形 53">
            <a:extLst>
              <a:ext uri="{FF2B5EF4-FFF2-40B4-BE49-F238E27FC236}">
                <a16:creationId xmlns:a16="http://schemas.microsoft.com/office/drawing/2014/main" id="{FC7B5F01-6D01-B28B-E7D4-AD2D6049EF68}"/>
              </a:ext>
            </a:extLst>
          </p:cNvPr>
          <p:cNvSpPr/>
          <p:nvPr/>
        </p:nvSpPr>
        <p:spPr>
          <a:xfrm>
            <a:off x="3272592" y="2703547"/>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5" name="矩形 54">
            <a:extLst>
              <a:ext uri="{FF2B5EF4-FFF2-40B4-BE49-F238E27FC236}">
                <a16:creationId xmlns:a16="http://schemas.microsoft.com/office/drawing/2014/main" id="{A88B07F5-0025-82F3-3BC5-A607A8427A35}"/>
              </a:ext>
            </a:extLst>
          </p:cNvPr>
          <p:cNvSpPr/>
          <p:nvPr/>
        </p:nvSpPr>
        <p:spPr>
          <a:xfrm>
            <a:off x="3444818" y="2703547"/>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6" name="矩形 55">
            <a:extLst>
              <a:ext uri="{FF2B5EF4-FFF2-40B4-BE49-F238E27FC236}">
                <a16:creationId xmlns:a16="http://schemas.microsoft.com/office/drawing/2014/main" id="{C8B51F15-7DC3-96B9-92BD-BA27AF65AFEF}"/>
              </a:ext>
            </a:extLst>
          </p:cNvPr>
          <p:cNvSpPr/>
          <p:nvPr/>
        </p:nvSpPr>
        <p:spPr>
          <a:xfrm>
            <a:off x="1380763" y="2875773"/>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7" name="矩形 56">
            <a:extLst>
              <a:ext uri="{FF2B5EF4-FFF2-40B4-BE49-F238E27FC236}">
                <a16:creationId xmlns:a16="http://schemas.microsoft.com/office/drawing/2014/main" id="{A0AC9A25-2B36-C5AE-8DF0-D85EBC0FD124}"/>
              </a:ext>
            </a:extLst>
          </p:cNvPr>
          <p:cNvSpPr/>
          <p:nvPr/>
        </p:nvSpPr>
        <p:spPr>
          <a:xfrm>
            <a:off x="1552989" y="2875773"/>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8" name="矩形 57">
            <a:extLst>
              <a:ext uri="{FF2B5EF4-FFF2-40B4-BE49-F238E27FC236}">
                <a16:creationId xmlns:a16="http://schemas.microsoft.com/office/drawing/2014/main" id="{9E97AF70-7CF2-7242-112E-529B59F202B1}"/>
              </a:ext>
            </a:extLst>
          </p:cNvPr>
          <p:cNvSpPr/>
          <p:nvPr/>
        </p:nvSpPr>
        <p:spPr>
          <a:xfrm>
            <a:off x="1725215" y="2875773"/>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9" name="矩形 58">
            <a:extLst>
              <a:ext uri="{FF2B5EF4-FFF2-40B4-BE49-F238E27FC236}">
                <a16:creationId xmlns:a16="http://schemas.microsoft.com/office/drawing/2014/main" id="{D83958A2-8EC5-6879-A5CA-3C9C84A40D55}"/>
              </a:ext>
            </a:extLst>
          </p:cNvPr>
          <p:cNvSpPr/>
          <p:nvPr/>
        </p:nvSpPr>
        <p:spPr>
          <a:xfrm>
            <a:off x="1897441" y="2875773"/>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0" name="矩形 59">
            <a:extLst>
              <a:ext uri="{FF2B5EF4-FFF2-40B4-BE49-F238E27FC236}">
                <a16:creationId xmlns:a16="http://schemas.microsoft.com/office/drawing/2014/main" id="{149833A5-9459-EF6C-45BF-FB9BA3E70367}"/>
              </a:ext>
            </a:extLst>
          </p:cNvPr>
          <p:cNvSpPr/>
          <p:nvPr/>
        </p:nvSpPr>
        <p:spPr>
          <a:xfrm>
            <a:off x="2069667" y="2875773"/>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1" name="矩形 60">
            <a:extLst>
              <a:ext uri="{FF2B5EF4-FFF2-40B4-BE49-F238E27FC236}">
                <a16:creationId xmlns:a16="http://schemas.microsoft.com/office/drawing/2014/main" id="{4513E24F-B029-FCA1-750D-D3C05FD47CEB}"/>
              </a:ext>
            </a:extLst>
          </p:cNvPr>
          <p:cNvSpPr/>
          <p:nvPr/>
        </p:nvSpPr>
        <p:spPr>
          <a:xfrm>
            <a:off x="2241893" y="2875773"/>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2" name="矩形 61">
            <a:extLst>
              <a:ext uri="{FF2B5EF4-FFF2-40B4-BE49-F238E27FC236}">
                <a16:creationId xmlns:a16="http://schemas.microsoft.com/office/drawing/2014/main" id="{8757D409-2897-2CF1-10B9-F24584AC05F1}"/>
              </a:ext>
            </a:extLst>
          </p:cNvPr>
          <p:cNvSpPr/>
          <p:nvPr/>
        </p:nvSpPr>
        <p:spPr>
          <a:xfrm>
            <a:off x="2414119" y="2875773"/>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3" name="矩形 62">
            <a:extLst>
              <a:ext uri="{FF2B5EF4-FFF2-40B4-BE49-F238E27FC236}">
                <a16:creationId xmlns:a16="http://schemas.microsoft.com/office/drawing/2014/main" id="{38A9FEAD-7E02-70F6-0B19-12230CC4A103}"/>
              </a:ext>
            </a:extLst>
          </p:cNvPr>
          <p:cNvSpPr/>
          <p:nvPr/>
        </p:nvSpPr>
        <p:spPr>
          <a:xfrm>
            <a:off x="2583688" y="2875773"/>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4" name="矩形 63">
            <a:extLst>
              <a:ext uri="{FF2B5EF4-FFF2-40B4-BE49-F238E27FC236}">
                <a16:creationId xmlns:a16="http://schemas.microsoft.com/office/drawing/2014/main" id="{FB7813AA-69D6-FA4D-517A-DEAD66987C21}"/>
              </a:ext>
            </a:extLst>
          </p:cNvPr>
          <p:cNvSpPr/>
          <p:nvPr/>
        </p:nvSpPr>
        <p:spPr>
          <a:xfrm>
            <a:off x="2755914" y="2875773"/>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5" name="矩形 64">
            <a:extLst>
              <a:ext uri="{FF2B5EF4-FFF2-40B4-BE49-F238E27FC236}">
                <a16:creationId xmlns:a16="http://schemas.microsoft.com/office/drawing/2014/main" id="{C3B24D1F-B2DE-BEF9-7494-5B069616FB87}"/>
              </a:ext>
            </a:extLst>
          </p:cNvPr>
          <p:cNvSpPr/>
          <p:nvPr/>
        </p:nvSpPr>
        <p:spPr>
          <a:xfrm>
            <a:off x="2928140" y="2875773"/>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6" name="矩形 65">
            <a:extLst>
              <a:ext uri="{FF2B5EF4-FFF2-40B4-BE49-F238E27FC236}">
                <a16:creationId xmlns:a16="http://schemas.microsoft.com/office/drawing/2014/main" id="{D5C362F3-9573-A702-569F-D77C94E7A322}"/>
              </a:ext>
            </a:extLst>
          </p:cNvPr>
          <p:cNvSpPr/>
          <p:nvPr/>
        </p:nvSpPr>
        <p:spPr>
          <a:xfrm>
            <a:off x="3100366" y="2875773"/>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7" name="矩形 66">
            <a:extLst>
              <a:ext uri="{FF2B5EF4-FFF2-40B4-BE49-F238E27FC236}">
                <a16:creationId xmlns:a16="http://schemas.microsoft.com/office/drawing/2014/main" id="{64DEE404-FFCB-757B-9BBE-41E300EED6DE}"/>
              </a:ext>
            </a:extLst>
          </p:cNvPr>
          <p:cNvSpPr/>
          <p:nvPr/>
        </p:nvSpPr>
        <p:spPr>
          <a:xfrm>
            <a:off x="3272592" y="2875773"/>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8" name="矩形 67">
            <a:extLst>
              <a:ext uri="{FF2B5EF4-FFF2-40B4-BE49-F238E27FC236}">
                <a16:creationId xmlns:a16="http://schemas.microsoft.com/office/drawing/2014/main" id="{E0FFB837-ABED-56CB-8F44-A47D05651143}"/>
              </a:ext>
            </a:extLst>
          </p:cNvPr>
          <p:cNvSpPr/>
          <p:nvPr/>
        </p:nvSpPr>
        <p:spPr>
          <a:xfrm>
            <a:off x="3444818" y="2875773"/>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9" name="矩形 68">
            <a:extLst>
              <a:ext uri="{FF2B5EF4-FFF2-40B4-BE49-F238E27FC236}">
                <a16:creationId xmlns:a16="http://schemas.microsoft.com/office/drawing/2014/main" id="{F996CDBA-4892-B5CB-D0C8-6C8D3B34BB66}"/>
              </a:ext>
            </a:extLst>
          </p:cNvPr>
          <p:cNvSpPr/>
          <p:nvPr/>
        </p:nvSpPr>
        <p:spPr>
          <a:xfrm>
            <a:off x="1380763" y="3047999"/>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0" name="矩形 69">
            <a:extLst>
              <a:ext uri="{FF2B5EF4-FFF2-40B4-BE49-F238E27FC236}">
                <a16:creationId xmlns:a16="http://schemas.microsoft.com/office/drawing/2014/main" id="{A1A669EE-440F-1101-C6BD-6F96E7B65466}"/>
              </a:ext>
            </a:extLst>
          </p:cNvPr>
          <p:cNvSpPr/>
          <p:nvPr/>
        </p:nvSpPr>
        <p:spPr>
          <a:xfrm>
            <a:off x="1552989" y="3047999"/>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1" name="矩形 70">
            <a:extLst>
              <a:ext uri="{FF2B5EF4-FFF2-40B4-BE49-F238E27FC236}">
                <a16:creationId xmlns:a16="http://schemas.microsoft.com/office/drawing/2014/main" id="{17FF2095-0F8A-509D-CA16-45F0BDA923D3}"/>
              </a:ext>
            </a:extLst>
          </p:cNvPr>
          <p:cNvSpPr/>
          <p:nvPr/>
        </p:nvSpPr>
        <p:spPr>
          <a:xfrm>
            <a:off x="1725215" y="3047999"/>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2" name="矩形 71">
            <a:extLst>
              <a:ext uri="{FF2B5EF4-FFF2-40B4-BE49-F238E27FC236}">
                <a16:creationId xmlns:a16="http://schemas.microsoft.com/office/drawing/2014/main" id="{6102DCD0-8F01-F7F7-AFEF-2837BA24C88A}"/>
              </a:ext>
            </a:extLst>
          </p:cNvPr>
          <p:cNvSpPr/>
          <p:nvPr/>
        </p:nvSpPr>
        <p:spPr>
          <a:xfrm>
            <a:off x="1897441" y="3047999"/>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3" name="矩形 72">
            <a:extLst>
              <a:ext uri="{FF2B5EF4-FFF2-40B4-BE49-F238E27FC236}">
                <a16:creationId xmlns:a16="http://schemas.microsoft.com/office/drawing/2014/main" id="{95DDF70C-1EB1-FCAB-603F-D6BAC9DDBE98}"/>
              </a:ext>
            </a:extLst>
          </p:cNvPr>
          <p:cNvSpPr/>
          <p:nvPr/>
        </p:nvSpPr>
        <p:spPr>
          <a:xfrm>
            <a:off x="2069667" y="3047999"/>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4" name="矩形 73">
            <a:extLst>
              <a:ext uri="{FF2B5EF4-FFF2-40B4-BE49-F238E27FC236}">
                <a16:creationId xmlns:a16="http://schemas.microsoft.com/office/drawing/2014/main" id="{E3BDB3EE-F2F0-69F3-2FEF-8DB606D6C81B}"/>
              </a:ext>
            </a:extLst>
          </p:cNvPr>
          <p:cNvSpPr/>
          <p:nvPr/>
        </p:nvSpPr>
        <p:spPr>
          <a:xfrm>
            <a:off x="2241893" y="3047999"/>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5" name="矩形 74">
            <a:extLst>
              <a:ext uri="{FF2B5EF4-FFF2-40B4-BE49-F238E27FC236}">
                <a16:creationId xmlns:a16="http://schemas.microsoft.com/office/drawing/2014/main" id="{C0C20C5B-82C1-78F4-5C99-4132A0E9901C}"/>
              </a:ext>
            </a:extLst>
          </p:cNvPr>
          <p:cNvSpPr/>
          <p:nvPr/>
        </p:nvSpPr>
        <p:spPr>
          <a:xfrm>
            <a:off x="2414119" y="3047999"/>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6" name="矩形 75">
            <a:extLst>
              <a:ext uri="{FF2B5EF4-FFF2-40B4-BE49-F238E27FC236}">
                <a16:creationId xmlns:a16="http://schemas.microsoft.com/office/drawing/2014/main" id="{ABA60A55-8C14-72E5-D9D3-F1F494332A5A}"/>
              </a:ext>
            </a:extLst>
          </p:cNvPr>
          <p:cNvSpPr/>
          <p:nvPr/>
        </p:nvSpPr>
        <p:spPr>
          <a:xfrm>
            <a:off x="2583688" y="3047999"/>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7" name="矩形 76">
            <a:extLst>
              <a:ext uri="{FF2B5EF4-FFF2-40B4-BE49-F238E27FC236}">
                <a16:creationId xmlns:a16="http://schemas.microsoft.com/office/drawing/2014/main" id="{75141441-4D52-4027-6A14-D7CB7EF4169A}"/>
              </a:ext>
            </a:extLst>
          </p:cNvPr>
          <p:cNvSpPr/>
          <p:nvPr/>
        </p:nvSpPr>
        <p:spPr>
          <a:xfrm>
            <a:off x="2755914" y="3047999"/>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8" name="矩形 77">
            <a:extLst>
              <a:ext uri="{FF2B5EF4-FFF2-40B4-BE49-F238E27FC236}">
                <a16:creationId xmlns:a16="http://schemas.microsoft.com/office/drawing/2014/main" id="{514DAC0B-A132-E28B-E5A2-1A5CCCAB03C8}"/>
              </a:ext>
            </a:extLst>
          </p:cNvPr>
          <p:cNvSpPr/>
          <p:nvPr/>
        </p:nvSpPr>
        <p:spPr>
          <a:xfrm>
            <a:off x="2928140" y="3047999"/>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9" name="矩形 78">
            <a:extLst>
              <a:ext uri="{FF2B5EF4-FFF2-40B4-BE49-F238E27FC236}">
                <a16:creationId xmlns:a16="http://schemas.microsoft.com/office/drawing/2014/main" id="{5A87865A-23EE-A9A8-D9AF-6E6B96128C22}"/>
              </a:ext>
            </a:extLst>
          </p:cNvPr>
          <p:cNvSpPr/>
          <p:nvPr/>
        </p:nvSpPr>
        <p:spPr>
          <a:xfrm>
            <a:off x="3100366" y="3047999"/>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0" name="矩形 79">
            <a:extLst>
              <a:ext uri="{FF2B5EF4-FFF2-40B4-BE49-F238E27FC236}">
                <a16:creationId xmlns:a16="http://schemas.microsoft.com/office/drawing/2014/main" id="{561B5AD6-D925-7C3A-55E1-5C812F12AA02}"/>
              </a:ext>
            </a:extLst>
          </p:cNvPr>
          <p:cNvSpPr/>
          <p:nvPr/>
        </p:nvSpPr>
        <p:spPr>
          <a:xfrm>
            <a:off x="3272592" y="3047999"/>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1" name="矩形 80">
            <a:extLst>
              <a:ext uri="{FF2B5EF4-FFF2-40B4-BE49-F238E27FC236}">
                <a16:creationId xmlns:a16="http://schemas.microsoft.com/office/drawing/2014/main" id="{EC60ECD5-374C-12E0-762D-593DAF5896F9}"/>
              </a:ext>
            </a:extLst>
          </p:cNvPr>
          <p:cNvSpPr/>
          <p:nvPr/>
        </p:nvSpPr>
        <p:spPr>
          <a:xfrm>
            <a:off x="3444818" y="3047999"/>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2" name="矩形 81">
            <a:extLst>
              <a:ext uri="{FF2B5EF4-FFF2-40B4-BE49-F238E27FC236}">
                <a16:creationId xmlns:a16="http://schemas.microsoft.com/office/drawing/2014/main" id="{ADFB2E7D-7F71-C143-9B67-34FFB0650F39}"/>
              </a:ext>
            </a:extLst>
          </p:cNvPr>
          <p:cNvSpPr/>
          <p:nvPr/>
        </p:nvSpPr>
        <p:spPr>
          <a:xfrm>
            <a:off x="1380763" y="3220225"/>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3" name="矩形 82">
            <a:extLst>
              <a:ext uri="{FF2B5EF4-FFF2-40B4-BE49-F238E27FC236}">
                <a16:creationId xmlns:a16="http://schemas.microsoft.com/office/drawing/2014/main" id="{BB68230A-7046-CE55-BDE0-936EFB96C38C}"/>
              </a:ext>
            </a:extLst>
          </p:cNvPr>
          <p:cNvSpPr/>
          <p:nvPr/>
        </p:nvSpPr>
        <p:spPr>
          <a:xfrm>
            <a:off x="1552989" y="322022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4" name="矩形 83">
            <a:extLst>
              <a:ext uri="{FF2B5EF4-FFF2-40B4-BE49-F238E27FC236}">
                <a16:creationId xmlns:a16="http://schemas.microsoft.com/office/drawing/2014/main" id="{AA27CF29-19F3-28DD-DD60-721B19DE8830}"/>
              </a:ext>
            </a:extLst>
          </p:cNvPr>
          <p:cNvSpPr/>
          <p:nvPr/>
        </p:nvSpPr>
        <p:spPr>
          <a:xfrm>
            <a:off x="1725215" y="322022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5" name="矩形 84">
            <a:extLst>
              <a:ext uri="{FF2B5EF4-FFF2-40B4-BE49-F238E27FC236}">
                <a16:creationId xmlns:a16="http://schemas.microsoft.com/office/drawing/2014/main" id="{98B4F2B0-D35D-2419-4D5A-3C99D5F62193}"/>
              </a:ext>
            </a:extLst>
          </p:cNvPr>
          <p:cNvSpPr/>
          <p:nvPr/>
        </p:nvSpPr>
        <p:spPr>
          <a:xfrm>
            <a:off x="1897441" y="322022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6" name="矩形 85">
            <a:extLst>
              <a:ext uri="{FF2B5EF4-FFF2-40B4-BE49-F238E27FC236}">
                <a16:creationId xmlns:a16="http://schemas.microsoft.com/office/drawing/2014/main" id="{16CA2E64-F9AE-BF2D-243C-782DA7BDF8F6}"/>
              </a:ext>
            </a:extLst>
          </p:cNvPr>
          <p:cNvSpPr/>
          <p:nvPr/>
        </p:nvSpPr>
        <p:spPr>
          <a:xfrm>
            <a:off x="2069667" y="322022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7" name="矩形 86">
            <a:extLst>
              <a:ext uri="{FF2B5EF4-FFF2-40B4-BE49-F238E27FC236}">
                <a16:creationId xmlns:a16="http://schemas.microsoft.com/office/drawing/2014/main" id="{ED52C4D1-A162-2936-ECC8-FB25972E029D}"/>
              </a:ext>
            </a:extLst>
          </p:cNvPr>
          <p:cNvSpPr/>
          <p:nvPr/>
        </p:nvSpPr>
        <p:spPr>
          <a:xfrm>
            <a:off x="2241893" y="322022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8" name="矩形 87">
            <a:extLst>
              <a:ext uri="{FF2B5EF4-FFF2-40B4-BE49-F238E27FC236}">
                <a16:creationId xmlns:a16="http://schemas.microsoft.com/office/drawing/2014/main" id="{E8A13E55-5BF2-07C2-E72B-478C0DFC501F}"/>
              </a:ext>
            </a:extLst>
          </p:cNvPr>
          <p:cNvSpPr/>
          <p:nvPr/>
        </p:nvSpPr>
        <p:spPr>
          <a:xfrm>
            <a:off x="2414119" y="322022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9" name="矩形 88">
            <a:extLst>
              <a:ext uri="{FF2B5EF4-FFF2-40B4-BE49-F238E27FC236}">
                <a16:creationId xmlns:a16="http://schemas.microsoft.com/office/drawing/2014/main" id="{0E5F4762-5840-BAC1-65AB-6C47EEE99A6B}"/>
              </a:ext>
            </a:extLst>
          </p:cNvPr>
          <p:cNvSpPr/>
          <p:nvPr/>
        </p:nvSpPr>
        <p:spPr>
          <a:xfrm>
            <a:off x="2583688" y="322022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0" name="矩形 89">
            <a:extLst>
              <a:ext uri="{FF2B5EF4-FFF2-40B4-BE49-F238E27FC236}">
                <a16:creationId xmlns:a16="http://schemas.microsoft.com/office/drawing/2014/main" id="{BA4445AB-B588-25A9-E76C-1EB5F08DBCB3}"/>
              </a:ext>
            </a:extLst>
          </p:cNvPr>
          <p:cNvSpPr/>
          <p:nvPr/>
        </p:nvSpPr>
        <p:spPr>
          <a:xfrm>
            <a:off x="2755914" y="322022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1" name="矩形 90">
            <a:extLst>
              <a:ext uri="{FF2B5EF4-FFF2-40B4-BE49-F238E27FC236}">
                <a16:creationId xmlns:a16="http://schemas.microsoft.com/office/drawing/2014/main" id="{6AE2BC2E-B749-7835-993F-8691BC0C3A83}"/>
              </a:ext>
            </a:extLst>
          </p:cNvPr>
          <p:cNvSpPr/>
          <p:nvPr/>
        </p:nvSpPr>
        <p:spPr>
          <a:xfrm>
            <a:off x="2928140" y="322022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2" name="矩形 91">
            <a:extLst>
              <a:ext uri="{FF2B5EF4-FFF2-40B4-BE49-F238E27FC236}">
                <a16:creationId xmlns:a16="http://schemas.microsoft.com/office/drawing/2014/main" id="{28E0B3E8-C8C3-0BDB-F9A1-256CE7FE8663}"/>
              </a:ext>
            </a:extLst>
          </p:cNvPr>
          <p:cNvSpPr/>
          <p:nvPr/>
        </p:nvSpPr>
        <p:spPr>
          <a:xfrm>
            <a:off x="3100366" y="322022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3" name="矩形 92">
            <a:extLst>
              <a:ext uri="{FF2B5EF4-FFF2-40B4-BE49-F238E27FC236}">
                <a16:creationId xmlns:a16="http://schemas.microsoft.com/office/drawing/2014/main" id="{68B8EC71-661B-3C9D-EE90-0E1300E9A43D}"/>
              </a:ext>
            </a:extLst>
          </p:cNvPr>
          <p:cNvSpPr/>
          <p:nvPr/>
        </p:nvSpPr>
        <p:spPr>
          <a:xfrm>
            <a:off x="3272592" y="322022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4" name="矩形 93">
            <a:extLst>
              <a:ext uri="{FF2B5EF4-FFF2-40B4-BE49-F238E27FC236}">
                <a16:creationId xmlns:a16="http://schemas.microsoft.com/office/drawing/2014/main" id="{F6ECDA48-4374-C048-20D7-03A236D5E27C}"/>
              </a:ext>
            </a:extLst>
          </p:cNvPr>
          <p:cNvSpPr/>
          <p:nvPr/>
        </p:nvSpPr>
        <p:spPr>
          <a:xfrm>
            <a:off x="3444818" y="322022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5" name="矩形 94">
            <a:extLst>
              <a:ext uri="{FF2B5EF4-FFF2-40B4-BE49-F238E27FC236}">
                <a16:creationId xmlns:a16="http://schemas.microsoft.com/office/drawing/2014/main" id="{EA182D14-0E2F-8EE3-E7B9-3D0A74E7B94A}"/>
              </a:ext>
            </a:extLst>
          </p:cNvPr>
          <p:cNvSpPr/>
          <p:nvPr/>
        </p:nvSpPr>
        <p:spPr>
          <a:xfrm>
            <a:off x="1380763" y="3392451"/>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6" name="矩形 95">
            <a:extLst>
              <a:ext uri="{FF2B5EF4-FFF2-40B4-BE49-F238E27FC236}">
                <a16:creationId xmlns:a16="http://schemas.microsoft.com/office/drawing/2014/main" id="{75DFDC08-E152-045A-AC2F-171C4F4AE256}"/>
              </a:ext>
            </a:extLst>
          </p:cNvPr>
          <p:cNvSpPr/>
          <p:nvPr/>
        </p:nvSpPr>
        <p:spPr>
          <a:xfrm>
            <a:off x="1552989" y="3392451"/>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7" name="矩形 96">
            <a:extLst>
              <a:ext uri="{FF2B5EF4-FFF2-40B4-BE49-F238E27FC236}">
                <a16:creationId xmlns:a16="http://schemas.microsoft.com/office/drawing/2014/main" id="{44E2E77F-0F7C-38FF-BC5D-C26EA46FFCC4}"/>
              </a:ext>
            </a:extLst>
          </p:cNvPr>
          <p:cNvSpPr/>
          <p:nvPr/>
        </p:nvSpPr>
        <p:spPr>
          <a:xfrm>
            <a:off x="1725215" y="3392451"/>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8" name="矩形 97">
            <a:extLst>
              <a:ext uri="{FF2B5EF4-FFF2-40B4-BE49-F238E27FC236}">
                <a16:creationId xmlns:a16="http://schemas.microsoft.com/office/drawing/2014/main" id="{97ED243B-54ED-7869-8B1D-B796107A2456}"/>
              </a:ext>
            </a:extLst>
          </p:cNvPr>
          <p:cNvSpPr/>
          <p:nvPr/>
        </p:nvSpPr>
        <p:spPr>
          <a:xfrm>
            <a:off x="1897441" y="3392451"/>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9" name="矩形 98">
            <a:extLst>
              <a:ext uri="{FF2B5EF4-FFF2-40B4-BE49-F238E27FC236}">
                <a16:creationId xmlns:a16="http://schemas.microsoft.com/office/drawing/2014/main" id="{1E4ED45D-2F90-47EA-6FB7-B8C1B5AAC08B}"/>
              </a:ext>
            </a:extLst>
          </p:cNvPr>
          <p:cNvSpPr/>
          <p:nvPr/>
        </p:nvSpPr>
        <p:spPr>
          <a:xfrm>
            <a:off x="2069667" y="3392451"/>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0" name="矩形 99">
            <a:extLst>
              <a:ext uri="{FF2B5EF4-FFF2-40B4-BE49-F238E27FC236}">
                <a16:creationId xmlns:a16="http://schemas.microsoft.com/office/drawing/2014/main" id="{54D3EF42-8E44-1E29-C94A-FBCCDB621236}"/>
              </a:ext>
            </a:extLst>
          </p:cNvPr>
          <p:cNvSpPr/>
          <p:nvPr/>
        </p:nvSpPr>
        <p:spPr>
          <a:xfrm>
            <a:off x="2241893" y="3392451"/>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1" name="矩形 100">
            <a:extLst>
              <a:ext uri="{FF2B5EF4-FFF2-40B4-BE49-F238E27FC236}">
                <a16:creationId xmlns:a16="http://schemas.microsoft.com/office/drawing/2014/main" id="{76EAA53D-6CB1-7926-B58D-86E1F294C49B}"/>
              </a:ext>
            </a:extLst>
          </p:cNvPr>
          <p:cNvSpPr/>
          <p:nvPr/>
        </p:nvSpPr>
        <p:spPr>
          <a:xfrm>
            <a:off x="2414119" y="3392451"/>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2" name="矩形 101">
            <a:extLst>
              <a:ext uri="{FF2B5EF4-FFF2-40B4-BE49-F238E27FC236}">
                <a16:creationId xmlns:a16="http://schemas.microsoft.com/office/drawing/2014/main" id="{7A45F07A-29D7-0DC5-B3CD-D049D591FDBA}"/>
              </a:ext>
            </a:extLst>
          </p:cNvPr>
          <p:cNvSpPr/>
          <p:nvPr/>
        </p:nvSpPr>
        <p:spPr>
          <a:xfrm>
            <a:off x="2583688" y="3392451"/>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3" name="矩形 102">
            <a:extLst>
              <a:ext uri="{FF2B5EF4-FFF2-40B4-BE49-F238E27FC236}">
                <a16:creationId xmlns:a16="http://schemas.microsoft.com/office/drawing/2014/main" id="{20B1D3B1-BD8F-DFBA-53AF-B6033CCE241A}"/>
              </a:ext>
            </a:extLst>
          </p:cNvPr>
          <p:cNvSpPr/>
          <p:nvPr/>
        </p:nvSpPr>
        <p:spPr>
          <a:xfrm>
            <a:off x="2755914" y="3392451"/>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4" name="矩形 103">
            <a:extLst>
              <a:ext uri="{FF2B5EF4-FFF2-40B4-BE49-F238E27FC236}">
                <a16:creationId xmlns:a16="http://schemas.microsoft.com/office/drawing/2014/main" id="{87953971-347B-2545-6959-CA791B959E20}"/>
              </a:ext>
            </a:extLst>
          </p:cNvPr>
          <p:cNvSpPr/>
          <p:nvPr/>
        </p:nvSpPr>
        <p:spPr>
          <a:xfrm>
            <a:off x="2928140" y="3392451"/>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5" name="矩形 104">
            <a:extLst>
              <a:ext uri="{FF2B5EF4-FFF2-40B4-BE49-F238E27FC236}">
                <a16:creationId xmlns:a16="http://schemas.microsoft.com/office/drawing/2014/main" id="{3BEEBEE3-0481-17DA-A2C7-24514CCAD46B}"/>
              </a:ext>
            </a:extLst>
          </p:cNvPr>
          <p:cNvSpPr/>
          <p:nvPr/>
        </p:nvSpPr>
        <p:spPr>
          <a:xfrm>
            <a:off x="3100366" y="3392451"/>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6" name="矩形 105">
            <a:extLst>
              <a:ext uri="{FF2B5EF4-FFF2-40B4-BE49-F238E27FC236}">
                <a16:creationId xmlns:a16="http://schemas.microsoft.com/office/drawing/2014/main" id="{114CB088-6D61-7C26-69CE-40CA4039E70F}"/>
              </a:ext>
            </a:extLst>
          </p:cNvPr>
          <p:cNvSpPr/>
          <p:nvPr/>
        </p:nvSpPr>
        <p:spPr>
          <a:xfrm>
            <a:off x="3272592" y="3392451"/>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7" name="矩形 106">
            <a:extLst>
              <a:ext uri="{FF2B5EF4-FFF2-40B4-BE49-F238E27FC236}">
                <a16:creationId xmlns:a16="http://schemas.microsoft.com/office/drawing/2014/main" id="{47F2FC4D-D3ED-4DC1-F958-C7BAC9078F7E}"/>
              </a:ext>
            </a:extLst>
          </p:cNvPr>
          <p:cNvSpPr/>
          <p:nvPr/>
        </p:nvSpPr>
        <p:spPr>
          <a:xfrm>
            <a:off x="3444818" y="3392451"/>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8" name="矩形 107">
            <a:extLst>
              <a:ext uri="{FF2B5EF4-FFF2-40B4-BE49-F238E27FC236}">
                <a16:creationId xmlns:a16="http://schemas.microsoft.com/office/drawing/2014/main" id="{7A992C1F-1C52-AE2B-D9D6-D1140958ED54}"/>
              </a:ext>
            </a:extLst>
          </p:cNvPr>
          <p:cNvSpPr/>
          <p:nvPr/>
        </p:nvSpPr>
        <p:spPr>
          <a:xfrm>
            <a:off x="1380763" y="3564677"/>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9" name="矩形 108">
            <a:extLst>
              <a:ext uri="{FF2B5EF4-FFF2-40B4-BE49-F238E27FC236}">
                <a16:creationId xmlns:a16="http://schemas.microsoft.com/office/drawing/2014/main" id="{AEAA0099-7062-1C86-D75A-84D15A0E0AC9}"/>
              </a:ext>
            </a:extLst>
          </p:cNvPr>
          <p:cNvSpPr/>
          <p:nvPr/>
        </p:nvSpPr>
        <p:spPr>
          <a:xfrm>
            <a:off x="1552989" y="3564677"/>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0" name="矩形 109">
            <a:extLst>
              <a:ext uri="{FF2B5EF4-FFF2-40B4-BE49-F238E27FC236}">
                <a16:creationId xmlns:a16="http://schemas.microsoft.com/office/drawing/2014/main" id="{64CEE337-ECAB-7A80-E14B-C95E97E7F2FE}"/>
              </a:ext>
            </a:extLst>
          </p:cNvPr>
          <p:cNvSpPr/>
          <p:nvPr/>
        </p:nvSpPr>
        <p:spPr>
          <a:xfrm>
            <a:off x="1725215" y="3564677"/>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1" name="矩形 110">
            <a:extLst>
              <a:ext uri="{FF2B5EF4-FFF2-40B4-BE49-F238E27FC236}">
                <a16:creationId xmlns:a16="http://schemas.microsoft.com/office/drawing/2014/main" id="{276A35BA-D2A9-7E79-6590-F27DB899A252}"/>
              </a:ext>
            </a:extLst>
          </p:cNvPr>
          <p:cNvSpPr/>
          <p:nvPr/>
        </p:nvSpPr>
        <p:spPr>
          <a:xfrm>
            <a:off x="1897441" y="3564677"/>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2" name="矩形 111">
            <a:extLst>
              <a:ext uri="{FF2B5EF4-FFF2-40B4-BE49-F238E27FC236}">
                <a16:creationId xmlns:a16="http://schemas.microsoft.com/office/drawing/2014/main" id="{4382EF53-B3C3-67C6-FA58-C0DCAA40B554}"/>
              </a:ext>
            </a:extLst>
          </p:cNvPr>
          <p:cNvSpPr/>
          <p:nvPr/>
        </p:nvSpPr>
        <p:spPr>
          <a:xfrm>
            <a:off x="2069667" y="3564677"/>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3" name="矩形 112">
            <a:extLst>
              <a:ext uri="{FF2B5EF4-FFF2-40B4-BE49-F238E27FC236}">
                <a16:creationId xmlns:a16="http://schemas.microsoft.com/office/drawing/2014/main" id="{0F034D03-ADDA-9425-C812-E0BA266B5CEB}"/>
              </a:ext>
            </a:extLst>
          </p:cNvPr>
          <p:cNvSpPr/>
          <p:nvPr/>
        </p:nvSpPr>
        <p:spPr>
          <a:xfrm>
            <a:off x="2241893" y="3564677"/>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4" name="矩形 113">
            <a:extLst>
              <a:ext uri="{FF2B5EF4-FFF2-40B4-BE49-F238E27FC236}">
                <a16:creationId xmlns:a16="http://schemas.microsoft.com/office/drawing/2014/main" id="{5CD5E806-1B92-2817-A5CB-8E1B5BEB38BB}"/>
              </a:ext>
            </a:extLst>
          </p:cNvPr>
          <p:cNvSpPr/>
          <p:nvPr/>
        </p:nvSpPr>
        <p:spPr>
          <a:xfrm>
            <a:off x="2414119" y="3564677"/>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5" name="矩形 114">
            <a:extLst>
              <a:ext uri="{FF2B5EF4-FFF2-40B4-BE49-F238E27FC236}">
                <a16:creationId xmlns:a16="http://schemas.microsoft.com/office/drawing/2014/main" id="{0F53A320-A023-1882-439D-405A6534AA39}"/>
              </a:ext>
            </a:extLst>
          </p:cNvPr>
          <p:cNvSpPr/>
          <p:nvPr/>
        </p:nvSpPr>
        <p:spPr>
          <a:xfrm>
            <a:off x="2583688" y="3564677"/>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6" name="矩形 115">
            <a:extLst>
              <a:ext uri="{FF2B5EF4-FFF2-40B4-BE49-F238E27FC236}">
                <a16:creationId xmlns:a16="http://schemas.microsoft.com/office/drawing/2014/main" id="{8234FB30-1758-B0E6-D504-346497C90CB8}"/>
              </a:ext>
            </a:extLst>
          </p:cNvPr>
          <p:cNvSpPr/>
          <p:nvPr/>
        </p:nvSpPr>
        <p:spPr>
          <a:xfrm>
            <a:off x="2755914" y="3564677"/>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7" name="矩形 116">
            <a:extLst>
              <a:ext uri="{FF2B5EF4-FFF2-40B4-BE49-F238E27FC236}">
                <a16:creationId xmlns:a16="http://schemas.microsoft.com/office/drawing/2014/main" id="{5D4F47D2-21FF-D24A-0669-071FBAA1757D}"/>
              </a:ext>
            </a:extLst>
          </p:cNvPr>
          <p:cNvSpPr/>
          <p:nvPr/>
        </p:nvSpPr>
        <p:spPr>
          <a:xfrm>
            <a:off x="2928140" y="3564677"/>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8" name="矩形 117">
            <a:extLst>
              <a:ext uri="{FF2B5EF4-FFF2-40B4-BE49-F238E27FC236}">
                <a16:creationId xmlns:a16="http://schemas.microsoft.com/office/drawing/2014/main" id="{B5E9F27F-F12D-79E3-941C-0E25D28692A0}"/>
              </a:ext>
            </a:extLst>
          </p:cNvPr>
          <p:cNvSpPr/>
          <p:nvPr/>
        </p:nvSpPr>
        <p:spPr>
          <a:xfrm>
            <a:off x="3100366" y="3564677"/>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9" name="矩形 118">
            <a:extLst>
              <a:ext uri="{FF2B5EF4-FFF2-40B4-BE49-F238E27FC236}">
                <a16:creationId xmlns:a16="http://schemas.microsoft.com/office/drawing/2014/main" id="{D2898D7E-B8B6-B2FF-5382-39D2B53E84D1}"/>
              </a:ext>
            </a:extLst>
          </p:cNvPr>
          <p:cNvSpPr/>
          <p:nvPr/>
        </p:nvSpPr>
        <p:spPr>
          <a:xfrm>
            <a:off x="3272592" y="3564677"/>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0" name="矩形 119">
            <a:extLst>
              <a:ext uri="{FF2B5EF4-FFF2-40B4-BE49-F238E27FC236}">
                <a16:creationId xmlns:a16="http://schemas.microsoft.com/office/drawing/2014/main" id="{360ED9AF-76D2-8C97-A577-C3FB7FC7F5A7}"/>
              </a:ext>
            </a:extLst>
          </p:cNvPr>
          <p:cNvSpPr/>
          <p:nvPr/>
        </p:nvSpPr>
        <p:spPr>
          <a:xfrm>
            <a:off x="3444818" y="3564677"/>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1" name="矩形 120">
            <a:extLst>
              <a:ext uri="{FF2B5EF4-FFF2-40B4-BE49-F238E27FC236}">
                <a16:creationId xmlns:a16="http://schemas.microsoft.com/office/drawing/2014/main" id="{C2F184E0-B4E8-5BFC-0F0A-6AB0B8B04131}"/>
              </a:ext>
            </a:extLst>
          </p:cNvPr>
          <p:cNvSpPr/>
          <p:nvPr/>
        </p:nvSpPr>
        <p:spPr>
          <a:xfrm>
            <a:off x="1380763" y="3736903"/>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2" name="矩形 121">
            <a:extLst>
              <a:ext uri="{FF2B5EF4-FFF2-40B4-BE49-F238E27FC236}">
                <a16:creationId xmlns:a16="http://schemas.microsoft.com/office/drawing/2014/main" id="{940F56A2-117E-5011-5601-C69DDB69EA78}"/>
              </a:ext>
            </a:extLst>
          </p:cNvPr>
          <p:cNvSpPr/>
          <p:nvPr/>
        </p:nvSpPr>
        <p:spPr>
          <a:xfrm>
            <a:off x="1552989" y="3736903"/>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3" name="矩形 122">
            <a:extLst>
              <a:ext uri="{FF2B5EF4-FFF2-40B4-BE49-F238E27FC236}">
                <a16:creationId xmlns:a16="http://schemas.microsoft.com/office/drawing/2014/main" id="{D30D48CD-AAA8-DE5A-AC17-00606F01E160}"/>
              </a:ext>
            </a:extLst>
          </p:cNvPr>
          <p:cNvSpPr/>
          <p:nvPr/>
        </p:nvSpPr>
        <p:spPr>
          <a:xfrm>
            <a:off x="1725215" y="3736903"/>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4" name="矩形 123">
            <a:extLst>
              <a:ext uri="{FF2B5EF4-FFF2-40B4-BE49-F238E27FC236}">
                <a16:creationId xmlns:a16="http://schemas.microsoft.com/office/drawing/2014/main" id="{2BF910DD-326B-985F-E120-865476FCF51B}"/>
              </a:ext>
            </a:extLst>
          </p:cNvPr>
          <p:cNvSpPr/>
          <p:nvPr/>
        </p:nvSpPr>
        <p:spPr>
          <a:xfrm>
            <a:off x="1897441" y="3736903"/>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5" name="矩形 124">
            <a:extLst>
              <a:ext uri="{FF2B5EF4-FFF2-40B4-BE49-F238E27FC236}">
                <a16:creationId xmlns:a16="http://schemas.microsoft.com/office/drawing/2014/main" id="{1A619BC5-2EE8-0C37-6B53-8B31CD604C54}"/>
              </a:ext>
            </a:extLst>
          </p:cNvPr>
          <p:cNvSpPr/>
          <p:nvPr/>
        </p:nvSpPr>
        <p:spPr>
          <a:xfrm>
            <a:off x="2069667" y="3736903"/>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6" name="矩形 125">
            <a:extLst>
              <a:ext uri="{FF2B5EF4-FFF2-40B4-BE49-F238E27FC236}">
                <a16:creationId xmlns:a16="http://schemas.microsoft.com/office/drawing/2014/main" id="{6D2D4F86-7614-0AB4-DD9C-394977B984A9}"/>
              </a:ext>
            </a:extLst>
          </p:cNvPr>
          <p:cNvSpPr/>
          <p:nvPr/>
        </p:nvSpPr>
        <p:spPr>
          <a:xfrm>
            <a:off x="2241893" y="3736903"/>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7" name="矩形 126">
            <a:extLst>
              <a:ext uri="{FF2B5EF4-FFF2-40B4-BE49-F238E27FC236}">
                <a16:creationId xmlns:a16="http://schemas.microsoft.com/office/drawing/2014/main" id="{17F8F455-8206-A5A6-A1FE-2AE3EA0315E3}"/>
              </a:ext>
            </a:extLst>
          </p:cNvPr>
          <p:cNvSpPr/>
          <p:nvPr/>
        </p:nvSpPr>
        <p:spPr>
          <a:xfrm>
            <a:off x="2414119" y="3736903"/>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8" name="矩形 127">
            <a:extLst>
              <a:ext uri="{FF2B5EF4-FFF2-40B4-BE49-F238E27FC236}">
                <a16:creationId xmlns:a16="http://schemas.microsoft.com/office/drawing/2014/main" id="{F152EA95-BFEF-EBAD-9290-10EEF44FBE99}"/>
              </a:ext>
            </a:extLst>
          </p:cNvPr>
          <p:cNvSpPr/>
          <p:nvPr/>
        </p:nvSpPr>
        <p:spPr>
          <a:xfrm>
            <a:off x="2583688" y="3736903"/>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9" name="矩形 128">
            <a:extLst>
              <a:ext uri="{FF2B5EF4-FFF2-40B4-BE49-F238E27FC236}">
                <a16:creationId xmlns:a16="http://schemas.microsoft.com/office/drawing/2014/main" id="{6213E422-FBEF-0B90-9E34-9286A054A795}"/>
              </a:ext>
            </a:extLst>
          </p:cNvPr>
          <p:cNvSpPr/>
          <p:nvPr/>
        </p:nvSpPr>
        <p:spPr>
          <a:xfrm>
            <a:off x="2755914" y="3736903"/>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0" name="矩形 129">
            <a:extLst>
              <a:ext uri="{FF2B5EF4-FFF2-40B4-BE49-F238E27FC236}">
                <a16:creationId xmlns:a16="http://schemas.microsoft.com/office/drawing/2014/main" id="{C4B9D01B-C370-6BAD-64A6-22B42D66EDD3}"/>
              </a:ext>
            </a:extLst>
          </p:cNvPr>
          <p:cNvSpPr/>
          <p:nvPr/>
        </p:nvSpPr>
        <p:spPr>
          <a:xfrm>
            <a:off x="2928140" y="3736903"/>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1" name="矩形 130">
            <a:extLst>
              <a:ext uri="{FF2B5EF4-FFF2-40B4-BE49-F238E27FC236}">
                <a16:creationId xmlns:a16="http://schemas.microsoft.com/office/drawing/2014/main" id="{7C01C3DC-2A13-4C00-5FE4-DDE536DB138C}"/>
              </a:ext>
            </a:extLst>
          </p:cNvPr>
          <p:cNvSpPr/>
          <p:nvPr/>
        </p:nvSpPr>
        <p:spPr>
          <a:xfrm>
            <a:off x="3100366" y="3736903"/>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2" name="矩形 131">
            <a:extLst>
              <a:ext uri="{FF2B5EF4-FFF2-40B4-BE49-F238E27FC236}">
                <a16:creationId xmlns:a16="http://schemas.microsoft.com/office/drawing/2014/main" id="{497E452F-569D-4595-BC61-21B9AC8D47A9}"/>
              </a:ext>
            </a:extLst>
          </p:cNvPr>
          <p:cNvSpPr/>
          <p:nvPr/>
        </p:nvSpPr>
        <p:spPr>
          <a:xfrm>
            <a:off x="3272592" y="3736903"/>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3" name="矩形 132">
            <a:extLst>
              <a:ext uri="{FF2B5EF4-FFF2-40B4-BE49-F238E27FC236}">
                <a16:creationId xmlns:a16="http://schemas.microsoft.com/office/drawing/2014/main" id="{52A7D297-E871-B55A-1974-199B25FEE57C}"/>
              </a:ext>
            </a:extLst>
          </p:cNvPr>
          <p:cNvSpPr/>
          <p:nvPr/>
        </p:nvSpPr>
        <p:spPr>
          <a:xfrm>
            <a:off x="3444818" y="3736903"/>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4" name="矩形 133">
            <a:extLst>
              <a:ext uri="{FF2B5EF4-FFF2-40B4-BE49-F238E27FC236}">
                <a16:creationId xmlns:a16="http://schemas.microsoft.com/office/drawing/2014/main" id="{86C72220-5D4E-5DC7-AC75-897088400B34}"/>
              </a:ext>
            </a:extLst>
          </p:cNvPr>
          <p:cNvSpPr/>
          <p:nvPr/>
        </p:nvSpPr>
        <p:spPr>
          <a:xfrm>
            <a:off x="1380763" y="3909129"/>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5" name="矩形 134">
            <a:extLst>
              <a:ext uri="{FF2B5EF4-FFF2-40B4-BE49-F238E27FC236}">
                <a16:creationId xmlns:a16="http://schemas.microsoft.com/office/drawing/2014/main" id="{020A7786-822B-7A7B-1EE3-08BF2B401FDA}"/>
              </a:ext>
            </a:extLst>
          </p:cNvPr>
          <p:cNvSpPr/>
          <p:nvPr/>
        </p:nvSpPr>
        <p:spPr>
          <a:xfrm>
            <a:off x="1552989" y="3909129"/>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6" name="矩形 135">
            <a:extLst>
              <a:ext uri="{FF2B5EF4-FFF2-40B4-BE49-F238E27FC236}">
                <a16:creationId xmlns:a16="http://schemas.microsoft.com/office/drawing/2014/main" id="{D6AA0645-E3DB-5779-BFDF-348F95619280}"/>
              </a:ext>
            </a:extLst>
          </p:cNvPr>
          <p:cNvSpPr/>
          <p:nvPr/>
        </p:nvSpPr>
        <p:spPr>
          <a:xfrm>
            <a:off x="1725215" y="3909129"/>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7" name="矩形 136">
            <a:extLst>
              <a:ext uri="{FF2B5EF4-FFF2-40B4-BE49-F238E27FC236}">
                <a16:creationId xmlns:a16="http://schemas.microsoft.com/office/drawing/2014/main" id="{89A082D2-A50F-06E8-C825-ED4984ACCCAB}"/>
              </a:ext>
            </a:extLst>
          </p:cNvPr>
          <p:cNvSpPr/>
          <p:nvPr/>
        </p:nvSpPr>
        <p:spPr>
          <a:xfrm>
            <a:off x="1897441" y="3909129"/>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8" name="矩形 137">
            <a:extLst>
              <a:ext uri="{FF2B5EF4-FFF2-40B4-BE49-F238E27FC236}">
                <a16:creationId xmlns:a16="http://schemas.microsoft.com/office/drawing/2014/main" id="{EF70800E-BFFC-B36B-6F5C-FC19F7CD86AD}"/>
              </a:ext>
            </a:extLst>
          </p:cNvPr>
          <p:cNvSpPr/>
          <p:nvPr/>
        </p:nvSpPr>
        <p:spPr>
          <a:xfrm>
            <a:off x="2069667" y="3909129"/>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9" name="矩形 138">
            <a:extLst>
              <a:ext uri="{FF2B5EF4-FFF2-40B4-BE49-F238E27FC236}">
                <a16:creationId xmlns:a16="http://schemas.microsoft.com/office/drawing/2014/main" id="{877D6A5E-A803-9451-5A1D-7D1C376A5062}"/>
              </a:ext>
            </a:extLst>
          </p:cNvPr>
          <p:cNvSpPr/>
          <p:nvPr/>
        </p:nvSpPr>
        <p:spPr>
          <a:xfrm>
            <a:off x="2241893" y="3909129"/>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0" name="矩形 139">
            <a:extLst>
              <a:ext uri="{FF2B5EF4-FFF2-40B4-BE49-F238E27FC236}">
                <a16:creationId xmlns:a16="http://schemas.microsoft.com/office/drawing/2014/main" id="{AB9FAAD3-8012-082F-7566-DCE2BFC9636F}"/>
              </a:ext>
            </a:extLst>
          </p:cNvPr>
          <p:cNvSpPr/>
          <p:nvPr/>
        </p:nvSpPr>
        <p:spPr>
          <a:xfrm>
            <a:off x="2414119" y="3909129"/>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1" name="矩形 140">
            <a:extLst>
              <a:ext uri="{FF2B5EF4-FFF2-40B4-BE49-F238E27FC236}">
                <a16:creationId xmlns:a16="http://schemas.microsoft.com/office/drawing/2014/main" id="{41DA6681-B03A-E64D-4422-098696C84245}"/>
              </a:ext>
            </a:extLst>
          </p:cNvPr>
          <p:cNvSpPr/>
          <p:nvPr/>
        </p:nvSpPr>
        <p:spPr>
          <a:xfrm>
            <a:off x="2583688" y="3909129"/>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2" name="矩形 141">
            <a:extLst>
              <a:ext uri="{FF2B5EF4-FFF2-40B4-BE49-F238E27FC236}">
                <a16:creationId xmlns:a16="http://schemas.microsoft.com/office/drawing/2014/main" id="{827D3D81-A2A1-5ACE-99A0-3FCF7F2FF0C1}"/>
              </a:ext>
            </a:extLst>
          </p:cNvPr>
          <p:cNvSpPr/>
          <p:nvPr/>
        </p:nvSpPr>
        <p:spPr>
          <a:xfrm>
            <a:off x="2755914" y="3909129"/>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3" name="矩形 142">
            <a:extLst>
              <a:ext uri="{FF2B5EF4-FFF2-40B4-BE49-F238E27FC236}">
                <a16:creationId xmlns:a16="http://schemas.microsoft.com/office/drawing/2014/main" id="{68D49AD4-2E7A-6E8B-3CBC-058EA8EAAFCA}"/>
              </a:ext>
            </a:extLst>
          </p:cNvPr>
          <p:cNvSpPr/>
          <p:nvPr/>
        </p:nvSpPr>
        <p:spPr>
          <a:xfrm>
            <a:off x="2928140" y="3909129"/>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4" name="矩形 143">
            <a:extLst>
              <a:ext uri="{FF2B5EF4-FFF2-40B4-BE49-F238E27FC236}">
                <a16:creationId xmlns:a16="http://schemas.microsoft.com/office/drawing/2014/main" id="{8269F83E-60D6-6804-D27D-E1B4741DB703}"/>
              </a:ext>
            </a:extLst>
          </p:cNvPr>
          <p:cNvSpPr/>
          <p:nvPr/>
        </p:nvSpPr>
        <p:spPr>
          <a:xfrm>
            <a:off x="3100366" y="3909129"/>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5" name="矩形 144">
            <a:extLst>
              <a:ext uri="{FF2B5EF4-FFF2-40B4-BE49-F238E27FC236}">
                <a16:creationId xmlns:a16="http://schemas.microsoft.com/office/drawing/2014/main" id="{152C485F-7DC4-406D-018B-159080FA17DA}"/>
              </a:ext>
            </a:extLst>
          </p:cNvPr>
          <p:cNvSpPr/>
          <p:nvPr/>
        </p:nvSpPr>
        <p:spPr>
          <a:xfrm>
            <a:off x="3272592" y="3909129"/>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6" name="矩形 145">
            <a:extLst>
              <a:ext uri="{FF2B5EF4-FFF2-40B4-BE49-F238E27FC236}">
                <a16:creationId xmlns:a16="http://schemas.microsoft.com/office/drawing/2014/main" id="{FCA511D1-3C08-FF9E-F784-9AB07B0F24E9}"/>
              </a:ext>
            </a:extLst>
          </p:cNvPr>
          <p:cNvSpPr/>
          <p:nvPr/>
        </p:nvSpPr>
        <p:spPr>
          <a:xfrm>
            <a:off x="3444818" y="3909129"/>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7" name="矩形 146">
            <a:extLst>
              <a:ext uri="{FF2B5EF4-FFF2-40B4-BE49-F238E27FC236}">
                <a16:creationId xmlns:a16="http://schemas.microsoft.com/office/drawing/2014/main" id="{66E1C2D5-F0BE-01CC-410B-1E13983D32C5}"/>
              </a:ext>
            </a:extLst>
          </p:cNvPr>
          <p:cNvSpPr/>
          <p:nvPr/>
        </p:nvSpPr>
        <p:spPr>
          <a:xfrm>
            <a:off x="1380763" y="4081355"/>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8" name="矩形 147">
            <a:extLst>
              <a:ext uri="{FF2B5EF4-FFF2-40B4-BE49-F238E27FC236}">
                <a16:creationId xmlns:a16="http://schemas.microsoft.com/office/drawing/2014/main" id="{3B304C7D-F2B4-044B-777B-43E0F187BFE9}"/>
              </a:ext>
            </a:extLst>
          </p:cNvPr>
          <p:cNvSpPr/>
          <p:nvPr/>
        </p:nvSpPr>
        <p:spPr>
          <a:xfrm>
            <a:off x="1552989" y="408135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9" name="矩形 148">
            <a:extLst>
              <a:ext uri="{FF2B5EF4-FFF2-40B4-BE49-F238E27FC236}">
                <a16:creationId xmlns:a16="http://schemas.microsoft.com/office/drawing/2014/main" id="{60B9F42B-79D2-8759-BB32-B01297AAC4BF}"/>
              </a:ext>
            </a:extLst>
          </p:cNvPr>
          <p:cNvSpPr/>
          <p:nvPr/>
        </p:nvSpPr>
        <p:spPr>
          <a:xfrm>
            <a:off x="1725215" y="408135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0" name="矩形 149">
            <a:extLst>
              <a:ext uri="{FF2B5EF4-FFF2-40B4-BE49-F238E27FC236}">
                <a16:creationId xmlns:a16="http://schemas.microsoft.com/office/drawing/2014/main" id="{D0866309-1319-272C-11BA-BBF4C58DD844}"/>
              </a:ext>
            </a:extLst>
          </p:cNvPr>
          <p:cNvSpPr/>
          <p:nvPr/>
        </p:nvSpPr>
        <p:spPr>
          <a:xfrm>
            <a:off x="1897441" y="408135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1" name="矩形 150">
            <a:extLst>
              <a:ext uri="{FF2B5EF4-FFF2-40B4-BE49-F238E27FC236}">
                <a16:creationId xmlns:a16="http://schemas.microsoft.com/office/drawing/2014/main" id="{16020E3C-5716-645C-197E-348FA77CF7FD}"/>
              </a:ext>
            </a:extLst>
          </p:cNvPr>
          <p:cNvSpPr/>
          <p:nvPr/>
        </p:nvSpPr>
        <p:spPr>
          <a:xfrm>
            <a:off x="2069667" y="408135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2" name="矩形 151">
            <a:extLst>
              <a:ext uri="{FF2B5EF4-FFF2-40B4-BE49-F238E27FC236}">
                <a16:creationId xmlns:a16="http://schemas.microsoft.com/office/drawing/2014/main" id="{F7AE0937-9463-0948-8D0B-1C8F5BD00D55}"/>
              </a:ext>
            </a:extLst>
          </p:cNvPr>
          <p:cNvSpPr/>
          <p:nvPr/>
        </p:nvSpPr>
        <p:spPr>
          <a:xfrm>
            <a:off x="2241893" y="408135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3" name="矩形 152">
            <a:extLst>
              <a:ext uri="{FF2B5EF4-FFF2-40B4-BE49-F238E27FC236}">
                <a16:creationId xmlns:a16="http://schemas.microsoft.com/office/drawing/2014/main" id="{BB0A91E2-8D28-5203-1A9F-D5B26A46E3D0}"/>
              </a:ext>
            </a:extLst>
          </p:cNvPr>
          <p:cNvSpPr/>
          <p:nvPr/>
        </p:nvSpPr>
        <p:spPr>
          <a:xfrm>
            <a:off x="2414119" y="408135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4" name="矩形 153">
            <a:extLst>
              <a:ext uri="{FF2B5EF4-FFF2-40B4-BE49-F238E27FC236}">
                <a16:creationId xmlns:a16="http://schemas.microsoft.com/office/drawing/2014/main" id="{709AC1B4-5121-724A-E2C4-0218FEBBCC23}"/>
              </a:ext>
            </a:extLst>
          </p:cNvPr>
          <p:cNvSpPr/>
          <p:nvPr/>
        </p:nvSpPr>
        <p:spPr>
          <a:xfrm>
            <a:off x="2583688" y="408135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5" name="矩形 154">
            <a:extLst>
              <a:ext uri="{FF2B5EF4-FFF2-40B4-BE49-F238E27FC236}">
                <a16:creationId xmlns:a16="http://schemas.microsoft.com/office/drawing/2014/main" id="{69C793EA-92B3-F5C0-8110-87AA56A25645}"/>
              </a:ext>
            </a:extLst>
          </p:cNvPr>
          <p:cNvSpPr/>
          <p:nvPr/>
        </p:nvSpPr>
        <p:spPr>
          <a:xfrm>
            <a:off x="2755914" y="408135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6" name="矩形 155">
            <a:extLst>
              <a:ext uri="{FF2B5EF4-FFF2-40B4-BE49-F238E27FC236}">
                <a16:creationId xmlns:a16="http://schemas.microsoft.com/office/drawing/2014/main" id="{814AADCD-1DD4-3BB0-0680-AD903E745EE5}"/>
              </a:ext>
            </a:extLst>
          </p:cNvPr>
          <p:cNvSpPr/>
          <p:nvPr/>
        </p:nvSpPr>
        <p:spPr>
          <a:xfrm>
            <a:off x="2928140" y="408135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7" name="矩形 156">
            <a:extLst>
              <a:ext uri="{FF2B5EF4-FFF2-40B4-BE49-F238E27FC236}">
                <a16:creationId xmlns:a16="http://schemas.microsoft.com/office/drawing/2014/main" id="{BF337A78-6971-C922-6597-BB34DB61E9C4}"/>
              </a:ext>
            </a:extLst>
          </p:cNvPr>
          <p:cNvSpPr/>
          <p:nvPr/>
        </p:nvSpPr>
        <p:spPr>
          <a:xfrm>
            <a:off x="3100366" y="408135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8" name="矩形 157">
            <a:extLst>
              <a:ext uri="{FF2B5EF4-FFF2-40B4-BE49-F238E27FC236}">
                <a16:creationId xmlns:a16="http://schemas.microsoft.com/office/drawing/2014/main" id="{D3CB0F8A-D430-03C4-E402-29EC8C18ECE7}"/>
              </a:ext>
            </a:extLst>
          </p:cNvPr>
          <p:cNvSpPr/>
          <p:nvPr/>
        </p:nvSpPr>
        <p:spPr>
          <a:xfrm>
            <a:off x="3272592" y="408135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9" name="矩形 158">
            <a:extLst>
              <a:ext uri="{FF2B5EF4-FFF2-40B4-BE49-F238E27FC236}">
                <a16:creationId xmlns:a16="http://schemas.microsoft.com/office/drawing/2014/main" id="{A3FD30CC-71AF-A8AB-15FE-009AF7F93572}"/>
              </a:ext>
            </a:extLst>
          </p:cNvPr>
          <p:cNvSpPr/>
          <p:nvPr/>
        </p:nvSpPr>
        <p:spPr>
          <a:xfrm>
            <a:off x="3444818" y="4081355"/>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0" name="矩形 159">
            <a:extLst>
              <a:ext uri="{FF2B5EF4-FFF2-40B4-BE49-F238E27FC236}">
                <a16:creationId xmlns:a16="http://schemas.microsoft.com/office/drawing/2014/main" id="{BAB72921-B5F2-099A-DAAC-38D9C81AF1F8}"/>
              </a:ext>
            </a:extLst>
          </p:cNvPr>
          <p:cNvSpPr/>
          <p:nvPr/>
        </p:nvSpPr>
        <p:spPr>
          <a:xfrm>
            <a:off x="1380763" y="4253581"/>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1" name="矩形 160">
            <a:extLst>
              <a:ext uri="{FF2B5EF4-FFF2-40B4-BE49-F238E27FC236}">
                <a16:creationId xmlns:a16="http://schemas.microsoft.com/office/drawing/2014/main" id="{033AC686-E7C3-588A-17CE-BC1B1459C040}"/>
              </a:ext>
            </a:extLst>
          </p:cNvPr>
          <p:cNvSpPr/>
          <p:nvPr/>
        </p:nvSpPr>
        <p:spPr>
          <a:xfrm>
            <a:off x="1552989" y="4253581"/>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2" name="矩形 161">
            <a:extLst>
              <a:ext uri="{FF2B5EF4-FFF2-40B4-BE49-F238E27FC236}">
                <a16:creationId xmlns:a16="http://schemas.microsoft.com/office/drawing/2014/main" id="{93DD2BFD-FDC8-582E-0504-5005CE9E7760}"/>
              </a:ext>
            </a:extLst>
          </p:cNvPr>
          <p:cNvSpPr/>
          <p:nvPr/>
        </p:nvSpPr>
        <p:spPr>
          <a:xfrm>
            <a:off x="1725215" y="4253581"/>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3" name="矩形 162">
            <a:extLst>
              <a:ext uri="{FF2B5EF4-FFF2-40B4-BE49-F238E27FC236}">
                <a16:creationId xmlns:a16="http://schemas.microsoft.com/office/drawing/2014/main" id="{D4829F31-4979-2A53-9080-3F2D230DE4F5}"/>
              </a:ext>
            </a:extLst>
          </p:cNvPr>
          <p:cNvSpPr/>
          <p:nvPr/>
        </p:nvSpPr>
        <p:spPr>
          <a:xfrm>
            <a:off x="1897441" y="4253581"/>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4" name="矩形 163">
            <a:extLst>
              <a:ext uri="{FF2B5EF4-FFF2-40B4-BE49-F238E27FC236}">
                <a16:creationId xmlns:a16="http://schemas.microsoft.com/office/drawing/2014/main" id="{6F5507D6-1CE7-4A0B-3BE0-E6092CAB9D99}"/>
              </a:ext>
            </a:extLst>
          </p:cNvPr>
          <p:cNvSpPr/>
          <p:nvPr/>
        </p:nvSpPr>
        <p:spPr>
          <a:xfrm>
            <a:off x="2069667" y="4253581"/>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5" name="矩形 164">
            <a:extLst>
              <a:ext uri="{FF2B5EF4-FFF2-40B4-BE49-F238E27FC236}">
                <a16:creationId xmlns:a16="http://schemas.microsoft.com/office/drawing/2014/main" id="{818E606C-CBE7-4069-2B15-AE39F6F85BAF}"/>
              </a:ext>
            </a:extLst>
          </p:cNvPr>
          <p:cNvSpPr/>
          <p:nvPr/>
        </p:nvSpPr>
        <p:spPr>
          <a:xfrm>
            <a:off x="2241893" y="4253581"/>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6" name="矩形 165">
            <a:extLst>
              <a:ext uri="{FF2B5EF4-FFF2-40B4-BE49-F238E27FC236}">
                <a16:creationId xmlns:a16="http://schemas.microsoft.com/office/drawing/2014/main" id="{AB0BE7FC-D82F-7461-5F12-9377B4BC41CC}"/>
              </a:ext>
            </a:extLst>
          </p:cNvPr>
          <p:cNvSpPr/>
          <p:nvPr/>
        </p:nvSpPr>
        <p:spPr>
          <a:xfrm>
            <a:off x="2414119" y="4253581"/>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7" name="矩形 166">
            <a:extLst>
              <a:ext uri="{FF2B5EF4-FFF2-40B4-BE49-F238E27FC236}">
                <a16:creationId xmlns:a16="http://schemas.microsoft.com/office/drawing/2014/main" id="{8A0AF737-059D-779C-057D-9C679860C9EF}"/>
              </a:ext>
            </a:extLst>
          </p:cNvPr>
          <p:cNvSpPr/>
          <p:nvPr/>
        </p:nvSpPr>
        <p:spPr>
          <a:xfrm>
            <a:off x="2583688" y="4253581"/>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8" name="矩形 167">
            <a:extLst>
              <a:ext uri="{FF2B5EF4-FFF2-40B4-BE49-F238E27FC236}">
                <a16:creationId xmlns:a16="http://schemas.microsoft.com/office/drawing/2014/main" id="{3B13A5F8-7E44-AF74-AC20-2F3A597F3570}"/>
              </a:ext>
            </a:extLst>
          </p:cNvPr>
          <p:cNvSpPr/>
          <p:nvPr/>
        </p:nvSpPr>
        <p:spPr>
          <a:xfrm>
            <a:off x="2755914" y="4253581"/>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9" name="矩形 168">
            <a:extLst>
              <a:ext uri="{FF2B5EF4-FFF2-40B4-BE49-F238E27FC236}">
                <a16:creationId xmlns:a16="http://schemas.microsoft.com/office/drawing/2014/main" id="{17A34B79-78D2-0301-74CD-200E5664BC92}"/>
              </a:ext>
            </a:extLst>
          </p:cNvPr>
          <p:cNvSpPr/>
          <p:nvPr/>
        </p:nvSpPr>
        <p:spPr>
          <a:xfrm>
            <a:off x="2928140" y="4253581"/>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0" name="矩形 169">
            <a:extLst>
              <a:ext uri="{FF2B5EF4-FFF2-40B4-BE49-F238E27FC236}">
                <a16:creationId xmlns:a16="http://schemas.microsoft.com/office/drawing/2014/main" id="{CB2DDACD-5976-222F-458F-87886710BF07}"/>
              </a:ext>
            </a:extLst>
          </p:cNvPr>
          <p:cNvSpPr/>
          <p:nvPr/>
        </p:nvSpPr>
        <p:spPr>
          <a:xfrm>
            <a:off x="3100366" y="4253581"/>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1" name="矩形 170">
            <a:extLst>
              <a:ext uri="{FF2B5EF4-FFF2-40B4-BE49-F238E27FC236}">
                <a16:creationId xmlns:a16="http://schemas.microsoft.com/office/drawing/2014/main" id="{3AD2918C-A5FE-69E6-B125-6E25E4E77ECD}"/>
              </a:ext>
            </a:extLst>
          </p:cNvPr>
          <p:cNvSpPr/>
          <p:nvPr/>
        </p:nvSpPr>
        <p:spPr>
          <a:xfrm>
            <a:off x="3272592" y="4253581"/>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2" name="矩形 171">
            <a:extLst>
              <a:ext uri="{FF2B5EF4-FFF2-40B4-BE49-F238E27FC236}">
                <a16:creationId xmlns:a16="http://schemas.microsoft.com/office/drawing/2014/main" id="{D2C3C532-3C54-F784-87C7-D9484E2582E8}"/>
              </a:ext>
            </a:extLst>
          </p:cNvPr>
          <p:cNvSpPr/>
          <p:nvPr/>
        </p:nvSpPr>
        <p:spPr>
          <a:xfrm>
            <a:off x="3444818" y="4253581"/>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43" name="矩形 342">
            <a:extLst>
              <a:ext uri="{FF2B5EF4-FFF2-40B4-BE49-F238E27FC236}">
                <a16:creationId xmlns:a16="http://schemas.microsoft.com/office/drawing/2014/main" id="{159FD3FC-7FF3-5437-4FC0-4764EC2EE0B5}"/>
              </a:ext>
            </a:extLst>
          </p:cNvPr>
          <p:cNvSpPr/>
          <p:nvPr/>
        </p:nvSpPr>
        <p:spPr>
          <a:xfrm>
            <a:off x="4761917" y="2186869"/>
            <a:ext cx="2236281" cy="2238938"/>
          </a:xfrm>
          <a:prstGeom prst="rect">
            <a:avLst/>
          </a:prstGeom>
          <a:solidFill>
            <a:schemeClr val="bg1"/>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344" name="Picture 2" descr="Pop! Wall-E (Facet) — Double Boxed Toys">
            <a:extLst>
              <a:ext uri="{FF2B5EF4-FFF2-40B4-BE49-F238E27FC236}">
                <a16:creationId xmlns:a16="http://schemas.microsoft.com/office/drawing/2014/main" id="{A6AB62F5-B596-5886-3EB6-625869773281}"/>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2782" t="8914" r="12960" b="8907"/>
          <a:stretch/>
        </p:blipFill>
        <p:spPr bwMode="auto">
          <a:xfrm>
            <a:off x="2739138" y="2475818"/>
            <a:ext cx="205778" cy="227729"/>
          </a:xfrm>
          <a:prstGeom prst="rect">
            <a:avLst/>
          </a:prstGeom>
          <a:noFill/>
          <a:extLst>
            <a:ext uri="{909E8E84-426E-40DD-AFC4-6F175D3DCCD1}">
              <a14:hiddenFill xmlns:a14="http://schemas.microsoft.com/office/drawing/2010/main">
                <a:solidFill>
                  <a:srgbClr val="FFFFFF"/>
                </a:solidFill>
              </a14:hiddenFill>
            </a:ext>
          </a:extLst>
        </p:spPr>
      </p:pic>
      <p:sp>
        <p:nvSpPr>
          <p:cNvPr id="345" name="文本框 344">
            <a:extLst>
              <a:ext uri="{FF2B5EF4-FFF2-40B4-BE49-F238E27FC236}">
                <a16:creationId xmlns:a16="http://schemas.microsoft.com/office/drawing/2014/main" id="{D2C51B07-BA17-39AE-512F-FF125BEB29C9}"/>
              </a:ext>
            </a:extLst>
          </p:cNvPr>
          <p:cNvSpPr txBox="1"/>
          <p:nvPr/>
        </p:nvSpPr>
        <p:spPr>
          <a:xfrm>
            <a:off x="1878044" y="4478016"/>
            <a:ext cx="1222322" cy="338554"/>
          </a:xfrm>
          <a:prstGeom prst="rect">
            <a:avLst/>
          </a:prstGeom>
          <a:noFill/>
        </p:spPr>
        <p:txBody>
          <a:bodyPr wrap="none" rtlCol="0">
            <a:spAutoFit/>
          </a:bodyPr>
          <a:lstStyle/>
          <a:p>
            <a:r>
              <a:rPr lang="en-GB" sz="1600" dirty="0">
                <a:solidFill>
                  <a:srgbClr val="003399"/>
                </a:solidFill>
              </a:rPr>
              <a:t>real</a:t>
            </a:r>
            <a:r>
              <a:rPr lang="zh-CN" altLang="en-US" sz="1600" dirty="0">
                <a:solidFill>
                  <a:srgbClr val="003399"/>
                </a:solidFill>
              </a:rPr>
              <a:t> </a:t>
            </a:r>
            <a:r>
              <a:rPr lang="en-GB" altLang="zh-CN" sz="1600" dirty="0">
                <a:solidFill>
                  <a:srgbClr val="003399"/>
                </a:solidFill>
              </a:rPr>
              <a:t>position</a:t>
            </a:r>
            <a:endParaRPr lang="en-GB" sz="1600" dirty="0">
              <a:solidFill>
                <a:srgbClr val="003399"/>
              </a:solidFill>
            </a:endParaRPr>
          </a:p>
        </p:txBody>
      </p:sp>
      <p:sp>
        <p:nvSpPr>
          <p:cNvPr id="346" name="文本框 345">
            <a:extLst>
              <a:ext uri="{FF2B5EF4-FFF2-40B4-BE49-F238E27FC236}">
                <a16:creationId xmlns:a16="http://schemas.microsoft.com/office/drawing/2014/main" id="{20BCBE74-165B-4D8F-38F9-262BAA500AC5}"/>
              </a:ext>
            </a:extLst>
          </p:cNvPr>
          <p:cNvSpPr txBox="1"/>
          <p:nvPr/>
        </p:nvSpPr>
        <p:spPr>
          <a:xfrm>
            <a:off x="4260153" y="4478016"/>
            <a:ext cx="3233642" cy="338554"/>
          </a:xfrm>
          <a:prstGeom prst="rect">
            <a:avLst/>
          </a:prstGeom>
          <a:noFill/>
        </p:spPr>
        <p:txBody>
          <a:bodyPr wrap="none" rtlCol="0">
            <a:spAutoFit/>
          </a:bodyPr>
          <a:lstStyle/>
          <a:p>
            <a:r>
              <a:rPr lang="en-GB" sz="1600" dirty="0">
                <a:solidFill>
                  <a:schemeClr val="accent4"/>
                </a:solidFill>
              </a:rPr>
              <a:t>estimated</a:t>
            </a:r>
            <a:r>
              <a:rPr lang="zh-CN" altLang="en-US" sz="1600" dirty="0">
                <a:solidFill>
                  <a:schemeClr val="accent4"/>
                </a:solidFill>
              </a:rPr>
              <a:t> </a:t>
            </a:r>
            <a:r>
              <a:rPr lang="en-GB" altLang="zh-CN" sz="1600" dirty="0">
                <a:solidFill>
                  <a:schemeClr val="accent4"/>
                </a:solidFill>
              </a:rPr>
              <a:t>positions and orientations</a:t>
            </a:r>
            <a:endParaRPr lang="en-GB" sz="1600" dirty="0">
              <a:solidFill>
                <a:schemeClr val="accent4"/>
              </a:solidFill>
            </a:endParaRPr>
          </a:p>
        </p:txBody>
      </p:sp>
      <p:grpSp>
        <p:nvGrpSpPr>
          <p:cNvPr id="392" name="组合 391">
            <a:extLst>
              <a:ext uri="{FF2B5EF4-FFF2-40B4-BE49-F238E27FC236}">
                <a16:creationId xmlns:a16="http://schemas.microsoft.com/office/drawing/2014/main" id="{C5EEA153-F932-3277-DD7A-D8024D45A241}"/>
              </a:ext>
            </a:extLst>
          </p:cNvPr>
          <p:cNvGrpSpPr/>
          <p:nvPr/>
        </p:nvGrpSpPr>
        <p:grpSpPr>
          <a:xfrm rot="4090668">
            <a:off x="6405372" y="2693700"/>
            <a:ext cx="172800" cy="172800"/>
            <a:chOff x="7320995" y="2197610"/>
            <a:chExt cx="172800" cy="172800"/>
          </a:xfrm>
        </p:grpSpPr>
        <p:sp>
          <p:nvSpPr>
            <p:cNvPr id="350" name="椭圆 349">
              <a:extLst>
                <a:ext uri="{FF2B5EF4-FFF2-40B4-BE49-F238E27FC236}">
                  <a16:creationId xmlns:a16="http://schemas.microsoft.com/office/drawing/2014/main" id="{54DB55A4-323D-8EB2-2799-07A787ED1118}"/>
                </a:ext>
              </a:extLst>
            </p:cNvPr>
            <p:cNvSpPr/>
            <p:nvPr/>
          </p:nvSpPr>
          <p:spPr>
            <a:xfrm>
              <a:off x="7320995" y="2197610"/>
              <a:ext cx="172800" cy="172800"/>
            </a:xfrm>
            <a:prstGeom prst="ellipse">
              <a:avLst/>
            </a:prstGeom>
            <a:solidFill>
              <a:schemeClr val="bg1">
                <a:alpha val="1196"/>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800" dirty="0">
                  <a:solidFill>
                    <a:schemeClr val="bg1"/>
                  </a:solidFill>
                </a:rPr>
                <a:t>0</a:t>
              </a:r>
            </a:p>
          </p:txBody>
        </p:sp>
        <p:cxnSp>
          <p:nvCxnSpPr>
            <p:cNvPr id="351" name="直线箭头连接符 350">
              <a:extLst>
                <a:ext uri="{FF2B5EF4-FFF2-40B4-BE49-F238E27FC236}">
                  <a16:creationId xmlns:a16="http://schemas.microsoft.com/office/drawing/2014/main" id="{2E9C0C15-6E5D-52E5-2826-724DAB63F1E3}"/>
                </a:ext>
              </a:extLst>
            </p:cNvPr>
            <p:cNvCxnSpPr>
              <a:cxnSpLocks/>
            </p:cNvCxnSpPr>
            <p:nvPr/>
          </p:nvCxnSpPr>
          <p:spPr>
            <a:xfrm flipV="1">
              <a:off x="7403000" y="2212010"/>
              <a:ext cx="0" cy="144000"/>
            </a:xfrm>
            <a:prstGeom prst="straightConnector1">
              <a:avLst/>
            </a:prstGeom>
            <a:ln w="22225">
              <a:solidFill>
                <a:schemeClr val="accent4">
                  <a:alpha val="62000"/>
                </a:schemeClr>
              </a:solidFill>
              <a:tailEnd type="triangle"/>
            </a:ln>
          </p:spPr>
          <p:style>
            <a:lnRef idx="1">
              <a:schemeClr val="accent1"/>
            </a:lnRef>
            <a:fillRef idx="0">
              <a:schemeClr val="accent1"/>
            </a:fillRef>
            <a:effectRef idx="0">
              <a:schemeClr val="accent1"/>
            </a:effectRef>
            <a:fontRef idx="minor">
              <a:schemeClr val="tx1"/>
            </a:fontRef>
          </p:style>
        </p:cxnSp>
      </p:grpSp>
      <p:grpSp>
        <p:nvGrpSpPr>
          <p:cNvPr id="393" name="组合 392">
            <a:extLst>
              <a:ext uri="{FF2B5EF4-FFF2-40B4-BE49-F238E27FC236}">
                <a16:creationId xmlns:a16="http://schemas.microsoft.com/office/drawing/2014/main" id="{6C4E0018-E6C4-7972-81ED-ECBB4F0359B7}"/>
              </a:ext>
            </a:extLst>
          </p:cNvPr>
          <p:cNvGrpSpPr/>
          <p:nvPr/>
        </p:nvGrpSpPr>
        <p:grpSpPr>
          <a:xfrm rot="18877849">
            <a:off x="5468821" y="2607536"/>
            <a:ext cx="172800" cy="172800"/>
            <a:chOff x="7320995" y="2444519"/>
            <a:chExt cx="172800" cy="172800"/>
          </a:xfrm>
        </p:grpSpPr>
        <p:sp>
          <p:nvSpPr>
            <p:cNvPr id="374" name="椭圆 373">
              <a:extLst>
                <a:ext uri="{FF2B5EF4-FFF2-40B4-BE49-F238E27FC236}">
                  <a16:creationId xmlns:a16="http://schemas.microsoft.com/office/drawing/2014/main" id="{3106752C-432F-CD46-5E17-2DA8D06580D2}"/>
                </a:ext>
              </a:extLst>
            </p:cNvPr>
            <p:cNvSpPr/>
            <p:nvPr/>
          </p:nvSpPr>
          <p:spPr>
            <a:xfrm>
              <a:off x="7320995" y="2444519"/>
              <a:ext cx="172800" cy="172800"/>
            </a:xfrm>
            <a:prstGeom prst="ellipse">
              <a:avLst/>
            </a:prstGeom>
            <a:solidFill>
              <a:schemeClr val="bg1">
                <a:alpha val="1196"/>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800" dirty="0">
                  <a:solidFill>
                    <a:schemeClr val="bg1"/>
                  </a:solidFill>
                </a:rPr>
                <a:t>1</a:t>
              </a:r>
            </a:p>
          </p:txBody>
        </p:sp>
        <p:cxnSp>
          <p:nvCxnSpPr>
            <p:cNvPr id="375" name="直线箭头连接符 374">
              <a:extLst>
                <a:ext uri="{FF2B5EF4-FFF2-40B4-BE49-F238E27FC236}">
                  <a16:creationId xmlns:a16="http://schemas.microsoft.com/office/drawing/2014/main" id="{3442CC05-D1A8-2FF3-6ADC-1F06D48085B8}"/>
                </a:ext>
              </a:extLst>
            </p:cNvPr>
            <p:cNvCxnSpPr>
              <a:cxnSpLocks/>
            </p:cNvCxnSpPr>
            <p:nvPr/>
          </p:nvCxnSpPr>
          <p:spPr>
            <a:xfrm flipV="1">
              <a:off x="7403000" y="2458919"/>
              <a:ext cx="0" cy="144000"/>
            </a:xfrm>
            <a:prstGeom prst="straightConnector1">
              <a:avLst/>
            </a:prstGeom>
            <a:ln w="22225">
              <a:solidFill>
                <a:schemeClr val="accent4">
                  <a:alpha val="22000"/>
                </a:schemeClr>
              </a:solidFill>
              <a:tailEnd type="triangle"/>
            </a:ln>
          </p:spPr>
          <p:style>
            <a:lnRef idx="1">
              <a:schemeClr val="accent1"/>
            </a:lnRef>
            <a:fillRef idx="0">
              <a:schemeClr val="accent1"/>
            </a:fillRef>
            <a:effectRef idx="0">
              <a:schemeClr val="accent1"/>
            </a:effectRef>
            <a:fontRef idx="minor">
              <a:schemeClr val="tx1"/>
            </a:fontRef>
          </p:style>
        </p:cxnSp>
      </p:grpSp>
      <p:grpSp>
        <p:nvGrpSpPr>
          <p:cNvPr id="394" name="组合 393">
            <a:extLst>
              <a:ext uri="{FF2B5EF4-FFF2-40B4-BE49-F238E27FC236}">
                <a16:creationId xmlns:a16="http://schemas.microsoft.com/office/drawing/2014/main" id="{0B5791E6-907E-167C-0541-2080D527DBC6}"/>
              </a:ext>
            </a:extLst>
          </p:cNvPr>
          <p:cNvGrpSpPr/>
          <p:nvPr/>
        </p:nvGrpSpPr>
        <p:grpSpPr>
          <a:xfrm>
            <a:off x="6470579" y="2847139"/>
            <a:ext cx="172800" cy="172800"/>
            <a:chOff x="7320995" y="2649866"/>
            <a:chExt cx="172800" cy="172800"/>
          </a:xfrm>
        </p:grpSpPr>
        <p:sp>
          <p:nvSpPr>
            <p:cNvPr id="376" name="椭圆 375">
              <a:extLst>
                <a:ext uri="{FF2B5EF4-FFF2-40B4-BE49-F238E27FC236}">
                  <a16:creationId xmlns:a16="http://schemas.microsoft.com/office/drawing/2014/main" id="{EC655ED9-B11E-0343-1EAC-25D6026C3634}"/>
                </a:ext>
              </a:extLst>
            </p:cNvPr>
            <p:cNvSpPr/>
            <p:nvPr/>
          </p:nvSpPr>
          <p:spPr>
            <a:xfrm>
              <a:off x="7320995" y="2649866"/>
              <a:ext cx="172800" cy="172800"/>
            </a:xfrm>
            <a:prstGeom prst="ellipse">
              <a:avLst/>
            </a:prstGeom>
            <a:solidFill>
              <a:schemeClr val="bg1">
                <a:alpha val="1196"/>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800" dirty="0">
                  <a:solidFill>
                    <a:schemeClr val="bg1"/>
                  </a:solidFill>
                </a:rPr>
                <a:t>2</a:t>
              </a:r>
            </a:p>
          </p:txBody>
        </p:sp>
        <p:cxnSp>
          <p:nvCxnSpPr>
            <p:cNvPr id="377" name="直线箭头连接符 376">
              <a:extLst>
                <a:ext uri="{FF2B5EF4-FFF2-40B4-BE49-F238E27FC236}">
                  <a16:creationId xmlns:a16="http://schemas.microsoft.com/office/drawing/2014/main" id="{DE1ABF68-9BBC-08A5-33A0-CFAF86BC9F00}"/>
                </a:ext>
              </a:extLst>
            </p:cNvPr>
            <p:cNvCxnSpPr>
              <a:cxnSpLocks/>
            </p:cNvCxnSpPr>
            <p:nvPr/>
          </p:nvCxnSpPr>
          <p:spPr>
            <a:xfrm flipV="1">
              <a:off x="7403000" y="2664266"/>
              <a:ext cx="0" cy="144000"/>
            </a:xfrm>
            <a:prstGeom prst="straightConnector1">
              <a:avLst/>
            </a:prstGeom>
            <a:ln w="22225">
              <a:solidFill>
                <a:schemeClr val="accent4">
                  <a:alpha val="65880"/>
                </a:schemeClr>
              </a:solidFill>
              <a:tailEnd type="triangle"/>
            </a:ln>
          </p:spPr>
          <p:style>
            <a:lnRef idx="1">
              <a:schemeClr val="accent1"/>
            </a:lnRef>
            <a:fillRef idx="0">
              <a:schemeClr val="accent1"/>
            </a:fillRef>
            <a:effectRef idx="0">
              <a:schemeClr val="accent1"/>
            </a:effectRef>
            <a:fontRef idx="minor">
              <a:schemeClr val="tx1"/>
            </a:fontRef>
          </p:style>
        </p:cxnSp>
      </p:grpSp>
      <p:grpSp>
        <p:nvGrpSpPr>
          <p:cNvPr id="395" name="组合 394">
            <a:extLst>
              <a:ext uri="{FF2B5EF4-FFF2-40B4-BE49-F238E27FC236}">
                <a16:creationId xmlns:a16="http://schemas.microsoft.com/office/drawing/2014/main" id="{4074BB38-2AB7-F622-478D-E2CFCFE39235}"/>
              </a:ext>
            </a:extLst>
          </p:cNvPr>
          <p:cNvGrpSpPr/>
          <p:nvPr/>
        </p:nvGrpSpPr>
        <p:grpSpPr>
          <a:xfrm rot="5047516">
            <a:off x="5709602" y="3056388"/>
            <a:ext cx="172800" cy="172800"/>
            <a:chOff x="7320995" y="2872688"/>
            <a:chExt cx="172800" cy="172800"/>
          </a:xfrm>
        </p:grpSpPr>
        <p:sp>
          <p:nvSpPr>
            <p:cNvPr id="378" name="椭圆 377">
              <a:extLst>
                <a:ext uri="{FF2B5EF4-FFF2-40B4-BE49-F238E27FC236}">
                  <a16:creationId xmlns:a16="http://schemas.microsoft.com/office/drawing/2014/main" id="{3EF7A7A7-BAB2-FB79-8995-3D546003D59A}"/>
                </a:ext>
              </a:extLst>
            </p:cNvPr>
            <p:cNvSpPr/>
            <p:nvPr/>
          </p:nvSpPr>
          <p:spPr>
            <a:xfrm>
              <a:off x="7320995" y="2872688"/>
              <a:ext cx="172800" cy="172800"/>
            </a:xfrm>
            <a:prstGeom prst="ellipse">
              <a:avLst/>
            </a:prstGeom>
            <a:solidFill>
              <a:schemeClr val="bg1">
                <a:alpha val="1196"/>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800" dirty="0">
                  <a:solidFill>
                    <a:schemeClr val="bg1"/>
                  </a:solidFill>
                </a:rPr>
                <a:t>3</a:t>
              </a:r>
            </a:p>
          </p:txBody>
        </p:sp>
        <p:cxnSp>
          <p:nvCxnSpPr>
            <p:cNvPr id="379" name="直线箭头连接符 378">
              <a:extLst>
                <a:ext uri="{FF2B5EF4-FFF2-40B4-BE49-F238E27FC236}">
                  <a16:creationId xmlns:a16="http://schemas.microsoft.com/office/drawing/2014/main" id="{CCEE9F44-702B-7430-0A0D-6D13AC5F2071}"/>
                </a:ext>
              </a:extLst>
            </p:cNvPr>
            <p:cNvCxnSpPr>
              <a:cxnSpLocks/>
            </p:cNvCxnSpPr>
            <p:nvPr/>
          </p:nvCxnSpPr>
          <p:spPr>
            <a:xfrm flipV="1">
              <a:off x="7403000" y="2887088"/>
              <a:ext cx="0" cy="144000"/>
            </a:xfrm>
            <a:prstGeom prst="straightConnector1">
              <a:avLst/>
            </a:prstGeom>
            <a:ln w="22225">
              <a:solidFill>
                <a:schemeClr val="accent4">
                  <a:alpha val="17000"/>
                </a:schemeClr>
              </a:solidFill>
              <a:tailEnd type="triangle"/>
            </a:ln>
          </p:spPr>
          <p:style>
            <a:lnRef idx="1">
              <a:schemeClr val="accent1"/>
            </a:lnRef>
            <a:fillRef idx="0">
              <a:schemeClr val="accent1"/>
            </a:fillRef>
            <a:effectRef idx="0">
              <a:schemeClr val="accent1"/>
            </a:effectRef>
            <a:fontRef idx="minor">
              <a:schemeClr val="tx1"/>
            </a:fontRef>
          </p:style>
        </p:cxnSp>
      </p:grpSp>
      <p:grpSp>
        <p:nvGrpSpPr>
          <p:cNvPr id="396" name="组合 395">
            <a:extLst>
              <a:ext uri="{FF2B5EF4-FFF2-40B4-BE49-F238E27FC236}">
                <a16:creationId xmlns:a16="http://schemas.microsoft.com/office/drawing/2014/main" id="{4BCDBA55-FC97-39B2-4F4E-CA26F5A1082E}"/>
              </a:ext>
            </a:extLst>
          </p:cNvPr>
          <p:cNvGrpSpPr/>
          <p:nvPr/>
        </p:nvGrpSpPr>
        <p:grpSpPr>
          <a:xfrm rot="19096590">
            <a:off x="5685473" y="3072013"/>
            <a:ext cx="172800" cy="172800"/>
            <a:chOff x="7320995" y="3091183"/>
            <a:chExt cx="172800" cy="172800"/>
          </a:xfrm>
        </p:grpSpPr>
        <p:sp>
          <p:nvSpPr>
            <p:cNvPr id="380" name="椭圆 379">
              <a:extLst>
                <a:ext uri="{FF2B5EF4-FFF2-40B4-BE49-F238E27FC236}">
                  <a16:creationId xmlns:a16="http://schemas.microsoft.com/office/drawing/2014/main" id="{1B47FD18-565F-E74B-9565-1FE1CF1C1DA5}"/>
                </a:ext>
              </a:extLst>
            </p:cNvPr>
            <p:cNvSpPr/>
            <p:nvPr/>
          </p:nvSpPr>
          <p:spPr>
            <a:xfrm>
              <a:off x="7320995" y="3091183"/>
              <a:ext cx="172800" cy="172800"/>
            </a:xfrm>
            <a:prstGeom prst="ellipse">
              <a:avLst/>
            </a:prstGeom>
            <a:solidFill>
              <a:schemeClr val="bg1">
                <a:alpha val="1196"/>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800" dirty="0">
                  <a:solidFill>
                    <a:schemeClr val="bg1"/>
                  </a:solidFill>
                </a:rPr>
                <a:t>4</a:t>
              </a:r>
            </a:p>
          </p:txBody>
        </p:sp>
        <p:cxnSp>
          <p:nvCxnSpPr>
            <p:cNvPr id="381" name="直线箭头连接符 380">
              <a:extLst>
                <a:ext uri="{FF2B5EF4-FFF2-40B4-BE49-F238E27FC236}">
                  <a16:creationId xmlns:a16="http://schemas.microsoft.com/office/drawing/2014/main" id="{983DEAB9-6296-07DF-E302-ACBD7FC8E4C7}"/>
                </a:ext>
              </a:extLst>
            </p:cNvPr>
            <p:cNvCxnSpPr>
              <a:cxnSpLocks/>
            </p:cNvCxnSpPr>
            <p:nvPr/>
          </p:nvCxnSpPr>
          <p:spPr>
            <a:xfrm flipV="1">
              <a:off x="7403000" y="3105583"/>
              <a:ext cx="0" cy="144000"/>
            </a:xfrm>
            <a:prstGeom prst="straightConnector1">
              <a:avLst/>
            </a:prstGeom>
            <a:ln w="22225">
              <a:solidFill>
                <a:schemeClr val="accent4">
                  <a:alpha val="19000"/>
                </a:schemeClr>
              </a:solidFill>
              <a:tailEnd type="triangle"/>
            </a:ln>
          </p:spPr>
          <p:style>
            <a:lnRef idx="1">
              <a:schemeClr val="accent1"/>
            </a:lnRef>
            <a:fillRef idx="0">
              <a:schemeClr val="accent1"/>
            </a:fillRef>
            <a:effectRef idx="0">
              <a:schemeClr val="accent1"/>
            </a:effectRef>
            <a:fontRef idx="minor">
              <a:schemeClr val="tx1"/>
            </a:fontRef>
          </p:style>
        </p:cxnSp>
      </p:grpSp>
      <p:grpSp>
        <p:nvGrpSpPr>
          <p:cNvPr id="397" name="组合 396">
            <a:extLst>
              <a:ext uri="{FF2B5EF4-FFF2-40B4-BE49-F238E27FC236}">
                <a16:creationId xmlns:a16="http://schemas.microsoft.com/office/drawing/2014/main" id="{B6C21C6E-5EBB-FAE4-5398-9C0220FB29F4}"/>
              </a:ext>
            </a:extLst>
          </p:cNvPr>
          <p:cNvGrpSpPr/>
          <p:nvPr/>
        </p:nvGrpSpPr>
        <p:grpSpPr>
          <a:xfrm rot="16923954">
            <a:off x="4778070" y="2400730"/>
            <a:ext cx="172800" cy="172800"/>
            <a:chOff x="7320995" y="3309465"/>
            <a:chExt cx="172800" cy="172800"/>
          </a:xfrm>
        </p:grpSpPr>
        <p:sp>
          <p:nvSpPr>
            <p:cNvPr id="382" name="椭圆 381">
              <a:extLst>
                <a:ext uri="{FF2B5EF4-FFF2-40B4-BE49-F238E27FC236}">
                  <a16:creationId xmlns:a16="http://schemas.microsoft.com/office/drawing/2014/main" id="{87D14064-373F-DA42-F72C-B122FCB799F5}"/>
                </a:ext>
              </a:extLst>
            </p:cNvPr>
            <p:cNvSpPr/>
            <p:nvPr/>
          </p:nvSpPr>
          <p:spPr>
            <a:xfrm>
              <a:off x="7320995" y="3309465"/>
              <a:ext cx="172800" cy="172800"/>
            </a:xfrm>
            <a:prstGeom prst="ellipse">
              <a:avLst/>
            </a:prstGeom>
            <a:solidFill>
              <a:schemeClr val="bg1">
                <a:alpha val="1196"/>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800" dirty="0">
                  <a:solidFill>
                    <a:schemeClr val="bg1"/>
                  </a:solidFill>
                </a:rPr>
                <a:t>5</a:t>
              </a:r>
            </a:p>
          </p:txBody>
        </p:sp>
        <p:cxnSp>
          <p:nvCxnSpPr>
            <p:cNvPr id="383" name="直线箭头连接符 382">
              <a:extLst>
                <a:ext uri="{FF2B5EF4-FFF2-40B4-BE49-F238E27FC236}">
                  <a16:creationId xmlns:a16="http://schemas.microsoft.com/office/drawing/2014/main" id="{704F45B8-C8A8-D7F8-217F-82F750BEA2D6}"/>
                </a:ext>
              </a:extLst>
            </p:cNvPr>
            <p:cNvCxnSpPr>
              <a:cxnSpLocks/>
            </p:cNvCxnSpPr>
            <p:nvPr/>
          </p:nvCxnSpPr>
          <p:spPr>
            <a:xfrm flipV="1">
              <a:off x="7403000" y="3323865"/>
              <a:ext cx="0" cy="144000"/>
            </a:xfrm>
            <a:prstGeom prst="straightConnector1">
              <a:avLst/>
            </a:prstGeom>
            <a:ln w="22225">
              <a:solidFill>
                <a:schemeClr val="accent4"/>
              </a:solidFill>
              <a:tailEnd type="triangle"/>
            </a:ln>
          </p:spPr>
          <p:style>
            <a:lnRef idx="1">
              <a:schemeClr val="accent1"/>
            </a:lnRef>
            <a:fillRef idx="0">
              <a:schemeClr val="accent1"/>
            </a:fillRef>
            <a:effectRef idx="0">
              <a:schemeClr val="accent1"/>
            </a:effectRef>
            <a:fontRef idx="minor">
              <a:schemeClr val="tx1"/>
            </a:fontRef>
          </p:style>
        </p:cxnSp>
      </p:grpSp>
      <p:grpSp>
        <p:nvGrpSpPr>
          <p:cNvPr id="398" name="组合 397">
            <a:extLst>
              <a:ext uri="{FF2B5EF4-FFF2-40B4-BE49-F238E27FC236}">
                <a16:creationId xmlns:a16="http://schemas.microsoft.com/office/drawing/2014/main" id="{9E69133A-ECF8-757C-ED62-9EBF4484CA13}"/>
              </a:ext>
            </a:extLst>
          </p:cNvPr>
          <p:cNvGrpSpPr/>
          <p:nvPr/>
        </p:nvGrpSpPr>
        <p:grpSpPr>
          <a:xfrm rot="10588395">
            <a:off x="5142440" y="3954545"/>
            <a:ext cx="172800" cy="172800"/>
            <a:chOff x="7320995" y="3536279"/>
            <a:chExt cx="172800" cy="172800"/>
          </a:xfrm>
        </p:grpSpPr>
        <p:sp>
          <p:nvSpPr>
            <p:cNvPr id="384" name="椭圆 383">
              <a:extLst>
                <a:ext uri="{FF2B5EF4-FFF2-40B4-BE49-F238E27FC236}">
                  <a16:creationId xmlns:a16="http://schemas.microsoft.com/office/drawing/2014/main" id="{0AAD4C5C-524F-FBAF-6CD9-3F4DE7A91F06}"/>
                </a:ext>
              </a:extLst>
            </p:cNvPr>
            <p:cNvSpPr/>
            <p:nvPr/>
          </p:nvSpPr>
          <p:spPr>
            <a:xfrm>
              <a:off x="7320995" y="3536279"/>
              <a:ext cx="172800" cy="172800"/>
            </a:xfrm>
            <a:prstGeom prst="ellipse">
              <a:avLst/>
            </a:prstGeom>
            <a:solidFill>
              <a:schemeClr val="bg1">
                <a:alpha val="1196"/>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800" dirty="0">
                  <a:solidFill>
                    <a:schemeClr val="bg1"/>
                  </a:solidFill>
                </a:rPr>
                <a:t>6</a:t>
              </a:r>
            </a:p>
          </p:txBody>
        </p:sp>
        <p:cxnSp>
          <p:nvCxnSpPr>
            <p:cNvPr id="385" name="直线箭头连接符 384">
              <a:extLst>
                <a:ext uri="{FF2B5EF4-FFF2-40B4-BE49-F238E27FC236}">
                  <a16:creationId xmlns:a16="http://schemas.microsoft.com/office/drawing/2014/main" id="{7004E84C-B687-26CD-076D-9A25D90AED5F}"/>
                </a:ext>
              </a:extLst>
            </p:cNvPr>
            <p:cNvCxnSpPr>
              <a:cxnSpLocks/>
            </p:cNvCxnSpPr>
            <p:nvPr/>
          </p:nvCxnSpPr>
          <p:spPr>
            <a:xfrm flipV="1">
              <a:off x="7403000" y="3550679"/>
              <a:ext cx="0" cy="144000"/>
            </a:xfrm>
            <a:prstGeom prst="straightConnector1">
              <a:avLst/>
            </a:prstGeom>
            <a:ln w="22225">
              <a:solidFill>
                <a:schemeClr val="accent4">
                  <a:alpha val="27292"/>
                </a:schemeClr>
              </a:solidFill>
              <a:tailEnd type="triangle"/>
            </a:ln>
          </p:spPr>
          <p:style>
            <a:lnRef idx="1">
              <a:schemeClr val="accent1"/>
            </a:lnRef>
            <a:fillRef idx="0">
              <a:schemeClr val="accent1"/>
            </a:fillRef>
            <a:effectRef idx="0">
              <a:schemeClr val="accent1"/>
            </a:effectRef>
            <a:fontRef idx="minor">
              <a:schemeClr val="tx1"/>
            </a:fontRef>
          </p:style>
        </p:cxnSp>
      </p:grpSp>
      <p:grpSp>
        <p:nvGrpSpPr>
          <p:cNvPr id="399" name="组合 398">
            <a:extLst>
              <a:ext uri="{FF2B5EF4-FFF2-40B4-BE49-F238E27FC236}">
                <a16:creationId xmlns:a16="http://schemas.microsoft.com/office/drawing/2014/main" id="{F8E5DF6B-DD9E-0DD0-D68E-B93885B77AE0}"/>
              </a:ext>
            </a:extLst>
          </p:cNvPr>
          <p:cNvGrpSpPr/>
          <p:nvPr/>
        </p:nvGrpSpPr>
        <p:grpSpPr>
          <a:xfrm rot="8157126">
            <a:off x="6069234" y="3994956"/>
            <a:ext cx="172800" cy="172800"/>
            <a:chOff x="7320995" y="3749831"/>
            <a:chExt cx="172800" cy="172800"/>
          </a:xfrm>
        </p:grpSpPr>
        <p:sp>
          <p:nvSpPr>
            <p:cNvPr id="386" name="椭圆 385">
              <a:extLst>
                <a:ext uri="{FF2B5EF4-FFF2-40B4-BE49-F238E27FC236}">
                  <a16:creationId xmlns:a16="http://schemas.microsoft.com/office/drawing/2014/main" id="{56076C1E-0E1F-B640-FF80-16A3D2A7A212}"/>
                </a:ext>
              </a:extLst>
            </p:cNvPr>
            <p:cNvSpPr/>
            <p:nvPr/>
          </p:nvSpPr>
          <p:spPr>
            <a:xfrm>
              <a:off x="7320995" y="3749831"/>
              <a:ext cx="172800" cy="172800"/>
            </a:xfrm>
            <a:prstGeom prst="ellipse">
              <a:avLst/>
            </a:prstGeom>
            <a:solidFill>
              <a:schemeClr val="bg1">
                <a:alpha val="1196"/>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800" dirty="0">
                  <a:solidFill>
                    <a:schemeClr val="bg1"/>
                  </a:solidFill>
                </a:rPr>
                <a:t>7</a:t>
              </a:r>
            </a:p>
          </p:txBody>
        </p:sp>
        <p:cxnSp>
          <p:nvCxnSpPr>
            <p:cNvPr id="387" name="直线箭头连接符 386">
              <a:extLst>
                <a:ext uri="{FF2B5EF4-FFF2-40B4-BE49-F238E27FC236}">
                  <a16:creationId xmlns:a16="http://schemas.microsoft.com/office/drawing/2014/main" id="{1B62A91B-6A5E-0EFC-C3F8-2FF687CE6B62}"/>
                </a:ext>
              </a:extLst>
            </p:cNvPr>
            <p:cNvCxnSpPr>
              <a:cxnSpLocks/>
            </p:cNvCxnSpPr>
            <p:nvPr/>
          </p:nvCxnSpPr>
          <p:spPr>
            <a:xfrm flipV="1">
              <a:off x="7403000" y="3764231"/>
              <a:ext cx="0" cy="144000"/>
            </a:xfrm>
            <a:prstGeom prst="straightConnector1">
              <a:avLst/>
            </a:prstGeom>
            <a:ln w="22225">
              <a:solidFill>
                <a:schemeClr val="accent4">
                  <a:alpha val="9108"/>
                </a:schemeClr>
              </a:solidFill>
              <a:tailEnd type="triangle"/>
            </a:ln>
          </p:spPr>
          <p:style>
            <a:lnRef idx="1">
              <a:schemeClr val="accent1"/>
            </a:lnRef>
            <a:fillRef idx="0">
              <a:schemeClr val="accent1"/>
            </a:fillRef>
            <a:effectRef idx="0">
              <a:schemeClr val="accent1"/>
            </a:effectRef>
            <a:fontRef idx="minor">
              <a:schemeClr val="tx1"/>
            </a:fontRef>
          </p:style>
        </p:cxnSp>
      </p:grpSp>
      <p:grpSp>
        <p:nvGrpSpPr>
          <p:cNvPr id="400" name="组合 399">
            <a:extLst>
              <a:ext uri="{FF2B5EF4-FFF2-40B4-BE49-F238E27FC236}">
                <a16:creationId xmlns:a16="http://schemas.microsoft.com/office/drawing/2014/main" id="{65D256A4-CE87-C73D-E492-68279B9815F7}"/>
              </a:ext>
            </a:extLst>
          </p:cNvPr>
          <p:cNvGrpSpPr/>
          <p:nvPr/>
        </p:nvGrpSpPr>
        <p:grpSpPr>
          <a:xfrm rot="6885687">
            <a:off x="6814149" y="2690476"/>
            <a:ext cx="172800" cy="172800"/>
            <a:chOff x="7320995" y="3944427"/>
            <a:chExt cx="172800" cy="172800"/>
          </a:xfrm>
        </p:grpSpPr>
        <p:sp>
          <p:nvSpPr>
            <p:cNvPr id="388" name="椭圆 387">
              <a:extLst>
                <a:ext uri="{FF2B5EF4-FFF2-40B4-BE49-F238E27FC236}">
                  <a16:creationId xmlns:a16="http://schemas.microsoft.com/office/drawing/2014/main" id="{5ADF800D-F7A2-85A9-DA40-6CFBEC83FE17}"/>
                </a:ext>
              </a:extLst>
            </p:cNvPr>
            <p:cNvSpPr/>
            <p:nvPr/>
          </p:nvSpPr>
          <p:spPr>
            <a:xfrm>
              <a:off x="7320995" y="3944427"/>
              <a:ext cx="172800" cy="172800"/>
            </a:xfrm>
            <a:prstGeom prst="ellipse">
              <a:avLst/>
            </a:prstGeom>
            <a:solidFill>
              <a:schemeClr val="bg1">
                <a:alpha val="1196"/>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800" dirty="0">
                  <a:solidFill>
                    <a:schemeClr val="bg1"/>
                  </a:solidFill>
                </a:rPr>
                <a:t>8</a:t>
              </a:r>
            </a:p>
          </p:txBody>
        </p:sp>
        <p:cxnSp>
          <p:nvCxnSpPr>
            <p:cNvPr id="389" name="直线箭头连接符 388">
              <a:extLst>
                <a:ext uri="{FF2B5EF4-FFF2-40B4-BE49-F238E27FC236}">
                  <a16:creationId xmlns:a16="http://schemas.microsoft.com/office/drawing/2014/main" id="{5610D492-93C6-E40D-BA4B-EDBD702D2A98}"/>
                </a:ext>
              </a:extLst>
            </p:cNvPr>
            <p:cNvCxnSpPr>
              <a:cxnSpLocks/>
            </p:cNvCxnSpPr>
            <p:nvPr/>
          </p:nvCxnSpPr>
          <p:spPr>
            <a:xfrm flipV="1">
              <a:off x="7403000" y="3958827"/>
              <a:ext cx="0" cy="144000"/>
            </a:xfrm>
            <a:prstGeom prst="straightConnector1">
              <a:avLst/>
            </a:prstGeom>
            <a:ln w="22225">
              <a:solidFill>
                <a:schemeClr val="accent4"/>
              </a:solidFill>
              <a:tailEnd type="triangle"/>
            </a:ln>
          </p:spPr>
          <p:style>
            <a:lnRef idx="1">
              <a:schemeClr val="accent1"/>
            </a:lnRef>
            <a:fillRef idx="0">
              <a:schemeClr val="accent1"/>
            </a:fillRef>
            <a:effectRef idx="0">
              <a:schemeClr val="accent1"/>
            </a:effectRef>
            <a:fontRef idx="minor">
              <a:schemeClr val="tx1"/>
            </a:fontRef>
          </p:style>
        </p:cxnSp>
      </p:grpSp>
      <p:grpSp>
        <p:nvGrpSpPr>
          <p:cNvPr id="401" name="组合 400">
            <a:extLst>
              <a:ext uri="{FF2B5EF4-FFF2-40B4-BE49-F238E27FC236}">
                <a16:creationId xmlns:a16="http://schemas.microsoft.com/office/drawing/2014/main" id="{2332FFF0-6873-6063-C494-FB56C2BC5192}"/>
              </a:ext>
            </a:extLst>
          </p:cNvPr>
          <p:cNvGrpSpPr/>
          <p:nvPr/>
        </p:nvGrpSpPr>
        <p:grpSpPr>
          <a:xfrm rot="16502812">
            <a:off x="6069235" y="3914449"/>
            <a:ext cx="172800" cy="172800"/>
            <a:chOff x="7320995" y="4144707"/>
            <a:chExt cx="172800" cy="172800"/>
          </a:xfrm>
        </p:grpSpPr>
        <p:sp>
          <p:nvSpPr>
            <p:cNvPr id="390" name="椭圆 389">
              <a:extLst>
                <a:ext uri="{FF2B5EF4-FFF2-40B4-BE49-F238E27FC236}">
                  <a16:creationId xmlns:a16="http://schemas.microsoft.com/office/drawing/2014/main" id="{EE2E4BA4-A0DD-C62B-DD67-47DE26396CD9}"/>
                </a:ext>
              </a:extLst>
            </p:cNvPr>
            <p:cNvSpPr/>
            <p:nvPr/>
          </p:nvSpPr>
          <p:spPr>
            <a:xfrm>
              <a:off x="7320995" y="4144707"/>
              <a:ext cx="172800" cy="172800"/>
            </a:xfrm>
            <a:prstGeom prst="ellipse">
              <a:avLst/>
            </a:prstGeom>
            <a:solidFill>
              <a:schemeClr val="bg1">
                <a:alpha val="1196"/>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800" dirty="0">
                  <a:solidFill>
                    <a:schemeClr val="bg1"/>
                  </a:solidFill>
                </a:rPr>
                <a:t>9</a:t>
              </a:r>
            </a:p>
          </p:txBody>
        </p:sp>
        <p:cxnSp>
          <p:nvCxnSpPr>
            <p:cNvPr id="391" name="直线箭头连接符 390">
              <a:extLst>
                <a:ext uri="{FF2B5EF4-FFF2-40B4-BE49-F238E27FC236}">
                  <a16:creationId xmlns:a16="http://schemas.microsoft.com/office/drawing/2014/main" id="{AA3001C5-6BFF-9994-985C-E769C53111FA}"/>
                </a:ext>
              </a:extLst>
            </p:cNvPr>
            <p:cNvCxnSpPr>
              <a:cxnSpLocks/>
            </p:cNvCxnSpPr>
            <p:nvPr/>
          </p:nvCxnSpPr>
          <p:spPr>
            <a:xfrm flipV="1">
              <a:off x="7407395" y="4159107"/>
              <a:ext cx="0" cy="144000"/>
            </a:xfrm>
            <a:prstGeom prst="straightConnector1">
              <a:avLst/>
            </a:prstGeom>
            <a:ln w="22225">
              <a:solidFill>
                <a:schemeClr val="accent4">
                  <a:alpha val="16494"/>
                </a:schemeClr>
              </a:solidFill>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37655605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a:extLst>
              <a:ext uri="{FF2B5EF4-FFF2-40B4-BE49-F238E27FC236}">
                <a16:creationId xmlns:a16="http://schemas.microsoft.com/office/drawing/2014/main" id="{03256ED2-4223-6A1D-072D-54E65220E18C}"/>
              </a:ext>
            </a:extLst>
          </p:cNvPr>
          <p:cNvSpPr>
            <a:spLocks noGrp="1"/>
          </p:cNvSpPr>
          <p:nvPr>
            <p:ph type="title"/>
          </p:nvPr>
        </p:nvSpPr>
        <p:spPr>
          <a:xfrm>
            <a:off x="628649" y="559420"/>
            <a:ext cx="7732925" cy="630335"/>
          </a:xfrm>
        </p:spPr>
        <p:txBody>
          <a:bodyPr>
            <a:normAutofit/>
          </a:bodyPr>
          <a:lstStyle/>
          <a:p>
            <a:r>
              <a:rPr lang="en-GB" altLang="zh-CN" dirty="0"/>
              <a:t>Particle Filter </a:t>
            </a:r>
            <a:endParaRPr lang="en-GB" dirty="0"/>
          </a:p>
        </p:txBody>
      </p:sp>
      <p:sp>
        <p:nvSpPr>
          <p:cNvPr id="8" name="文本占位符 7">
            <a:extLst>
              <a:ext uri="{FF2B5EF4-FFF2-40B4-BE49-F238E27FC236}">
                <a16:creationId xmlns:a16="http://schemas.microsoft.com/office/drawing/2014/main" id="{0B6FC092-5E58-96E8-586D-0B8818581D04}"/>
              </a:ext>
            </a:extLst>
          </p:cNvPr>
          <p:cNvSpPr>
            <a:spLocks noGrp="1"/>
          </p:cNvSpPr>
          <p:nvPr>
            <p:ph type="body" sz="quarter" idx="10"/>
          </p:nvPr>
        </p:nvSpPr>
        <p:spPr>
          <a:xfrm>
            <a:off x="628650" y="1465730"/>
            <a:ext cx="7732924" cy="548913"/>
          </a:xfrm>
        </p:spPr>
        <p:txBody>
          <a:bodyPr/>
          <a:lstStyle/>
          <a:p>
            <a:r>
              <a:rPr lang="en-GB" dirty="0"/>
              <a:t>Particles with low weights will be eliminated and particles with high weights will be copied.</a:t>
            </a:r>
            <a:endParaRPr lang="en-GB" dirty="0">
              <a:solidFill>
                <a:schemeClr val="bg1">
                  <a:lumMod val="75000"/>
                </a:schemeClr>
              </a:solidFill>
            </a:endParaRPr>
          </a:p>
        </p:txBody>
      </p:sp>
      <p:sp>
        <p:nvSpPr>
          <p:cNvPr id="2" name="矩形 1">
            <a:extLst>
              <a:ext uri="{FF2B5EF4-FFF2-40B4-BE49-F238E27FC236}">
                <a16:creationId xmlns:a16="http://schemas.microsoft.com/office/drawing/2014/main" id="{7599C378-77A0-11D0-A279-0BE6E291A066}"/>
              </a:ext>
            </a:extLst>
          </p:cNvPr>
          <p:cNvSpPr/>
          <p:nvPr/>
        </p:nvSpPr>
        <p:spPr>
          <a:xfrm>
            <a:off x="1380763" y="2186869"/>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 name="矩形 2">
            <a:extLst>
              <a:ext uri="{FF2B5EF4-FFF2-40B4-BE49-F238E27FC236}">
                <a16:creationId xmlns:a16="http://schemas.microsoft.com/office/drawing/2014/main" id="{49693471-DDC4-6385-FE78-BA109C3115BB}"/>
              </a:ext>
            </a:extLst>
          </p:cNvPr>
          <p:cNvSpPr/>
          <p:nvPr/>
        </p:nvSpPr>
        <p:spPr>
          <a:xfrm>
            <a:off x="1552989" y="2186869"/>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 name="矩形 3">
            <a:extLst>
              <a:ext uri="{FF2B5EF4-FFF2-40B4-BE49-F238E27FC236}">
                <a16:creationId xmlns:a16="http://schemas.microsoft.com/office/drawing/2014/main" id="{067420A0-0697-F454-D967-A89DAA0831F4}"/>
              </a:ext>
            </a:extLst>
          </p:cNvPr>
          <p:cNvSpPr/>
          <p:nvPr/>
        </p:nvSpPr>
        <p:spPr>
          <a:xfrm>
            <a:off x="1725215" y="2186869"/>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矩形 5">
            <a:extLst>
              <a:ext uri="{FF2B5EF4-FFF2-40B4-BE49-F238E27FC236}">
                <a16:creationId xmlns:a16="http://schemas.microsoft.com/office/drawing/2014/main" id="{FEEC8C95-3C1C-7487-D4AA-DE5CF36A3150}"/>
              </a:ext>
            </a:extLst>
          </p:cNvPr>
          <p:cNvSpPr/>
          <p:nvPr/>
        </p:nvSpPr>
        <p:spPr>
          <a:xfrm>
            <a:off x="1897441" y="2186869"/>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矩形 6">
            <a:extLst>
              <a:ext uri="{FF2B5EF4-FFF2-40B4-BE49-F238E27FC236}">
                <a16:creationId xmlns:a16="http://schemas.microsoft.com/office/drawing/2014/main" id="{8EF14F72-B7B2-9424-0538-073428F40EFD}"/>
              </a:ext>
            </a:extLst>
          </p:cNvPr>
          <p:cNvSpPr/>
          <p:nvPr/>
        </p:nvSpPr>
        <p:spPr>
          <a:xfrm>
            <a:off x="2069667" y="2186869"/>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矩形 8">
            <a:extLst>
              <a:ext uri="{FF2B5EF4-FFF2-40B4-BE49-F238E27FC236}">
                <a16:creationId xmlns:a16="http://schemas.microsoft.com/office/drawing/2014/main" id="{04B1434E-A23B-04C4-53A5-24D4F65A7DE0}"/>
              </a:ext>
            </a:extLst>
          </p:cNvPr>
          <p:cNvSpPr/>
          <p:nvPr/>
        </p:nvSpPr>
        <p:spPr>
          <a:xfrm>
            <a:off x="2241893" y="2186869"/>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 name="矩形 9">
            <a:extLst>
              <a:ext uri="{FF2B5EF4-FFF2-40B4-BE49-F238E27FC236}">
                <a16:creationId xmlns:a16="http://schemas.microsoft.com/office/drawing/2014/main" id="{59C44CAA-4F7D-4B7B-2AB5-4CCFA81F11B8}"/>
              </a:ext>
            </a:extLst>
          </p:cNvPr>
          <p:cNvSpPr/>
          <p:nvPr/>
        </p:nvSpPr>
        <p:spPr>
          <a:xfrm>
            <a:off x="2414119" y="2186869"/>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矩形 10">
            <a:extLst>
              <a:ext uri="{FF2B5EF4-FFF2-40B4-BE49-F238E27FC236}">
                <a16:creationId xmlns:a16="http://schemas.microsoft.com/office/drawing/2014/main" id="{DE7ED3AB-3690-E47F-A781-E2A16B1EB8B7}"/>
              </a:ext>
            </a:extLst>
          </p:cNvPr>
          <p:cNvSpPr/>
          <p:nvPr/>
        </p:nvSpPr>
        <p:spPr>
          <a:xfrm>
            <a:off x="2583688" y="2186869"/>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矩形 11">
            <a:extLst>
              <a:ext uri="{FF2B5EF4-FFF2-40B4-BE49-F238E27FC236}">
                <a16:creationId xmlns:a16="http://schemas.microsoft.com/office/drawing/2014/main" id="{651984E6-7585-0B22-F7CA-CA1E42597058}"/>
              </a:ext>
            </a:extLst>
          </p:cNvPr>
          <p:cNvSpPr/>
          <p:nvPr/>
        </p:nvSpPr>
        <p:spPr>
          <a:xfrm>
            <a:off x="2755914" y="2186869"/>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矩形 12">
            <a:extLst>
              <a:ext uri="{FF2B5EF4-FFF2-40B4-BE49-F238E27FC236}">
                <a16:creationId xmlns:a16="http://schemas.microsoft.com/office/drawing/2014/main" id="{C7F364B2-590F-3127-9075-EF655739F858}"/>
              </a:ext>
            </a:extLst>
          </p:cNvPr>
          <p:cNvSpPr/>
          <p:nvPr/>
        </p:nvSpPr>
        <p:spPr>
          <a:xfrm>
            <a:off x="2928140" y="2186869"/>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矩形 13">
            <a:extLst>
              <a:ext uri="{FF2B5EF4-FFF2-40B4-BE49-F238E27FC236}">
                <a16:creationId xmlns:a16="http://schemas.microsoft.com/office/drawing/2014/main" id="{BDC6E661-CEE5-F7F7-2C82-9701FC59FA05}"/>
              </a:ext>
            </a:extLst>
          </p:cNvPr>
          <p:cNvSpPr/>
          <p:nvPr/>
        </p:nvSpPr>
        <p:spPr>
          <a:xfrm>
            <a:off x="3100366" y="2186869"/>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 name="矩形 14">
            <a:extLst>
              <a:ext uri="{FF2B5EF4-FFF2-40B4-BE49-F238E27FC236}">
                <a16:creationId xmlns:a16="http://schemas.microsoft.com/office/drawing/2014/main" id="{F27071CC-6028-E1E6-2E3F-BACF1F9F3C61}"/>
              </a:ext>
            </a:extLst>
          </p:cNvPr>
          <p:cNvSpPr/>
          <p:nvPr/>
        </p:nvSpPr>
        <p:spPr>
          <a:xfrm>
            <a:off x="3272592" y="2186869"/>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 name="矩形 15">
            <a:extLst>
              <a:ext uri="{FF2B5EF4-FFF2-40B4-BE49-F238E27FC236}">
                <a16:creationId xmlns:a16="http://schemas.microsoft.com/office/drawing/2014/main" id="{C0437C2E-6740-B535-7DC9-7B32F8E35958}"/>
              </a:ext>
            </a:extLst>
          </p:cNvPr>
          <p:cNvSpPr/>
          <p:nvPr/>
        </p:nvSpPr>
        <p:spPr>
          <a:xfrm>
            <a:off x="3444818" y="2186869"/>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 name="矩形 16">
            <a:extLst>
              <a:ext uri="{FF2B5EF4-FFF2-40B4-BE49-F238E27FC236}">
                <a16:creationId xmlns:a16="http://schemas.microsoft.com/office/drawing/2014/main" id="{EE1234A6-F370-C872-C153-BB4E7041BEB1}"/>
              </a:ext>
            </a:extLst>
          </p:cNvPr>
          <p:cNvSpPr/>
          <p:nvPr/>
        </p:nvSpPr>
        <p:spPr>
          <a:xfrm>
            <a:off x="1380763" y="2359095"/>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8" name="矩形 17">
            <a:extLst>
              <a:ext uri="{FF2B5EF4-FFF2-40B4-BE49-F238E27FC236}">
                <a16:creationId xmlns:a16="http://schemas.microsoft.com/office/drawing/2014/main" id="{24352DA7-CFCF-1F59-4BAC-A60B941711A9}"/>
              </a:ext>
            </a:extLst>
          </p:cNvPr>
          <p:cNvSpPr/>
          <p:nvPr/>
        </p:nvSpPr>
        <p:spPr>
          <a:xfrm>
            <a:off x="1552989" y="235909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9" name="矩形 18">
            <a:extLst>
              <a:ext uri="{FF2B5EF4-FFF2-40B4-BE49-F238E27FC236}">
                <a16:creationId xmlns:a16="http://schemas.microsoft.com/office/drawing/2014/main" id="{9322569A-BACF-A398-B439-6A328047B26B}"/>
              </a:ext>
            </a:extLst>
          </p:cNvPr>
          <p:cNvSpPr/>
          <p:nvPr/>
        </p:nvSpPr>
        <p:spPr>
          <a:xfrm>
            <a:off x="1725215" y="235909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0" name="矩形 19">
            <a:extLst>
              <a:ext uri="{FF2B5EF4-FFF2-40B4-BE49-F238E27FC236}">
                <a16:creationId xmlns:a16="http://schemas.microsoft.com/office/drawing/2014/main" id="{E65DE771-3170-DD03-5186-D4D72A7E4677}"/>
              </a:ext>
            </a:extLst>
          </p:cNvPr>
          <p:cNvSpPr/>
          <p:nvPr/>
        </p:nvSpPr>
        <p:spPr>
          <a:xfrm>
            <a:off x="1897441" y="235909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1" name="矩形 20">
            <a:extLst>
              <a:ext uri="{FF2B5EF4-FFF2-40B4-BE49-F238E27FC236}">
                <a16:creationId xmlns:a16="http://schemas.microsoft.com/office/drawing/2014/main" id="{BE496E70-3C78-B2EE-0D4E-C498A968C1DA}"/>
              </a:ext>
            </a:extLst>
          </p:cNvPr>
          <p:cNvSpPr/>
          <p:nvPr/>
        </p:nvSpPr>
        <p:spPr>
          <a:xfrm>
            <a:off x="2069667" y="235909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2" name="矩形 21">
            <a:extLst>
              <a:ext uri="{FF2B5EF4-FFF2-40B4-BE49-F238E27FC236}">
                <a16:creationId xmlns:a16="http://schemas.microsoft.com/office/drawing/2014/main" id="{A29D950D-74A7-37AD-A05E-EC840DB9C8E0}"/>
              </a:ext>
            </a:extLst>
          </p:cNvPr>
          <p:cNvSpPr/>
          <p:nvPr/>
        </p:nvSpPr>
        <p:spPr>
          <a:xfrm>
            <a:off x="2241893" y="235909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3" name="矩形 22">
            <a:extLst>
              <a:ext uri="{FF2B5EF4-FFF2-40B4-BE49-F238E27FC236}">
                <a16:creationId xmlns:a16="http://schemas.microsoft.com/office/drawing/2014/main" id="{DACEBF72-5697-E65A-5904-544B651D9B15}"/>
              </a:ext>
            </a:extLst>
          </p:cNvPr>
          <p:cNvSpPr/>
          <p:nvPr/>
        </p:nvSpPr>
        <p:spPr>
          <a:xfrm>
            <a:off x="2414119" y="235909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4" name="矩形 23">
            <a:extLst>
              <a:ext uri="{FF2B5EF4-FFF2-40B4-BE49-F238E27FC236}">
                <a16:creationId xmlns:a16="http://schemas.microsoft.com/office/drawing/2014/main" id="{A0C2E749-D825-98BE-9715-96C9A9964372}"/>
              </a:ext>
            </a:extLst>
          </p:cNvPr>
          <p:cNvSpPr/>
          <p:nvPr/>
        </p:nvSpPr>
        <p:spPr>
          <a:xfrm>
            <a:off x="2583688" y="235909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5" name="矩形 24">
            <a:extLst>
              <a:ext uri="{FF2B5EF4-FFF2-40B4-BE49-F238E27FC236}">
                <a16:creationId xmlns:a16="http://schemas.microsoft.com/office/drawing/2014/main" id="{B9C7B059-3933-5309-7878-2AFACA8F45BA}"/>
              </a:ext>
            </a:extLst>
          </p:cNvPr>
          <p:cNvSpPr/>
          <p:nvPr/>
        </p:nvSpPr>
        <p:spPr>
          <a:xfrm>
            <a:off x="2755914" y="235909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6" name="矩形 25">
            <a:extLst>
              <a:ext uri="{FF2B5EF4-FFF2-40B4-BE49-F238E27FC236}">
                <a16:creationId xmlns:a16="http://schemas.microsoft.com/office/drawing/2014/main" id="{38052AC5-BEE1-4481-0855-18EBEF44662A}"/>
              </a:ext>
            </a:extLst>
          </p:cNvPr>
          <p:cNvSpPr/>
          <p:nvPr/>
        </p:nvSpPr>
        <p:spPr>
          <a:xfrm>
            <a:off x="2928140" y="235909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7" name="矩形 26">
            <a:extLst>
              <a:ext uri="{FF2B5EF4-FFF2-40B4-BE49-F238E27FC236}">
                <a16:creationId xmlns:a16="http://schemas.microsoft.com/office/drawing/2014/main" id="{964DD161-0770-A271-58B5-D604E7E97952}"/>
              </a:ext>
            </a:extLst>
          </p:cNvPr>
          <p:cNvSpPr/>
          <p:nvPr/>
        </p:nvSpPr>
        <p:spPr>
          <a:xfrm>
            <a:off x="3100366" y="235909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8" name="矩形 27">
            <a:extLst>
              <a:ext uri="{FF2B5EF4-FFF2-40B4-BE49-F238E27FC236}">
                <a16:creationId xmlns:a16="http://schemas.microsoft.com/office/drawing/2014/main" id="{13FDE255-22BB-5421-C721-9F0097643E3B}"/>
              </a:ext>
            </a:extLst>
          </p:cNvPr>
          <p:cNvSpPr/>
          <p:nvPr/>
        </p:nvSpPr>
        <p:spPr>
          <a:xfrm>
            <a:off x="3272592" y="235909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9" name="矩形 28">
            <a:extLst>
              <a:ext uri="{FF2B5EF4-FFF2-40B4-BE49-F238E27FC236}">
                <a16:creationId xmlns:a16="http://schemas.microsoft.com/office/drawing/2014/main" id="{D99DEBC0-4D19-0ABD-97ED-75B6ACB45FDC}"/>
              </a:ext>
            </a:extLst>
          </p:cNvPr>
          <p:cNvSpPr/>
          <p:nvPr/>
        </p:nvSpPr>
        <p:spPr>
          <a:xfrm>
            <a:off x="3444818" y="2359095"/>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 name="矩形 29">
            <a:extLst>
              <a:ext uri="{FF2B5EF4-FFF2-40B4-BE49-F238E27FC236}">
                <a16:creationId xmlns:a16="http://schemas.microsoft.com/office/drawing/2014/main" id="{49DD3AED-F370-44A1-4F2E-36C1039F50E8}"/>
              </a:ext>
            </a:extLst>
          </p:cNvPr>
          <p:cNvSpPr/>
          <p:nvPr/>
        </p:nvSpPr>
        <p:spPr>
          <a:xfrm>
            <a:off x="1380763" y="2531321"/>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1" name="矩形 30">
            <a:extLst>
              <a:ext uri="{FF2B5EF4-FFF2-40B4-BE49-F238E27FC236}">
                <a16:creationId xmlns:a16="http://schemas.microsoft.com/office/drawing/2014/main" id="{1036A575-1DFC-D3CD-ABCB-9D2ED98AB344}"/>
              </a:ext>
            </a:extLst>
          </p:cNvPr>
          <p:cNvSpPr/>
          <p:nvPr/>
        </p:nvSpPr>
        <p:spPr>
          <a:xfrm>
            <a:off x="1552989" y="2531321"/>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2" name="矩形 31">
            <a:extLst>
              <a:ext uri="{FF2B5EF4-FFF2-40B4-BE49-F238E27FC236}">
                <a16:creationId xmlns:a16="http://schemas.microsoft.com/office/drawing/2014/main" id="{19A0742B-04D8-5A54-3C4D-723F487BDA08}"/>
              </a:ext>
            </a:extLst>
          </p:cNvPr>
          <p:cNvSpPr/>
          <p:nvPr/>
        </p:nvSpPr>
        <p:spPr>
          <a:xfrm>
            <a:off x="1725215" y="2531321"/>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3" name="矩形 32">
            <a:extLst>
              <a:ext uri="{FF2B5EF4-FFF2-40B4-BE49-F238E27FC236}">
                <a16:creationId xmlns:a16="http://schemas.microsoft.com/office/drawing/2014/main" id="{7CA10EB4-A5E0-65EF-EDAA-9FB4BD989A4D}"/>
              </a:ext>
            </a:extLst>
          </p:cNvPr>
          <p:cNvSpPr/>
          <p:nvPr/>
        </p:nvSpPr>
        <p:spPr>
          <a:xfrm>
            <a:off x="1897441" y="2531321"/>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4" name="矩形 33">
            <a:extLst>
              <a:ext uri="{FF2B5EF4-FFF2-40B4-BE49-F238E27FC236}">
                <a16:creationId xmlns:a16="http://schemas.microsoft.com/office/drawing/2014/main" id="{B59391C9-D388-1E07-5645-43946A9337CE}"/>
              </a:ext>
            </a:extLst>
          </p:cNvPr>
          <p:cNvSpPr/>
          <p:nvPr/>
        </p:nvSpPr>
        <p:spPr>
          <a:xfrm>
            <a:off x="2069667" y="2531321"/>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5" name="矩形 34">
            <a:extLst>
              <a:ext uri="{FF2B5EF4-FFF2-40B4-BE49-F238E27FC236}">
                <a16:creationId xmlns:a16="http://schemas.microsoft.com/office/drawing/2014/main" id="{67CC173F-F6D6-0C04-75E3-067D78A43EAB}"/>
              </a:ext>
            </a:extLst>
          </p:cNvPr>
          <p:cNvSpPr/>
          <p:nvPr/>
        </p:nvSpPr>
        <p:spPr>
          <a:xfrm>
            <a:off x="2241893" y="2531321"/>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6" name="矩形 35">
            <a:extLst>
              <a:ext uri="{FF2B5EF4-FFF2-40B4-BE49-F238E27FC236}">
                <a16:creationId xmlns:a16="http://schemas.microsoft.com/office/drawing/2014/main" id="{C1CF3864-516D-7918-E779-9D0CB66FDF1A}"/>
              </a:ext>
            </a:extLst>
          </p:cNvPr>
          <p:cNvSpPr/>
          <p:nvPr/>
        </p:nvSpPr>
        <p:spPr>
          <a:xfrm>
            <a:off x="2414119" y="2531321"/>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7" name="矩形 36">
            <a:extLst>
              <a:ext uri="{FF2B5EF4-FFF2-40B4-BE49-F238E27FC236}">
                <a16:creationId xmlns:a16="http://schemas.microsoft.com/office/drawing/2014/main" id="{19E4E77F-C50D-5A5E-573A-15155CBEEE07}"/>
              </a:ext>
            </a:extLst>
          </p:cNvPr>
          <p:cNvSpPr/>
          <p:nvPr/>
        </p:nvSpPr>
        <p:spPr>
          <a:xfrm>
            <a:off x="2583688" y="2531321"/>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8" name="矩形 37">
            <a:extLst>
              <a:ext uri="{FF2B5EF4-FFF2-40B4-BE49-F238E27FC236}">
                <a16:creationId xmlns:a16="http://schemas.microsoft.com/office/drawing/2014/main" id="{C79C9F98-CFFA-60F0-D27F-F4C266796415}"/>
              </a:ext>
            </a:extLst>
          </p:cNvPr>
          <p:cNvSpPr/>
          <p:nvPr/>
        </p:nvSpPr>
        <p:spPr>
          <a:xfrm>
            <a:off x="2755914" y="2531321"/>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9" name="矩形 38">
            <a:extLst>
              <a:ext uri="{FF2B5EF4-FFF2-40B4-BE49-F238E27FC236}">
                <a16:creationId xmlns:a16="http://schemas.microsoft.com/office/drawing/2014/main" id="{83470B26-50E4-E45A-A778-605685E6C967}"/>
              </a:ext>
            </a:extLst>
          </p:cNvPr>
          <p:cNvSpPr/>
          <p:nvPr/>
        </p:nvSpPr>
        <p:spPr>
          <a:xfrm>
            <a:off x="2928140" y="2531321"/>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0" name="矩形 39">
            <a:extLst>
              <a:ext uri="{FF2B5EF4-FFF2-40B4-BE49-F238E27FC236}">
                <a16:creationId xmlns:a16="http://schemas.microsoft.com/office/drawing/2014/main" id="{0A54888E-19DE-8D54-B933-A79472BF54DD}"/>
              </a:ext>
            </a:extLst>
          </p:cNvPr>
          <p:cNvSpPr/>
          <p:nvPr/>
        </p:nvSpPr>
        <p:spPr>
          <a:xfrm>
            <a:off x="3100366" y="2531321"/>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1" name="矩形 40">
            <a:extLst>
              <a:ext uri="{FF2B5EF4-FFF2-40B4-BE49-F238E27FC236}">
                <a16:creationId xmlns:a16="http://schemas.microsoft.com/office/drawing/2014/main" id="{FDAFEB3E-481F-2C1D-6D34-7E0CF1083E93}"/>
              </a:ext>
            </a:extLst>
          </p:cNvPr>
          <p:cNvSpPr/>
          <p:nvPr/>
        </p:nvSpPr>
        <p:spPr>
          <a:xfrm>
            <a:off x="3272592" y="2531321"/>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2" name="矩形 41">
            <a:extLst>
              <a:ext uri="{FF2B5EF4-FFF2-40B4-BE49-F238E27FC236}">
                <a16:creationId xmlns:a16="http://schemas.microsoft.com/office/drawing/2014/main" id="{ECF20106-10DE-3519-A984-2336AAAEF8A9}"/>
              </a:ext>
            </a:extLst>
          </p:cNvPr>
          <p:cNvSpPr/>
          <p:nvPr/>
        </p:nvSpPr>
        <p:spPr>
          <a:xfrm>
            <a:off x="3444818" y="2531321"/>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3" name="矩形 42">
            <a:extLst>
              <a:ext uri="{FF2B5EF4-FFF2-40B4-BE49-F238E27FC236}">
                <a16:creationId xmlns:a16="http://schemas.microsoft.com/office/drawing/2014/main" id="{6EC9D342-6070-36BB-0D51-C6A2C218E4C9}"/>
              </a:ext>
            </a:extLst>
          </p:cNvPr>
          <p:cNvSpPr/>
          <p:nvPr/>
        </p:nvSpPr>
        <p:spPr>
          <a:xfrm>
            <a:off x="1380763" y="2703547"/>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4" name="矩形 43">
            <a:extLst>
              <a:ext uri="{FF2B5EF4-FFF2-40B4-BE49-F238E27FC236}">
                <a16:creationId xmlns:a16="http://schemas.microsoft.com/office/drawing/2014/main" id="{2D514C45-7261-6A42-F59E-84BAB35DC1A1}"/>
              </a:ext>
            </a:extLst>
          </p:cNvPr>
          <p:cNvSpPr/>
          <p:nvPr/>
        </p:nvSpPr>
        <p:spPr>
          <a:xfrm>
            <a:off x="1552989" y="2703547"/>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5" name="矩形 44">
            <a:extLst>
              <a:ext uri="{FF2B5EF4-FFF2-40B4-BE49-F238E27FC236}">
                <a16:creationId xmlns:a16="http://schemas.microsoft.com/office/drawing/2014/main" id="{05BD8A9E-936F-5162-B4E7-25560F11BBF6}"/>
              </a:ext>
            </a:extLst>
          </p:cNvPr>
          <p:cNvSpPr/>
          <p:nvPr/>
        </p:nvSpPr>
        <p:spPr>
          <a:xfrm>
            <a:off x="1725215" y="2703547"/>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6" name="矩形 45">
            <a:extLst>
              <a:ext uri="{FF2B5EF4-FFF2-40B4-BE49-F238E27FC236}">
                <a16:creationId xmlns:a16="http://schemas.microsoft.com/office/drawing/2014/main" id="{6521E27B-3E29-4911-BA61-AEE5E1F94535}"/>
              </a:ext>
            </a:extLst>
          </p:cNvPr>
          <p:cNvSpPr/>
          <p:nvPr/>
        </p:nvSpPr>
        <p:spPr>
          <a:xfrm>
            <a:off x="1897441" y="2703547"/>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7" name="矩形 46">
            <a:extLst>
              <a:ext uri="{FF2B5EF4-FFF2-40B4-BE49-F238E27FC236}">
                <a16:creationId xmlns:a16="http://schemas.microsoft.com/office/drawing/2014/main" id="{9B59D496-35CF-0346-78DE-869917AECC36}"/>
              </a:ext>
            </a:extLst>
          </p:cNvPr>
          <p:cNvSpPr/>
          <p:nvPr/>
        </p:nvSpPr>
        <p:spPr>
          <a:xfrm>
            <a:off x="2069667" y="2703547"/>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8" name="矩形 47">
            <a:extLst>
              <a:ext uri="{FF2B5EF4-FFF2-40B4-BE49-F238E27FC236}">
                <a16:creationId xmlns:a16="http://schemas.microsoft.com/office/drawing/2014/main" id="{3BED6036-243B-E53F-8C0E-E9353D95CB02}"/>
              </a:ext>
            </a:extLst>
          </p:cNvPr>
          <p:cNvSpPr/>
          <p:nvPr/>
        </p:nvSpPr>
        <p:spPr>
          <a:xfrm>
            <a:off x="2241893" y="2703547"/>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9" name="矩形 48">
            <a:extLst>
              <a:ext uri="{FF2B5EF4-FFF2-40B4-BE49-F238E27FC236}">
                <a16:creationId xmlns:a16="http://schemas.microsoft.com/office/drawing/2014/main" id="{B692793B-4EF9-747E-C298-C11E6296B8D2}"/>
              </a:ext>
            </a:extLst>
          </p:cNvPr>
          <p:cNvSpPr/>
          <p:nvPr/>
        </p:nvSpPr>
        <p:spPr>
          <a:xfrm>
            <a:off x="2414119" y="2703547"/>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0" name="矩形 49">
            <a:extLst>
              <a:ext uri="{FF2B5EF4-FFF2-40B4-BE49-F238E27FC236}">
                <a16:creationId xmlns:a16="http://schemas.microsoft.com/office/drawing/2014/main" id="{FC20D3D9-1B39-F5F6-3987-AD82EE9B9450}"/>
              </a:ext>
            </a:extLst>
          </p:cNvPr>
          <p:cNvSpPr/>
          <p:nvPr/>
        </p:nvSpPr>
        <p:spPr>
          <a:xfrm>
            <a:off x="2583688" y="2703547"/>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1" name="矩形 50">
            <a:extLst>
              <a:ext uri="{FF2B5EF4-FFF2-40B4-BE49-F238E27FC236}">
                <a16:creationId xmlns:a16="http://schemas.microsoft.com/office/drawing/2014/main" id="{D1A4CB09-7B73-8270-7552-F3E3260A0313}"/>
              </a:ext>
            </a:extLst>
          </p:cNvPr>
          <p:cNvSpPr/>
          <p:nvPr/>
        </p:nvSpPr>
        <p:spPr>
          <a:xfrm>
            <a:off x="2755914" y="2703547"/>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2" name="矩形 51">
            <a:extLst>
              <a:ext uri="{FF2B5EF4-FFF2-40B4-BE49-F238E27FC236}">
                <a16:creationId xmlns:a16="http://schemas.microsoft.com/office/drawing/2014/main" id="{D6D82D46-1BD5-5541-3B72-0C4BD6D614A5}"/>
              </a:ext>
            </a:extLst>
          </p:cNvPr>
          <p:cNvSpPr/>
          <p:nvPr/>
        </p:nvSpPr>
        <p:spPr>
          <a:xfrm>
            <a:off x="2928140" y="2703547"/>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3" name="矩形 52">
            <a:extLst>
              <a:ext uri="{FF2B5EF4-FFF2-40B4-BE49-F238E27FC236}">
                <a16:creationId xmlns:a16="http://schemas.microsoft.com/office/drawing/2014/main" id="{1D60C1C6-3614-3840-90FE-09CF5394636C}"/>
              </a:ext>
            </a:extLst>
          </p:cNvPr>
          <p:cNvSpPr/>
          <p:nvPr/>
        </p:nvSpPr>
        <p:spPr>
          <a:xfrm>
            <a:off x="3100366" y="2703547"/>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4" name="矩形 53">
            <a:extLst>
              <a:ext uri="{FF2B5EF4-FFF2-40B4-BE49-F238E27FC236}">
                <a16:creationId xmlns:a16="http://schemas.microsoft.com/office/drawing/2014/main" id="{FC7B5F01-6D01-B28B-E7D4-AD2D6049EF68}"/>
              </a:ext>
            </a:extLst>
          </p:cNvPr>
          <p:cNvSpPr/>
          <p:nvPr/>
        </p:nvSpPr>
        <p:spPr>
          <a:xfrm>
            <a:off x="3272592" y="2703547"/>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5" name="矩形 54">
            <a:extLst>
              <a:ext uri="{FF2B5EF4-FFF2-40B4-BE49-F238E27FC236}">
                <a16:creationId xmlns:a16="http://schemas.microsoft.com/office/drawing/2014/main" id="{A88B07F5-0025-82F3-3BC5-A607A8427A35}"/>
              </a:ext>
            </a:extLst>
          </p:cNvPr>
          <p:cNvSpPr/>
          <p:nvPr/>
        </p:nvSpPr>
        <p:spPr>
          <a:xfrm>
            <a:off x="3444818" y="2703547"/>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6" name="矩形 55">
            <a:extLst>
              <a:ext uri="{FF2B5EF4-FFF2-40B4-BE49-F238E27FC236}">
                <a16:creationId xmlns:a16="http://schemas.microsoft.com/office/drawing/2014/main" id="{C8B51F15-7DC3-96B9-92BD-BA27AF65AFEF}"/>
              </a:ext>
            </a:extLst>
          </p:cNvPr>
          <p:cNvSpPr/>
          <p:nvPr/>
        </p:nvSpPr>
        <p:spPr>
          <a:xfrm>
            <a:off x="1380763" y="2875773"/>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7" name="矩形 56">
            <a:extLst>
              <a:ext uri="{FF2B5EF4-FFF2-40B4-BE49-F238E27FC236}">
                <a16:creationId xmlns:a16="http://schemas.microsoft.com/office/drawing/2014/main" id="{A0AC9A25-2B36-C5AE-8DF0-D85EBC0FD124}"/>
              </a:ext>
            </a:extLst>
          </p:cNvPr>
          <p:cNvSpPr/>
          <p:nvPr/>
        </p:nvSpPr>
        <p:spPr>
          <a:xfrm>
            <a:off x="1552989" y="2875773"/>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8" name="矩形 57">
            <a:extLst>
              <a:ext uri="{FF2B5EF4-FFF2-40B4-BE49-F238E27FC236}">
                <a16:creationId xmlns:a16="http://schemas.microsoft.com/office/drawing/2014/main" id="{9E97AF70-7CF2-7242-112E-529B59F202B1}"/>
              </a:ext>
            </a:extLst>
          </p:cNvPr>
          <p:cNvSpPr/>
          <p:nvPr/>
        </p:nvSpPr>
        <p:spPr>
          <a:xfrm>
            <a:off x="1725215" y="2875773"/>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9" name="矩形 58">
            <a:extLst>
              <a:ext uri="{FF2B5EF4-FFF2-40B4-BE49-F238E27FC236}">
                <a16:creationId xmlns:a16="http://schemas.microsoft.com/office/drawing/2014/main" id="{D83958A2-8EC5-6879-A5CA-3C9C84A40D55}"/>
              </a:ext>
            </a:extLst>
          </p:cNvPr>
          <p:cNvSpPr/>
          <p:nvPr/>
        </p:nvSpPr>
        <p:spPr>
          <a:xfrm>
            <a:off x="1897441" y="2875773"/>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0" name="矩形 59">
            <a:extLst>
              <a:ext uri="{FF2B5EF4-FFF2-40B4-BE49-F238E27FC236}">
                <a16:creationId xmlns:a16="http://schemas.microsoft.com/office/drawing/2014/main" id="{149833A5-9459-EF6C-45BF-FB9BA3E70367}"/>
              </a:ext>
            </a:extLst>
          </p:cNvPr>
          <p:cNvSpPr/>
          <p:nvPr/>
        </p:nvSpPr>
        <p:spPr>
          <a:xfrm>
            <a:off x="2069667" y="2875773"/>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1" name="矩形 60">
            <a:extLst>
              <a:ext uri="{FF2B5EF4-FFF2-40B4-BE49-F238E27FC236}">
                <a16:creationId xmlns:a16="http://schemas.microsoft.com/office/drawing/2014/main" id="{4513E24F-B029-FCA1-750D-D3C05FD47CEB}"/>
              </a:ext>
            </a:extLst>
          </p:cNvPr>
          <p:cNvSpPr/>
          <p:nvPr/>
        </p:nvSpPr>
        <p:spPr>
          <a:xfrm>
            <a:off x="2241893" y="2875773"/>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2" name="矩形 61">
            <a:extLst>
              <a:ext uri="{FF2B5EF4-FFF2-40B4-BE49-F238E27FC236}">
                <a16:creationId xmlns:a16="http://schemas.microsoft.com/office/drawing/2014/main" id="{8757D409-2897-2CF1-10B9-F24584AC05F1}"/>
              </a:ext>
            </a:extLst>
          </p:cNvPr>
          <p:cNvSpPr/>
          <p:nvPr/>
        </p:nvSpPr>
        <p:spPr>
          <a:xfrm>
            <a:off x="2414119" y="2875773"/>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3" name="矩形 62">
            <a:extLst>
              <a:ext uri="{FF2B5EF4-FFF2-40B4-BE49-F238E27FC236}">
                <a16:creationId xmlns:a16="http://schemas.microsoft.com/office/drawing/2014/main" id="{38A9FEAD-7E02-70F6-0B19-12230CC4A103}"/>
              </a:ext>
            </a:extLst>
          </p:cNvPr>
          <p:cNvSpPr/>
          <p:nvPr/>
        </p:nvSpPr>
        <p:spPr>
          <a:xfrm>
            <a:off x="2583688" y="2875773"/>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4" name="矩形 63">
            <a:extLst>
              <a:ext uri="{FF2B5EF4-FFF2-40B4-BE49-F238E27FC236}">
                <a16:creationId xmlns:a16="http://schemas.microsoft.com/office/drawing/2014/main" id="{FB7813AA-69D6-FA4D-517A-DEAD66987C21}"/>
              </a:ext>
            </a:extLst>
          </p:cNvPr>
          <p:cNvSpPr/>
          <p:nvPr/>
        </p:nvSpPr>
        <p:spPr>
          <a:xfrm>
            <a:off x="2755914" y="2875773"/>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5" name="矩形 64">
            <a:extLst>
              <a:ext uri="{FF2B5EF4-FFF2-40B4-BE49-F238E27FC236}">
                <a16:creationId xmlns:a16="http://schemas.microsoft.com/office/drawing/2014/main" id="{C3B24D1F-B2DE-BEF9-7494-5B069616FB87}"/>
              </a:ext>
            </a:extLst>
          </p:cNvPr>
          <p:cNvSpPr/>
          <p:nvPr/>
        </p:nvSpPr>
        <p:spPr>
          <a:xfrm>
            <a:off x="2928140" y="2875773"/>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6" name="矩形 65">
            <a:extLst>
              <a:ext uri="{FF2B5EF4-FFF2-40B4-BE49-F238E27FC236}">
                <a16:creationId xmlns:a16="http://schemas.microsoft.com/office/drawing/2014/main" id="{D5C362F3-9573-A702-569F-D77C94E7A322}"/>
              </a:ext>
            </a:extLst>
          </p:cNvPr>
          <p:cNvSpPr/>
          <p:nvPr/>
        </p:nvSpPr>
        <p:spPr>
          <a:xfrm>
            <a:off x="3100366" y="2875773"/>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7" name="矩形 66">
            <a:extLst>
              <a:ext uri="{FF2B5EF4-FFF2-40B4-BE49-F238E27FC236}">
                <a16:creationId xmlns:a16="http://schemas.microsoft.com/office/drawing/2014/main" id="{64DEE404-FFCB-757B-9BBE-41E300EED6DE}"/>
              </a:ext>
            </a:extLst>
          </p:cNvPr>
          <p:cNvSpPr/>
          <p:nvPr/>
        </p:nvSpPr>
        <p:spPr>
          <a:xfrm>
            <a:off x="3272592" y="2875773"/>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8" name="矩形 67">
            <a:extLst>
              <a:ext uri="{FF2B5EF4-FFF2-40B4-BE49-F238E27FC236}">
                <a16:creationId xmlns:a16="http://schemas.microsoft.com/office/drawing/2014/main" id="{E0FFB837-ABED-56CB-8F44-A47D05651143}"/>
              </a:ext>
            </a:extLst>
          </p:cNvPr>
          <p:cNvSpPr/>
          <p:nvPr/>
        </p:nvSpPr>
        <p:spPr>
          <a:xfrm>
            <a:off x="3444818" y="2875773"/>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9" name="矩形 68">
            <a:extLst>
              <a:ext uri="{FF2B5EF4-FFF2-40B4-BE49-F238E27FC236}">
                <a16:creationId xmlns:a16="http://schemas.microsoft.com/office/drawing/2014/main" id="{F996CDBA-4892-B5CB-D0C8-6C8D3B34BB66}"/>
              </a:ext>
            </a:extLst>
          </p:cNvPr>
          <p:cNvSpPr/>
          <p:nvPr/>
        </p:nvSpPr>
        <p:spPr>
          <a:xfrm>
            <a:off x="1380763" y="3047999"/>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0" name="矩形 69">
            <a:extLst>
              <a:ext uri="{FF2B5EF4-FFF2-40B4-BE49-F238E27FC236}">
                <a16:creationId xmlns:a16="http://schemas.microsoft.com/office/drawing/2014/main" id="{A1A669EE-440F-1101-C6BD-6F96E7B65466}"/>
              </a:ext>
            </a:extLst>
          </p:cNvPr>
          <p:cNvSpPr/>
          <p:nvPr/>
        </p:nvSpPr>
        <p:spPr>
          <a:xfrm>
            <a:off x="1552989" y="3047999"/>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1" name="矩形 70">
            <a:extLst>
              <a:ext uri="{FF2B5EF4-FFF2-40B4-BE49-F238E27FC236}">
                <a16:creationId xmlns:a16="http://schemas.microsoft.com/office/drawing/2014/main" id="{17FF2095-0F8A-509D-CA16-45F0BDA923D3}"/>
              </a:ext>
            </a:extLst>
          </p:cNvPr>
          <p:cNvSpPr/>
          <p:nvPr/>
        </p:nvSpPr>
        <p:spPr>
          <a:xfrm>
            <a:off x="1725215" y="3047999"/>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2" name="矩形 71">
            <a:extLst>
              <a:ext uri="{FF2B5EF4-FFF2-40B4-BE49-F238E27FC236}">
                <a16:creationId xmlns:a16="http://schemas.microsoft.com/office/drawing/2014/main" id="{6102DCD0-8F01-F7F7-AFEF-2837BA24C88A}"/>
              </a:ext>
            </a:extLst>
          </p:cNvPr>
          <p:cNvSpPr/>
          <p:nvPr/>
        </p:nvSpPr>
        <p:spPr>
          <a:xfrm>
            <a:off x="1897441" y="3047999"/>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3" name="矩形 72">
            <a:extLst>
              <a:ext uri="{FF2B5EF4-FFF2-40B4-BE49-F238E27FC236}">
                <a16:creationId xmlns:a16="http://schemas.microsoft.com/office/drawing/2014/main" id="{95DDF70C-1EB1-FCAB-603F-D6BAC9DDBE98}"/>
              </a:ext>
            </a:extLst>
          </p:cNvPr>
          <p:cNvSpPr/>
          <p:nvPr/>
        </p:nvSpPr>
        <p:spPr>
          <a:xfrm>
            <a:off x="2069667" y="3047999"/>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4" name="矩形 73">
            <a:extLst>
              <a:ext uri="{FF2B5EF4-FFF2-40B4-BE49-F238E27FC236}">
                <a16:creationId xmlns:a16="http://schemas.microsoft.com/office/drawing/2014/main" id="{E3BDB3EE-F2F0-69F3-2FEF-8DB606D6C81B}"/>
              </a:ext>
            </a:extLst>
          </p:cNvPr>
          <p:cNvSpPr/>
          <p:nvPr/>
        </p:nvSpPr>
        <p:spPr>
          <a:xfrm>
            <a:off x="2241893" y="3047999"/>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5" name="矩形 74">
            <a:extLst>
              <a:ext uri="{FF2B5EF4-FFF2-40B4-BE49-F238E27FC236}">
                <a16:creationId xmlns:a16="http://schemas.microsoft.com/office/drawing/2014/main" id="{C0C20C5B-82C1-78F4-5C99-4132A0E9901C}"/>
              </a:ext>
            </a:extLst>
          </p:cNvPr>
          <p:cNvSpPr/>
          <p:nvPr/>
        </p:nvSpPr>
        <p:spPr>
          <a:xfrm>
            <a:off x="2414119" y="3047999"/>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6" name="矩形 75">
            <a:extLst>
              <a:ext uri="{FF2B5EF4-FFF2-40B4-BE49-F238E27FC236}">
                <a16:creationId xmlns:a16="http://schemas.microsoft.com/office/drawing/2014/main" id="{ABA60A55-8C14-72E5-D9D3-F1F494332A5A}"/>
              </a:ext>
            </a:extLst>
          </p:cNvPr>
          <p:cNvSpPr/>
          <p:nvPr/>
        </p:nvSpPr>
        <p:spPr>
          <a:xfrm>
            <a:off x="2583688" y="3047999"/>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7" name="矩形 76">
            <a:extLst>
              <a:ext uri="{FF2B5EF4-FFF2-40B4-BE49-F238E27FC236}">
                <a16:creationId xmlns:a16="http://schemas.microsoft.com/office/drawing/2014/main" id="{75141441-4D52-4027-6A14-D7CB7EF4169A}"/>
              </a:ext>
            </a:extLst>
          </p:cNvPr>
          <p:cNvSpPr/>
          <p:nvPr/>
        </p:nvSpPr>
        <p:spPr>
          <a:xfrm>
            <a:off x="2755914" y="3047999"/>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8" name="矩形 77">
            <a:extLst>
              <a:ext uri="{FF2B5EF4-FFF2-40B4-BE49-F238E27FC236}">
                <a16:creationId xmlns:a16="http://schemas.microsoft.com/office/drawing/2014/main" id="{514DAC0B-A132-E28B-E5A2-1A5CCCAB03C8}"/>
              </a:ext>
            </a:extLst>
          </p:cNvPr>
          <p:cNvSpPr/>
          <p:nvPr/>
        </p:nvSpPr>
        <p:spPr>
          <a:xfrm>
            <a:off x="2928140" y="3047999"/>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9" name="矩形 78">
            <a:extLst>
              <a:ext uri="{FF2B5EF4-FFF2-40B4-BE49-F238E27FC236}">
                <a16:creationId xmlns:a16="http://schemas.microsoft.com/office/drawing/2014/main" id="{5A87865A-23EE-A9A8-D9AF-6E6B96128C22}"/>
              </a:ext>
            </a:extLst>
          </p:cNvPr>
          <p:cNvSpPr/>
          <p:nvPr/>
        </p:nvSpPr>
        <p:spPr>
          <a:xfrm>
            <a:off x="3100366" y="3047999"/>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0" name="矩形 79">
            <a:extLst>
              <a:ext uri="{FF2B5EF4-FFF2-40B4-BE49-F238E27FC236}">
                <a16:creationId xmlns:a16="http://schemas.microsoft.com/office/drawing/2014/main" id="{561B5AD6-D925-7C3A-55E1-5C812F12AA02}"/>
              </a:ext>
            </a:extLst>
          </p:cNvPr>
          <p:cNvSpPr/>
          <p:nvPr/>
        </p:nvSpPr>
        <p:spPr>
          <a:xfrm>
            <a:off x="3272592" y="3047999"/>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1" name="矩形 80">
            <a:extLst>
              <a:ext uri="{FF2B5EF4-FFF2-40B4-BE49-F238E27FC236}">
                <a16:creationId xmlns:a16="http://schemas.microsoft.com/office/drawing/2014/main" id="{EC60ECD5-374C-12E0-762D-593DAF5896F9}"/>
              </a:ext>
            </a:extLst>
          </p:cNvPr>
          <p:cNvSpPr/>
          <p:nvPr/>
        </p:nvSpPr>
        <p:spPr>
          <a:xfrm>
            <a:off x="3444818" y="3047999"/>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2" name="矩形 81">
            <a:extLst>
              <a:ext uri="{FF2B5EF4-FFF2-40B4-BE49-F238E27FC236}">
                <a16:creationId xmlns:a16="http://schemas.microsoft.com/office/drawing/2014/main" id="{ADFB2E7D-7F71-C143-9B67-34FFB0650F39}"/>
              </a:ext>
            </a:extLst>
          </p:cNvPr>
          <p:cNvSpPr/>
          <p:nvPr/>
        </p:nvSpPr>
        <p:spPr>
          <a:xfrm>
            <a:off x="1380763" y="3220225"/>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3" name="矩形 82">
            <a:extLst>
              <a:ext uri="{FF2B5EF4-FFF2-40B4-BE49-F238E27FC236}">
                <a16:creationId xmlns:a16="http://schemas.microsoft.com/office/drawing/2014/main" id="{BB68230A-7046-CE55-BDE0-936EFB96C38C}"/>
              </a:ext>
            </a:extLst>
          </p:cNvPr>
          <p:cNvSpPr/>
          <p:nvPr/>
        </p:nvSpPr>
        <p:spPr>
          <a:xfrm>
            <a:off x="1552989" y="322022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4" name="矩形 83">
            <a:extLst>
              <a:ext uri="{FF2B5EF4-FFF2-40B4-BE49-F238E27FC236}">
                <a16:creationId xmlns:a16="http://schemas.microsoft.com/office/drawing/2014/main" id="{AA27CF29-19F3-28DD-DD60-721B19DE8830}"/>
              </a:ext>
            </a:extLst>
          </p:cNvPr>
          <p:cNvSpPr/>
          <p:nvPr/>
        </p:nvSpPr>
        <p:spPr>
          <a:xfrm>
            <a:off x="1725215" y="322022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5" name="矩形 84">
            <a:extLst>
              <a:ext uri="{FF2B5EF4-FFF2-40B4-BE49-F238E27FC236}">
                <a16:creationId xmlns:a16="http://schemas.microsoft.com/office/drawing/2014/main" id="{98B4F2B0-D35D-2419-4D5A-3C99D5F62193}"/>
              </a:ext>
            </a:extLst>
          </p:cNvPr>
          <p:cNvSpPr/>
          <p:nvPr/>
        </p:nvSpPr>
        <p:spPr>
          <a:xfrm>
            <a:off x="1897441" y="322022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6" name="矩形 85">
            <a:extLst>
              <a:ext uri="{FF2B5EF4-FFF2-40B4-BE49-F238E27FC236}">
                <a16:creationId xmlns:a16="http://schemas.microsoft.com/office/drawing/2014/main" id="{16CA2E64-F9AE-BF2D-243C-782DA7BDF8F6}"/>
              </a:ext>
            </a:extLst>
          </p:cNvPr>
          <p:cNvSpPr/>
          <p:nvPr/>
        </p:nvSpPr>
        <p:spPr>
          <a:xfrm>
            <a:off x="2069667" y="322022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7" name="矩形 86">
            <a:extLst>
              <a:ext uri="{FF2B5EF4-FFF2-40B4-BE49-F238E27FC236}">
                <a16:creationId xmlns:a16="http://schemas.microsoft.com/office/drawing/2014/main" id="{ED52C4D1-A162-2936-ECC8-FB25972E029D}"/>
              </a:ext>
            </a:extLst>
          </p:cNvPr>
          <p:cNvSpPr/>
          <p:nvPr/>
        </p:nvSpPr>
        <p:spPr>
          <a:xfrm>
            <a:off x="2241893" y="322022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8" name="矩形 87">
            <a:extLst>
              <a:ext uri="{FF2B5EF4-FFF2-40B4-BE49-F238E27FC236}">
                <a16:creationId xmlns:a16="http://schemas.microsoft.com/office/drawing/2014/main" id="{E8A13E55-5BF2-07C2-E72B-478C0DFC501F}"/>
              </a:ext>
            </a:extLst>
          </p:cNvPr>
          <p:cNvSpPr/>
          <p:nvPr/>
        </p:nvSpPr>
        <p:spPr>
          <a:xfrm>
            <a:off x="2414119" y="322022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9" name="矩形 88">
            <a:extLst>
              <a:ext uri="{FF2B5EF4-FFF2-40B4-BE49-F238E27FC236}">
                <a16:creationId xmlns:a16="http://schemas.microsoft.com/office/drawing/2014/main" id="{0E5F4762-5840-BAC1-65AB-6C47EEE99A6B}"/>
              </a:ext>
            </a:extLst>
          </p:cNvPr>
          <p:cNvSpPr/>
          <p:nvPr/>
        </p:nvSpPr>
        <p:spPr>
          <a:xfrm>
            <a:off x="2583688" y="322022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0" name="矩形 89">
            <a:extLst>
              <a:ext uri="{FF2B5EF4-FFF2-40B4-BE49-F238E27FC236}">
                <a16:creationId xmlns:a16="http://schemas.microsoft.com/office/drawing/2014/main" id="{BA4445AB-B588-25A9-E76C-1EB5F08DBCB3}"/>
              </a:ext>
            </a:extLst>
          </p:cNvPr>
          <p:cNvSpPr/>
          <p:nvPr/>
        </p:nvSpPr>
        <p:spPr>
          <a:xfrm>
            <a:off x="2755914" y="322022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1" name="矩形 90">
            <a:extLst>
              <a:ext uri="{FF2B5EF4-FFF2-40B4-BE49-F238E27FC236}">
                <a16:creationId xmlns:a16="http://schemas.microsoft.com/office/drawing/2014/main" id="{6AE2BC2E-B749-7835-993F-8691BC0C3A83}"/>
              </a:ext>
            </a:extLst>
          </p:cNvPr>
          <p:cNvSpPr/>
          <p:nvPr/>
        </p:nvSpPr>
        <p:spPr>
          <a:xfrm>
            <a:off x="2928140" y="322022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2" name="矩形 91">
            <a:extLst>
              <a:ext uri="{FF2B5EF4-FFF2-40B4-BE49-F238E27FC236}">
                <a16:creationId xmlns:a16="http://schemas.microsoft.com/office/drawing/2014/main" id="{28E0B3E8-C8C3-0BDB-F9A1-256CE7FE8663}"/>
              </a:ext>
            </a:extLst>
          </p:cNvPr>
          <p:cNvSpPr/>
          <p:nvPr/>
        </p:nvSpPr>
        <p:spPr>
          <a:xfrm>
            <a:off x="3100366" y="322022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3" name="矩形 92">
            <a:extLst>
              <a:ext uri="{FF2B5EF4-FFF2-40B4-BE49-F238E27FC236}">
                <a16:creationId xmlns:a16="http://schemas.microsoft.com/office/drawing/2014/main" id="{68B8EC71-661B-3C9D-EE90-0E1300E9A43D}"/>
              </a:ext>
            </a:extLst>
          </p:cNvPr>
          <p:cNvSpPr/>
          <p:nvPr/>
        </p:nvSpPr>
        <p:spPr>
          <a:xfrm>
            <a:off x="3272592" y="322022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4" name="矩形 93">
            <a:extLst>
              <a:ext uri="{FF2B5EF4-FFF2-40B4-BE49-F238E27FC236}">
                <a16:creationId xmlns:a16="http://schemas.microsoft.com/office/drawing/2014/main" id="{F6ECDA48-4374-C048-20D7-03A236D5E27C}"/>
              </a:ext>
            </a:extLst>
          </p:cNvPr>
          <p:cNvSpPr/>
          <p:nvPr/>
        </p:nvSpPr>
        <p:spPr>
          <a:xfrm>
            <a:off x="3444818" y="322022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5" name="矩形 94">
            <a:extLst>
              <a:ext uri="{FF2B5EF4-FFF2-40B4-BE49-F238E27FC236}">
                <a16:creationId xmlns:a16="http://schemas.microsoft.com/office/drawing/2014/main" id="{EA182D14-0E2F-8EE3-E7B9-3D0A74E7B94A}"/>
              </a:ext>
            </a:extLst>
          </p:cNvPr>
          <p:cNvSpPr/>
          <p:nvPr/>
        </p:nvSpPr>
        <p:spPr>
          <a:xfrm>
            <a:off x="1380763" y="3392451"/>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6" name="矩形 95">
            <a:extLst>
              <a:ext uri="{FF2B5EF4-FFF2-40B4-BE49-F238E27FC236}">
                <a16:creationId xmlns:a16="http://schemas.microsoft.com/office/drawing/2014/main" id="{75DFDC08-E152-045A-AC2F-171C4F4AE256}"/>
              </a:ext>
            </a:extLst>
          </p:cNvPr>
          <p:cNvSpPr/>
          <p:nvPr/>
        </p:nvSpPr>
        <p:spPr>
          <a:xfrm>
            <a:off x="1552989" y="3392451"/>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7" name="矩形 96">
            <a:extLst>
              <a:ext uri="{FF2B5EF4-FFF2-40B4-BE49-F238E27FC236}">
                <a16:creationId xmlns:a16="http://schemas.microsoft.com/office/drawing/2014/main" id="{44E2E77F-0F7C-38FF-BC5D-C26EA46FFCC4}"/>
              </a:ext>
            </a:extLst>
          </p:cNvPr>
          <p:cNvSpPr/>
          <p:nvPr/>
        </p:nvSpPr>
        <p:spPr>
          <a:xfrm>
            <a:off x="1725215" y="3392451"/>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8" name="矩形 97">
            <a:extLst>
              <a:ext uri="{FF2B5EF4-FFF2-40B4-BE49-F238E27FC236}">
                <a16:creationId xmlns:a16="http://schemas.microsoft.com/office/drawing/2014/main" id="{97ED243B-54ED-7869-8B1D-B796107A2456}"/>
              </a:ext>
            </a:extLst>
          </p:cNvPr>
          <p:cNvSpPr/>
          <p:nvPr/>
        </p:nvSpPr>
        <p:spPr>
          <a:xfrm>
            <a:off x="1897441" y="3392451"/>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9" name="矩形 98">
            <a:extLst>
              <a:ext uri="{FF2B5EF4-FFF2-40B4-BE49-F238E27FC236}">
                <a16:creationId xmlns:a16="http://schemas.microsoft.com/office/drawing/2014/main" id="{1E4ED45D-2F90-47EA-6FB7-B8C1B5AAC08B}"/>
              </a:ext>
            </a:extLst>
          </p:cNvPr>
          <p:cNvSpPr/>
          <p:nvPr/>
        </p:nvSpPr>
        <p:spPr>
          <a:xfrm>
            <a:off x="2069667" y="3392451"/>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0" name="矩形 99">
            <a:extLst>
              <a:ext uri="{FF2B5EF4-FFF2-40B4-BE49-F238E27FC236}">
                <a16:creationId xmlns:a16="http://schemas.microsoft.com/office/drawing/2014/main" id="{54D3EF42-8E44-1E29-C94A-FBCCDB621236}"/>
              </a:ext>
            </a:extLst>
          </p:cNvPr>
          <p:cNvSpPr/>
          <p:nvPr/>
        </p:nvSpPr>
        <p:spPr>
          <a:xfrm>
            <a:off x="2241893" y="3392451"/>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1" name="矩形 100">
            <a:extLst>
              <a:ext uri="{FF2B5EF4-FFF2-40B4-BE49-F238E27FC236}">
                <a16:creationId xmlns:a16="http://schemas.microsoft.com/office/drawing/2014/main" id="{76EAA53D-6CB1-7926-B58D-86E1F294C49B}"/>
              </a:ext>
            </a:extLst>
          </p:cNvPr>
          <p:cNvSpPr/>
          <p:nvPr/>
        </p:nvSpPr>
        <p:spPr>
          <a:xfrm>
            <a:off x="2414119" y="3392451"/>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2" name="矩形 101">
            <a:extLst>
              <a:ext uri="{FF2B5EF4-FFF2-40B4-BE49-F238E27FC236}">
                <a16:creationId xmlns:a16="http://schemas.microsoft.com/office/drawing/2014/main" id="{7A45F07A-29D7-0DC5-B3CD-D049D591FDBA}"/>
              </a:ext>
            </a:extLst>
          </p:cNvPr>
          <p:cNvSpPr/>
          <p:nvPr/>
        </p:nvSpPr>
        <p:spPr>
          <a:xfrm>
            <a:off x="2583688" y="3392451"/>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3" name="矩形 102">
            <a:extLst>
              <a:ext uri="{FF2B5EF4-FFF2-40B4-BE49-F238E27FC236}">
                <a16:creationId xmlns:a16="http://schemas.microsoft.com/office/drawing/2014/main" id="{20B1D3B1-BD8F-DFBA-53AF-B6033CCE241A}"/>
              </a:ext>
            </a:extLst>
          </p:cNvPr>
          <p:cNvSpPr/>
          <p:nvPr/>
        </p:nvSpPr>
        <p:spPr>
          <a:xfrm>
            <a:off x="2755914" y="3392451"/>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4" name="矩形 103">
            <a:extLst>
              <a:ext uri="{FF2B5EF4-FFF2-40B4-BE49-F238E27FC236}">
                <a16:creationId xmlns:a16="http://schemas.microsoft.com/office/drawing/2014/main" id="{87953971-347B-2545-6959-CA791B959E20}"/>
              </a:ext>
            </a:extLst>
          </p:cNvPr>
          <p:cNvSpPr/>
          <p:nvPr/>
        </p:nvSpPr>
        <p:spPr>
          <a:xfrm>
            <a:off x="2928140" y="3392451"/>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5" name="矩形 104">
            <a:extLst>
              <a:ext uri="{FF2B5EF4-FFF2-40B4-BE49-F238E27FC236}">
                <a16:creationId xmlns:a16="http://schemas.microsoft.com/office/drawing/2014/main" id="{3BEEBEE3-0481-17DA-A2C7-24514CCAD46B}"/>
              </a:ext>
            </a:extLst>
          </p:cNvPr>
          <p:cNvSpPr/>
          <p:nvPr/>
        </p:nvSpPr>
        <p:spPr>
          <a:xfrm>
            <a:off x="3100366" y="3392451"/>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6" name="矩形 105">
            <a:extLst>
              <a:ext uri="{FF2B5EF4-FFF2-40B4-BE49-F238E27FC236}">
                <a16:creationId xmlns:a16="http://schemas.microsoft.com/office/drawing/2014/main" id="{114CB088-6D61-7C26-69CE-40CA4039E70F}"/>
              </a:ext>
            </a:extLst>
          </p:cNvPr>
          <p:cNvSpPr/>
          <p:nvPr/>
        </p:nvSpPr>
        <p:spPr>
          <a:xfrm>
            <a:off x="3272592" y="3392451"/>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7" name="矩形 106">
            <a:extLst>
              <a:ext uri="{FF2B5EF4-FFF2-40B4-BE49-F238E27FC236}">
                <a16:creationId xmlns:a16="http://schemas.microsoft.com/office/drawing/2014/main" id="{47F2FC4D-D3ED-4DC1-F958-C7BAC9078F7E}"/>
              </a:ext>
            </a:extLst>
          </p:cNvPr>
          <p:cNvSpPr/>
          <p:nvPr/>
        </p:nvSpPr>
        <p:spPr>
          <a:xfrm>
            <a:off x="3444818" y="3392451"/>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8" name="矩形 107">
            <a:extLst>
              <a:ext uri="{FF2B5EF4-FFF2-40B4-BE49-F238E27FC236}">
                <a16:creationId xmlns:a16="http://schemas.microsoft.com/office/drawing/2014/main" id="{7A992C1F-1C52-AE2B-D9D6-D1140958ED54}"/>
              </a:ext>
            </a:extLst>
          </p:cNvPr>
          <p:cNvSpPr/>
          <p:nvPr/>
        </p:nvSpPr>
        <p:spPr>
          <a:xfrm>
            <a:off x="1380763" y="3564677"/>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9" name="矩形 108">
            <a:extLst>
              <a:ext uri="{FF2B5EF4-FFF2-40B4-BE49-F238E27FC236}">
                <a16:creationId xmlns:a16="http://schemas.microsoft.com/office/drawing/2014/main" id="{AEAA0099-7062-1C86-D75A-84D15A0E0AC9}"/>
              </a:ext>
            </a:extLst>
          </p:cNvPr>
          <p:cNvSpPr/>
          <p:nvPr/>
        </p:nvSpPr>
        <p:spPr>
          <a:xfrm>
            <a:off x="1552989" y="3564677"/>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0" name="矩形 109">
            <a:extLst>
              <a:ext uri="{FF2B5EF4-FFF2-40B4-BE49-F238E27FC236}">
                <a16:creationId xmlns:a16="http://schemas.microsoft.com/office/drawing/2014/main" id="{64CEE337-ECAB-7A80-E14B-C95E97E7F2FE}"/>
              </a:ext>
            </a:extLst>
          </p:cNvPr>
          <p:cNvSpPr/>
          <p:nvPr/>
        </p:nvSpPr>
        <p:spPr>
          <a:xfrm>
            <a:off x="1725215" y="3564677"/>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1" name="矩形 110">
            <a:extLst>
              <a:ext uri="{FF2B5EF4-FFF2-40B4-BE49-F238E27FC236}">
                <a16:creationId xmlns:a16="http://schemas.microsoft.com/office/drawing/2014/main" id="{276A35BA-D2A9-7E79-6590-F27DB899A252}"/>
              </a:ext>
            </a:extLst>
          </p:cNvPr>
          <p:cNvSpPr/>
          <p:nvPr/>
        </p:nvSpPr>
        <p:spPr>
          <a:xfrm>
            <a:off x="1897441" y="3564677"/>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2" name="矩形 111">
            <a:extLst>
              <a:ext uri="{FF2B5EF4-FFF2-40B4-BE49-F238E27FC236}">
                <a16:creationId xmlns:a16="http://schemas.microsoft.com/office/drawing/2014/main" id="{4382EF53-B3C3-67C6-FA58-C0DCAA40B554}"/>
              </a:ext>
            </a:extLst>
          </p:cNvPr>
          <p:cNvSpPr/>
          <p:nvPr/>
        </p:nvSpPr>
        <p:spPr>
          <a:xfrm>
            <a:off x="2069667" y="3564677"/>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3" name="矩形 112">
            <a:extLst>
              <a:ext uri="{FF2B5EF4-FFF2-40B4-BE49-F238E27FC236}">
                <a16:creationId xmlns:a16="http://schemas.microsoft.com/office/drawing/2014/main" id="{0F034D03-ADDA-9425-C812-E0BA266B5CEB}"/>
              </a:ext>
            </a:extLst>
          </p:cNvPr>
          <p:cNvSpPr/>
          <p:nvPr/>
        </p:nvSpPr>
        <p:spPr>
          <a:xfrm>
            <a:off x="2241893" y="3564677"/>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4" name="矩形 113">
            <a:extLst>
              <a:ext uri="{FF2B5EF4-FFF2-40B4-BE49-F238E27FC236}">
                <a16:creationId xmlns:a16="http://schemas.microsoft.com/office/drawing/2014/main" id="{5CD5E806-1B92-2817-A5CB-8E1B5BEB38BB}"/>
              </a:ext>
            </a:extLst>
          </p:cNvPr>
          <p:cNvSpPr/>
          <p:nvPr/>
        </p:nvSpPr>
        <p:spPr>
          <a:xfrm>
            <a:off x="2414119" y="3564677"/>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5" name="矩形 114">
            <a:extLst>
              <a:ext uri="{FF2B5EF4-FFF2-40B4-BE49-F238E27FC236}">
                <a16:creationId xmlns:a16="http://schemas.microsoft.com/office/drawing/2014/main" id="{0F53A320-A023-1882-439D-405A6534AA39}"/>
              </a:ext>
            </a:extLst>
          </p:cNvPr>
          <p:cNvSpPr/>
          <p:nvPr/>
        </p:nvSpPr>
        <p:spPr>
          <a:xfrm>
            <a:off x="2583688" y="3564677"/>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6" name="矩形 115">
            <a:extLst>
              <a:ext uri="{FF2B5EF4-FFF2-40B4-BE49-F238E27FC236}">
                <a16:creationId xmlns:a16="http://schemas.microsoft.com/office/drawing/2014/main" id="{8234FB30-1758-B0E6-D504-346497C90CB8}"/>
              </a:ext>
            </a:extLst>
          </p:cNvPr>
          <p:cNvSpPr/>
          <p:nvPr/>
        </p:nvSpPr>
        <p:spPr>
          <a:xfrm>
            <a:off x="2755914" y="3564677"/>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7" name="矩形 116">
            <a:extLst>
              <a:ext uri="{FF2B5EF4-FFF2-40B4-BE49-F238E27FC236}">
                <a16:creationId xmlns:a16="http://schemas.microsoft.com/office/drawing/2014/main" id="{5D4F47D2-21FF-D24A-0669-071FBAA1757D}"/>
              </a:ext>
            </a:extLst>
          </p:cNvPr>
          <p:cNvSpPr/>
          <p:nvPr/>
        </p:nvSpPr>
        <p:spPr>
          <a:xfrm>
            <a:off x="2928140" y="3564677"/>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8" name="矩形 117">
            <a:extLst>
              <a:ext uri="{FF2B5EF4-FFF2-40B4-BE49-F238E27FC236}">
                <a16:creationId xmlns:a16="http://schemas.microsoft.com/office/drawing/2014/main" id="{B5E9F27F-F12D-79E3-941C-0E25D28692A0}"/>
              </a:ext>
            </a:extLst>
          </p:cNvPr>
          <p:cNvSpPr/>
          <p:nvPr/>
        </p:nvSpPr>
        <p:spPr>
          <a:xfrm>
            <a:off x="3100366" y="3564677"/>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9" name="矩形 118">
            <a:extLst>
              <a:ext uri="{FF2B5EF4-FFF2-40B4-BE49-F238E27FC236}">
                <a16:creationId xmlns:a16="http://schemas.microsoft.com/office/drawing/2014/main" id="{D2898D7E-B8B6-B2FF-5382-39D2B53E84D1}"/>
              </a:ext>
            </a:extLst>
          </p:cNvPr>
          <p:cNvSpPr/>
          <p:nvPr/>
        </p:nvSpPr>
        <p:spPr>
          <a:xfrm>
            <a:off x="3272592" y="3564677"/>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0" name="矩形 119">
            <a:extLst>
              <a:ext uri="{FF2B5EF4-FFF2-40B4-BE49-F238E27FC236}">
                <a16:creationId xmlns:a16="http://schemas.microsoft.com/office/drawing/2014/main" id="{360ED9AF-76D2-8C97-A577-C3FB7FC7F5A7}"/>
              </a:ext>
            </a:extLst>
          </p:cNvPr>
          <p:cNvSpPr/>
          <p:nvPr/>
        </p:nvSpPr>
        <p:spPr>
          <a:xfrm>
            <a:off x="3444818" y="3564677"/>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1" name="矩形 120">
            <a:extLst>
              <a:ext uri="{FF2B5EF4-FFF2-40B4-BE49-F238E27FC236}">
                <a16:creationId xmlns:a16="http://schemas.microsoft.com/office/drawing/2014/main" id="{C2F184E0-B4E8-5BFC-0F0A-6AB0B8B04131}"/>
              </a:ext>
            </a:extLst>
          </p:cNvPr>
          <p:cNvSpPr/>
          <p:nvPr/>
        </p:nvSpPr>
        <p:spPr>
          <a:xfrm>
            <a:off x="1380763" y="3736903"/>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2" name="矩形 121">
            <a:extLst>
              <a:ext uri="{FF2B5EF4-FFF2-40B4-BE49-F238E27FC236}">
                <a16:creationId xmlns:a16="http://schemas.microsoft.com/office/drawing/2014/main" id="{940F56A2-117E-5011-5601-C69DDB69EA78}"/>
              </a:ext>
            </a:extLst>
          </p:cNvPr>
          <p:cNvSpPr/>
          <p:nvPr/>
        </p:nvSpPr>
        <p:spPr>
          <a:xfrm>
            <a:off x="1552989" y="3736903"/>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3" name="矩形 122">
            <a:extLst>
              <a:ext uri="{FF2B5EF4-FFF2-40B4-BE49-F238E27FC236}">
                <a16:creationId xmlns:a16="http://schemas.microsoft.com/office/drawing/2014/main" id="{D30D48CD-AAA8-DE5A-AC17-00606F01E160}"/>
              </a:ext>
            </a:extLst>
          </p:cNvPr>
          <p:cNvSpPr/>
          <p:nvPr/>
        </p:nvSpPr>
        <p:spPr>
          <a:xfrm>
            <a:off x="1725215" y="3736903"/>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4" name="矩形 123">
            <a:extLst>
              <a:ext uri="{FF2B5EF4-FFF2-40B4-BE49-F238E27FC236}">
                <a16:creationId xmlns:a16="http://schemas.microsoft.com/office/drawing/2014/main" id="{2BF910DD-326B-985F-E120-865476FCF51B}"/>
              </a:ext>
            </a:extLst>
          </p:cNvPr>
          <p:cNvSpPr/>
          <p:nvPr/>
        </p:nvSpPr>
        <p:spPr>
          <a:xfrm>
            <a:off x="1897441" y="3736903"/>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5" name="矩形 124">
            <a:extLst>
              <a:ext uri="{FF2B5EF4-FFF2-40B4-BE49-F238E27FC236}">
                <a16:creationId xmlns:a16="http://schemas.microsoft.com/office/drawing/2014/main" id="{1A619BC5-2EE8-0C37-6B53-8B31CD604C54}"/>
              </a:ext>
            </a:extLst>
          </p:cNvPr>
          <p:cNvSpPr/>
          <p:nvPr/>
        </p:nvSpPr>
        <p:spPr>
          <a:xfrm>
            <a:off x="2069667" y="3736903"/>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6" name="矩形 125">
            <a:extLst>
              <a:ext uri="{FF2B5EF4-FFF2-40B4-BE49-F238E27FC236}">
                <a16:creationId xmlns:a16="http://schemas.microsoft.com/office/drawing/2014/main" id="{6D2D4F86-7614-0AB4-DD9C-394977B984A9}"/>
              </a:ext>
            </a:extLst>
          </p:cNvPr>
          <p:cNvSpPr/>
          <p:nvPr/>
        </p:nvSpPr>
        <p:spPr>
          <a:xfrm>
            <a:off x="2241893" y="3736903"/>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7" name="矩形 126">
            <a:extLst>
              <a:ext uri="{FF2B5EF4-FFF2-40B4-BE49-F238E27FC236}">
                <a16:creationId xmlns:a16="http://schemas.microsoft.com/office/drawing/2014/main" id="{17F8F455-8206-A5A6-A1FE-2AE3EA0315E3}"/>
              </a:ext>
            </a:extLst>
          </p:cNvPr>
          <p:cNvSpPr/>
          <p:nvPr/>
        </p:nvSpPr>
        <p:spPr>
          <a:xfrm>
            <a:off x="2414119" y="3736903"/>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8" name="矩形 127">
            <a:extLst>
              <a:ext uri="{FF2B5EF4-FFF2-40B4-BE49-F238E27FC236}">
                <a16:creationId xmlns:a16="http://schemas.microsoft.com/office/drawing/2014/main" id="{F152EA95-BFEF-EBAD-9290-10EEF44FBE99}"/>
              </a:ext>
            </a:extLst>
          </p:cNvPr>
          <p:cNvSpPr/>
          <p:nvPr/>
        </p:nvSpPr>
        <p:spPr>
          <a:xfrm>
            <a:off x="2583688" y="3736903"/>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9" name="矩形 128">
            <a:extLst>
              <a:ext uri="{FF2B5EF4-FFF2-40B4-BE49-F238E27FC236}">
                <a16:creationId xmlns:a16="http://schemas.microsoft.com/office/drawing/2014/main" id="{6213E422-FBEF-0B90-9E34-9286A054A795}"/>
              </a:ext>
            </a:extLst>
          </p:cNvPr>
          <p:cNvSpPr/>
          <p:nvPr/>
        </p:nvSpPr>
        <p:spPr>
          <a:xfrm>
            <a:off x="2755914" y="3736903"/>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0" name="矩形 129">
            <a:extLst>
              <a:ext uri="{FF2B5EF4-FFF2-40B4-BE49-F238E27FC236}">
                <a16:creationId xmlns:a16="http://schemas.microsoft.com/office/drawing/2014/main" id="{C4B9D01B-C370-6BAD-64A6-22B42D66EDD3}"/>
              </a:ext>
            </a:extLst>
          </p:cNvPr>
          <p:cNvSpPr/>
          <p:nvPr/>
        </p:nvSpPr>
        <p:spPr>
          <a:xfrm>
            <a:off x="2928140" y="3736903"/>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1" name="矩形 130">
            <a:extLst>
              <a:ext uri="{FF2B5EF4-FFF2-40B4-BE49-F238E27FC236}">
                <a16:creationId xmlns:a16="http://schemas.microsoft.com/office/drawing/2014/main" id="{7C01C3DC-2A13-4C00-5FE4-DDE536DB138C}"/>
              </a:ext>
            </a:extLst>
          </p:cNvPr>
          <p:cNvSpPr/>
          <p:nvPr/>
        </p:nvSpPr>
        <p:spPr>
          <a:xfrm>
            <a:off x="3100366" y="3736903"/>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2" name="矩形 131">
            <a:extLst>
              <a:ext uri="{FF2B5EF4-FFF2-40B4-BE49-F238E27FC236}">
                <a16:creationId xmlns:a16="http://schemas.microsoft.com/office/drawing/2014/main" id="{497E452F-569D-4595-BC61-21B9AC8D47A9}"/>
              </a:ext>
            </a:extLst>
          </p:cNvPr>
          <p:cNvSpPr/>
          <p:nvPr/>
        </p:nvSpPr>
        <p:spPr>
          <a:xfrm>
            <a:off x="3272592" y="3736903"/>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3" name="矩形 132">
            <a:extLst>
              <a:ext uri="{FF2B5EF4-FFF2-40B4-BE49-F238E27FC236}">
                <a16:creationId xmlns:a16="http://schemas.microsoft.com/office/drawing/2014/main" id="{52A7D297-E871-B55A-1974-199B25FEE57C}"/>
              </a:ext>
            </a:extLst>
          </p:cNvPr>
          <p:cNvSpPr/>
          <p:nvPr/>
        </p:nvSpPr>
        <p:spPr>
          <a:xfrm>
            <a:off x="3444818" y="3736903"/>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4" name="矩形 133">
            <a:extLst>
              <a:ext uri="{FF2B5EF4-FFF2-40B4-BE49-F238E27FC236}">
                <a16:creationId xmlns:a16="http://schemas.microsoft.com/office/drawing/2014/main" id="{86C72220-5D4E-5DC7-AC75-897088400B34}"/>
              </a:ext>
            </a:extLst>
          </p:cNvPr>
          <p:cNvSpPr/>
          <p:nvPr/>
        </p:nvSpPr>
        <p:spPr>
          <a:xfrm>
            <a:off x="1380763" y="3909129"/>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5" name="矩形 134">
            <a:extLst>
              <a:ext uri="{FF2B5EF4-FFF2-40B4-BE49-F238E27FC236}">
                <a16:creationId xmlns:a16="http://schemas.microsoft.com/office/drawing/2014/main" id="{020A7786-822B-7A7B-1EE3-08BF2B401FDA}"/>
              </a:ext>
            </a:extLst>
          </p:cNvPr>
          <p:cNvSpPr/>
          <p:nvPr/>
        </p:nvSpPr>
        <p:spPr>
          <a:xfrm>
            <a:off x="1552989" y="3909129"/>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6" name="矩形 135">
            <a:extLst>
              <a:ext uri="{FF2B5EF4-FFF2-40B4-BE49-F238E27FC236}">
                <a16:creationId xmlns:a16="http://schemas.microsoft.com/office/drawing/2014/main" id="{D6AA0645-E3DB-5779-BFDF-348F95619280}"/>
              </a:ext>
            </a:extLst>
          </p:cNvPr>
          <p:cNvSpPr/>
          <p:nvPr/>
        </p:nvSpPr>
        <p:spPr>
          <a:xfrm>
            <a:off x="1725215" y="3909129"/>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7" name="矩形 136">
            <a:extLst>
              <a:ext uri="{FF2B5EF4-FFF2-40B4-BE49-F238E27FC236}">
                <a16:creationId xmlns:a16="http://schemas.microsoft.com/office/drawing/2014/main" id="{89A082D2-A50F-06E8-C825-ED4984ACCCAB}"/>
              </a:ext>
            </a:extLst>
          </p:cNvPr>
          <p:cNvSpPr/>
          <p:nvPr/>
        </p:nvSpPr>
        <p:spPr>
          <a:xfrm>
            <a:off x="1897441" y="3909129"/>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8" name="矩形 137">
            <a:extLst>
              <a:ext uri="{FF2B5EF4-FFF2-40B4-BE49-F238E27FC236}">
                <a16:creationId xmlns:a16="http://schemas.microsoft.com/office/drawing/2014/main" id="{EF70800E-BFFC-B36B-6F5C-FC19F7CD86AD}"/>
              </a:ext>
            </a:extLst>
          </p:cNvPr>
          <p:cNvSpPr/>
          <p:nvPr/>
        </p:nvSpPr>
        <p:spPr>
          <a:xfrm>
            <a:off x="2069667" y="3909129"/>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9" name="矩形 138">
            <a:extLst>
              <a:ext uri="{FF2B5EF4-FFF2-40B4-BE49-F238E27FC236}">
                <a16:creationId xmlns:a16="http://schemas.microsoft.com/office/drawing/2014/main" id="{877D6A5E-A803-9451-5A1D-7D1C376A5062}"/>
              </a:ext>
            </a:extLst>
          </p:cNvPr>
          <p:cNvSpPr/>
          <p:nvPr/>
        </p:nvSpPr>
        <p:spPr>
          <a:xfrm>
            <a:off x="2241893" y="3909129"/>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0" name="矩形 139">
            <a:extLst>
              <a:ext uri="{FF2B5EF4-FFF2-40B4-BE49-F238E27FC236}">
                <a16:creationId xmlns:a16="http://schemas.microsoft.com/office/drawing/2014/main" id="{AB9FAAD3-8012-082F-7566-DCE2BFC9636F}"/>
              </a:ext>
            </a:extLst>
          </p:cNvPr>
          <p:cNvSpPr/>
          <p:nvPr/>
        </p:nvSpPr>
        <p:spPr>
          <a:xfrm>
            <a:off x="2414119" y="3909129"/>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1" name="矩形 140">
            <a:extLst>
              <a:ext uri="{FF2B5EF4-FFF2-40B4-BE49-F238E27FC236}">
                <a16:creationId xmlns:a16="http://schemas.microsoft.com/office/drawing/2014/main" id="{41DA6681-B03A-E64D-4422-098696C84245}"/>
              </a:ext>
            </a:extLst>
          </p:cNvPr>
          <p:cNvSpPr/>
          <p:nvPr/>
        </p:nvSpPr>
        <p:spPr>
          <a:xfrm>
            <a:off x="2583688" y="3909129"/>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2" name="矩形 141">
            <a:extLst>
              <a:ext uri="{FF2B5EF4-FFF2-40B4-BE49-F238E27FC236}">
                <a16:creationId xmlns:a16="http://schemas.microsoft.com/office/drawing/2014/main" id="{827D3D81-A2A1-5ACE-99A0-3FCF7F2FF0C1}"/>
              </a:ext>
            </a:extLst>
          </p:cNvPr>
          <p:cNvSpPr/>
          <p:nvPr/>
        </p:nvSpPr>
        <p:spPr>
          <a:xfrm>
            <a:off x="2755914" y="3909129"/>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3" name="矩形 142">
            <a:extLst>
              <a:ext uri="{FF2B5EF4-FFF2-40B4-BE49-F238E27FC236}">
                <a16:creationId xmlns:a16="http://schemas.microsoft.com/office/drawing/2014/main" id="{68D49AD4-2E7A-6E8B-3CBC-058EA8EAAFCA}"/>
              </a:ext>
            </a:extLst>
          </p:cNvPr>
          <p:cNvSpPr/>
          <p:nvPr/>
        </p:nvSpPr>
        <p:spPr>
          <a:xfrm>
            <a:off x="2928140" y="3909129"/>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4" name="矩形 143">
            <a:extLst>
              <a:ext uri="{FF2B5EF4-FFF2-40B4-BE49-F238E27FC236}">
                <a16:creationId xmlns:a16="http://schemas.microsoft.com/office/drawing/2014/main" id="{8269F83E-60D6-6804-D27D-E1B4741DB703}"/>
              </a:ext>
            </a:extLst>
          </p:cNvPr>
          <p:cNvSpPr/>
          <p:nvPr/>
        </p:nvSpPr>
        <p:spPr>
          <a:xfrm>
            <a:off x="3100366" y="3909129"/>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5" name="矩形 144">
            <a:extLst>
              <a:ext uri="{FF2B5EF4-FFF2-40B4-BE49-F238E27FC236}">
                <a16:creationId xmlns:a16="http://schemas.microsoft.com/office/drawing/2014/main" id="{152C485F-7DC4-406D-018B-159080FA17DA}"/>
              </a:ext>
            </a:extLst>
          </p:cNvPr>
          <p:cNvSpPr/>
          <p:nvPr/>
        </p:nvSpPr>
        <p:spPr>
          <a:xfrm>
            <a:off x="3272592" y="3909129"/>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6" name="矩形 145">
            <a:extLst>
              <a:ext uri="{FF2B5EF4-FFF2-40B4-BE49-F238E27FC236}">
                <a16:creationId xmlns:a16="http://schemas.microsoft.com/office/drawing/2014/main" id="{FCA511D1-3C08-FF9E-F784-9AB07B0F24E9}"/>
              </a:ext>
            </a:extLst>
          </p:cNvPr>
          <p:cNvSpPr/>
          <p:nvPr/>
        </p:nvSpPr>
        <p:spPr>
          <a:xfrm>
            <a:off x="3444818" y="3909129"/>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7" name="矩形 146">
            <a:extLst>
              <a:ext uri="{FF2B5EF4-FFF2-40B4-BE49-F238E27FC236}">
                <a16:creationId xmlns:a16="http://schemas.microsoft.com/office/drawing/2014/main" id="{66E1C2D5-F0BE-01CC-410B-1E13983D32C5}"/>
              </a:ext>
            </a:extLst>
          </p:cNvPr>
          <p:cNvSpPr/>
          <p:nvPr/>
        </p:nvSpPr>
        <p:spPr>
          <a:xfrm>
            <a:off x="1380763" y="4081355"/>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8" name="矩形 147">
            <a:extLst>
              <a:ext uri="{FF2B5EF4-FFF2-40B4-BE49-F238E27FC236}">
                <a16:creationId xmlns:a16="http://schemas.microsoft.com/office/drawing/2014/main" id="{3B304C7D-F2B4-044B-777B-43E0F187BFE9}"/>
              </a:ext>
            </a:extLst>
          </p:cNvPr>
          <p:cNvSpPr/>
          <p:nvPr/>
        </p:nvSpPr>
        <p:spPr>
          <a:xfrm>
            <a:off x="1552989" y="408135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9" name="矩形 148">
            <a:extLst>
              <a:ext uri="{FF2B5EF4-FFF2-40B4-BE49-F238E27FC236}">
                <a16:creationId xmlns:a16="http://schemas.microsoft.com/office/drawing/2014/main" id="{60B9F42B-79D2-8759-BB32-B01297AAC4BF}"/>
              </a:ext>
            </a:extLst>
          </p:cNvPr>
          <p:cNvSpPr/>
          <p:nvPr/>
        </p:nvSpPr>
        <p:spPr>
          <a:xfrm>
            <a:off x="1725215" y="408135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0" name="矩形 149">
            <a:extLst>
              <a:ext uri="{FF2B5EF4-FFF2-40B4-BE49-F238E27FC236}">
                <a16:creationId xmlns:a16="http://schemas.microsoft.com/office/drawing/2014/main" id="{D0866309-1319-272C-11BA-BBF4C58DD844}"/>
              </a:ext>
            </a:extLst>
          </p:cNvPr>
          <p:cNvSpPr/>
          <p:nvPr/>
        </p:nvSpPr>
        <p:spPr>
          <a:xfrm>
            <a:off x="1897441" y="408135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1" name="矩形 150">
            <a:extLst>
              <a:ext uri="{FF2B5EF4-FFF2-40B4-BE49-F238E27FC236}">
                <a16:creationId xmlns:a16="http://schemas.microsoft.com/office/drawing/2014/main" id="{16020E3C-5716-645C-197E-348FA77CF7FD}"/>
              </a:ext>
            </a:extLst>
          </p:cNvPr>
          <p:cNvSpPr/>
          <p:nvPr/>
        </p:nvSpPr>
        <p:spPr>
          <a:xfrm>
            <a:off x="2069667" y="408135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2" name="矩形 151">
            <a:extLst>
              <a:ext uri="{FF2B5EF4-FFF2-40B4-BE49-F238E27FC236}">
                <a16:creationId xmlns:a16="http://schemas.microsoft.com/office/drawing/2014/main" id="{F7AE0937-9463-0948-8D0B-1C8F5BD00D55}"/>
              </a:ext>
            </a:extLst>
          </p:cNvPr>
          <p:cNvSpPr/>
          <p:nvPr/>
        </p:nvSpPr>
        <p:spPr>
          <a:xfrm>
            <a:off x="2241893" y="408135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3" name="矩形 152">
            <a:extLst>
              <a:ext uri="{FF2B5EF4-FFF2-40B4-BE49-F238E27FC236}">
                <a16:creationId xmlns:a16="http://schemas.microsoft.com/office/drawing/2014/main" id="{BB0A91E2-8D28-5203-1A9F-D5B26A46E3D0}"/>
              </a:ext>
            </a:extLst>
          </p:cNvPr>
          <p:cNvSpPr/>
          <p:nvPr/>
        </p:nvSpPr>
        <p:spPr>
          <a:xfrm>
            <a:off x="2414119" y="408135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4" name="矩形 153">
            <a:extLst>
              <a:ext uri="{FF2B5EF4-FFF2-40B4-BE49-F238E27FC236}">
                <a16:creationId xmlns:a16="http://schemas.microsoft.com/office/drawing/2014/main" id="{709AC1B4-5121-724A-E2C4-0218FEBBCC23}"/>
              </a:ext>
            </a:extLst>
          </p:cNvPr>
          <p:cNvSpPr/>
          <p:nvPr/>
        </p:nvSpPr>
        <p:spPr>
          <a:xfrm>
            <a:off x="2583688" y="408135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5" name="矩形 154">
            <a:extLst>
              <a:ext uri="{FF2B5EF4-FFF2-40B4-BE49-F238E27FC236}">
                <a16:creationId xmlns:a16="http://schemas.microsoft.com/office/drawing/2014/main" id="{69C793EA-92B3-F5C0-8110-87AA56A25645}"/>
              </a:ext>
            </a:extLst>
          </p:cNvPr>
          <p:cNvSpPr/>
          <p:nvPr/>
        </p:nvSpPr>
        <p:spPr>
          <a:xfrm>
            <a:off x="2755914" y="408135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6" name="矩形 155">
            <a:extLst>
              <a:ext uri="{FF2B5EF4-FFF2-40B4-BE49-F238E27FC236}">
                <a16:creationId xmlns:a16="http://schemas.microsoft.com/office/drawing/2014/main" id="{814AADCD-1DD4-3BB0-0680-AD903E745EE5}"/>
              </a:ext>
            </a:extLst>
          </p:cNvPr>
          <p:cNvSpPr/>
          <p:nvPr/>
        </p:nvSpPr>
        <p:spPr>
          <a:xfrm>
            <a:off x="2928140" y="408135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7" name="矩形 156">
            <a:extLst>
              <a:ext uri="{FF2B5EF4-FFF2-40B4-BE49-F238E27FC236}">
                <a16:creationId xmlns:a16="http://schemas.microsoft.com/office/drawing/2014/main" id="{BF337A78-6971-C922-6597-BB34DB61E9C4}"/>
              </a:ext>
            </a:extLst>
          </p:cNvPr>
          <p:cNvSpPr/>
          <p:nvPr/>
        </p:nvSpPr>
        <p:spPr>
          <a:xfrm>
            <a:off x="3100366" y="408135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8" name="矩形 157">
            <a:extLst>
              <a:ext uri="{FF2B5EF4-FFF2-40B4-BE49-F238E27FC236}">
                <a16:creationId xmlns:a16="http://schemas.microsoft.com/office/drawing/2014/main" id="{D3CB0F8A-D430-03C4-E402-29EC8C18ECE7}"/>
              </a:ext>
            </a:extLst>
          </p:cNvPr>
          <p:cNvSpPr/>
          <p:nvPr/>
        </p:nvSpPr>
        <p:spPr>
          <a:xfrm>
            <a:off x="3272592" y="408135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9" name="矩形 158">
            <a:extLst>
              <a:ext uri="{FF2B5EF4-FFF2-40B4-BE49-F238E27FC236}">
                <a16:creationId xmlns:a16="http://schemas.microsoft.com/office/drawing/2014/main" id="{A3FD30CC-71AF-A8AB-15FE-009AF7F93572}"/>
              </a:ext>
            </a:extLst>
          </p:cNvPr>
          <p:cNvSpPr/>
          <p:nvPr/>
        </p:nvSpPr>
        <p:spPr>
          <a:xfrm>
            <a:off x="3444818" y="4081355"/>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0" name="矩形 159">
            <a:extLst>
              <a:ext uri="{FF2B5EF4-FFF2-40B4-BE49-F238E27FC236}">
                <a16:creationId xmlns:a16="http://schemas.microsoft.com/office/drawing/2014/main" id="{BAB72921-B5F2-099A-DAAC-38D9C81AF1F8}"/>
              </a:ext>
            </a:extLst>
          </p:cNvPr>
          <p:cNvSpPr/>
          <p:nvPr/>
        </p:nvSpPr>
        <p:spPr>
          <a:xfrm>
            <a:off x="1380763" y="4253581"/>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1" name="矩形 160">
            <a:extLst>
              <a:ext uri="{FF2B5EF4-FFF2-40B4-BE49-F238E27FC236}">
                <a16:creationId xmlns:a16="http://schemas.microsoft.com/office/drawing/2014/main" id="{033AC686-E7C3-588A-17CE-BC1B1459C040}"/>
              </a:ext>
            </a:extLst>
          </p:cNvPr>
          <p:cNvSpPr/>
          <p:nvPr/>
        </p:nvSpPr>
        <p:spPr>
          <a:xfrm>
            <a:off x="1552989" y="4253581"/>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2" name="矩形 161">
            <a:extLst>
              <a:ext uri="{FF2B5EF4-FFF2-40B4-BE49-F238E27FC236}">
                <a16:creationId xmlns:a16="http://schemas.microsoft.com/office/drawing/2014/main" id="{93DD2BFD-FDC8-582E-0504-5005CE9E7760}"/>
              </a:ext>
            </a:extLst>
          </p:cNvPr>
          <p:cNvSpPr/>
          <p:nvPr/>
        </p:nvSpPr>
        <p:spPr>
          <a:xfrm>
            <a:off x="1725215" y="4253581"/>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3" name="矩形 162">
            <a:extLst>
              <a:ext uri="{FF2B5EF4-FFF2-40B4-BE49-F238E27FC236}">
                <a16:creationId xmlns:a16="http://schemas.microsoft.com/office/drawing/2014/main" id="{D4829F31-4979-2A53-9080-3F2D230DE4F5}"/>
              </a:ext>
            </a:extLst>
          </p:cNvPr>
          <p:cNvSpPr/>
          <p:nvPr/>
        </p:nvSpPr>
        <p:spPr>
          <a:xfrm>
            <a:off x="1897441" y="4253581"/>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4" name="矩形 163">
            <a:extLst>
              <a:ext uri="{FF2B5EF4-FFF2-40B4-BE49-F238E27FC236}">
                <a16:creationId xmlns:a16="http://schemas.microsoft.com/office/drawing/2014/main" id="{6F5507D6-1CE7-4A0B-3BE0-E6092CAB9D99}"/>
              </a:ext>
            </a:extLst>
          </p:cNvPr>
          <p:cNvSpPr/>
          <p:nvPr/>
        </p:nvSpPr>
        <p:spPr>
          <a:xfrm>
            <a:off x="2069667" y="4253581"/>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5" name="矩形 164">
            <a:extLst>
              <a:ext uri="{FF2B5EF4-FFF2-40B4-BE49-F238E27FC236}">
                <a16:creationId xmlns:a16="http://schemas.microsoft.com/office/drawing/2014/main" id="{818E606C-CBE7-4069-2B15-AE39F6F85BAF}"/>
              </a:ext>
            </a:extLst>
          </p:cNvPr>
          <p:cNvSpPr/>
          <p:nvPr/>
        </p:nvSpPr>
        <p:spPr>
          <a:xfrm>
            <a:off x="2241893" y="4253581"/>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6" name="矩形 165">
            <a:extLst>
              <a:ext uri="{FF2B5EF4-FFF2-40B4-BE49-F238E27FC236}">
                <a16:creationId xmlns:a16="http://schemas.microsoft.com/office/drawing/2014/main" id="{AB0BE7FC-D82F-7461-5F12-9377B4BC41CC}"/>
              </a:ext>
            </a:extLst>
          </p:cNvPr>
          <p:cNvSpPr/>
          <p:nvPr/>
        </p:nvSpPr>
        <p:spPr>
          <a:xfrm>
            <a:off x="2414119" y="4253581"/>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7" name="矩形 166">
            <a:extLst>
              <a:ext uri="{FF2B5EF4-FFF2-40B4-BE49-F238E27FC236}">
                <a16:creationId xmlns:a16="http://schemas.microsoft.com/office/drawing/2014/main" id="{8A0AF737-059D-779C-057D-9C679860C9EF}"/>
              </a:ext>
            </a:extLst>
          </p:cNvPr>
          <p:cNvSpPr/>
          <p:nvPr/>
        </p:nvSpPr>
        <p:spPr>
          <a:xfrm>
            <a:off x="2583688" y="4253581"/>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8" name="矩形 167">
            <a:extLst>
              <a:ext uri="{FF2B5EF4-FFF2-40B4-BE49-F238E27FC236}">
                <a16:creationId xmlns:a16="http://schemas.microsoft.com/office/drawing/2014/main" id="{3B13A5F8-7E44-AF74-AC20-2F3A597F3570}"/>
              </a:ext>
            </a:extLst>
          </p:cNvPr>
          <p:cNvSpPr/>
          <p:nvPr/>
        </p:nvSpPr>
        <p:spPr>
          <a:xfrm>
            <a:off x="2755914" y="4253581"/>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9" name="矩形 168">
            <a:extLst>
              <a:ext uri="{FF2B5EF4-FFF2-40B4-BE49-F238E27FC236}">
                <a16:creationId xmlns:a16="http://schemas.microsoft.com/office/drawing/2014/main" id="{17A34B79-78D2-0301-74CD-200E5664BC92}"/>
              </a:ext>
            </a:extLst>
          </p:cNvPr>
          <p:cNvSpPr/>
          <p:nvPr/>
        </p:nvSpPr>
        <p:spPr>
          <a:xfrm>
            <a:off x="2928140" y="4253581"/>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0" name="矩形 169">
            <a:extLst>
              <a:ext uri="{FF2B5EF4-FFF2-40B4-BE49-F238E27FC236}">
                <a16:creationId xmlns:a16="http://schemas.microsoft.com/office/drawing/2014/main" id="{CB2DDACD-5976-222F-458F-87886710BF07}"/>
              </a:ext>
            </a:extLst>
          </p:cNvPr>
          <p:cNvSpPr/>
          <p:nvPr/>
        </p:nvSpPr>
        <p:spPr>
          <a:xfrm>
            <a:off x="3100366" y="4253581"/>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1" name="矩形 170">
            <a:extLst>
              <a:ext uri="{FF2B5EF4-FFF2-40B4-BE49-F238E27FC236}">
                <a16:creationId xmlns:a16="http://schemas.microsoft.com/office/drawing/2014/main" id="{3AD2918C-A5FE-69E6-B125-6E25E4E77ECD}"/>
              </a:ext>
            </a:extLst>
          </p:cNvPr>
          <p:cNvSpPr/>
          <p:nvPr/>
        </p:nvSpPr>
        <p:spPr>
          <a:xfrm>
            <a:off x="3272592" y="4253581"/>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2" name="矩形 171">
            <a:extLst>
              <a:ext uri="{FF2B5EF4-FFF2-40B4-BE49-F238E27FC236}">
                <a16:creationId xmlns:a16="http://schemas.microsoft.com/office/drawing/2014/main" id="{D2C3C532-3C54-F784-87C7-D9484E2582E8}"/>
              </a:ext>
            </a:extLst>
          </p:cNvPr>
          <p:cNvSpPr/>
          <p:nvPr/>
        </p:nvSpPr>
        <p:spPr>
          <a:xfrm>
            <a:off x="3444818" y="4253581"/>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43" name="矩形 342">
            <a:extLst>
              <a:ext uri="{FF2B5EF4-FFF2-40B4-BE49-F238E27FC236}">
                <a16:creationId xmlns:a16="http://schemas.microsoft.com/office/drawing/2014/main" id="{159FD3FC-7FF3-5437-4FC0-4764EC2EE0B5}"/>
              </a:ext>
            </a:extLst>
          </p:cNvPr>
          <p:cNvSpPr/>
          <p:nvPr/>
        </p:nvSpPr>
        <p:spPr>
          <a:xfrm>
            <a:off x="4761917" y="2186869"/>
            <a:ext cx="2236281" cy="2238938"/>
          </a:xfrm>
          <a:prstGeom prst="rect">
            <a:avLst/>
          </a:prstGeom>
          <a:solidFill>
            <a:schemeClr val="bg1"/>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344" name="Picture 2" descr="Pop! Wall-E (Facet) — Double Boxed Toys">
            <a:extLst>
              <a:ext uri="{FF2B5EF4-FFF2-40B4-BE49-F238E27FC236}">
                <a16:creationId xmlns:a16="http://schemas.microsoft.com/office/drawing/2014/main" id="{A6AB62F5-B596-5886-3EB6-625869773281}"/>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2782" t="8914" r="12960" b="8907"/>
          <a:stretch/>
        </p:blipFill>
        <p:spPr bwMode="auto">
          <a:xfrm>
            <a:off x="2739138" y="2475818"/>
            <a:ext cx="205778" cy="227729"/>
          </a:xfrm>
          <a:prstGeom prst="rect">
            <a:avLst/>
          </a:prstGeom>
          <a:noFill/>
          <a:extLst>
            <a:ext uri="{909E8E84-426E-40DD-AFC4-6F175D3DCCD1}">
              <a14:hiddenFill xmlns:a14="http://schemas.microsoft.com/office/drawing/2010/main">
                <a:solidFill>
                  <a:srgbClr val="FFFFFF"/>
                </a:solidFill>
              </a14:hiddenFill>
            </a:ext>
          </a:extLst>
        </p:spPr>
      </p:pic>
      <p:sp>
        <p:nvSpPr>
          <p:cNvPr id="345" name="文本框 344">
            <a:extLst>
              <a:ext uri="{FF2B5EF4-FFF2-40B4-BE49-F238E27FC236}">
                <a16:creationId xmlns:a16="http://schemas.microsoft.com/office/drawing/2014/main" id="{D2C51B07-BA17-39AE-512F-FF125BEB29C9}"/>
              </a:ext>
            </a:extLst>
          </p:cNvPr>
          <p:cNvSpPr txBox="1"/>
          <p:nvPr/>
        </p:nvSpPr>
        <p:spPr>
          <a:xfrm>
            <a:off x="1878044" y="4478016"/>
            <a:ext cx="1222322" cy="338554"/>
          </a:xfrm>
          <a:prstGeom prst="rect">
            <a:avLst/>
          </a:prstGeom>
          <a:noFill/>
        </p:spPr>
        <p:txBody>
          <a:bodyPr wrap="none" rtlCol="0">
            <a:spAutoFit/>
          </a:bodyPr>
          <a:lstStyle/>
          <a:p>
            <a:r>
              <a:rPr lang="en-GB" sz="1600" dirty="0">
                <a:solidFill>
                  <a:srgbClr val="003399"/>
                </a:solidFill>
              </a:rPr>
              <a:t>real</a:t>
            </a:r>
            <a:r>
              <a:rPr lang="zh-CN" altLang="en-US" sz="1600" dirty="0">
                <a:solidFill>
                  <a:srgbClr val="003399"/>
                </a:solidFill>
              </a:rPr>
              <a:t> </a:t>
            </a:r>
            <a:r>
              <a:rPr lang="en-GB" altLang="zh-CN" sz="1600" dirty="0">
                <a:solidFill>
                  <a:srgbClr val="003399"/>
                </a:solidFill>
              </a:rPr>
              <a:t>position</a:t>
            </a:r>
            <a:endParaRPr lang="en-GB" sz="1600" dirty="0">
              <a:solidFill>
                <a:srgbClr val="003399"/>
              </a:solidFill>
            </a:endParaRPr>
          </a:p>
        </p:txBody>
      </p:sp>
      <p:sp>
        <p:nvSpPr>
          <p:cNvPr id="346" name="文本框 345">
            <a:extLst>
              <a:ext uri="{FF2B5EF4-FFF2-40B4-BE49-F238E27FC236}">
                <a16:creationId xmlns:a16="http://schemas.microsoft.com/office/drawing/2014/main" id="{20BCBE74-165B-4D8F-38F9-262BAA500AC5}"/>
              </a:ext>
            </a:extLst>
          </p:cNvPr>
          <p:cNvSpPr txBox="1"/>
          <p:nvPr/>
        </p:nvSpPr>
        <p:spPr>
          <a:xfrm>
            <a:off x="4260153" y="4478016"/>
            <a:ext cx="3233642" cy="338554"/>
          </a:xfrm>
          <a:prstGeom prst="rect">
            <a:avLst/>
          </a:prstGeom>
          <a:noFill/>
        </p:spPr>
        <p:txBody>
          <a:bodyPr wrap="none" rtlCol="0">
            <a:spAutoFit/>
          </a:bodyPr>
          <a:lstStyle/>
          <a:p>
            <a:r>
              <a:rPr lang="en-GB" sz="1600" dirty="0">
                <a:solidFill>
                  <a:schemeClr val="accent4"/>
                </a:solidFill>
              </a:rPr>
              <a:t>estimated</a:t>
            </a:r>
            <a:r>
              <a:rPr lang="zh-CN" altLang="en-US" sz="1600" dirty="0">
                <a:solidFill>
                  <a:schemeClr val="accent4"/>
                </a:solidFill>
              </a:rPr>
              <a:t> </a:t>
            </a:r>
            <a:r>
              <a:rPr lang="en-GB" altLang="zh-CN" sz="1600" dirty="0">
                <a:solidFill>
                  <a:schemeClr val="accent4"/>
                </a:solidFill>
              </a:rPr>
              <a:t>positions and orientations</a:t>
            </a:r>
            <a:endParaRPr lang="en-GB" sz="1600" dirty="0">
              <a:solidFill>
                <a:schemeClr val="accent4"/>
              </a:solidFill>
            </a:endParaRPr>
          </a:p>
        </p:txBody>
      </p:sp>
      <p:grpSp>
        <p:nvGrpSpPr>
          <p:cNvPr id="392" name="组合 391">
            <a:extLst>
              <a:ext uri="{FF2B5EF4-FFF2-40B4-BE49-F238E27FC236}">
                <a16:creationId xmlns:a16="http://schemas.microsoft.com/office/drawing/2014/main" id="{C5EEA153-F932-3277-DD7A-D8024D45A241}"/>
              </a:ext>
            </a:extLst>
          </p:cNvPr>
          <p:cNvGrpSpPr/>
          <p:nvPr/>
        </p:nvGrpSpPr>
        <p:grpSpPr>
          <a:xfrm rot="4090668">
            <a:off x="6405372" y="2693700"/>
            <a:ext cx="172800" cy="172800"/>
            <a:chOff x="7320995" y="2197610"/>
            <a:chExt cx="172800" cy="172800"/>
          </a:xfrm>
        </p:grpSpPr>
        <p:sp>
          <p:nvSpPr>
            <p:cNvPr id="350" name="椭圆 349">
              <a:extLst>
                <a:ext uri="{FF2B5EF4-FFF2-40B4-BE49-F238E27FC236}">
                  <a16:creationId xmlns:a16="http://schemas.microsoft.com/office/drawing/2014/main" id="{54DB55A4-323D-8EB2-2799-07A787ED1118}"/>
                </a:ext>
              </a:extLst>
            </p:cNvPr>
            <p:cNvSpPr/>
            <p:nvPr/>
          </p:nvSpPr>
          <p:spPr>
            <a:xfrm>
              <a:off x="7320995" y="2197610"/>
              <a:ext cx="172800" cy="172800"/>
            </a:xfrm>
            <a:prstGeom prst="ellipse">
              <a:avLst/>
            </a:prstGeom>
            <a:solidFill>
              <a:schemeClr val="bg1">
                <a:alpha val="1196"/>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800" dirty="0">
                  <a:solidFill>
                    <a:schemeClr val="bg1"/>
                  </a:solidFill>
                </a:rPr>
                <a:t>0</a:t>
              </a:r>
            </a:p>
          </p:txBody>
        </p:sp>
        <p:cxnSp>
          <p:nvCxnSpPr>
            <p:cNvPr id="351" name="直线箭头连接符 350">
              <a:extLst>
                <a:ext uri="{FF2B5EF4-FFF2-40B4-BE49-F238E27FC236}">
                  <a16:creationId xmlns:a16="http://schemas.microsoft.com/office/drawing/2014/main" id="{2E9C0C15-6E5D-52E5-2826-724DAB63F1E3}"/>
                </a:ext>
              </a:extLst>
            </p:cNvPr>
            <p:cNvCxnSpPr>
              <a:cxnSpLocks/>
            </p:cNvCxnSpPr>
            <p:nvPr/>
          </p:nvCxnSpPr>
          <p:spPr>
            <a:xfrm flipV="1">
              <a:off x="7403000" y="2212010"/>
              <a:ext cx="0" cy="144000"/>
            </a:xfrm>
            <a:prstGeom prst="straightConnector1">
              <a:avLst/>
            </a:prstGeom>
            <a:ln w="22225">
              <a:solidFill>
                <a:schemeClr val="accent4">
                  <a:alpha val="62000"/>
                </a:schemeClr>
              </a:solidFill>
              <a:tailEnd type="triangle"/>
            </a:ln>
          </p:spPr>
          <p:style>
            <a:lnRef idx="1">
              <a:schemeClr val="accent1"/>
            </a:lnRef>
            <a:fillRef idx="0">
              <a:schemeClr val="accent1"/>
            </a:fillRef>
            <a:effectRef idx="0">
              <a:schemeClr val="accent1"/>
            </a:effectRef>
            <a:fontRef idx="minor">
              <a:schemeClr val="tx1"/>
            </a:fontRef>
          </p:style>
        </p:cxnSp>
      </p:grpSp>
      <p:grpSp>
        <p:nvGrpSpPr>
          <p:cNvPr id="394" name="组合 393">
            <a:extLst>
              <a:ext uri="{FF2B5EF4-FFF2-40B4-BE49-F238E27FC236}">
                <a16:creationId xmlns:a16="http://schemas.microsoft.com/office/drawing/2014/main" id="{0B5791E6-907E-167C-0541-2080D527DBC6}"/>
              </a:ext>
            </a:extLst>
          </p:cNvPr>
          <p:cNvGrpSpPr/>
          <p:nvPr/>
        </p:nvGrpSpPr>
        <p:grpSpPr>
          <a:xfrm>
            <a:off x="6470579" y="2847139"/>
            <a:ext cx="172800" cy="172800"/>
            <a:chOff x="7320995" y="2649866"/>
            <a:chExt cx="172800" cy="172800"/>
          </a:xfrm>
        </p:grpSpPr>
        <p:sp>
          <p:nvSpPr>
            <p:cNvPr id="376" name="椭圆 375">
              <a:extLst>
                <a:ext uri="{FF2B5EF4-FFF2-40B4-BE49-F238E27FC236}">
                  <a16:creationId xmlns:a16="http://schemas.microsoft.com/office/drawing/2014/main" id="{EC655ED9-B11E-0343-1EAC-25D6026C3634}"/>
                </a:ext>
              </a:extLst>
            </p:cNvPr>
            <p:cNvSpPr/>
            <p:nvPr/>
          </p:nvSpPr>
          <p:spPr>
            <a:xfrm>
              <a:off x="7320995" y="2649866"/>
              <a:ext cx="172800" cy="172800"/>
            </a:xfrm>
            <a:prstGeom prst="ellipse">
              <a:avLst/>
            </a:prstGeom>
            <a:solidFill>
              <a:schemeClr val="bg1">
                <a:alpha val="1196"/>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800" dirty="0">
                  <a:solidFill>
                    <a:schemeClr val="bg1"/>
                  </a:solidFill>
                </a:rPr>
                <a:t>2</a:t>
              </a:r>
            </a:p>
          </p:txBody>
        </p:sp>
        <p:cxnSp>
          <p:nvCxnSpPr>
            <p:cNvPr id="377" name="直线箭头连接符 376">
              <a:extLst>
                <a:ext uri="{FF2B5EF4-FFF2-40B4-BE49-F238E27FC236}">
                  <a16:creationId xmlns:a16="http://schemas.microsoft.com/office/drawing/2014/main" id="{DE1ABF68-9BBC-08A5-33A0-CFAF86BC9F00}"/>
                </a:ext>
              </a:extLst>
            </p:cNvPr>
            <p:cNvCxnSpPr>
              <a:cxnSpLocks/>
            </p:cNvCxnSpPr>
            <p:nvPr/>
          </p:nvCxnSpPr>
          <p:spPr>
            <a:xfrm flipV="1">
              <a:off x="7403000" y="2664266"/>
              <a:ext cx="0" cy="144000"/>
            </a:xfrm>
            <a:prstGeom prst="straightConnector1">
              <a:avLst/>
            </a:prstGeom>
            <a:ln w="22225">
              <a:solidFill>
                <a:schemeClr val="accent4">
                  <a:alpha val="65880"/>
                </a:schemeClr>
              </a:solidFill>
              <a:tailEnd type="triangle"/>
            </a:ln>
          </p:spPr>
          <p:style>
            <a:lnRef idx="1">
              <a:schemeClr val="accent1"/>
            </a:lnRef>
            <a:fillRef idx="0">
              <a:schemeClr val="accent1"/>
            </a:fillRef>
            <a:effectRef idx="0">
              <a:schemeClr val="accent1"/>
            </a:effectRef>
            <a:fontRef idx="minor">
              <a:schemeClr val="tx1"/>
            </a:fontRef>
          </p:style>
        </p:cxnSp>
      </p:grpSp>
      <p:grpSp>
        <p:nvGrpSpPr>
          <p:cNvPr id="397" name="组合 396">
            <a:extLst>
              <a:ext uri="{FF2B5EF4-FFF2-40B4-BE49-F238E27FC236}">
                <a16:creationId xmlns:a16="http://schemas.microsoft.com/office/drawing/2014/main" id="{B6C21C6E-5EBB-FAE4-5398-9C0220FB29F4}"/>
              </a:ext>
            </a:extLst>
          </p:cNvPr>
          <p:cNvGrpSpPr/>
          <p:nvPr/>
        </p:nvGrpSpPr>
        <p:grpSpPr>
          <a:xfrm rot="16923954">
            <a:off x="4778070" y="2400730"/>
            <a:ext cx="172800" cy="172800"/>
            <a:chOff x="7320995" y="3309465"/>
            <a:chExt cx="172800" cy="172800"/>
          </a:xfrm>
        </p:grpSpPr>
        <p:sp>
          <p:nvSpPr>
            <p:cNvPr id="382" name="椭圆 381">
              <a:extLst>
                <a:ext uri="{FF2B5EF4-FFF2-40B4-BE49-F238E27FC236}">
                  <a16:creationId xmlns:a16="http://schemas.microsoft.com/office/drawing/2014/main" id="{87D14064-373F-DA42-F72C-B122FCB799F5}"/>
                </a:ext>
              </a:extLst>
            </p:cNvPr>
            <p:cNvSpPr/>
            <p:nvPr/>
          </p:nvSpPr>
          <p:spPr>
            <a:xfrm>
              <a:off x="7320995" y="3309465"/>
              <a:ext cx="172800" cy="172800"/>
            </a:xfrm>
            <a:prstGeom prst="ellipse">
              <a:avLst/>
            </a:prstGeom>
            <a:solidFill>
              <a:schemeClr val="bg1">
                <a:alpha val="1196"/>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800" dirty="0">
                  <a:solidFill>
                    <a:schemeClr val="bg1"/>
                  </a:solidFill>
                </a:rPr>
                <a:t>5</a:t>
              </a:r>
            </a:p>
          </p:txBody>
        </p:sp>
        <p:cxnSp>
          <p:nvCxnSpPr>
            <p:cNvPr id="383" name="直线箭头连接符 382">
              <a:extLst>
                <a:ext uri="{FF2B5EF4-FFF2-40B4-BE49-F238E27FC236}">
                  <a16:creationId xmlns:a16="http://schemas.microsoft.com/office/drawing/2014/main" id="{704F45B8-C8A8-D7F8-217F-82F750BEA2D6}"/>
                </a:ext>
              </a:extLst>
            </p:cNvPr>
            <p:cNvCxnSpPr>
              <a:cxnSpLocks/>
            </p:cNvCxnSpPr>
            <p:nvPr/>
          </p:nvCxnSpPr>
          <p:spPr>
            <a:xfrm flipV="1">
              <a:off x="7403000" y="3323865"/>
              <a:ext cx="0" cy="144000"/>
            </a:xfrm>
            <a:prstGeom prst="straightConnector1">
              <a:avLst/>
            </a:prstGeom>
            <a:ln w="22225">
              <a:solidFill>
                <a:schemeClr val="accent4"/>
              </a:solidFill>
              <a:tailEnd type="triangle"/>
            </a:ln>
          </p:spPr>
          <p:style>
            <a:lnRef idx="1">
              <a:schemeClr val="accent1"/>
            </a:lnRef>
            <a:fillRef idx="0">
              <a:schemeClr val="accent1"/>
            </a:fillRef>
            <a:effectRef idx="0">
              <a:schemeClr val="accent1"/>
            </a:effectRef>
            <a:fontRef idx="minor">
              <a:schemeClr val="tx1"/>
            </a:fontRef>
          </p:style>
        </p:cxnSp>
      </p:grpSp>
      <p:grpSp>
        <p:nvGrpSpPr>
          <p:cNvPr id="400" name="组合 399">
            <a:extLst>
              <a:ext uri="{FF2B5EF4-FFF2-40B4-BE49-F238E27FC236}">
                <a16:creationId xmlns:a16="http://schemas.microsoft.com/office/drawing/2014/main" id="{65D256A4-CE87-C73D-E492-68279B9815F7}"/>
              </a:ext>
            </a:extLst>
          </p:cNvPr>
          <p:cNvGrpSpPr/>
          <p:nvPr/>
        </p:nvGrpSpPr>
        <p:grpSpPr>
          <a:xfrm rot="6885687">
            <a:off x="6814149" y="2690476"/>
            <a:ext cx="172800" cy="172800"/>
            <a:chOff x="7320995" y="3944427"/>
            <a:chExt cx="172800" cy="172800"/>
          </a:xfrm>
        </p:grpSpPr>
        <p:sp>
          <p:nvSpPr>
            <p:cNvPr id="388" name="椭圆 387">
              <a:extLst>
                <a:ext uri="{FF2B5EF4-FFF2-40B4-BE49-F238E27FC236}">
                  <a16:creationId xmlns:a16="http://schemas.microsoft.com/office/drawing/2014/main" id="{5ADF800D-F7A2-85A9-DA40-6CFBEC83FE17}"/>
                </a:ext>
              </a:extLst>
            </p:cNvPr>
            <p:cNvSpPr/>
            <p:nvPr/>
          </p:nvSpPr>
          <p:spPr>
            <a:xfrm>
              <a:off x="7320995" y="3944427"/>
              <a:ext cx="172800" cy="172800"/>
            </a:xfrm>
            <a:prstGeom prst="ellipse">
              <a:avLst/>
            </a:prstGeom>
            <a:solidFill>
              <a:schemeClr val="bg1">
                <a:alpha val="1196"/>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800" dirty="0">
                  <a:solidFill>
                    <a:schemeClr val="bg1"/>
                  </a:solidFill>
                </a:rPr>
                <a:t>8</a:t>
              </a:r>
            </a:p>
          </p:txBody>
        </p:sp>
        <p:cxnSp>
          <p:nvCxnSpPr>
            <p:cNvPr id="389" name="直线箭头连接符 388">
              <a:extLst>
                <a:ext uri="{FF2B5EF4-FFF2-40B4-BE49-F238E27FC236}">
                  <a16:creationId xmlns:a16="http://schemas.microsoft.com/office/drawing/2014/main" id="{5610D492-93C6-E40D-BA4B-EDBD702D2A98}"/>
                </a:ext>
              </a:extLst>
            </p:cNvPr>
            <p:cNvCxnSpPr>
              <a:cxnSpLocks/>
            </p:cNvCxnSpPr>
            <p:nvPr/>
          </p:nvCxnSpPr>
          <p:spPr>
            <a:xfrm flipV="1">
              <a:off x="7403000" y="3958827"/>
              <a:ext cx="0" cy="144000"/>
            </a:xfrm>
            <a:prstGeom prst="straightConnector1">
              <a:avLst/>
            </a:prstGeom>
            <a:ln w="22225">
              <a:solidFill>
                <a:schemeClr val="accent4"/>
              </a:solidFill>
              <a:tailEnd type="triangle"/>
            </a:ln>
          </p:spPr>
          <p:style>
            <a:lnRef idx="1">
              <a:schemeClr val="accent1"/>
            </a:lnRef>
            <a:fillRef idx="0">
              <a:schemeClr val="accent1"/>
            </a:fillRef>
            <a:effectRef idx="0">
              <a:schemeClr val="accent1"/>
            </a:effectRef>
            <a:fontRef idx="minor">
              <a:schemeClr val="tx1"/>
            </a:fontRef>
          </p:style>
        </p:cxnSp>
      </p:grpSp>
      <p:grpSp>
        <p:nvGrpSpPr>
          <p:cNvPr id="189" name="组合 188">
            <a:extLst>
              <a:ext uri="{FF2B5EF4-FFF2-40B4-BE49-F238E27FC236}">
                <a16:creationId xmlns:a16="http://schemas.microsoft.com/office/drawing/2014/main" id="{E0E82CA9-508F-3681-5C95-B9C616A14E7B}"/>
              </a:ext>
            </a:extLst>
          </p:cNvPr>
          <p:cNvGrpSpPr/>
          <p:nvPr/>
        </p:nvGrpSpPr>
        <p:grpSpPr>
          <a:xfrm rot="19600186">
            <a:off x="5050117" y="2304286"/>
            <a:ext cx="172800" cy="172800"/>
            <a:chOff x="7654798" y="3240893"/>
            <a:chExt cx="172800" cy="172800"/>
          </a:xfrm>
        </p:grpSpPr>
        <p:sp>
          <p:nvSpPr>
            <p:cNvPr id="175" name="椭圆 174">
              <a:extLst>
                <a:ext uri="{FF2B5EF4-FFF2-40B4-BE49-F238E27FC236}">
                  <a16:creationId xmlns:a16="http://schemas.microsoft.com/office/drawing/2014/main" id="{A3D9EB0D-9865-924E-02F5-422CDB3166A0}"/>
                </a:ext>
              </a:extLst>
            </p:cNvPr>
            <p:cNvSpPr/>
            <p:nvPr/>
          </p:nvSpPr>
          <p:spPr>
            <a:xfrm>
              <a:off x="7654798" y="3240893"/>
              <a:ext cx="172800" cy="172800"/>
            </a:xfrm>
            <a:prstGeom prst="ellipse">
              <a:avLst/>
            </a:prstGeom>
            <a:solidFill>
              <a:schemeClr val="bg1">
                <a:alpha val="1196"/>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bg1"/>
                  </a:solidFill>
                </a:rPr>
                <a:t>a</a:t>
              </a:r>
              <a:endParaRPr lang="en-GB" sz="800" dirty="0">
                <a:solidFill>
                  <a:schemeClr val="bg1"/>
                </a:solidFill>
              </a:endParaRPr>
            </a:p>
          </p:txBody>
        </p:sp>
        <p:cxnSp>
          <p:nvCxnSpPr>
            <p:cNvPr id="176" name="直线箭头连接符 175">
              <a:extLst>
                <a:ext uri="{FF2B5EF4-FFF2-40B4-BE49-F238E27FC236}">
                  <a16:creationId xmlns:a16="http://schemas.microsoft.com/office/drawing/2014/main" id="{63790B0A-205A-B269-1100-3F78655E02C0}"/>
                </a:ext>
              </a:extLst>
            </p:cNvPr>
            <p:cNvCxnSpPr>
              <a:cxnSpLocks/>
            </p:cNvCxnSpPr>
            <p:nvPr/>
          </p:nvCxnSpPr>
          <p:spPr>
            <a:xfrm flipV="1">
              <a:off x="7736045" y="3255293"/>
              <a:ext cx="0" cy="144000"/>
            </a:xfrm>
            <a:prstGeom prst="straightConnector1">
              <a:avLst/>
            </a:prstGeom>
            <a:ln w="22225">
              <a:solidFill>
                <a:schemeClr val="accent4"/>
              </a:solidFill>
              <a:tailEnd type="triangle"/>
            </a:ln>
          </p:spPr>
          <p:style>
            <a:lnRef idx="1">
              <a:schemeClr val="accent1"/>
            </a:lnRef>
            <a:fillRef idx="0">
              <a:schemeClr val="accent1"/>
            </a:fillRef>
            <a:effectRef idx="0">
              <a:schemeClr val="accent1"/>
            </a:effectRef>
            <a:fontRef idx="minor">
              <a:schemeClr val="tx1"/>
            </a:fontRef>
          </p:style>
        </p:cxnSp>
      </p:grpSp>
      <p:grpSp>
        <p:nvGrpSpPr>
          <p:cNvPr id="190" name="组合 189">
            <a:extLst>
              <a:ext uri="{FF2B5EF4-FFF2-40B4-BE49-F238E27FC236}">
                <a16:creationId xmlns:a16="http://schemas.microsoft.com/office/drawing/2014/main" id="{CA8F45B8-B3D9-8FA8-C84A-747D589FB917}"/>
              </a:ext>
            </a:extLst>
          </p:cNvPr>
          <p:cNvGrpSpPr/>
          <p:nvPr/>
        </p:nvGrpSpPr>
        <p:grpSpPr>
          <a:xfrm rot="21140556">
            <a:off x="4819014" y="2647424"/>
            <a:ext cx="172800" cy="172800"/>
            <a:chOff x="7654798" y="3513943"/>
            <a:chExt cx="172800" cy="172800"/>
          </a:xfrm>
        </p:grpSpPr>
        <p:sp>
          <p:nvSpPr>
            <p:cNvPr id="179" name="椭圆 178">
              <a:extLst>
                <a:ext uri="{FF2B5EF4-FFF2-40B4-BE49-F238E27FC236}">
                  <a16:creationId xmlns:a16="http://schemas.microsoft.com/office/drawing/2014/main" id="{273CEB21-611B-1AA4-8ACE-21FF5EE2EF7D}"/>
                </a:ext>
              </a:extLst>
            </p:cNvPr>
            <p:cNvSpPr/>
            <p:nvPr/>
          </p:nvSpPr>
          <p:spPr>
            <a:xfrm>
              <a:off x="7654798" y="3513943"/>
              <a:ext cx="172800" cy="172800"/>
            </a:xfrm>
            <a:prstGeom prst="ellipse">
              <a:avLst/>
            </a:prstGeom>
            <a:solidFill>
              <a:schemeClr val="bg1">
                <a:alpha val="1196"/>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bg1"/>
                  </a:solidFill>
                </a:rPr>
                <a:t>b</a:t>
              </a:r>
              <a:endParaRPr lang="en-GB" sz="800" dirty="0">
                <a:solidFill>
                  <a:schemeClr val="bg1"/>
                </a:solidFill>
              </a:endParaRPr>
            </a:p>
          </p:txBody>
        </p:sp>
        <p:cxnSp>
          <p:nvCxnSpPr>
            <p:cNvPr id="180" name="直线箭头连接符 179">
              <a:extLst>
                <a:ext uri="{FF2B5EF4-FFF2-40B4-BE49-F238E27FC236}">
                  <a16:creationId xmlns:a16="http://schemas.microsoft.com/office/drawing/2014/main" id="{BA472A58-1DA0-78ED-6F7F-87A93084F43D}"/>
                </a:ext>
              </a:extLst>
            </p:cNvPr>
            <p:cNvCxnSpPr>
              <a:cxnSpLocks/>
            </p:cNvCxnSpPr>
            <p:nvPr/>
          </p:nvCxnSpPr>
          <p:spPr>
            <a:xfrm flipV="1">
              <a:off x="7736045" y="3528343"/>
              <a:ext cx="0" cy="144000"/>
            </a:xfrm>
            <a:prstGeom prst="straightConnector1">
              <a:avLst/>
            </a:prstGeom>
            <a:ln w="22225">
              <a:solidFill>
                <a:schemeClr val="accent4"/>
              </a:solidFill>
              <a:tailEnd type="triangle"/>
            </a:ln>
          </p:spPr>
          <p:style>
            <a:lnRef idx="1">
              <a:schemeClr val="accent1"/>
            </a:lnRef>
            <a:fillRef idx="0">
              <a:schemeClr val="accent1"/>
            </a:fillRef>
            <a:effectRef idx="0">
              <a:schemeClr val="accent1"/>
            </a:effectRef>
            <a:fontRef idx="minor">
              <a:schemeClr val="tx1"/>
            </a:fontRef>
          </p:style>
        </p:cxnSp>
      </p:grpSp>
      <p:grpSp>
        <p:nvGrpSpPr>
          <p:cNvPr id="191" name="组合 190">
            <a:extLst>
              <a:ext uri="{FF2B5EF4-FFF2-40B4-BE49-F238E27FC236}">
                <a16:creationId xmlns:a16="http://schemas.microsoft.com/office/drawing/2014/main" id="{9AE1A813-92D7-900C-205E-97EC97F3EB8D}"/>
              </a:ext>
            </a:extLst>
          </p:cNvPr>
          <p:cNvGrpSpPr/>
          <p:nvPr/>
        </p:nvGrpSpPr>
        <p:grpSpPr>
          <a:xfrm rot="15333532">
            <a:off x="5100185" y="2566958"/>
            <a:ext cx="172800" cy="172800"/>
            <a:chOff x="7654798" y="3780643"/>
            <a:chExt cx="172800" cy="172800"/>
          </a:xfrm>
        </p:grpSpPr>
        <p:sp>
          <p:nvSpPr>
            <p:cNvPr id="181" name="椭圆 180">
              <a:extLst>
                <a:ext uri="{FF2B5EF4-FFF2-40B4-BE49-F238E27FC236}">
                  <a16:creationId xmlns:a16="http://schemas.microsoft.com/office/drawing/2014/main" id="{062CF207-36C3-08C3-CEEF-1EE060FEC620}"/>
                </a:ext>
              </a:extLst>
            </p:cNvPr>
            <p:cNvSpPr/>
            <p:nvPr/>
          </p:nvSpPr>
          <p:spPr>
            <a:xfrm>
              <a:off x="7654798" y="3780643"/>
              <a:ext cx="172800" cy="172800"/>
            </a:xfrm>
            <a:prstGeom prst="ellipse">
              <a:avLst/>
            </a:prstGeom>
            <a:solidFill>
              <a:schemeClr val="bg1">
                <a:alpha val="1196"/>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bg1"/>
                  </a:solidFill>
                </a:rPr>
                <a:t>c</a:t>
              </a:r>
              <a:endParaRPr lang="en-GB" sz="800" dirty="0">
                <a:solidFill>
                  <a:schemeClr val="bg1"/>
                </a:solidFill>
              </a:endParaRPr>
            </a:p>
          </p:txBody>
        </p:sp>
        <p:cxnSp>
          <p:nvCxnSpPr>
            <p:cNvPr id="182" name="直线箭头连接符 181">
              <a:extLst>
                <a:ext uri="{FF2B5EF4-FFF2-40B4-BE49-F238E27FC236}">
                  <a16:creationId xmlns:a16="http://schemas.microsoft.com/office/drawing/2014/main" id="{57A8EBEF-A1E3-1634-AD87-AE471C72965C}"/>
                </a:ext>
              </a:extLst>
            </p:cNvPr>
            <p:cNvCxnSpPr>
              <a:cxnSpLocks/>
            </p:cNvCxnSpPr>
            <p:nvPr/>
          </p:nvCxnSpPr>
          <p:spPr>
            <a:xfrm flipV="1">
              <a:off x="7736045" y="3795043"/>
              <a:ext cx="0" cy="144000"/>
            </a:xfrm>
            <a:prstGeom prst="straightConnector1">
              <a:avLst/>
            </a:prstGeom>
            <a:ln w="22225">
              <a:solidFill>
                <a:schemeClr val="accent4"/>
              </a:solidFill>
              <a:tailEnd type="triangle"/>
            </a:ln>
          </p:spPr>
          <p:style>
            <a:lnRef idx="1">
              <a:schemeClr val="accent1"/>
            </a:lnRef>
            <a:fillRef idx="0">
              <a:schemeClr val="accent1"/>
            </a:fillRef>
            <a:effectRef idx="0">
              <a:schemeClr val="accent1"/>
            </a:effectRef>
            <a:fontRef idx="minor">
              <a:schemeClr val="tx1"/>
            </a:fontRef>
          </p:style>
        </p:cxnSp>
      </p:grpSp>
      <p:grpSp>
        <p:nvGrpSpPr>
          <p:cNvPr id="320" name="组合 319">
            <a:extLst>
              <a:ext uri="{FF2B5EF4-FFF2-40B4-BE49-F238E27FC236}">
                <a16:creationId xmlns:a16="http://schemas.microsoft.com/office/drawing/2014/main" id="{29A975E5-D470-7BFB-82AC-63045E280404}"/>
              </a:ext>
            </a:extLst>
          </p:cNvPr>
          <p:cNvGrpSpPr/>
          <p:nvPr/>
        </p:nvGrpSpPr>
        <p:grpSpPr>
          <a:xfrm rot="8113073">
            <a:off x="6621943" y="2489024"/>
            <a:ext cx="172800" cy="172800"/>
            <a:chOff x="7654798" y="3994955"/>
            <a:chExt cx="172800" cy="172800"/>
          </a:xfrm>
        </p:grpSpPr>
        <p:sp>
          <p:nvSpPr>
            <p:cNvPr id="183" name="椭圆 182">
              <a:extLst>
                <a:ext uri="{FF2B5EF4-FFF2-40B4-BE49-F238E27FC236}">
                  <a16:creationId xmlns:a16="http://schemas.microsoft.com/office/drawing/2014/main" id="{A4B6E834-15E1-C738-F9D4-44756864FCC3}"/>
                </a:ext>
              </a:extLst>
            </p:cNvPr>
            <p:cNvSpPr/>
            <p:nvPr/>
          </p:nvSpPr>
          <p:spPr>
            <a:xfrm>
              <a:off x="7654798" y="3994955"/>
              <a:ext cx="172800" cy="172800"/>
            </a:xfrm>
            <a:prstGeom prst="ellipse">
              <a:avLst/>
            </a:prstGeom>
            <a:solidFill>
              <a:schemeClr val="bg1">
                <a:alpha val="1196"/>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bg1"/>
                  </a:solidFill>
                </a:rPr>
                <a:t>d</a:t>
              </a:r>
              <a:endParaRPr lang="en-GB" sz="800" dirty="0">
                <a:solidFill>
                  <a:schemeClr val="bg1"/>
                </a:solidFill>
              </a:endParaRPr>
            </a:p>
          </p:txBody>
        </p:sp>
        <p:cxnSp>
          <p:nvCxnSpPr>
            <p:cNvPr id="184" name="直线箭头连接符 183">
              <a:extLst>
                <a:ext uri="{FF2B5EF4-FFF2-40B4-BE49-F238E27FC236}">
                  <a16:creationId xmlns:a16="http://schemas.microsoft.com/office/drawing/2014/main" id="{7503FA6A-65EA-3660-A80C-F4DC652675D8}"/>
                </a:ext>
              </a:extLst>
            </p:cNvPr>
            <p:cNvCxnSpPr>
              <a:cxnSpLocks/>
            </p:cNvCxnSpPr>
            <p:nvPr/>
          </p:nvCxnSpPr>
          <p:spPr>
            <a:xfrm flipV="1">
              <a:off x="7736045" y="4009355"/>
              <a:ext cx="0" cy="144000"/>
            </a:xfrm>
            <a:prstGeom prst="straightConnector1">
              <a:avLst/>
            </a:prstGeom>
            <a:ln w="22225">
              <a:solidFill>
                <a:schemeClr val="accent4"/>
              </a:solidFill>
              <a:tailEnd type="triangle"/>
            </a:ln>
          </p:spPr>
          <p:style>
            <a:lnRef idx="1">
              <a:schemeClr val="accent1"/>
            </a:lnRef>
            <a:fillRef idx="0">
              <a:schemeClr val="accent1"/>
            </a:fillRef>
            <a:effectRef idx="0">
              <a:schemeClr val="accent1"/>
            </a:effectRef>
            <a:fontRef idx="minor">
              <a:schemeClr val="tx1"/>
            </a:fontRef>
          </p:style>
        </p:cxnSp>
      </p:grpSp>
      <p:grpSp>
        <p:nvGrpSpPr>
          <p:cNvPr id="321" name="组合 320">
            <a:extLst>
              <a:ext uri="{FF2B5EF4-FFF2-40B4-BE49-F238E27FC236}">
                <a16:creationId xmlns:a16="http://schemas.microsoft.com/office/drawing/2014/main" id="{529BB23E-976D-7161-E59C-06DCCD5F128C}"/>
              </a:ext>
            </a:extLst>
          </p:cNvPr>
          <p:cNvGrpSpPr/>
          <p:nvPr/>
        </p:nvGrpSpPr>
        <p:grpSpPr>
          <a:xfrm rot="20627999">
            <a:off x="6706866" y="2874126"/>
            <a:ext cx="172800" cy="172800"/>
            <a:chOff x="7654798" y="4267407"/>
            <a:chExt cx="172800" cy="172800"/>
          </a:xfrm>
        </p:grpSpPr>
        <p:sp>
          <p:nvSpPr>
            <p:cNvPr id="185" name="椭圆 184">
              <a:extLst>
                <a:ext uri="{FF2B5EF4-FFF2-40B4-BE49-F238E27FC236}">
                  <a16:creationId xmlns:a16="http://schemas.microsoft.com/office/drawing/2014/main" id="{2C64E0C2-E02B-2108-777C-4827573B260F}"/>
                </a:ext>
              </a:extLst>
            </p:cNvPr>
            <p:cNvSpPr/>
            <p:nvPr/>
          </p:nvSpPr>
          <p:spPr>
            <a:xfrm>
              <a:off x="7654798" y="4267407"/>
              <a:ext cx="172800" cy="172800"/>
            </a:xfrm>
            <a:prstGeom prst="ellipse">
              <a:avLst/>
            </a:prstGeom>
            <a:solidFill>
              <a:schemeClr val="bg1">
                <a:alpha val="1196"/>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bg1"/>
                  </a:solidFill>
                </a:rPr>
                <a:t>e</a:t>
              </a:r>
              <a:endParaRPr lang="en-GB" sz="800" dirty="0">
                <a:solidFill>
                  <a:schemeClr val="bg1"/>
                </a:solidFill>
              </a:endParaRPr>
            </a:p>
          </p:txBody>
        </p:sp>
        <p:cxnSp>
          <p:nvCxnSpPr>
            <p:cNvPr id="186" name="直线箭头连接符 185">
              <a:extLst>
                <a:ext uri="{FF2B5EF4-FFF2-40B4-BE49-F238E27FC236}">
                  <a16:creationId xmlns:a16="http://schemas.microsoft.com/office/drawing/2014/main" id="{E17EA111-35C0-2E35-00EE-5967EA859D50}"/>
                </a:ext>
              </a:extLst>
            </p:cNvPr>
            <p:cNvCxnSpPr>
              <a:cxnSpLocks/>
            </p:cNvCxnSpPr>
            <p:nvPr/>
          </p:nvCxnSpPr>
          <p:spPr>
            <a:xfrm flipV="1">
              <a:off x="7736045" y="4281807"/>
              <a:ext cx="0" cy="144000"/>
            </a:xfrm>
            <a:prstGeom prst="straightConnector1">
              <a:avLst/>
            </a:prstGeom>
            <a:ln w="22225">
              <a:solidFill>
                <a:schemeClr val="accent4"/>
              </a:solidFill>
              <a:tailEnd type="triangle"/>
            </a:ln>
          </p:spPr>
          <p:style>
            <a:lnRef idx="1">
              <a:schemeClr val="accent1"/>
            </a:lnRef>
            <a:fillRef idx="0">
              <a:schemeClr val="accent1"/>
            </a:fillRef>
            <a:effectRef idx="0">
              <a:schemeClr val="accent1"/>
            </a:effectRef>
            <a:fontRef idx="minor">
              <a:schemeClr val="tx1"/>
            </a:fontRef>
          </p:style>
        </p:cxnSp>
      </p:grpSp>
      <p:grpSp>
        <p:nvGrpSpPr>
          <p:cNvPr id="322" name="组合 321">
            <a:extLst>
              <a:ext uri="{FF2B5EF4-FFF2-40B4-BE49-F238E27FC236}">
                <a16:creationId xmlns:a16="http://schemas.microsoft.com/office/drawing/2014/main" id="{4EDC97D2-0F76-C24B-6F52-52BAFEBC61E5}"/>
              </a:ext>
            </a:extLst>
          </p:cNvPr>
          <p:cNvGrpSpPr/>
          <p:nvPr/>
        </p:nvGrpSpPr>
        <p:grpSpPr>
          <a:xfrm rot="1797858">
            <a:off x="6407065" y="2436451"/>
            <a:ext cx="172800" cy="172800"/>
            <a:chOff x="7654798" y="4498300"/>
            <a:chExt cx="172800" cy="172800"/>
          </a:xfrm>
        </p:grpSpPr>
        <p:sp>
          <p:nvSpPr>
            <p:cNvPr id="187" name="椭圆 186">
              <a:extLst>
                <a:ext uri="{FF2B5EF4-FFF2-40B4-BE49-F238E27FC236}">
                  <a16:creationId xmlns:a16="http://schemas.microsoft.com/office/drawing/2014/main" id="{E1494207-75DF-B4AE-F7A5-9D698A4BD658}"/>
                </a:ext>
              </a:extLst>
            </p:cNvPr>
            <p:cNvSpPr/>
            <p:nvPr/>
          </p:nvSpPr>
          <p:spPr>
            <a:xfrm>
              <a:off x="7654798" y="4498300"/>
              <a:ext cx="172800" cy="172800"/>
            </a:xfrm>
            <a:prstGeom prst="ellipse">
              <a:avLst/>
            </a:prstGeom>
            <a:solidFill>
              <a:schemeClr val="bg1">
                <a:alpha val="1196"/>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bg1"/>
                  </a:solidFill>
                </a:rPr>
                <a:t>f</a:t>
              </a:r>
              <a:endParaRPr lang="en-GB" sz="800" dirty="0">
                <a:solidFill>
                  <a:schemeClr val="bg1"/>
                </a:solidFill>
              </a:endParaRPr>
            </a:p>
          </p:txBody>
        </p:sp>
        <p:cxnSp>
          <p:nvCxnSpPr>
            <p:cNvPr id="188" name="直线箭头连接符 187">
              <a:extLst>
                <a:ext uri="{FF2B5EF4-FFF2-40B4-BE49-F238E27FC236}">
                  <a16:creationId xmlns:a16="http://schemas.microsoft.com/office/drawing/2014/main" id="{8CBF1FB8-DE08-972D-B9E9-12A6B4995969}"/>
                </a:ext>
              </a:extLst>
            </p:cNvPr>
            <p:cNvCxnSpPr>
              <a:cxnSpLocks/>
            </p:cNvCxnSpPr>
            <p:nvPr/>
          </p:nvCxnSpPr>
          <p:spPr>
            <a:xfrm flipV="1">
              <a:off x="7736045" y="4512700"/>
              <a:ext cx="0" cy="144000"/>
            </a:xfrm>
            <a:prstGeom prst="straightConnector1">
              <a:avLst/>
            </a:prstGeom>
            <a:ln w="22225">
              <a:solidFill>
                <a:schemeClr val="accent4"/>
              </a:solidFill>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01039284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a:extLst>
              <a:ext uri="{FF2B5EF4-FFF2-40B4-BE49-F238E27FC236}">
                <a16:creationId xmlns:a16="http://schemas.microsoft.com/office/drawing/2014/main" id="{03256ED2-4223-6A1D-072D-54E65220E18C}"/>
              </a:ext>
            </a:extLst>
          </p:cNvPr>
          <p:cNvSpPr>
            <a:spLocks noGrp="1"/>
          </p:cNvSpPr>
          <p:nvPr>
            <p:ph type="title"/>
          </p:nvPr>
        </p:nvSpPr>
        <p:spPr>
          <a:xfrm>
            <a:off x="628649" y="559420"/>
            <a:ext cx="7732925" cy="630335"/>
          </a:xfrm>
        </p:spPr>
        <p:txBody>
          <a:bodyPr>
            <a:normAutofit/>
          </a:bodyPr>
          <a:lstStyle/>
          <a:p>
            <a:r>
              <a:rPr lang="en-GB" altLang="zh-CN" dirty="0"/>
              <a:t>Particle Filter </a:t>
            </a:r>
            <a:endParaRPr lang="en-GB" dirty="0"/>
          </a:p>
        </p:txBody>
      </p:sp>
      <p:sp>
        <p:nvSpPr>
          <p:cNvPr id="8" name="文本占位符 7">
            <a:extLst>
              <a:ext uri="{FF2B5EF4-FFF2-40B4-BE49-F238E27FC236}">
                <a16:creationId xmlns:a16="http://schemas.microsoft.com/office/drawing/2014/main" id="{0B6FC092-5E58-96E8-586D-0B8818581D04}"/>
              </a:ext>
            </a:extLst>
          </p:cNvPr>
          <p:cNvSpPr>
            <a:spLocks noGrp="1"/>
          </p:cNvSpPr>
          <p:nvPr>
            <p:ph type="body" sz="quarter" idx="10"/>
          </p:nvPr>
        </p:nvSpPr>
        <p:spPr>
          <a:xfrm>
            <a:off x="628650" y="1465730"/>
            <a:ext cx="7732924" cy="548913"/>
          </a:xfrm>
        </p:spPr>
        <p:txBody>
          <a:bodyPr/>
          <a:lstStyle/>
          <a:p>
            <a:r>
              <a:rPr lang="en-GB" dirty="0"/>
              <a:t>We repeat this step</a:t>
            </a:r>
            <a:endParaRPr lang="en-GB" dirty="0">
              <a:solidFill>
                <a:schemeClr val="bg1">
                  <a:lumMod val="75000"/>
                </a:schemeClr>
              </a:solidFill>
            </a:endParaRPr>
          </a:p>
        </p:txBody>
      </p:sp>
      <p:sp>
        <p:nvSpPr>
          <p:cNvPr id="2" name="矩形 1">
            <a:extLst>
              <a:ext uri="{FF2B5EF4-FFF2-40B4-BE49-F238E27FC236}">
                <a16:creationId xmlns:a16="http://schemas.microsoft.com/office/drawing/2014/main" id="{7599C378-77A0-11D0-A279-0BE6E291A066}"/>
              </a:ext>
            </a:extLst>
          </p:cNvPr>
          <p:cNvSpPr/>
          <p:nvPr/>
        </p:nvSpPr>
        <p:spPr>
          <a:xfrm>
            <a:off x="1380763" y="2186869"/>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 name="矩形 2">
            <a:extLst>
              <a:ext uri="{FF2B5EF4-FFF2-40B4-BE49-F238E27FC236}">
                <a16:creationId xmlns:a16="http://schemas.microsoft.com/office/drawing/2014/main" id="{49693471-DDC4-6385-FE78-BA109C3115BB}"/>
              </a:ext>
            </a:extLst>
          </p:cNvPr>
          <p:cNvSpPr/>
          <p:nvPr/>
        </p:nvSpPr>
        <p:spPr>
          <a:xfrm>
            <a:off x="1552989" y="2186869"/>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 name="矩形 3">
            <a:extLst>
              <a:ext uri="{FF2B5EF4-FFF2-40B4-BE49-F238E27FC236}">
                <a16:creationId xmlns:a16="http://schemas.microsoft.com/office/drawing/2014/main" id="{067420A0-0697-F454-D967-A89DAA0831F4}"/>
              </a:ext>
            </a:extLst>
          </p:cNvPr>
          <p:cNvSpPr/>
          <p:nvPr/>
        </p:nvSpPr>
        <p:spPr>
          <a:xfrm>
            <a:off x="1725215" y="2186869"/>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矩形 5">
            <a:extLst>
              <a:ext uri="{FF2B5EF4-FFF2-40B4-BE49-F238E27FC236}">
                <a16:creationId xmlns:a16="http://schemas.microsoft.com/office/drawing/2014/main" id="{FEEC8C95-3C1C-7487-D4AA-DE5CF36A3150}"/>
              </a:ext>
            </a:extLst>
          </p:cNvPr>
          <p:cNvSpPr/>
          <p:nvPr/>
        </p:nvSpPr>
        <p:spPr>
          <a:xfrm>
            <a:off x="1897441" y="2186869"/>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矩形 6">
            <a:extLst>
              <a:ext uri="{FF2B5EF4-FFF2-40B4-BE49-F238E27FC236}">
                <a16:creationId xmlns:a16="http://schemas.microsoft.com/office/drawing/2014/main" id="{8EF14F72-B7B2-9424-0538-073428F40EFD}"/>
              </a:ext>
            </a:extLst>
          </p:cNvPr>
          <p:cNvSpPr/>
          <p:nvPr/>
        </p:nvSpPr>
        <p:spPr>
          <a:xfrm>
            <a:off x="2069667" y="2186869"/>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矩形 8">
            <a:extLst>
              <a:ext uri="{FF2B5EF4-FFF2-40B4-BE49-F238E27FC236}">
                <a16:creationId xmlns:a16="http://schemas.microsoft.com/office/drawing/2014/main" id="{04B1434E-A23B-04C4-53A5-24D4F65A7DE0}"/>
              </a:ext>
            </a:extLst>
          </p:cNvPr>
          <p:cNvSpPr/>
          <p:nvPr/>
        </p:nvSpPr>
        <p:spPr>
          <a:xfrm>
            <a:off x="2241893" y="2186869"/>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 name="矩形 9">
            <a:extLst>
              <a:ext uri="{FF2B5EF4-FFF2-40B4-BE49-F238E27FC236}">
                <a16:creationId xmlns:a16="http://schemas.microsoft.com/office/drawing/2014/main" id="{59C44CAA-4F7D-4B7B-2AB5-4CCFA81F11B8}"/>
              </a:ext>
            </a:extLst>
          </p:cNvPr>
          <p:cNvSpPr/>
          <p:nvPr/>
        </p:nvSpPr>
        <p:spPr>
          <a:xfrm>
            <a:off x="2414119" y="2186869"/>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矩形 10">
            <a:extLst>
              <a:ext uri="{FF2B5EF4-FFF2-40B4-BE49-F238E27FC236}">
                <a16:creationId xmlns:a16="http://schemas.microsoft.com/office/drawing/2014/main" id="{DE7ED3AB-3690-E47F-A781-E2A16B1EB8B7}"/>
              </a:ext>
            </a:extLst>
          </p:cNvPr>
          <p:cNvSpPr/>
          <p:nvPr/>
        </p:nvSpPr>
        <p:spPr>
          <a:xfrm>
            <a:off x="2583688" y="2186869"/>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矩形 11">
            <a:extLst>
              <a:ext uri="{FF2B5EF4-FFF2-40B4-BE49-F238E27FC236}">
                <a16:creationId xmlns:a16="http://schemas.microsoft.com/office/drawing/2014/main" id="{651984E6-7585-0B22-F7CA-CA1E42597058}"/>
              </a:ext>
            </a:extLst>
          </p:cNvPr>
          <p:cNvSpPr/>
          <p:nvPr/>
        </p:nvSpPr>
        <p:spPr>
          <a:xfrm>
            <a:off x="2755914" y="2186869"/>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矩形 12">
            <a:extLst>
              <a:ext uri="{FF2B5EF4-FFF2-40B4-BE49-F238E27FC236}">
                <a16:creationId xmlns:a16="http://schemas.microsoft.com/office/drawing/2014/main" id="{C7F364B2-590F-3127-9075-EF655739F858}"/>
              </a:ext>
            </a:extLst>
          </p:cNvPr>
          <p:cNvSpPr/>
          <p:nvPr/>
        </p:nvSpPr>
        <p:spPr>
          <a:xfrm>
            <a:off x="2928140" y="2186869"/>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矩形 13">
            <a:extLst>
              <a:ext uri="{FF2B5EF4-FFF2-40B4-BE49-F238E27FC236}">
                <a16:creationId xmlns:a16="http://schemas.microsoft.com/office/drawing/2014/main" id="{BDC6E661-CEE5-F7F7-2C82-9701FC59FA05}"/>
              </a:ext>
            </a:extLst>
          </p:cNvPr>
          <p:cNvSpPr/>
          <p:nvPr/>
        </p:nvSpPr>
        <p:spPr>
          <a:xfrm>
            <a:off x="3100366" y="2186869"/>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 name="矩形 14">
            <a:extLst>
              <a:ext uri="{FF2B5EF4-FFF2-40B4-BE49-F238E27FC236}">
                <a16:creationId xmlns:a16="http://schemas.microsoft.com/office/drawing/2014/main" id="{F27071CC-6028-E1E6-2E3F-BACF1F9F3C61}"/>
              </a:ext>
            </a:extLst>
          </p:cNvPr>
          <p:cNvSpPr/>
          <p:nvPr/>
        </p:nvSpPr>
        <p:spPr>
          <a:xfrm>
            <a:off x="3272592" y="2186869"/>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 name="矩形 15">
            <a:extLst>
              <a:ext uri="{FF2B5EF4-FFF2-40B4-BE49-F238E27FC236}">
                <a16:creationId xmlns:a16="http://schemas.microsoft.com/office/drawing/2014/main" id="{C0437C2E-6740-B535-7DC9-7B32F8E35958}"/>
              </a:ext>
            </a:extLst>
          </p:cNvPr>
          <p:cNvSpPr/>
          <p:nvPr/>
        </p:nvSpPr>
        <p:spPr>
          <a:xfrm>
            <a:off x="3444818" y="2186869"/>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 name="矩形 16">
            <a:extLst>
              <a:ext uri="{FF2B5EF4-FFF2-40B4-BE49-F238E27FC236}">
                <a16:creationId xmlns:a16="http://schemas.microsoft.com/office/drawing/2014/main" id="{EE1234A6-F370-C872-C153-BB4E7041BEB1}"/>
              </a:ext>
            </a:extLst>
          </p:cNvPr>
          <p:cNvSpPr/>
          <p:nvPr/>
        </p:nvSpPr>
        <p:spPr>
          <a:xfrm>
            <a:off x="1380763" y="2359095"/>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8" name="矩形 17">
            <a:extLst>
              <a:ext uri="{FF2B5EF4-FFF2-40B4-BE49-F238E27FC236}">
                <a16:creationId xmlns:a16="http://schemas.microsoft.com/office/drawing/2014/main" id="{24352DA7-CFCF-1F59-4BAC-A60B941711A9}"/>
              </a:ext>
            </a:extLst>
          </p:cNvPr>
          <p:cNvSpPr/>
          <p:nvPr/>
        </p:nvSpPr>
        <p:spPr>
          <a:xfrm>
            <a:off x="1552989" y="235909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9" name="矩形 18">
            <a:extLst>
              <a:ext uri="{FF2B5EF4-FFF2-40B4-BE49-F238E27FC236}">
                <a16:creationId xmlns:a16="http://schemas.microsoft.com/office/drawing/2014/main" id="{9322569A-BACF-A398-B439-6A328047B26B}"/>
              </a:ext>
            </a:extLst>
          </p:cNvPr>
          <p:cNvSpPr/>
          <p:nvPr/>
        </p:nvSpPr>
        <p:spPr>
          <a:xfrm>
            <a:off x="1725215" y="235909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0" name="矩形 19">
            <a:extLst>
              <a:ext uri="{FF2B5EF4-FFF2-40B4-BE49-F238E27FC236}">
                <a16:creationId xmlns:a16="http://schemas.microsoft.com/office/drawing/2014/main" id="{E65DE771-3170-DD03-5186-D4D72A7E4677}"/>
              </a:ext>
            </a:extLst>
          </p:cNvPr>
          <p:cNvSpPr/>
          <p:nvPr/>
        </p:nvSpPr>
        <p:spPr>
          <a:xfrm>
            <a:off x="1897441" y="235909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1" name="矩形 20">
            <a:extLst>
              <a:ext uri="{FF2B5EF4-FFF2-40B4-BE49-F238E27FC236}">
                <a16:creationId xmlns:a16="http://schemas.microsoft.com/office/drawing/2014/main" id="{BE496E70-3C78-B2EE-0D4E-C498A968C1DA}"/>
              </a:ext>
            </a:extLst>
          </p:cNvPr>
          <p:cNvSpPr/>
          <p:nvPr/>
        </p:nvSpPr>
        <p:spPr>
          <a:xfrm>
            <a:off x="2069667" y="235909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2" name="矩形 21">
            <a:extLst>
              <a:ext uri="{FF2B5EF4-FFF2-40B4-BE49-F238E27FC236}">
                <a16:creationId xmlns:a16="http://schemas.microsoft.com/office/drawing/2014/main" id="{A29D950D-74A7-37AD-A05E-EC840DB9C8E0}"/>
              </a:ext>
            </a:extLst>
          </p:cNvPr>
          <p:cNvSpPr/>
          <p:nvPr/>
        </p:nvSpPr>
        <p:spPr>
          <a:xfrm>
            <a:off x="2241893" y="235909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3" name="矩形 22">
            <a:extLst>
              <a:ext uri="{FF2B5EF4-FFF2-40B4-BE49-F238E27FC236}">
                <a16:creationId xmlns:a16="http://schemas.microsoft.com/office/drawing/2014/main" id="{DACEBF72-5697-E65A-5904-544B651D9B15}"/>
              </a:ext>
            </a:extLst>
          </p:cNvPr>
          <p:cNvSpPr/>
          <p:nvPr/>
        </p:nvSpPr>
        <p:spPr>
          <a:xfrm>
            <a:off x="2414119" y="235909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4" name="矩形 23">
            <a:extLst>
              <a:ext uri="{FF2B5EF4-FFF2-40B4-BE49-F238E27FC236}">
                <a16:creationId xmlns:a16="http://schemas.microsoft.com/office/drawing/2014/main" id="{A0C2E749-D825-98BE-9715-96C9A9964372}"/>
              </a:ext>
            </a:extLst>
          </p:cNvPr>
          <p:cNvSpPr/>
          <p:nvPr/>
        </p:nvSpPr>
        <p:spPr>
          <a:xfrm>
            <a:off x="2583688" y="235909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5" name="矩形 24">
            <a:extLst>
              <a:ext uri="{FF2B5EF4-FFF2-40B4-BE49-F238E27FC236}">
                <a16:creationId xmlns:a16="http://schemas.microsoft.com/office/drawing/2014/main" id="{B9C7B059-3933-5309-7878-2AFACA8F45BA}"/>
              </a:ext>
            </a:extLst>
          </p:cNvPr>
          <p:cNvSpPr/>
          <p:nvPr/>
        </p:nvSpPr>
        <p:spPr>
          <a:xfrm>
            <a:off x="2755914" y="235909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6" name="矩形 25">
            <a:extLst>
              <a:ext uri="{FF2B5EF4-FFF2-40B4-BE49-F238E27FC236}">
                <a16:creationId xmlns:a16="http://schemas.microsoft.com/office/drawing/2014/main" id="{38052AC5-BEE1-4481-0855-18EBEF44662A}"/>
              </a:ext>
            </a:extLst>
          </p:cNvPr>
          <p:cNvSpPr/>
          <p:nvPr/>
        </p:nvSpPr>
        <p:spPr>
          <a:xfrm>
            <a:off x="2928140" y="235909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7" name="矩形 26">
            <a:extLst>
              <a:ext uri="{FF2B5EF4-FFF2-40B4-BE49-F238E27FC236}">
                <a16:creationId xmlns:a16="http://schemas.microsoft.com/office/drawing/2014/main" id="{964DD161-0770-A271-58B5-D604E7E97952}"/>
              </a:ext>
            </a:extLst>
          </p:cNvPr>
          <p:cNvSpPr/>
          <p:nvPr/>
        </p:nvSpPr>
        <p:spPr>
          <a:xfrm>
            <a:off x="3100366" y="235909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8" name="矩形 27">
            <a:extLst>
              <a:ext uri="{FF2B5EF4-FFF2-40B4-BE49-F238E27FC236}">
                <a16:creationId xmlns:a16="http://schemas.microsoft.com/office/drawing/2014/main" id="{13FDE255-22BB-5421-C721-9F0097643E3B}"/>
              </a:ext>
            </a:extLst>
          </p:cNvPr>
          <p:cNvSpPr/>
          <p:nvPr/>
        </p:nvSpPr>
        <p:spPr>
          <a:xfrm>
            <a:off x="3272592" y="235909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9" name="矩形 28">
            <a:extLst>
              <a:ext uri="{FF2B5EF4-FFF2-40B4-BE49-F238E27FC236}">
                <a16:creationId xmlns:a16="http://schemas.microsoft.com/office/drawing/2014/main" id="{D99DEBC0-4D19-0ABD-97ED-75B6ACB45FDC}"/>
              </a:ext>
            </a:extLst>
          </p:cNvPr>
          <p:cNvSpPr/>
          <p:nvPr/>
        </p:nvSpPr>
        <p:spPr>
          <a:xfrm>
            <a:off x="3444818" y="2359095"/>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 name="矩形 29">
            <a:extLst>
              <a:ext uri="{FF2B5EF4-FFF2-40B4-BE49-F238E27FC236}">
                <a16:creationId xmlns:a16="http://schemas.microsoft.com/office/drawing/2014/main" id="{49DD3AED-F370-44A1-4F2E-36C1039F50E8}"/>
              </a:ext>
            </a:extLst>
          </p:cNvPr>
          <p:cNvSpPr/>
          <p:nvPr/>
        </p:nvSpPr>
        <p:spPr>
          <a:xfrm>
            <a:off x="1380763" y="2531321"/>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1" name="矩形 30">
            <a:extLst>
              <a:ext uri="{FF2B5EF4-FFF2-40B4-BE49-F238E27FC236}">
                <a16:creationId xmlns:a16="http://schemas.microsoft.com/office/drawing/2014/main" id="{1036A575-1DFC-D3CD-ABCB-9D2ED98AB344}"/>
              </a:ext>
            </a:extLst>
          </p:cNvPr>
          <p:cNvSpPr/>
          <p:nvPr/>
        </p:nvSpPr>
        <p:spPr>
          <a:xfrm>
            <a:off x="1552989" y="2531321"/>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2" name="矩形 31">
            <a:extLst>
              <a:ext uri="{FF2B5EF4-FFF2-40B4-BE49-F238E27FC236}">
                <a16:creationId xmlns:a16="http://schemas.microsoft.com/office/drawing/2014/main" id="{19A0742B-04D8-5A54-3C4D-723F487BDA08}"/>
              </a:ext>
            </a:extLst>
          </p:cNvPr>
          <p:cNvSpPr/>
          <p:nvPr/>
        </p:nvSpPr>
        <p:spPr>
          <a:xfrm>
            <a:off x="1725215" y="2531321"/>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3" name="矩形 32">
            <a:extLst>
              <a:ext uri="{FF2B5EF4-FFF2-40B4-BE49-F238E27FC236}">
                <a16:creationId xmlns:a16="http://schemas.microsoft.com/office/drawing/2014/main" id="{7CA10EB4-A5E0-65EF-EDAA-9FB4BD989A4D}"/>
              </a:ext>
            </a:extLst>
          </p:cNvPr>
          <p:cNvSpPr/>
          <p:nvPr/>
        </p:nvSpPr>
        <p:spPr>
          <a:xfrm>
            <a:off x="1897441" y="2531321"/>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4" name="矩形 33">
            <a:extLst>
              <a:ext uri="{FF2B5EF4-FFF2-40B4-BE49-F238E27FC236}">
                <a16:creationId xmlns:a16="http://schemas.microsoft.com/office/drawing/2014/main" id="{B59391C9-D388-1E07-5645-43946A9337CE}"/>
              </a:ext>
            </a:extLst>
          </p:cNvPr>
          <p:cNvSpPr/>
          <p:nvPr/>
        </p:nvSpPr>
        <p:spPr>
          <a:xfrm>
            <a:off x="2069667" y="2531321"/>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5" name="矩形 34">
            <a:extLst>
              <a:ext uri="{FF2B5EF4-FFF2-40B4-BE49-F238E27FC236}">
                <a16:creationId xmlns:a16="http://schemas.microsoft.com/office/drawing/2014/main" id="{67CC173F-F6D6-0C04-75E3-067D78A43EAB}"/>
              </a:ext>
            </a:extLst>
          </p:cNvPr>
          <p:cNvSpPr/>
          <p:nvPr/>
        </p:nvSpPr>
        <p:spPr>
          <a:xfrm>
            <a:off x="2241893" y="2531321"/>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6" name="矩形 35">
            <a:extLst>
              <a:ext uri="{FF2B5EF4-FFF2-40B4-BE49-F238E27FC236}">
                <a16:creationId xmlns:a16="http://schemas.microsoft.com/office/drawing/2014/main" id="{C1CF3864-516D-7918-E779-9D0CB66FDF1A}"/>
              </a:ext>
            </a:extLst>
          </p:cNvPr>
          <p:cNvSpPr/>
          <p:nvPr/>
        </p:nvSpPr>
        <p:spPr>
          <a:xfrm>
            <a:off x="2414119" y="2531321"/>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7" name="矩形 36">
            <a:extLst>
              <a:ext uri="{FF2B5EF4-FFF2-40B4-BE49-F238E27FC236}">
                <a16:creationId xmlns:a16="http://schemas.microsoft.com/office/drawing/2014/main" id="{19E4E77F-C50D-5A5E-573A-15155CBEEE07}"/>
              </a:ext>
            </a:extLst>
          </p:cNvPr>
          <p:cNvSpPr/>
          <p:nvPr/>
        </p:nvSpPr>
        <p:spPr>
          <a:xfrm>
            <a:off x="2583688" y="2531321"/>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8" name="矩形 37">
            <a:extLst>
              <a:ext uri="{FF2B5EF4-FFF2-40B4-BE49-F238E27FC236}">
                <a16:creationId xmlns:a16="http://schemas.microsoft.com/office/drawing/2014/main" id="{C79C9F98-CFFA-60F0-D27F-F4C266796415}"/>
              </a:ext>
            </a:extLst>
          </p:cNvPr>
          <p:cNvSpPr/>
          <p:nvPr/>
        </p:nvSpPr>
        <p:spPr>
          <a:xfrm>
            <a:off x="2755914" y="2531321"/>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9" name="矩形 38">
            <a:extLst>
              <a:ext uri="{FF2B5EF4-FFF2-40B4-BE49-F238E27FC236}">
                <a16:creationId xmlns:a16="http://schemas.microsoft.com/office/drawing/2014/main" id="{83470B26-50E4-E45A-A778-605685E6C967}"/>
              </a:ext>
            </a:extLst>
          </p:cNvPr>
          <p:cNvSpPr/>
          <p:nvPr/>
        </p:nvSpPr>
        <p:spPr>
          <a:xfrm>
            <a:off x="2928140" y="2531321"/>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0" name="矩形 39">
            <a:extLst>
              <a:ext uri="{FF2B5EF4-FFF2-40B4-BE49-F238E27FC236}">
                <a16:creationId xmlns:a16="http://schemas.microsoft.com/office/drawing/2014/main" id="{0A54888E-19DE-8D54-B933-A79472BF54DD}"/>
              </a:ext>
            </a:extLst>
          </p:cNvPr>
          <p:cNvSpPr/>
          <p:nvPr/>
        </p:nvSpPr>
        <p:spPr>
          <a:xfrm>
            <a:off x="3100366" y="2531321"/>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1" name="矩形 40">
            <a:extLst>
              <a:ext uri="{FF2B5EF4-FFF2-40B4-BE49-F238E27FC236}">
                <a16:creationId xmlns:a16="http://schemas.microsoft.com/office/drawing/2014/main" id="{FDAFEB3E-481F-2C1D-6D34-7E0CF1083E93}"/>
              </a:ext>
            </a:extLst>
          </p:cNvPr>
          <p:cNvSpPr/>
          <p:nvPr/>
        </p:nvSpPr>
        <p:spPr>
          <a:xfrm>
            <a:off x="3272592" y="2531321"/>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2" name="矩形 41">
            <a:extLst>
              <a:ext uri="{FF2B5EF4-FFF2-40B4-BE49-F238E27FC236}">
                <a16:creationId xmlns:a16="http://schemas.microsoft.com/office/drawing/2014/main" id="{ECF20106-10DE-3519-A984-2336AAAEF8A9}"/>
              </a:ext>
            </a:extLst>
          </p:cNvPr>
          <p:cNvSpPr/>
          <p:nvPr/>
        </p:nvSpPr>
        <p:spPr>
          <a:xfrm>
            <a:off x="3444818" y="2531321"/>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3" name="矩形 42">
            <a:extLst>
              <a:ext uri="{FF2B5EF4-FFF2-40B4-BE49-F238E27FC236}">
                <a16:creationId xmlns:a16="http://schemas.microsoft.com/office/drawing/2014/main" id="{6EC9D342-6070-36BB-0D51-C6A2C218E4C9}"/>
              </a:ext>
            </a:extLst>
          </p:cNvPr>
          <p:cNvSpPr/>
          <p:nvPr/>
        </p:nvSpPr>
        <p:spPr>
          <a:xfrm>
            <a:off x="1380763" y="2703547"/>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4" name="矩形 43">
            <a:extLst>
              <a:ext uri="{FF2B5EF4-FFF2-40B4-BE49-F238E27FC236}">
                <a16:creationId xmlns:a16="http://schemas.microsoft.com/office/drawing/2014/main" id="{2D514C45-7261-6A42-F59E-84BAB35DC1A1}"/>
              </a:ext>
            </a:extLst>
          </p:cNvPr>
          <p:cNvSpPr/>
          <p:nvPr/>
        </p:nvSpPr>
        <p:spPr>
          <a:xfrm>
            <a:off x="1552989" y="2703547"/>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5" name="矩形 44">
            <a:extLst>
              <a:ext uri="{FF2B5EF4-FFF2-40B4-BE49-F238E27FC236}">
                <a16:creationId xmlns:a16="http://schemas.microsoft.com/office/drawing/2014/main" id="{05BD8A9E-936F-5162-B4E7-25560F11BBF6}"/>
              </a:ext>
            </a:extLst>
          </p:cNvPr>
          <p:cNvSpPr/>
          <p:nvPr/>
        </p:nvSpPr>
        <p:spPr>
          <a:xfrm>
            <a:off x="1725215" y="2703547"/>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6" name="矩形 45">
            <a:extLst>
              <a:ext uri="{FF2B5EF4-FFF2-40B4-BE49-F238E27FC236}">
                <a16:creationId xmlns:a16="http://schemas.microsoft.com/office/drawing/2014/main" id="{6521E27B-3E29-4911-BA61-AEE5E1F94535}"/>
              </a:ext>
            </a:extLst>
          </p:cNvPr>
          <p:cNvSpPr/>
          <p:nvPr/>
        </p:nvSpPr>
        <p:spPr>
          <a:xfrm>
            <a:off x="1897441" y="2703547"/>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7" name="矩形 46">
            <a:extLst>
              <a:ext uri="{FF2B5EF4-FFF2-40B4-BE49-F238E27FC236}">
                <a16:creationId xmlns:a16="http://schemas.microsoft.com/office/drawing/2014/main" id="{9B59D496-35CF-0346-78DE-869917AECC36}"/>
              </a:ext>
            </a:extLst>
          </p:cNvPr>
          <p:cNvSpPr/>
          <p:nvPr/>
        </p:nvSpPr>
        <p:spPr>
          <a:xfrm>
            <a:off x="2069667" y="2703547"/>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8" name="矩形 47">
            <a:extLst>
              <a:ext uri="{FF2B5EF4-FFF2-40B4-BE49-F238E27FC236}">
                <a16:creationId xmlns:a16="http://schemas.microsoft.com/office/drawing/2014/main" id="{3BED6036-243B-E53F-8C0E-E9353D95CB02}"/>
              </a:ext>
            </a:extLst>
          </p:cNvPr>
          <p:cNvSpPr/>
          <p:nvPr/>
        </p:nvSpPr>
        <p:spPr>
          <a:xfrm>
            <a:off x="2241893" y="2703547"/>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9" name="矩形 48">
            <a:extLst>
              <a:ext uri="{FF2B5EF4-FFF2-40B4-BE49-F238E27FC236}">
                <a16:creationId xmlns:a16="http://schemas.microsoft.com/office/drawing/2014/main" id="{B692793B-4EF9-747E-C298-C11E6296B8D2}"/>
              </a:ext>
            </a:extLst>
          </p:cNvPr>
          <p:cNvSpPr/>
          <p:nvPr/>
        </p:nvSpPr>
        <p:spPr>
          <a:xfrm>
            <a:off x="2414119" y="2703547"/>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0" name="矩形 49">
            <a:extLst>
              <a:ext uri="{FF2B5EF4-FFF2-40B4-BE49-F238E27FC236}">
                <a16:creationId xmlns:a16="http://schemas.microsoft.com/office/drawing/2014/main" id="{FC20D3D9-1B39-F5F6-3987-AD82EE9B9450}"/>
              </a:ext>
            </a:extLst>
          </p:cNvPr>
          <p:cNvSpPr/>
          <p:nvPr/>
        </p:nvSpPr>
        <p:spPr>
          <a:xfrm>
            <a:off x="2583688" y="2703547"/>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1" name="矩形 50">
            <a:extLst>
              <a:ext uri="{FF2B5EF4-FFF2-40B4-BE49-F238E27FC236}">
                <a16:creationId xmlns:a16="http://schemas.microsoft.com/office/drawing/2014/main" id="{D1A4CB09-7B73-8270-7552-F3E3260A0313}"/>
              </a:ext>
            </a:extLst>
          </p:cNvPr>
          <p:cNvSpPr/>
          <p:nvPr/>
        </p:nvSpPr>
        <p:spPr>
          <a:xfrm>
            <a:off x="2755914" y="2703547"/>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2" name="矩形 51">
            <a:extLst>
              <a:ext uri="{FF2B5EF4-FFF2-40B4-BE49-F238E27FC236}">
                <a16:creationId xmlns:a16="http://schemas.microsoft.com/office/drawing/2014/main" id="{D6D82D46-1BD5-5541-3B72-0C4BD6D614A5}"/>
              </a:ext>
            </a:extLst>
          </p:cNvPr>
          <p:cNvSpPr/>
          <p:nvPr/>
        </p:nvSpPr>
        <p:spPr>
          <a:xfrm>
            <a:off x="2928140" y="2703547"/>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3" name="矩形 52">
            <a:extLst>
              <a:ext uri="{FF2B5EF4-FFF2-40B4-BE49-F238E27FC236}">
                <a16:creationId xmlns:a16="http://schemas.microsoft.com/office/drawing/2014/main" id="{1D60C1C6-3614-3840-90FE-09CF5394636C}"/>
              </a:ext>
            </a:extLst>
          </p:cNvPr>
          <p:cNvSpPr/>
          <p:nvPr/>
        </p:nvSpPr>
        <p:spPr>
          <a:xfrm>
            <a:off x="3100366" y="2703547"/>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4" name="矩形 53">
            <a:extLst>
              <a:ext uri="{FF2B5EF4-FFF2-40B4-BE49-F238E27FC236}">
                <a16:creationId xmlns:a16="http://schemas.microsoft.com/office/drawing/2014/main" id="{FC7B5F01-6D01-B28B-E7D4-AD2D6049EF68}"/>
              </a:ext>
            </a:extLst>
          </p:cNvPr>
          <p:cNvSpPr/>
          <p:nvPr/>
        </p:nvSpPr>
        <p:spPr>
          <a:xfrm>
            <a:off x="3272592" y="2703547"/>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5" name="矩形 54">
            <a:extLst>
              <a:ext uri="{FF2B5EF4-FFF2-40B4-BE49-F238E27FC236}">
                <a16:creationId xmlns:a16="http://schemas.microsoft.com/office/drawing/2014/main" id="{A88B07F5-0025-82F3-3BC5-A607A8427A35}"/>
              </a:ext>
            </a:extLst>
          </p:cNvPr>
          <p:cNvSpPr/>
          <p:nvPr/>
        </p:nvSpPr>
        <p:spPr>
          <a:xfrm>
            <a:off x="3444818" y="2703547"/>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6" name="矩形 55">
            <a:extLst>
              <a:ext uri="{FF2B5EF4-FFF2-40B4-BE49-F238E27FC236}">
                <a16:creationId xmlns:a16="http://schemas.microsoft.com/office/drawing/2014/main" id="{C8B51F15-7DC3-96B9-92BD-BA27AF65AFEF}"/>
              </a:ext>
            </a:extLst>
          </p:cNvPr>
          <p:cNvSpPr/>
          <p:nvPr/>
        </p:nvSpPr>
        <p:spPr>
          <a:xfrm>
            <a:off x="1380763" y="2875773"/>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7" name="矩形 56">
            <a:extLst>
              <a:ext uri="{FF2B5EF4-FFF2-40B4-BE49-F238E27FC236}">
                <a16:creationId xmlns:a16="http://schemas.microsoft.com/office/drawing/2014/main" id="{A0AC9A25-2B36-C5AE-8DF0-D85EBC0FD124}"/>
              </a:ext>
            </a:extLst>
          </p:cNvPr>
          <p:cNvSpPr/>
          <p:nvPr/>
        </p:nvSpPr>
        <p:spPr>
          <a:xfrm>
            <a:off x="1552989" y="2875773"/>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8" name="矩形 57">
            <a:extLst>
              <a:ext uri="{FF2B5EF4-FFF2-40B4-BE49-F238E27FC236}">
                <a16:creationId xmlns:a16="http://schemas.microsoft.com/office/drawing/2014/main" id="{9E97AF70-7CF2-7242-112E-529B59F202B1}"/>
              </a:ext>
            </a:extLst>
          </p:cNvPr>
          <p:cNvSpPr/>
          <p:nvPr/>
        </p:nvSpPr>
        <p:spPr>
          <a:xfrm>
            <a:off x="1725215" y="2875773"/>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9" name="矩形 58">
            <a:extLst>
              <a:ext uri="{FF2B5EF4-FFF2-40B4-BE49-F238E27FC236}">
                <a16:creationId xmlns:a16="http://schemas.microsoft.com/office/drawing/2014/main" id="{D83958A2-8EC5-6879-A5CA-3C9C84A40D55}"/>
              </a:ext>
            </a:extLst>
          </p:cNvPr>
          <p:cNvSpPr/>
          <p:nvPr/>
        </p:nvSpPr>
        <p:spPr>
          <a:xfrm>
            <a:off x="1897441" y="2875773"/>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0" name="矩形 59">
            <a:extLst>
              <a:ext uri="{FF2B5EF4-FFF2-40B4-BE49-F238E27FC236}">
                <a16:creationId xmlns:a16="http://schemas.microsoft.com/office/drawing/2014/main" id="{149833A5-9459-EF6C-45BF-FB9BA3E70367}"/>
              </a:ext>
            </a:extLst>
          </p:cNvPr>
          <p:cNvSpPr/>
          <p:nvPr/>
        </p:nvSpPr>
        <p:spPr>
          <a:xfrm>
            <a:off x="2069667" y="2875773"/>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1" name="矩形 60">
            <a:extLst>
              <a:ext uri="{FF2B5EF4-FFF2-40B4-BE49-F238E27FC236}">
                <a16:creationId xmlns:a16="http://schemas.microsoft.com/office/drawing/2014/main" id="{4513E24F-B029-FCA1-750D-D3C05FD47CEB}"/>
              </a:ext>
            </a:extLst>
          </p:cNvPr>
          <p:cNvSpPr/>
          <p:nvPr/>
        </p:nvSpPr>
        <p:spPr>
          <a:xfrm>
            <a:off x="2241893" y="2875773"/>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2" name="矩形 61">
            <a:extLst>
              <a:ext uri="{FF2B5EF4-FFF2-40B4-BE49-F238E27FC236}">
                <a16:creationId xmlns:a16="http://schemas.microsoft.com/office/drawing/2014/main" id="{8757D409-2897-2CF1-10B9-F24584AC05F1}"/>
              </a:ext>
            </a:extLst>
          </p:cNvPr>
          <p:cNvSpPr/>
          <p:nvPr/>
        </p:nvSpPr>
        <p:spPr>
          <a:xfrm>
            <a:off x="2414119" y="2875773"/>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3" name="矩形 62">
            <a:extLst>
              <a:ext uri="{FF2B5EF4-FFF2-40B4-BE49-F238E27FC236}">
                <a16:creationId xmlns:a16="http://schemas.microsoft.com/office/drawing/2014/main" id="{38A9FEAD-7E02-70F6-0B19-12230CC4A103}"/>
              </a:ext>
            </a:extLst>
          </p:cNvPr>
          <p:cNvSpPr/>
          <p:nvPr/>
        </p:nvSpPr>
        <p:spPr>
          <a:xfrm>
            <a:off x="2583688" y="2875773"/>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4" name="矩形 63">
            <a:extLst>
              <a:ext uri="{FF2B5EF4-FFF2-40B4-BE49-F238E27FC236}">
                <a16:creationId xmlns:a16="http://schemas.microsoft.com/office/drawing/2014/main" id="{FB7813AA-69D6-FA4D-517A-DEAD66987C21}"/>
              </a:ext>
            </a:extLst>
          </p:cNvPr>
          <p:cNvSpPr/>
          <p:nvPr/>
        </p:nvSpPr>
        <p:spPr>
          <a:xfrm>
            <a:off x="2755914" y="2875773"/>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5" name="矩形 64">
            <a:extLst>
              <a:ext uri="{FF2B5EF4-FFF2-40B4-BE49-F238E27FC236}">
                <a16:creationId xmlns:a16="http://schemas.microsoft.com/office/drawing/2014/main" id="{C3B24D1F-B2DE-BEF9-7494-5B069616FB87}"/>
              </a:ext>
            </a:extLst>
          </p:cNvPr>
          <p:cNvSpPr/>
          <p:nvPr/>
        </p:nvSpPr>
        <p:spPr>
          <a:xfrm>
            <a:off x="2928140" y="2875773"/>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6" name="矩形 65">
            <a:extLst>
              <a:ext uri="{FF2B5EF4-FFF2-40B4-BE49-F238E27FC236}">
                <a16:creationId xmlns:a16="http://schemas.microsoft.com/office/drawing/2014/main" id="{D5C362F3-9573-A702-569F-D77C94E7A322}"/>
              </a:ext>
            </a:extLst>
          </p:cNvPr>
          <p:cNvSpPr/>
          <p:nvPr/>
        </p:nvSpPr>
        <p:spPr>
          <a:xfrm>
            <a:off x="3100366" y="2875773"/>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7" name="矩形 66">
            <a:extLst>
              <a:ext uri="{FF2B5EF4-FFF2-40B4-BE49-F238E27FC236}">
                <a16:creationId xmlns:a16="http://schemas.microsoft.com/office/drawing/2014/main" id="{64DEE404-FFCB-757B-9BBE-41E300EED6DE}"/>
              </a:ext>
            </a:extLst>
          </p:cNvPr>
          <p:cNvSpPr/>
          <p:nvPr/>
        </p:nvSpPr>
        <p:spPr>
          <a:xfrm>
            <a:off x="3272592" y="2875773"/>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8" name="矩形 67">
            <a:extLst>
              <a:ext uri="{FF2B5EF4-FFF2-40B4-BE49-F238E27FC236}">
                <a16:creationId xmlns:a16="http://schemas.microsoft.com/office/drawing/2014/main" id="{E0FFB837-ABED-56CB-8F44-A47D05651143}"/>
              </a:ext>
            </a:extLst>
          </p:cNvPr>
          <p:cNvSpPr/>
          <p:nvPr/>
        </p:nvSpPr>
        <p:spPr>
          <a:xfrm>
            <a:off x="3444818" y="2875773"/>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9" name="矩形 68">
            <a:extLst>
              <a:ext uri="{FF2B5EF4-FFF2-40B4-BE49-F238E27FC236}">
                <a16:creationId xmlns:a16="http://schemas.microsoft.com/office/drawing/2014/main" id="{F996CDBA-4892-B5CB-D0C8-6C8D3B34BB66}"/>
              </a:ext>
            </a:extLst>
          </p:cNvPr>
          <p:cNvSpPr/>
          <p:nvPr/>
        </p:nvSpPr>
        <p:spPr>
          <a:xfrm>
            <a:off x="1380763" y="3047999"/>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0" name="矩形 69">
            <a:extLst>
              <a:ext uri="{FF2B5EF4-FFF2-40B4-BE49-F238E27FC236}">
                <a16:creationId xmlns:a16="http://schemas.microsoft.com/office/drawing/2014/main" id="{A1A669EE-440F-1101-C6BD-6F96E7B65466}"/>
              </a:ext>
            </a:extLst>
          </p:cNvPr>
          <p:cNvSpPr/>
          <p:nvPr/>
        </p:nvSpPr>
        <p:spPr>
          <a:xfrm>
            <a:off x="1552989" y="3047999"/>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1" name="矩形 70">
            <a:extLst>
              <a:ext uri="{FF2B5EF4-FFF2-40B4-BE49-F238E27FC236}">
                <a16:creationId xmlns:a16="http://schemas.microsoft.com/office/drawing/2014/main" id="{17FF2095-0F8A-509D-CA16-45F0BDA923D3}"/>
              </a:ext>
            </a:extLst>
          </p:cNvPr>
          <p:cNvSpPr/>
          <p:nvPr/>
        </p:nvSpPr>
        <p:spPr>
          <a:xfrm>
            <a:off x="1725215" y="3047999"/>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2" name="矩形 71">
            <a:extLst>
              <a:ext uri="{FF2B5EF4-FFF2-40B4-BE49-F238E27FC236}">
                <a16:creationId xmlns:a16="http://schemas.microsoft.com/office/drawing/2014/main" id="{6102DCD0-8F01-F7F7-AFEF-2837BA24C88A}"/>
              </a:ext>
            </a:extLst>
          </p:cNvPr>
          <p:cNvSpPr/>
          <p:nvPr/>
        </p:nvSpPr>
        <p:spPr>
          <a:xfrm>
            <a:off x="1897441" y="3047999"/>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3" name="矩形 72">
            <a:extLst>
              <a:ext uri="{FF2B5EF4-FFF2-40B4-BE49-F238E27FC236}">
                <a16:creationId xmlns:a16="http://schemas.microsoft.com/office/drawing/2014/main" id="{95DDF70C-1EB1-FCAB-603F-D6BAC9DDBE98}"/>
              </a:ext>
            </a:extLst>
          </p:cNvPr>
          <p:cNvSpPr/>
          <p:nvPr/>
        </p:nvSpPr>
        <p:spPr>
          <a:xfrm>
            <a:off x="2069667" y="3047999"/>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4" name="矩形 73">
            <a:extLst>
              <a:ext uri="{FF2B5EF4-FFF2-40B4-BE49-F238E27FC236}">
                <a16:creationId xmlns:a16="http://schemas.microsoft.com/office/drawing/2014/main" id="{E3BDB3EE-F2F0-69F3-2FEF-8DB606D6C81B}"/>
              </a:ext>
            </a:extLst>
          </p:cNvPr>
          <p:cNvSpPr/>
          <p:nvPr/>
        </p:nvSpPr>
        <p:spPr>
          <a:xfrm>
            <a:off x="2241893" y="3047999"/>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5" name="矩形 74">
            <a:extLst>
              <a:ext uri="{FF2B5EF4-FFF2-40B4-BE49-F238E27FC236}">
                <a16:creationId xmlns:a16="http://schemas.microsoft.com/office/drawing/2014/main" id="{C0C20C5B-82C1-78F4-5C99-4132A0E9901C}"/>
              </a:ext>
            </a:extLst>
          </p:cNvPr>
          <p:cNvSpPr/>
          <p:nvPr/>
        </p:nvSpPr>
        <p:spPr>
          <a:xfrm>
            <a:off x="2414119" y="3047999"/>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6" name="矩形 75">
            <a:extLst>
              <a:ext uri="{FF2B5EF4-FFF2-40B4-BE49-F238E27FC236}">
                <a16:creationId xmlns:a16="http://schemas.microsoft.com/office/drawing/2014/main" id="{ABA60A55-8C14-72E5-D9D3-F1F494332A5A}"/>
              </a:ext>
            </a:extLst>
          </p:cNvPr>
          <p:cNvSpPr/>
          <p:nvPr/>
        </p:nvSpPr>
        <p:spPr>
          <a:xfrm>
            <a:off x="2583688" y="3047999"/>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7" name="矩形 76">
            <a:extLst>
              <a:ext uri="{FF2B5EF4-FFF2-40B4-BE49-F238E27FC236}">
                <a16:creationId xmlns:a16="http://schemas.microsoft.com/office/drawing/2014/main" id="{75141441-4D52-4027-6A14-D7CB7EF4169A}"/>
              </a:ext>
            </a:extLst>
          </p:cNvPr>
          <p:cNvSpPr/>
          <p:nvPr/>
        </p:nvSpPr>
        <p:spPr>
          <a:xfrm>
            <a:off x="2755914" y="3047999"/>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8" name="矩形 77">
            <a:extLst>
              <a:ext uri="{FF2B5EF4-FFF2-40B4-BE49-F238E27FC236}">
                <a16:creationId xmlns:a16="http://schemas.microsoft.com/office/drawing/2014/main" id="{514DAC0B-A132-E28B-E5A2-1A5CCCAB03C8}"/>
              </a:ext>
            </a:extLst>
          </p:cNvPr>
          <p:cNvSpPr/>
          <p:nvPr/>
        </p:nvSpPr>
        <p:spPr>
          <a:xfrm>
            <a:off x="2928140" y="3047999"/>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9" name="矩形 78">
            <a:extLst>
              <a:ext uri="{FF2B5EF4-FFF2-40B4-BE49-F238E27FC236}">
                <a16:creationId xmlns:a16="http://schemas.microsoft.com/office/drawing/2014/main" id="{5A87865A-23EE-A9A8-D9AF-6E6B96128C22}"/>
              </a:ext>
            </a:extLst>
          </p:cNvPr>
          <p:cNvSpPr/>
          <p:nvPr/>
        </p:nvSpPr>
        <p:spPr>
          <a:xfrm>
            <a:off x="3100366" y="3047999"/>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0" name="矩形 79">
            <a:extLst>
              <a:ext uri="{FF2B5EF4-FFF2-40B4-BE49-F238E27FC236}">
                <a16:creationId xmlns:a16="http://schemas.microsoft.com/office/drawing/2014/main" id="{561B5AD6-D925-7C3A-55E1-5C812F12AA02}"/>
              </a:ext>
            </a:extLst>
          </p:cNvPr>
          <p:cNvSpPr/>
          <p:nvPr/>
        </p:nvSpPr>
        <p:spPr>
          <a:xfrm>
            <a:off x="3272592" y="3047999"/>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1" name="矩形 80">
            <a:extLst>
              <a:ext uri="{FF2B5EF4-FFF2-40B4-BE49-F238E27FC236}">
                <a16:creationId xmlns:a16="http://schemas.microsoft.com/office/drawing/2014/main" id="{EC60ECD5-374C-12E0-762D-593DAF5896F9}"/>
              </a:ext>
            </a:extLst>
          </p:cNvPr>
          <p:cNvSpPr/>
          <p:nvPr/>
        </p:nvSpPr>
        <p:spPr>
          <a:xfrm>
            <a:off x="3444818" y="3047999"/>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2" name="矩形 81">
            <a:extLst>
              <a:ext uri="{FF2B5EF4-FFF2-40B4-BE49-F238E27FC236}">
                <a16:creationId xmlns:a16="http://schemas.microsoft.com/office/drawing/2014/main" id="{ADFB2E7D-7F71-C143-9B67-34FFB0650F39}"/>
              </a:ext>
            </a:extLst>
          </p:cNvPr>
          <p:cNvSpPr/>
          <p:nvPr/>
        </p:nvSpPr>
        <p:spPr>
          <a:xfrm>
            <a:off x="1380763" y="3220225"/>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3" name="矩形 82">
            <a:extLst>
              <a:ext uri="{FF2B5EF4-FFF2-40B4-BE49-F238E27FC236}">
                <a16:creationId xmlns:a16="http://schemas.microsoft.com/office/drawing/2014/main" id="{BB68230A-7046-CE55-BDE0-936EFB96C38C}"/>
              </a:ext>
            </a:extLst>
          </p:cNvPr>
          <p:cNvSpPr/>
          <p:nvPr/>
        </p:nvSpPr>
        <p:spPr>
          <a:xfrm>
            <a:off x="1552989" y="322022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4" name="矩形 83">
            <a:extLst>
              <a:ext uri="{FF2B5EF4-FFF2-40B4-BE49-F238E27FC236}">
                <a16:creationId xmlns:a16="http://schemas.microsoft.com/office/drawing/2014/main" id="{AA27CF29-19F3-28DD-DD60-721B19DE8830}"/>
              </a:ext>
            </a:extLst>
          </p:cNvPr>
          <p:cNvSpPr/>
          <p:nvPr/>
        </p:nvSpPr>
        <p:spPr>
          <a:xfrm>
            <a:off x="1725215" y="322022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5" name="矩形 84">
            <a:extLst>
              <a:ext uri="{FF2B5EF4-FFF2-40B4-BE49-F238E27FC236}">
                <a16:creationId xmlns:a16="http://schemas.microsoft.com/office/drawing/2014/main" id="{98B4F2B0-D35D-2419-4D5A-3C99D5F62193}"/>
              </a:ext>
            </a:extLst>
          </p:cNvPr>
          <p:cNvSpPr/>
          <p:nvPr/>
        </p:nvSpPr>
        <p:spPr>
          <a:xfrm>
            <a:off x="1897441" y="322022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6" name="矩形 85">
            <a:extLst>
              <a:ext uri="{FF2B5EF4-FFF2-40B4-BE49-F238E27FC236}">
                <a16:creationId xmlns:a16="http://schemas.microsoft.com/office/drawing/2014/main" id="{16CA2E64-F9AE-BF2D-243C-782DA7BDF8F6}"/>
              </a:ext>
            </a:extLst>
          </p:cNvPr>
          <p:cNvSpPr/>
          <p:nvPr/>
        </p:nvSpPr>
        <p:spPr>
          <a:xfrm>
            <a:off x="2069667" y="322022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7" name="矩形 86">
            <a:extLst>
              <a:ext uri="{FF2B5EF4-FFF2-40B4-BE49-F238E27FC236}">
                <a16:creationId xmlns:a16="http://schemas.microsoft.com/office/drawing/2014/main" id="{ED52C4D1-A162-2936-ECC8-FB25972E029D}"/>
              </a:ext>
            </a:extLst>
          </p:cNvPr>
          <p:cNvSpPr/>
          <p:nvPr/>
        </p:nvSpPr>
        <p:spPr>
          <a:xfrm>
            <a:off x="2241893" y="322022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8" name="矩形 87">
            <a:extLst>
              <a:ext uri="{FF2B5EF4-FFF2-40B4-BE49-F238E27FC236}">
                <a16:creationId xmlns:a16="http://schemas.microsoft.com/office/drawing/2014/main" id="{E8A13E55-5BF2-07C2-E72B-478C0DFC501F}"/>
              </a:ext>
            </a:extLst>
          </p:cNvPr>
          <p:cNvSpPr/>
          <p:nvPr/>
        </p:nvSpPr>
        <p:spPr>
          <a:xfrm>
            <a:off x="2414119" y="322022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9" name="矩形 88">
            <a:extLst>
              <a:ext uri="{FF2B5EF4-FFF2-40B4-BE49-F238E27FC236}">
                <a16:creationId xmlns:a16="http://schemas.microsoft.com/office/drawing/2014/main" id="{0E5F4762-5840-BAC1-65AB-6C47EEE99A6B}"/>
              </a:ext>
            </a:extLst>
          </p:cNvPr>
          <p:cNvSpPr/>
          <p:nvPr/>
        </p:nvSpPr>
        <p:spPr>
          <a:xfrm>
            <a:off x="2583688" y="322022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0" name="矩形 89">
            <a:extLst>
              <a:ext uri="{FF2B5EF4-FFF2-40B4-BE49-F238E27FC236}">
                <a16:creationId xmlns:a16="http://schemas.microsoft.com/office/drawing/2014/main" id="{BA4445AB-B588-25A9-E76C-1EB5F08DBCB3}"/>
              </a:ext>
            </a:extLst>
          </p:cNvPr>
          <p:cNvSpPr/>
          <p:nvPr/>
        </p:nvSpPr>
        <p:spPr>
          <a:xfrm>
            <a:off x="2755914" y="322022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1" name="矩形 90">
            <a:extLst>
              <a:ext uri="{FF2B5EF4-FFF2-40B4-BE49-F238E27FC236}">
                <a16:creationId xmlns:a16="http://schemas.microsoft.com/office/drawing/2014/main" id="{6AE2BC2E-B749-7835-993F-8691BC0C3A83}"/>
              </a:ext>
            </a:extLst>
          </p:cNvPr>
          <p:cNvSpPr/>
          <p:nvPr/>
        </p:nvSpPr>
        <p:spPr>
          <a:xfrm>
            <a:off x="2928140" y="322022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2" name="矩形 91">
            <a:extLst>
              <a:ext uri="{FF2B5EF4-FFF2-40B4-BE49-F238E27FC236}">
                <a16:creationId xmlns:a16="http://schemas.microsoft.com/office/drawing/2014/main" id="{28E0B3E8-C8C3-0BDB-F9A1-256CE7FE8663}"/>
              </a:ext>
            </a:extLst>
          </p:cNvPr>
          <p:cNvSpPr/>
          <p:nvPr/>
        </p:nvSpPr>
        <p:spPr>
          <a:xfrm>
            <a:off x="3100366" y="322022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3" name="矩形 92">
            <a:extLst>
              <a:ext uri="{FF2B5EF4-FFF2-40B4-BE49-F238E27FC236}">
                <a16:creationId xmlns:a16="http://schemas.microsoft.com/office/drawing/2014/main" id="{68B8EC71-661B-3C9D-EE90-0E1300E9A43D}"/>
              </a:ext>
            </a:extLst>
          </p:cNvPr>
          <p:cNvSpPr/>
          <p:nvPr/>
        </p:nvSpPr>
        <p:spPr>
          <a:xfrm>
            <a:off x="3272592" y="322022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4" name="矩形 93">
            <a:extLst>
              <a:ext uri="{FF2B5EF4-FFF2-40B4-BE49-F238E27FC236}">
                <a16:creationId xmlns:a16="http://schemas.microsoft.com/office/drawing/2014/main" id="{F6ECDA48-4374-C048-20D7-03A236D5E27C}"/>
              </a:ext>
            </a:extLst>
          </p:cNvPr>
          <p:cNvSpPr/>
          <p:nvPr/>
        </p:nvSpPr>
        <p:spPr>
          <a:xfrm>
            <a:off x="3444818" y="322022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5" name="矩形 94">
            <a:extLst>
              <a:ext uri="{FF2B5EF4-FFF2-40B4-BE49-F238E27FC236}">
                <a16:creationId xmlns:a16="http://schemas.microsoft.com/office/drawing/2014/main" id="{EA182D14-0E2F-8EE3-E7B9-3D0A74E7B94A}"/>
              </a:ext>
            </a:extLst>
          </p:cNvPr>
          <p:cNvSpPr/>
          <p:nvPr/>
        </p:nvSpPr>
        <p:spPr>
          <a:xfrm>
            <a:off x="1380763" y="3392451"/>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6" name="矩形 95">
            <a:extLst>
              <a:ext uri="{FF2B5EF4-FFF2-40B4-BE49-F238E27FC236}">
                <a16:creationId xmlns:a16="http://schemas.microsoft.com/office/drawing/2014/main" id="{75DFDC08-E152-045A-AC2F-171C4F4AE256}"/>
              </a:ext>
            </a:extLst>
          </p:cNvPr>
          <p:cNvSpPr/>
          <p:nvPr/>
        </p:nvSpPr>
        <p:spPr>
          <a:xfrm>
            <a:off x="1552989" y="3392451"/>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7" name="矩形 96">
            <a:extLst>
              <a:ext uri="{FF2B5EF4-FFF2-40B4-BE49-F238E27FC236}">
                <a16:creationId xmlns:a16="http://schemas.microsoft.com/office/drawing/2014/main" id="{44E2E77F-0F7C-38FF-BC5D-C26EA46FFCC4}"/>
              </a:ext>
            </a:extLst>
          </p:cNvPr>
          <p:cNvSpPr/>
          <p:nvPr/>
        </p:nvSpPr>
        <p:spPr>
          <a:xfrm>
            <a:off x="1725215" y="3392451"/>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8" name="矩形 97">
            <a:extLst>
              <a:ext uri="{FF2B5EF4-FFF2-40B4-BE49-F238E27FC236}">
                <a16:creationId xmlns:a16="http://schemas.microsoft.com/office/drawing/2014/main" id="{97ED243B-54ED-7869-8B1D-B796107A2456}"/>
              </a:ext>
            </a:extLst>
          </p:cNvPr>
          <p:cNvSpPr/>
          <p:nvPr/>
        </p:nvSpPr>
        <p:spPr>
          <a:xfrm>
            <a:off x="1897441" y="3392451"/>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9" name="矩形 98">
            <a:extLst>
              <a:ext uri="{FF2B5EF4-FFF2-40B4-BE49-F238E27FC236}">
                <a16:creationId xmlns:a16="http://schemas.microsoft.com/office/drawing/2014/main" id="{1E4ED45D-2F90-47EA-6FB7-B8C1B5AAC08B}"/>
              </a:ext>
            </a:extLst>
          </p:cNvPr>
          <p:cNvSpPr/>
          <p:nvPr/>
        </p:nvSpPr>
        <p:spPr>
          <a:xfrm>
            <a:off x="2069667" y="3392451"/>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0" name="矩形 99">
            <a:extLst>
              <a:ext uri="{FF2B5EF4-FFF2-40B4-BE49-F238E27FC236}">
                <a16:creationId xmlns:a16="http://schemas.microsoft.com/office/drawing/2014/main" id="{54D3EF42-8E44-1E29-C94A-FBCCDB621236}"/>
              </a:ext>
            </a:extLst>
          </p:cNvPr>
          <p:cNvSpPr/>
          <p:nvPr/>
        </p:nvSpPr>
        <p:spPr>
          <a:xfrm>
            <a:off x="2241893" y="3392451"/>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1" name="矩形 100">
            <a:extLst>
              <a:ext uri="{FF2B5EF4-FFF2-40B4-BE49-F238E27FC236}">
                <a16:creationId xmlns:a16="http://schemas.microsoft.com/office/drawing/2014/main" id="{76EAA53D-6CB1-7926-B58D-86E1F294C49B}"/>
              </a:ext>
            </a:extLst>
          </p:cNvPr>
          <p:cNvSpPr/>
          <p:nvPr/>
        </p:nvSpPr>
        <p:spPr>
          <a:xfrm>
            <a:off x="2414119" y="3392451"/>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2" name="矩形 101">
            <a:extLst>
              <a:ext uri="{FF2B5EF4-FFF2-40B4-BE49-F238E27FC236}">
                <a16:creationId xmlns:a16="http://schemas.microsoft.com/office/drawing/2014/main" id="{7A45F07A-29D7-0DC5-B3CD-D049D591FDBA}"/>
              </a:ext>
            </a:extLst>
          </p:cNvPr>
          <p:cNvSpPr/>
          <p:nvPr/>
        </p:nvSpPr>
        <p:spPr>
          <a:xfrm>
            <a:off x="2583688" y="3392451"/>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3" name="矩形 102">
            <a:extLst>
              <a:ext uri="{FF2B5EF4-FFF2-40B4-BE49-F238E27FC236}">
                <a16:creationId xmlns:a16="http://schemas.microsoft.com/office/drawing/2014/main" id="{20B1D3B1-BD8F-DFBA-53AF-B6033CCE241A}"/>
              </a:ext>
            </a:extLst>
          </p:cNvPr>
          <p:cNvSpPr/>
          <p:nvPr/>
        </p:nvSpPr>
        <p:spPr>
          <a:xfrm>
            <a:off x="2755914" y="3392451"/>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4" name="矩形 103">
            <a:extLst>
              <a:ext uri="{FF2B5EF4-FFF2-40B4-BE49-F238E27FC236}">
                <a16:creationId xmlns:a16="http://schemas.microsoft.com/office/drawing/2014/main" id="{87953971-347B-2545-6959-CA791B959E20}"/>
              </a:ext>
            </a:extLst>
          </p:cNvPr>
          <p:cNvSpPr/>
          <p:nvPr/>
        </p:nvSpPr>
        <p:spPr>
          <a:xfrm>
            <a:off x="2928140" y="3392451"/>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5" name="矩形 104">
            <a:extLst>
              <a:ext uri="{FF2B5EF4-FFF2-40B4-BE49-F238E27FC236}">
                <a16:creationId xmlns:a16="http://schemas.microsoft.com/office/drawing/2014/main" id="{3BEEBEE3-0481-17DA-A2C7-24514CCAD46B}"/>
              </a:ext>
            </a:extLst>
          </p:cNvPr>
          <p:cNvSpPr/>
          <p:nvPr/>
        </p:nvSpPr>
        <p:spPr>
          <a:xfrm>
            <a:off x="3100366" y="3392451"/>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6" name="矩形 105">
            <a:extLst>
              <a:ext uri="{FF2B5EF4-FFF2-40B4-BE49-F238E27FC236}">
                <a16:creationId xmlns:a16="http://schemas.microsoft.com/office/drawing/2014/main" id="{114CB088-6D61-7C26-69CE-40CA4039E70F}"/>
              </a:ext>
            </a:extLst>
          </p:cNvPr>
          <p:cNvSpPr/>
          <p:nvPr/>
        </p:nvSpPr>
        <p:spPr>
          <a:xfrm>
            <a:off x="3272592" y="3392451"/>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7" name="矩形 106">
            <a:extLst>
              <a:ext uri="{FF2B5EF4-FFF2-40B4-BE49-F238E27FC236}">
                <a16:creationId xmlns:a16="http://schemas.microsoft.com/office/drawing/2014/main" id="{47F2FC4D-D3ED-4DC1-F958-C7BAC9078F7E}"/>
              </a:ext>
            </a:extLst>
          </p:cNvPr>
          <p:cNvSpPr/>
          <p:nvPr/>
        </p:nvSpPr>
        <p:spPr>
          <a:xfrm>
            <a:off x="3444818" y="3392451"/>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8" name="矩形 107">
            <a:extLst>
              <a:ext uri="{FF2B5EF4-FFF2-40B4-BE49-F238E27FC236}">
                <a16:creationId xmlns:a16="http://schemas.microsoft.com/office/drawing/2014/main" id="{7A992C1F-1C52-AE2B-D9D6-D1140958ED54}"/>
              </a:ext>
            </a:extLst>
          </p:cNvPr>
          <p:cNvSpPr/>
          <p:nvPr/>
        </p:nvSpPr>
        <p:spPr>
          <a:xfrm>
            <a:off x="1380763" y="3564677"/>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9" name="矩形 108">
            <a:extLst>
              <a:ext uri="{FF2B5EF4-FFF2-40B4-BE49-F238E27FC236}">
                <a16:creationId xmlns:a16="http://schemas.microsoft.com/office/drawing/2014/main" id="{AEAA0099-7062-1C86-D75A-84D15A0E0AC9}"/>
              </a:ext>
            </a:extLst>
          </p:cNvPr>
          <p:cNvSpPr/>
          <p:nvPr/>
        </p:nvSpPr>
        <p:spPr>
          <a:xfrm>
            <a:off x="1552989" y="3564677"/>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0" name="矩形 109">
            <a:extLst>
              <a:ext uri="{FF2B5EF4-FFF2-40B4-BE49-F238E27FC236}">
                <a16:creationId xmlns:a16="http://schemas.microsoft.com/office/drawing/2014/main" id="{64CEE337-ECAB-7A80-E14B-C95E97E7F2FE}"/>
              </a:ext>
            </a:extLst>
          </p:cNvPr>
          <p:cNvSpPr/>
          <p:nvPr/>
        </p:nvSpPr>
        <p:spPr>
          <a:xfrm>
            <a:off x="1725215" y="3564677"/>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1" name="矩形 110">
            <a:extLst>
              <a:ext uri="{FF2B5EF4-FFF2-40B4-BE49-F238E27FC236}">
                <a16:creationId xmlns:a16="http://schemas.microsoft.com/office/drawing/2014/main" id="{276A35BA-D2A9-7E79-6590-F27DB899A252}"/>
              </a:ext>
            </a:extLst>
          </p:cNvPr>
          <p:cNvSpPr/>
          <p:nvPr/>
        </p:nvSpPr>
        <p:spPr>
          <a:xfrm>
            <a:off x="1897441" y="3564677"/>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2" name="矩形 111">
            <a:extLst>
              <a:ext uri="{FF2B5EF4-FFF2-40B4-BE49-F238E27FC236}">
                <a16:creationId xmlns:a16="http://schemas.microsoft.com/office/drawing/2014/main" id="{4382EF53-B3C3-67C6-FA58-C0DCAA40B554}"/>
              </a:ext>
            </a:extLst>
          </p:cNvPr>
          <p:cNvSpPr/>
          <p:nvPr/>
        </p:nvSpPr>
        <p:spPr>
          <a:xfrm>
            <a:off x="2069667" y="3564677"/>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3" name="矩形 112">
            <a:extLst>
              <a:ext uri="{FF2B5EF4-FFF2-40B4-BE49-F238E27FC236}">
                <a16:creationId xmlns:a16="http://schemas.microsoft.com/office/drawing/2014/main" id="{0F034D03-ADDA-9425-C812-E0BA266B5CEB}"/>
              </a:ext>
            </a:extLst>
          </p:cNvPr>
          <p:cNvSpPr/>
          <p:nvPr/>
        </p:nvSpPr>
        <p:spPr>
          <a:xfrm>
            <a:off x="2241893" y="3564677"/>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4" name="矩形 113">
            <a:extLst>
              <a:ext uri="{FF2B5EF4-FFF2-40B4-BE49-F238E27FC236}">
                <a16:creationId xmlns:a16="http://schemas.microsoft.com/office/drawing/2014/main" id="{5CD5E806-1B92-2817-A5CB-8E1B5BEB38BB}"/>
              </a:ext>
            </a:extLst>
          </p:cNvPr>
          <p:cNvSpPr/>
          <p:nvPr/>
        </p:nvSpPr>
        <p:spPr>
          <a:xfrm>
            <a:off x="2414119" y="3564677"/>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5" name="矩形 114">
            <a:extLst>
              <a:ext uri="{FF2B5EF4-FFF2-40B4-BE49-F238E27FC236}">
                <a16:creationId xmlns:a16="http://schemas.microsoft.com/office/drawing/2014/main" id="{0F53A320-A023-1882-439D-405A6534AA39}"/>
              </a:ext>
            </a:extLst>
          </p:cNvPr>
          <p:cNvSpPr/>
          <p:nvPr/>
        </p:nvSpPr>
        <p:spPr>
          <a:xfrm>
            <a:off x="2583688" y="3564677"/>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6" name="矩形 115">
            <a:extLst>
              <a:ext uri="{FF2B5EF4-FFF2-40B4-BE49-F238E27FC236}">
                <a16:creationId xmlns:a16="http://schemas.microsoft.com/office/drawing/2014/main" id="{8234FB30-1758-B0E6-D504-346497C90CB8}"/>
              </a:ext>
            </a:extLst>
          </p:cNvPr>
          <p:cNvSpPr/>
          <p:nvPr/>
        </p:nvSpPr>
        <p:spPr>
          <a:xfrm>
            <a:off x="2755914" y="3564677"/>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7" name="矩形 116">
            <a:extLst>
              <a:ext uri="{FF2B5EF4-FFF2-40B4-BE49-F238E27FC236}">
                <a16:creationId xmlns:a16="http://schemas.microsoft.com/office/drawing/2014/main" id="{5D4F47D2-21FF-D24A-0669-071FBAA1757D}"/>
              </a:ext>
            </a:extLst>
          </p:cNvPr>
          <p:cNvSpPr/>
          <p:nvPr/>
        </p:nvSpPr>
        <p:spPr>
          <a:xfrm>
            <a:off x="2928140" y="3564677"/>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8" name="矩形 117">
            <a:extLst>
              <a:ext uri="{FF2B5EF4-FFF2-40B4-BE49-F238E27FC236}">
                <a16:creationId xmlns:a16="http://schemas.microsoft.com/office/drawing/2014/main" id="{B5E9F27F-F12D-79E3-941C-0E25D28692A0}"/>
              </a:ext>
            </a:extLst>
          </p:cNvPr>
          <p:cNvSpPr/>
          <p:nvPr/>
        </p:nvSpPr>
        <p:spPr>
          <a:xfrm>
            <a:off x="3100366" y="3564677"/>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9" name="矩形 118">
            <a:extLst>
              <a:ext uri="{FF2B5EF4-FFF2-40B4-BE49-F238E27FC236}">
                <a16:creationId xmlns:a16="http://schemas.microsoft.com/office/drawing/2014/main" id="{D2898D7E-B8B6-B2FF-5382-39D2B53E84D1}"/>
              </a:ext>
            </a:extLst>
          </p:cNvPr>
          <p:cNvSpPr/>
          <p:nvPr/>
        </p:nvSpPr>
        <p:spPr>
          <a:xfrm>
            <a:off x="3272592" y="3564677"/>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0" name="矩形 119">
            <a:extLst>
              <a:ext uri="{FF2B5EF4-FFF2-40B4-BE49-F238E27FC236}">
                <a16:creationId xmlns:a16="http://schemas.microsoft.com/office/drawing/2014/main" id="{360ED9AF-76D2-8C97-A577-C3FB7FC7F5A7}"/>
              </a:ext>
            </a:extLst>
          </p:cNvPr>
          <p:cNvSpPr/>
          <p:nvPr/>
        </p:nvSpPr>
        <p:spPr>
          <a:xfrm>
            <a:off x="3444818" y="3564677"/>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1" name="矩形 120">
            <a:extLst>
              <a:ext uri="{FF2B5EF4-FFF2-40B4-BE49-F238E27FC236}">
                <a16:creationId xmlns:a16="http://schemas.microsoft.com/office/drawing/2014/main" id="{C2F184E0-B4E8-5BFC-0F0A-6AB0B8B04131}"/>
              </a:ext>
            </a:extLst>
          </p:cNvPr>
          <p:cNvSpPr/>
          <p:nvPr/>
        </p:nvSpPr>
        <p:spPr>
          <a:xfrm>
            <a:off x="1380763" y="3736903"/>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2" name="矩形 121">
            <a:extLst>
              <a:ext uri="{FF2B5EF4-FFF2-40B4-BE49-F238E27FC236}">
                <a16:creationId xmlns:a16="http://schemas.microsoft.com/office/drawing/2014/main" id="{940F56A2-117E-5011-5601-C69DDB69EA78}"/>
              </a:ext>
            </a:extLst>
          </p:cNvPr>
          <p:cNvSpPr/>
          <p:nvPr/>
        </p:nvSpPr>
        <p:spPr>
          <a:xfrm>
            <a:off x="1552989" y="3736903"/>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3" name="矩形 122">
            <a:extLst>
              <a:ext uri="{FF2B5EF4-FFF2-40B4-BE49-F238E27FC236}">
                <a16:creationId xmlns:a16="http://schemas.microsoft.com/office/drawing/2014/main" id="{D30D48CD-AAA8-DE5A-AC17-00606F01E160}"/>
              </a:ext>
            </a:extLst>
          </p:cNvPr>
          <p:cNvSpPr/>
          <p:nvPr/>
        </p:nvSpPr>
        <p:spPr>
          <a:xfrm>
            <a:off x="1725215" y="3736903"/>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4" name="矩形 123">
            <a:extLst>
              <a:ext uri="{FF2B5EF4-FFF2-40B4-BE49-F238E27FC236}">
                <a16:creationId xmlns:a16="http://schemas.microsoft.com/office/drawing/2014/main" id="{2BF910DD-326B-985F-E120-865476FCF51B}"/>
              </a:ext>
            </a:extLst>
          </p:cNvPr>
          <p:cNvSpPr/>
          <p:nvPr/>
        </p:nvSpPr>
        <p:spPr>
          <a:xfrm>
            <a:off x="1897441" y="3736903"/>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5" name="矩形 124">
            <a:extLst>
              <a:ext uri="{FF2B5EF4-FFF2-40B4-BE49-F238E27FC236}">
                <a16:creationId xmlns:a16="http://schemas.microsoft.com/office/drawing/2014/main" id="{1A619BC5-2EE8-0C37-6B53-8B31CD604C54}"/>
              </a:ext>
            </a:extLst>
          </p:cNvPr>
          <p:cNvSpPr/>
          <p:nvPr/>
        </p:nvSpPr>
        <p:spPr>
          <a:xfrm>
            <a:off x="2069667" y="3736903"/>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6" name="矩形 125">
            <a:extLst>
              <a:ext uri="{FF2B5EF4-FFF2-40B4-BE49-F238E27FC236}">
                <a16:creationId xmlns:a16="http://schemas.microsoft.com/office/drawing/2014/main" id="{6D2D4F86-7614-0AB4-DD9C-394977B984A9}"/>
              </a:ext>
            </a:extLst>
          </p:cNvPr>
          <p:cNvSpPr/>
          <p:nvPr/>
        </p:nvSpPr>
        <p:spPr>
          <a:xfrm>
            <a:off x="2241893" y="3736903"/>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7" name="矩形 126">
            <a:extLst>
              <a:ext uri="{FF2B5EF4-FFF2-40B4-BE49-F238E27FC236}">
                <a16:creationId xmlns:a16="http://schemas.microsoft.com/office/drawing/2014/main" id="{17F8F455-8206-A5A6-A1FE-2AE3EA0315E3}"/>
              </a:ext>
            </a:extLst>
          </p:cNvPr>
          <p:cNvSpPr/>
          <p:nvPr/>
        </p:nvSpPr>
        <p:spPr>
          <a:xfrm>
            <a:off x="2414119" y="3736903"/>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8" name="矩形 127">
            <a:extLst>
              <a:ext uri="{FF2B5EF4-FFF2-40B4-BE49-F238E27FC236}">
                <a16:creationId xmlns:a16="http://schemas.microsoft.com/office/drawing/2014/main" id="{F152EA95-BFEF-EBAD-9290-10EEF44FBE99}"/>
              </a:ext>
            </a:extLst>
          </p:cNvPr>
          <p:cNvSpPr/>
          <p:nvPr/>
        </p:nvSpPr>
        <p:spPr>
          <a:xfrm>
            <a:off x="2583688" y="3736903"/>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9" name="矩形 128">
            <a:extLst>
              <a:ext uri="{FF2B5EF4-FFF2-40B4-BE49-F238E27FC236}">
                <a16:creationId xmlns:a16="http://schemas.microsoft.com/office/drawing/2014/main" id="{6213E422-FBEF-0B90-9E34-9286A054A795}"/>
              </a:ext>
            </a:extLst>
          </p:cNvPr>
          <p:cNvSpPr/>
          <p:nvPr/>
        </p:nvSpPr>
        <p:spPr>
          <a:xfrm>
            <a:off x="2755914" y="3736903"/>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0" name="矩形 129">
            <a:extLst>
              <a:ext uri="{FF2B5EF4-FFF2-40B4-BE49-F238E27FC236}">
                <a16:creationId xmlns:a16="http://schemas.microsoft.com/office/drawing/2014/main" id="{C4B9D01B-C370-6BAD-64A6-22B42D66EDD3}"/>
              </a:ext>
            </a:extLst>
          </p:cNvPr>
          <p:cNvSpPr/>
          <p:nvPr/>
        </p:nvSpPr>
        <p:spPr>
          <a:xfrm>
            <a:off x="2928140" y="3736903"/>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1" name="矩形 130">
            <a:extLst>
              <a:ext uri="{FF2B5EF4-FFF2-40B4-BE49-F238E27FC236}">
                <a16:creationId xmlns:a16="http://schemas.microsoft.com/office/drawing/2014/main" id="{7C01C3DC-2A13-4C00-5FE4-DDE536DB138C}"/>
              </a:ext>
            </a:extLst>
          </p:cNvPr>
          <p:cNvSpPr/>
          <p:nvPr/>
        </p:nvSpPr>
        <p:spPr>
          <a:xfrm>
            <a:off x="3100366" y="3736903"/>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2" name="矩形 131">
            <a:extLst>
              <a:ext uri="{FF2B5EF4-FFF2-40B4-BE49-F238E27FC236}">
                <a16:creationId xmlns:a16="http://schemas.microsoft.com/office/drawing/2014/main" id="{497E452F-569D-4595-BC61-21B9AC8D47A9}"/>
              </a:ext>
            </a:extLst>
          </p:cNvPr>
          <p:cNvSpPr/>
          <p:nvPr/>
        </p:nvSpPr>
        <p:spPr>
          <a:xfrm>
            <a:off x="3272592" y="3736903"/>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3" name="矩形 132">
            <a:extLst>
              <a:ext uri="{FF2B5EF4-FFF2-40B4-BE49-F238E27FC236}">
                <a16:creationId xmlns:a16="http://schemas.microsoft.com/office/drawing/2014/main" id="{52A7D297-E871-B55A-1974-199B25FEE57C}"/>
              </a:ext>
            </a:extLst>
          </p:cNvPr>
          <p:cNvSpPr/>
          <p:nvPr/>
        </p:nvSpPr>
        <p:spPr>
          <a:xfrm>
            <a:off x="3444818" y="3736903"/>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4" name="矩形 133">
            <a:extLst>
              <a:ext uri="{FF2B5EF4-FFF2-40B4-BE49-F238E27FC236}">
                <a16:creationId xmlns:a16="http://schemas.microsoft.com/office/drawing/2014/main" id="{86C72220-5D4E-5DC7-AC75-897088400B34}"/>
              </a:ext>
            </a:extLst>
          </p:cNvPr>
          <p:cNvSpPr/>
          <p:nvPr/>
        </p:nvSpPr>
        <p:spPr>
          <a:xfrm>
            <a:off x="1380763" y="3909129"/>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5" name="矩形 134">
            <a:extLst>
              <a:ext uri="{FF2B5EF4-FFF2-40B4-BE49-F238E27FC236}">
                <a16:creationId xmlns:a16="http://schemas.microsoft.com/office/drawing/2014/main" id="{020A7786-822B-7A7B-1EE3-08BF2B401FDA}"/>
              </a:ext>
            </a:extLst>
          </p:cNvPr>
          <p:cNvSpPr/>
          <p:nvPr/>
        </p:nvSpPr>
        <p:spPr>
          <a:xfrm>
            <a:off x="1552989" y="3909129"/>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6" name="矩形 135">
            <a:extLst>
              <a:ext uri="{FF2B5EF4-FFF2-40B4-BE49-F238E27FC236}">
                <a16:creationId xmlns:a16="http://schemas.microsoft.com/office/drawing/2014/main" id="{D6AA0645-E3DB-5779-BFDF-348F95619280}"/>
              </a:ext>
            </a:extLst>
          </p:cNvPr>
          <p:cNvSpPr/>
          <p:nvPr/>
        </p:nvSpPr>
        <p:spPr>
          <a:xfrm>
            <a:off x="1725215" y="3909129"/>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7" name="矩形 136">
            <a:extLst>
              <a:ext uri="{FF2B5EF4-FFF2-40B4-BE49-F238E27FC236}">
                <a16:creationId xmlns:a16="http://schemas.microsoft.com/office/drawing/2014/main" id="{89A082D2-A50F-06E8-C825-ED4984ACCCAB}"/>
              </a:ext>
            </a:extLst>
          </p:cNvPr>
          <p:cNvSpPr/>
          <p:nvPr/>
        </p:nvSpPr>
        <p:spPr>
          <a:xfrm>
            <a:off x="1897441" y="3909129"/>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8" name="矩形 137">
            <a:extLst>
              <a:ext uri="{FF2B5EF4-FFF2-40B4-BE49-F238E27FC236}">
                <a16:creationId xmlns:a16="http://schemas.microsoft.com/office/drawing/2014/main" id="{EF70800E-BFFC-B36B-6F5C-FC19F7CD86AD}"/>
              </a:ext>
            </a:extLst>
          </p:cNvPr>
          <p:cNvSpPr/>
          <p:nvPr/>
        </p:nvSpPr>
        <p:spPr>
          <a:xfrm>
            <a:off x="2069667" y="3909129"/>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9" name="矩形 138">
            <a:extLst>
              <a:ext uri="{FF2B5EF4-FFF2-40B4-BE49-F238E27FC236}">
                <a16:creationId xmlns:a16="http://schemas.microsoft.com/office/drawing/2014/main" id="{877D6A5E-A803-9451-5A1D-7D1C376A5062}"/>
              </a:ext>
            </a:extLst>
          </p:cNvPr>
          <p:cNvSpPr/>
          <p:nvPr/>
        </p:nvSpPr>
        <p:spPr>
          <a:xfrm>
            <a:off x="2241893" y="3909129"/>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0" name="矩形 139">
            <a:extLst>
              <a:ext uri="{FF2B5EF4-FFF2-40B4-BE49-F238E27FC236}">
                <a16:creationId xmlns:a16="http://schemas.microsoft.com/office/drawing/2014/main" id="{AB9FAAD3-8012-082F-7566-DCE2BFC9636F}"/>
              </a:ext>
            </a:extLst>
          </p:cNvPr>
          <p:cNvSpPr/>
          <p:nvPr/>
        </p:nvSpPr>
        <p:spPr>
          <a:xfrm>
            <a:off x="2414119" y="3909129"/>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1" name="矩形 140">
            <a:extLst>
              <a:ext uri="{FF2B5EF4-FFF2-40B4-BE49-F238E27FC236}">
                <a16:creationId xmlns:a16="http://schemas.microsoft.com/office/drawing/2014/main" id="{41DA6681-B03A-E64D-4422-098696C84245}"/>
              </a:ext>
            </a:extLst>
          </p:cNvPr>
          <p:cNvSpPr/>
          <p:nvPr/>
        </p:nvSpPr>
        <p:spPr>
          <a:xfrm>
            <a:off x="2583688" y="3909129"/>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2" name="矩形 141">
            <a:extLst>
              <a:ext uri="{FF2B5EF4-FFF2-40B4-BE49-F238E27FC236}">
                <a16:creationId xmlns:a16="http://schemas.microsoft.com/office/drawing/2014/main" id="{827D3D81-A2A1-5ACE-99A0-3FCF7F2FF0C1}"/>
              </a:ext>
            </a:extLst>
          </p:cNvPr>
          <p:cNvSpPr/>
          <p:nvPr/>
        </p:nvSpPr>
        <p:spPr>
          <a:xfrm>
            <a:off x="2755914" y="3909129"/>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3" name="矩形 142">
            <a:extLst>
              <a:ext uri="{FF2B5EF4-FFF2-40B4-BE49-F238E27FC236}">
                <a16:creationId xmlns:a16="http://schemas.microsoft.com/office/drawing/2014/main" id="{68D49AD4-2E7A-6E8B-3CBC-058EA8EAAFCA}"/>
              </a:ext>
            </a:extLst>
          </p:cNvPr>
          <p:cNvSpPr/>
          <p:nvPr/>
        </p:nvSpPr>
        <p:spPr>
          <a:xfrm>
            <a:off x="2928140" y="3909129"/>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4" name="矩形 143">
            <a:extLst>
              <a:ext uri="{FF2B5EF4-FFF2-40B4-BE49-F238E27FC236}">
                <a16:creationId xmlns:a16="http://schemas.microsoft.com/office/drawing/2014/main" id="{8269F83E-60D6-6804-D27D-E1B4741DB703}"/>
              </a:ext>
            </a:extLst>
          </p:cNvPr>
          <p:cNvSpPr/>
          <p:nvPr/>
        </p:nvSpPr>
        <p:spPr>
          <a:xfrm>
            <a:off x="3100366" y="3909129"/>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5" name="矩形 144">
            <a:extLst>
              <a:ext uri="{FF2B5EF4-FFF2-40B4-BE49-F238E27FC236}">
                <a16:creationId xmlns:a16="http://schemas.microsoft.com/office/drawing/2014/main" id="{152C485F-7DC4-406D-018B-159080FA17DA}"/>
              </a:ext>
            </a:extLst>
          </p:cNvPr>
          <p:cNvSpPr/>
          <p:nvPr/>
        </p:nvSpPr>
        <p:spPr>
          <a:xfrm>
            <a:off x="3272592" y="3909129"/>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6" name="矩形 145">
            <a:extLst>
              <a:ext uri="{FF2B5EF4-FFF2-40B4-BE49-F238E27FC236}">
                <a16:creationId xmlns:a16="http://schemas.microsoft.com/office/drawing/2014/main" id="{FCA511D1-3C08-FF9E-F784-9AB07B0F24E9}"/>
              </a:ext>
            </a:extLst>
          </p:cNvPr>
          <p:cNvSpPr/>
          <p:nvPr/>
        </p:nvSpPr>
        <p:spPr>
          <a:xfrm>
            <a:off x="3444818" y="3909129"/>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7" name="矩形 146">
            <a:extLst>
              <a:ext uri="{FF2B5EF4-FFF2-40B4-BE49-F238E27FC236}">
                <a16:creationId xmlns:a16="http://schemas.microsoft.com/office/drawing/2014/main" id="{66E1C2D5-F0BE-01CC-410B-1E13983D32C5}"/>
              </a:ext>
            </a:extLst>
          </p:cNvPr>
          <p:cNvSpPr/>
          <p:nvPr/>
        </p:nvSpPr>
        <p:spPr>
          <a:xfrm>
            <a:off x="1380763" y="4081355"/>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8" name="矩形 147">
            <a:extLst>
              <a:ext uri="{FF2B5EF4-FFF2-40B4-BE49-F238E27FC236}">
                <a16:creationId xmlns:a16="http://schemas.microsoft.com/office/drawing/2014/main" id="{3B304C7D-F2B4-044B-777B-43E0F187BFE9}"/>
              </a:ext>
            </a:extLst>
          </p:cNvPr>
          <p:cNvSpPr/>
          <p:nvPr/>
        </p:nvSpPr>
        <p:spPr>
          <a:xfrm>
            <a:off x="1552989" y="408135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9" name="矩形 148">
            <a:extLst>
              <a:ext uri="{FF2B5EF4-FFF2-40B4-BE49-F238E27FC236}">
                <a16:creationId xmlns:a16="http://schemas.microsoft.com/office/drawing/2014/main" id="{60B9F42B-79D2-8759-BB32-B01297AAC4BF}"/>
              </a:ext>
            </a:extLst>
          </p:cNvPr>
          <p:cNvSpPr/>
          <p:nvPr/>
        </p:nvSpPr>
        <p:spPr>
          <a:xfrm>
            <a:off x="1725215" y="408135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0" name="矩形 149">
            <a:extLst>
              <a:ext uri="{FF2B5EF4-FFF2-40B4-BE49-F238E27FC236}">
                <a16:creationId xmlns:a16="http://schemas.microsoft.com/office/drawing/2014/main" id="{D0866309-1319-272C-11BA-BBF4C58DD844}"/>
              </a:ext>
            </a:extLst>
          </p:cNvPr>
          <p:cNvSpPr/>
          <p:nvPr/>
        </p:nvSpPr>
        <p:spPr>
          <a:xfrm>
            <a:off x="1897441" y="408135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1" name="矩形 150">
            <a:extLst>
              <a:ext uri="{FF2B5EF4-FFF2-40B4-BE49-F238E27FC236}">
                <a16:creationId xmlns:a16="http://schemas.microsoft.com/office/drawing/2014/main" id="{16020E3C-5716-645C-197E-348FA77CF7FD}"/>
              </a:ext>
            </a:extLst>
          </p:cNvPr>
          <p:cNvSpPr/>
          <p:nvPr/>
        </p:nvSpPr>
        <p:spPr>
          <a:xfrm>
            <a:off x="2069667" y="408135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2" name="矩形 151">
            <a:extLst>
              <a:ext uri="{FF2B5EF4-FFF2-40B4-BE49-F238E27FC236}">
                <a16:creationId xmlns:a16="http://schemas.microsoft.com/office/drawing/2014/main" id="{F7AE0937-9463-0948-8D0B-1C8F5BD00D55}"/>
              </a:ext>
            </a:extLst>
          </p:cNvPr>
          <p:cNvSpPr/>
          <p:nvPr/>
        </p:nvSpPr>
        <p:spPr>
          <a:xfrm>
            <a:off x="2241893" y="408135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3" name="矩形 152">
            <a:extLst>
              <a:ext uri="{FF2B5EF4-FFF2-40B4-BE49-F238E27FC236}">
                <a16:creationId xmlns:a16="http://schemas.microsoft.com/office/drawing/2014/main" id="{BB0A91E2-8D28-5203-1A9F-D5B26A46E3D0}"/>
              </a:ext>
            </a:extLst>
          </p:cNvPr>
          <p:cNvSpPr/>
          <p:nvPr/>
        </p:nvSpPr>
        <p:spPr>
          <a:xfrm>
            <a:off x="2414119" y="408135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4" name="矩形 153">
            <a:extLst>
              <a:ext uri="{FF2B5EF4-FFF2-40B4-BE49-F238E27FC236}">
                <a16:creationId xmlns:a16="http://schemas.microsoft.com/office/drawing/2014/main" id="{709AC1B4-5121-724A-E2C4-0218FEBBCC23}"/>
              </a:ext>
            </a:extLst>
          </p:cNvPr>
          <p:cNvSpPr/>
          <p:nvPr/>
        </p:nvSpPr>
        <p:spPr>
          <a:xfrm>
            <a:off x="2583688" y="408135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5" name="矩形 154">
            <a:extLst>
              <a:ext uri="{FF2B5EF4-FFF2-40B4-BE49-F238E27FC236}">
                <a16:creationId xmlns:a16="http://schemas.microsoft.com/office/drawing/2014/main" id="{69C793EA-92B3-F5C0-8110-87AA56A25645}"/>
              </a:ext>
            </a:extLst>
          </p:cNvPr>
          <p:cNvSpPr/>
          <p:nvPr/>
        </p:nvSpPr>
        <p:spPr>
          <a:xfrm>
            <a:off x="2755914" y="408135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6" name="矩形 155">
            <a:extLst>
              <a:ext uri="{FF2B5EF4-FFF2-40B4-BE49-F238E27FC236}">
                <a16:creationId xmlns:a16="http://schemas.microsoft.com/office/drawing/2014/main" id="{814AADCD-1DD4-3BB0-0680-AD903E745EE5}"/>
              </a:ext>
            </a:extLst>
          </p:cNvPr>
          <p:cNvSpPr/>
          <p:nvPr/>
        </p:nvSpPr>
        <p:spPr>
          <a:xfrm>
            <a:off x="2928140" y="408135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7" name="矩形 156">
            <a:extLst>
              <a:ext uri="{FF2B5EF4-FFF2-40B4-BE49-F238E27FC236}">
                <a16:creationId xmlns:a16="http://schemas.microsoft.com/office/drawing/2014/main" id="{BF337A78-6971-C922-6597-BB34DB61E9C4}"/>
              </a:ext>
            </a:extLst>
          </p:cNvPr>
          <p:cNvSpPr/>
          <p:nvPr/>
        </p:nvSpPr>
        <p:spPr>
          <a:xfrm>
            <a:off x="3100366" y="408135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8" name="矩形 157">
            <a:extLst>
              <a:ext uri="{FF2B5EF4-FFF2-40B4-BE49-F238E27FC236}">
                <a16:creationId xmlns:a16="http://schemas.microsoft.com/office/drawing/2014/main" id="{D3CB0F8A-D430-03C4-E402-29EC8C18ECE7}"/>
              </a:ext>
            </a:extLst>
          </p:cNvPr>
          <p:cNvSpPr/>
          <p:nvPr/>
        </p:nvSpPr>
        <p:spPr>
          <a:xfrm>
            <a:off x="3272592" y="408135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9" name="矩形 158">
            <a:extLst>
              <a:ext uri="{FF2B5EF4-FFF2-40B4-BE49-F238E27FC236}">
                <a16:creationId xmlns:a16="http://schemas.microsoft.com/office/drawing/2014/main" id="{A3FD30CC-71AF-A8AB-15FE-009AF7F93572}"/>
              </a:ext>
            </a:extLst>
          </p:cNvPr>
          <p:cNvSpPr/>
          <p:nvPr/>
        </p:nvSpPr>
        <p:spPr>
          <a:xfrm>
            <a:off x="3444818" y="4081355"/>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0" name="矩形 159">
            <a:extLst>
              <a:ext uri="{FF2B5EF4-FFF2-40B4-BE49-F238E27FC236}">
                <a16:creationId xmlns:a16="http://schemas.microsoft.com/office/drawing/2014/main" id="{BAB72921-B5F2-099A-DAAC-38D9C81AF1F8}"/>
              </a:ext>
            </a:extLst>
          </p:cNvPr>
          <p:cNvSpPr/>
          <p:nvPr/>
        </p:nvSpPr>
        <p:spPr>
          <a:xfrm>
            <a:off x="1380763" y="4253581"/>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1" name="矩形 160">
            <a:extLst>
              <a:ext uri="{FF2B5EF4-FFF2-40B4-BE49-F238E27FC236}">
                <a16:creationId xmlns:a16="http://schemas.microsoft.com/office/drawing/2014/main" id="{033AC686-E7C3-588A-17CE-BC1B1459C040}"/>
              </a:ext>
            </a:extLst>
          </p:cNvPr>
          <p:cNvSpPr/>
          <p:nvPr/>
        </p:nvSpPr>
        <p:spPr>
          <a:xfrm>
            <a:off x="1552989" y="4253581"/>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2" name="矩形 161">
            <a:extLst>
              <a:ext uri="{FF2B5EF4-FFF2-40B4-BE49-F238E27FC236}">
                <a16:creationId xmlns:a16="http://schemas.microsoft.com/office/drawing/2014/main" id="{93DD2BFD-FDC8-582E-0504-5005CE9E7760}"/>
              </a:ext>
            </a:extLst>
          </p:cNvPr>
          <p:cNvSpPr/>
          <p:nvPr/>
        </p:nvSpPr>
        <p:spPr>
          <a:xfrm>
            <a:off x="1725215" y="4253581"/>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3" name="矩形 162">
            <a:extLst>
              <a:ext uri="{FF2B5EF4-FFF2-40B4-BE49-F238E27FC236}">
                <a16:creationId xmlns:a16="http://schemas.microsoft.com/office/drawing/2014/main" id="{D4829F31-4979-2A53-9080-3F2D230DE4F5}"/>
              </a:ext>
            </a:extLst>
          </p:cNvPr>
          <p:cNvSpPr/>
          <p:nvPr/>
        </p:nvSpPr>
        <p:spPr>
          <a:xfrm>
            <a:off x="1897441" y="4253581"/>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4" name="矩形 163">
            <a:extLst>
              <a:ext uri="{FF2B5EF4-FFF2-40B4-BE49-F238E27FC236}">
                <a16:creationId xmlns:a16="http://schemas.microsoft.com/office/drawing/2014/main" id="{6F5507D6-1CE7-4A0B-3BE0-E6092CAB9D99}"/>
              </a:ext>
            </a:extLst>
          </p:cNvPr>
          <p:cNvSpPr/>
          <p:nvPr/>
        </p:nvSpPr>
        <p:spPr>
          <a:xfrm>
            <a:off x="2069667" y="4253581"/>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5" name="矩形 164">
            <a:extLst>
              <a:ext uri="{FF2B5EF4-FFF2-40B4-BE49-F238E27FC236}">
                <a16:creationId xmlns:a16="http://schemas.microsoft.com/office/drawing/2014/main" id="{818E606C-CBE7-4069-2B15-AE39F6F85BAF}"/>
              </a:ext>
            </a:extLst>
          </p:cNvPr>
          <p:cNvSpPr/>
          <p:nvPr/>
        </p:nvSpPr>
        <p:spPr>
          <a:xfrm>
            <a:off x="2241893" y="4253581"/>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6" name="矩形 165">
            <a:extLst>
              <a:ext uri="{FF2B5EF4-FFF2-40B4-BE49-F238E27FC236}">
                <a16:creationId xmlns:a16="http://schemas.microsoft.com/office/drawing/2014/main" id="{AB0BE7FC-D82F-7461-5F12-9377B4BC41CC}"/>
              </a:ext>
            </a:extLst>
          </p:cNvPr>
          <p:cNvSpPr/>
          <p:nvPr/>
        </p:nvSpPr>
        <p:spPr>
          <a:xfrm>
            <a:off x="2414119" y="4253581"/>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7" name="矩形 166">
            <a:extLst>
              <a:ext uri="{FF2B5EF4-FFF2-40B4-BE49-F238E27FC236}">
                <a16:creationId xmlns:a16="http://schemas.microsoft.com/office/drawing/2014/main" id="{8A0AF737-059D-779C-057D-9C679860C9EF}"/>
              </a:ext>
            </a:extLst>
          </p:cNvPr>
          <p:cNvSpPr/>
          <p:nvPr/>
        </p:nvSpPr>
        <p:spPr>
          <a:xfrm>
            <a:off x="2583688" y="4253581"/>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8" name="矩形 167">
            <a:extLst>
              <a:ext uri="{FF2B5EF4-FFF2-40B4-BE49-F238E27FC236}">
                <a16:creationId xmlns:a16="http://schemas.microsoft.com/office/drawing/2014/main" id="{3B13A5F8-7E44-AF74-AC20-2F3A597F3570}"/>
              </a:ext>
            </a:extLst>
          </p:cNvPr>
          <p:cNvSpPr/>
          <p:nvPr/>
        </p:nvSpPr>
        <p:spPr>
          <a:xfrm>
            <a:off x="2755914" y="4253581"/>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9" name="矩形 168">
            <a:extLst>
              <a:ext uri="{FF2B5EF4-FFF2-40B4-BE49-F238E27FC236}">
                <a16:creationId xmlns:a16="http://schemas.microsoft.com/office/drawing/2014/main" id="{17A34B79-78D2-0301-74CD-200E5664BC92}"/>
              </a:ext>
            </a:extLst>
          </p:cNvPr>
          <p:cNvSpPr/>
          <p:nvPr/>
        </p:nvSpPr>
        <p:spPr>
          <a:xfrm>
            <a:off x="2928140" y="4253581"/>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0" name="矩形 169">
            <a:extLst>
              <a:ext uri="{FF2B5EF4-FFF2-40B4-BE49-F238E27FC236}">
                <a16:creationId xmlns:a16="http://schemas.microsoft.com/office/drawing/2014/main" id="{CB2DDACD-5976-222F-458F-87886710BF07}"/>
              </a:ext>
            </a:extLst>
          </p:cNvPr>
          <p:cNvSpPr/>
          <p:nvPr/>
        </p:nvSpPr>
        <p:spPr>
          <a:xfrm>
            <a:off x="3100366" y="4253581"/>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1" name="矩形 170">
            <a:extLst>
              <a:ext uri="{FF2B5EF4-FFF2-40B4-BE49-F238E27FC236}">
                <a16:creationId xmlns:a16="http://schemas.microsoft.com/office/drawing/2014/main" id="{3AD2918C-A5FE-69E6-B125-6E25E4E77ECD}"/>
              </a:ext>
            </a:extLst>
          </p:cNvPr>
          <p:cNvSpPr/>
          <p:nvPr/>
        </p:nvSpPr>
        <p:spPr>
          <a:xfrm>
            <a:off x="3272592" y="4253581"/>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2" name="矩形 171">
            <a:extLst>
              <a:ext uri="{FF2B5EF4-FFF2-40B4-BE49-F238E27FC236}">
                <a16:creationId xmlns:a16="http://schemas.microsoft.com/office/drawing/2014/main" id="{D2C3C532-3C54-F784-87C7-D9484E2582E8}"/>
              </a:ext>
            </a:extLst>
          </p:cNvPr>
          <p:cNvSpPr/>
          <p:nvPr/>
        </p:nvSpPr>
        <p:spPr>
          <a:xfrm>
            <a:off x="3444818" y="4253581"/>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43" name="矩形 342">
            <a:extLst>
              <a:ext uri="{FF2B5EF4-FFF2-40B4-BE49-F238E27FC236}">
                <a16:creationId xmlns:a16="http://schemas.microsoft.com/office/drawing/2014/main" id="{159FD3FC-7FF3-5437-4FC0-4764EC2EE0B5}"/>
              </a:ext>
            </a:extLst>
          </p:cNvPr>
          <p:cNvSpPr/>
          <p:nvPr/>
        </p:nvSpPr>
        <p:spPr>
          <a:xfrm>
            <a:off x="4761917" y="2186869"/>
            <a:ext cx="2236281" cy="2238938"/>
          </a:xfrm>
          <a:prstGeom prst="rect">
            <a:avLst/>
          </a:prstGeom>
          <a:solidFill>
            <a:schemeClr val="bg1"/>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344" name="Picture 2" descr="Pop! Wall-E (Facet) — Double Boxed Toys">
            <a:extLst>
              <a:ext uri="{FF2B5EF4-FFF2-40B4-BE49-F238E27FC236}">
                <a16:creationId xmlns:a16="http://schemas.microsoft.com/office/drawing/2014/main" id="{A6AB62F5-B596-5886-3EB6-625869773281}"/>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2782" t="8914" r="12960" b="8907"/>
          <a:stretch/>
        </p:blipFill>
        <p:spPr bwMode="auto">
          <a:xfrm>
            <a:off x="3254355" y="2475818"/>
            <a:ext cx="205778" cy="227729"/>
          </a:xfrm>
          <a:prstGeom prst="rect">
            <a:avLst/>
          </a:prstGeom>
          <a:noFill/>
          <a:extLst>
            <a:ext uri="{909E8E84-426E-40DD-AFC4-6F175D3DCCD1}">
              <a14:hiddenFill xmlns:a14="http://schemas.microsoft.com/office/drawing/2010/main">
                <a:solidFill>
                  <a:srgbClr val="FFFFFF"/>
                </a:solidFill>
              </a14:hiddenFill>
            </a:ext>
          </a:extLst>
        </p:spPr>
      </p:pic>
      <p:sp>
        <p:nvSpPr>
          <p:cNvPr id="345" name="文本框 344">
            <a:extLst>
              <a:ext uri="{FF2B5EF4-FFF2-40B4-BE49-F238E27FC236}">
                <a16:creationId xmlns:a16="http://schemas.microsoft.com/office/drawing/2014/main" id="{D2C51B07-BA17-39AE-512F-FF125BEB29C9}"/>
              </a:ext>
            </a:extLst>
          </p:cNvPr>
          <p:cNvSpPr txBox="1"/>
          <p:nvPr/>
        </p:nvSpPr>
        <p:spPr>
          <a:xfrm>
            <a:off x="1878044" y="4478016"/>
            <a:ext cx="1222322" cy="338554"/>
          </a:xfrm>
          <a:prstGeom prst="rect">
            <a:avLst/>
          </a:prstGeom>
          <a:noFill/>
        </p:spPr>
        <p:txBody>
          <a:bodyPr wrap="none" rtlCol="0">
            <a:spAutoFit/>
          </a:bodyPr>
          <a:lstStyle/>
          <a:p>
            <a:r>
              <a:rPr lang="en-GB" sz="1600" dirty="0">
                <a:solidFill>
                  <a:srgbClr val="003399"/>
                </a:solidFill>
              </a:rPr>
              <a:t>real</a:t>
            </a:r>
            <a:r>
              <a:rPr lang="zh-CN" altLang="en-US" sz="1600" dirty="0">
                <a:solidFill>
                  <a:srgbClr val="003399"/>
                </a:solidFill>
              </a:rPr>
              <a:t> </a:t>
            </a:r>
            <a:r>
              <a:rPr lang="en-GB" altLang="zh-CN" sz="1600" dirty="0">
                <a:solidFill>
                  <a:srgbClr val="003399"/>
                </a:solidFill>
              </a:rPr>
              <a:t>position</a:t>
            </a:r>
            <a:endParaRPr lang="en-GB" sz="1600" dirty="0">
              <a:solidFill>
                <a:srgbClr val="003399"/>
              </a:solidFill>
            </a:endParaRPr>
          </a:p>
        </p:txBody>
      </p:sp>
      <p:sp>
        <p:nvSpPr>
          <p:cNvPr id="346" name="文本框 345">
            <a:extLst>
              <a:ext uri="{FF2B5EF4-FFF2-40B4-BE49-F238E27FC236}">
                <a16:creationId xmlns:a16="http://schemas.microsoft.com/office/drawing/2014/main" id="{20BCBE74-165B-4D8F-38F9-262BAA500AC5}"/>
              </a:ext>
            </a:extLst>
          </p:cNvPr>
          <p:cNvSpPr txBox="1"/>
          <p:nvPr/>
        </p:nvSpPr>
        <p:spPr>
          <a:xfrm>
            <a:off x="4260153" y="4478016"/>
            <a:ext cx="3233642" cy="338554"/>
          </a:xfrm>
          <a:prstGeom prst="rect">
            <a:avLst/>
          </a:prstGeom>
          <a:noFill/>
        </p:spPr>
        <p:txBody>
          <a:bodyPr wrap="none" rtlCol="0">
            <a:spAutoFit/>
          </a:bodyPr>
          <a:lstStyle/>
          <a:p>
            <a:r>
              <a:rPr lang="en-GB" sz="1600" dirty="0">
                <a:solidFill>
                  <a:schemeClr val="accent4"/>
                </a:solidFill>
              </a:rPr>
              <a:t>estimated</a:t>
            </a:r>
            <a:r>
              <a:rPr lang="zh-CN" altLang="en-US" sz="1600" dirty="0">
                <a:solidFill>
                  <a:schemeClr val="accent4"/>
                </a:solidFill>
              </a:rPr>
              <a:t> </a:t>
            </a:r>
            <a:r>
              <a:rPr lang="en-GB" altLang="zh-CN" sz="1600" dirty="0">
                <a:solidFill>
                  <a:schemeClr val="accent4"/>
                </a:solidFill>
              </a:rPr>
              <a:t>positions and orientations</a:t>
            </a:r>
            <a:endParaRPr lang="en-GB" sz="1600" dirty="0">
              <a:solidFill>
                <a:schemeClr val="accent4"/>
              </a:solidFill>
            </a:endParaRPr>
          </a:p>
        </p:txBody>
      </p:sp>
      <p:grpSp>
        <p:nvGrpSpPr>
          <p:cNvPr id="392" name="组合 391">
            <a:extLst>
              <a:ext uri="{FF2B5EF4-FFF2-40B4-BE49-F238E27FC236}">
                <a16:creationId xmlns:a16="http://schemas.microsoft.com/office/drawing/2014/main" id="{C5EEA153-F932-3277-DD7A-D8024D45A241}"/>
              </a:ext>
            </a:extLst>
          </p:cNvPr>
          <p:cNvGrpSpPr/>
          <p:nvPr/>
        </p:nvGrpSpPr>
        <p:grpSpPr>
          <a:xfrm rot="4090668">
            <a:off x="6514123" y="2914985"/>
            <a:ext cx="172800" cy="172800"/>
            <a:chOff x="7320995" y="2197610"/>
            <a:chExt cx="172800" cy="172800"/>
          </a:xfrm>
        </p:grpSpPr>
        <p:sp>
          <p:nvSpPr>
            <p:cNvPr id="350" name="椭圆 349">
              <a:extLst>
                <a:ext uri="{FF2B5EF4-FFF2-40B4-BE49-F238E27FC236}">
                  <a16:creationId xmlns:a16="http://schemas.microsoft.com/office/drawing/2014/main" id="{54DB55A4-323D-8EB2-2799-07A787ED1118}"/>
                </a:ext>
              </a:extLst>
            </p:cNvPr>
            <p:cNvSpPr/>
            <p:nvPr/>
          </p:nvSpPr>
          <p:spPr>
            <a:xfrm>
              <a:off x="7320995" y="2197610"/>
              <a:ext cx="172800" cy="172800"/>
            </a:xfrm>
            <a:prstGeom prst="ellipse">
              <a:avLst/>
            </a:prstGeom>
            <a:solidFill>
              <a:schemeClr val="bg1">
                <a:alpha val="1196"/>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800" dirty="0">
                  <a:solidFill>
                    <a:schemeClr val="bg1"/>
                  </a:solidFill>
                </a:rPr>
                <a:t>0</a:t>
              </a:r>
            </a:p>
          </p:txBody>
        </p:sp>
        <p:cxnSp>
          <p:nvCxnSpPr>
            <p:cNvPr id="351" name="直线箭头连接符 350">
              <a:extLst>
                <a:ext uri="{FF2B5EF4-FFF2-40B4-BE49-F238E27FC236}">
                  <a16:creationId xmlns:a16="http://schemas.microsoft.com/office/drawing/2014/main" id="{2E9C0C15-6E5D-52E5-2826-724DAB63F1E3}"/>
                </a:ext>
              </a:extLst>
            </p:cNvPr>
            <p:cNvCxnSpPr>
              <a:cxnSpLocks/>
            </p:cNvCxnSpPr>
            <p:nvPr/>
          </p:nvCxnSpPr>
          <p:spPr>
            <a:xfrm flipV="1">
              <a:off x="7403000" y="2212010"/>
              <a:ext cx="0" cy="144000"/>
            </a:xfrm>
            <a:prstGeom prst="straightConnector1">
              <a:avLst/>
            </a:prstGeom>
            <a:ln w="22225">
              <a:solidFill>
                <a:schemeClr val="accent4">
                  <a:alpha val="62000"/>
                </a:schemeClr>
              </a:solidFill>
              <a:tailEnd type="triangle"/>
            </a:ln>
          </p:spPr>
          <p:style>
            <a:lnRef idx="1">
              <a:schemeClr val="accent1"/>
            </a:lnRef>
            <a:fillRef idx="0">
              <a:schemeClr val="accent1"/>
            </a:fillRef>
            <a:effectRef idx="0">
              <a:schemeClr val="accent1"/>
            </a:effectRef>
            <a:fontRef idx="minor">
              <a:schemeClr val="tx1"/>
            </a:fontRef>
          </p:style>
        </p:cxnSp>
      </p:grpSp>
      <p:grpSp>
        <p:nvGrpSpPr>
          <p:cNvPr id="394" name="组合 393">
            <a:extLst>
              <a:ext uri="{FF2B5EF4-FFF2-40B4-BE49-F238E27FC236}">
                <a16:creationId xmlns:a16="http://schemas.microsoft.com/office/drawing/2014/main" id="{0B5791E6-907E-167C-0541-2080D527DBC6}"/>
              </a:ext>
            </a:extLst>
          </p:cNvPr>
          <p:cNvGrpSpPr/>
          <p:nvPr/>
        </p:nvGrpSpPr>
        <p:grpSpPr>
          <a:xfrm>
            <a:off x="6757942" y="2817928"/>
            <a:ext cx="172800" cy="172800"/>
            <a:chOff x="7320995" y="2649866"/>
            <a:chExt cx="172800" cy="172800"/>
          </a:xfrm>
        </p:grpSpPr>
        <p:sp>
          <p:nvSpPr>
            <p:cNvPr id="376" name="椭圆 375">
              <a:extLst>
                <a:ext uri="{FF2B5EF4-FFF2-40B4-BE49-F238E27FC236}">
                  <a16:creationId xmlns:a16="http://schemas.microsoft.com/office/drawing/2014/main" id="{EC655ED9-B11E-0343-1EAC-25D6026C3634}"/>
                </a:ext>
              </a:extLst>
            </p:cNvPr>
            <p:cNvSpPr/>
            <p:nvPr/>
          </p:nvSpPr>
          <p:spPr>
            <a:xfrm>
              <a:off x="7320995" y="2649866"/>
              <a:ext cx="172800" cy="172800"/>
            </a:xfrm>
            <a:prstGeom prst="ellipse">
              <a:avLst/>
            </a:prstGeom>
            <a:solidFill>
              <a:schemeClr val="bg1">
                <a:alpha val="1196"/>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800" dirty="0">
                  <a:solidFill>
                    <a:schemeClr val="bg1"/>
                  </a:solidFill>
                </a:rPr>
                <a:t>2</a:t>
              </a:r>
            </a:p>
          </p:txBody>
        </p:sp>
        <p:cxnSp>
          <p:nvCxnSpPr>
            <p:cNvPr id="377" name="直线箭头连接符 376">
              <a:extLst>
                <a:ext uri="{FF2B5EF4-FFF2-40B4-BE49-F238E27FC236}">
                  <a16:creationId xmlns:a16="http://schemas.microsoft.com/office/drawing/2014/main" id="{DE1ABF68-9BBC-08A5-33A0-CFAF86BC9F00}"/>
                </a:ext>
              </a:extLst>
            </p:cNvPr>
            <p:cNvCxnSpPr>
              <a:cxnSpLocks/>
            </p:cNvCxnSpPr>
            <p:nvPr/>
          </p:nvCxnSpPr>
          <p:spPr>
            <a:xfrm flipV="1">
              <a:off x="7403000" y="2664266"/>
              <a:ext cx="0" cy="144000"/>
            </a:xfrm>
            <a:prstGeom prst="straightConnector1">
              <a:avLst/>
            </a:prstGeom>
            <a:ln w="22225">
              <a:solidFill>
                <a:schemeClr val="accent4">
                  <a:alpha val="65880"/>
                </a:schemeClr>
              </a:solidFill>
              <a:tailEnd type="triangle"/>
            </a:ln>
          </p:spPr>
          <p:style>
            <a:lnRef idx="1">
              <a:schemeClr val="accent1"/>
            </a:lnRef>
            <a:fillRef idx="0">
              <a:schemeClr val="accent1"/>
            </a:fillRef>
            <a:effectRef idx="0">
              <a:schemeClr val="accent1"/>
            </a:effectRef>
            <a:fontRef idx="minor">
              <a:schemeClr val="tx1"/>
            </a:fontRef>
          </p:style>
        </p:cxnSp>
      </p:grpSp>
      <p:grpSp>
        <p:nvGrpSpPr>
          <p:cNvPr id="397" name="组合 396">
            <a:extLst>
              <a:ext uri="{FF2B5EF4-FFF2-40B4-BE49-F238E27FC236}">
                <a16:creationId xmlns:a16="http://schemas.microsoft.com/office/drawing/2014/main" id="{B6C21C6E-5EBB-FAE4-5398-9C0220FB29F4}"/>
              </a:ext>
            </a:extLst>
          </p:cNvPr>
          <p:cNvGrpSpPr/>
          <p:nvPr/>
        </p:nvGrpSpPr>
        <p:grpSpPr>
          <a:xfrm rot="16923954">
            <a:off x="4785299" y="2072509"/>
            <a:ext cx="172800" cy="172800"/>
            <a:chOff x="7320995" y="3309465"/>
            <a:chExt cx="172800" cy="172800"/>
          </a:xfrm>
        </p:grpSpPr>
        <p:sp>
          <p:nvSpPr>
            <p:cNvPr id="382" name="椭圆 381">
              <a:extLst>
                <a:ext uri="{FF2B5EF4-FFF2-40B4-BE49-F238E27FC236}">
                  <a16:creationId xmlns:a16="http://schemas.microsoft.com/office/drawing/2014/main" id="{87D14064-373F-DA42-F72C-B122FCB799F5}"/>
                </a:ext>
              </a:extLst>
            </p:cNvPr>
            <p:cNvSpPr/>
            <p:nvPr/>
          </p:nvSpPr>
          <p:spPr>
            <a:xfrm>
              <a:off x="7320995" y="3309465"/>
              <a:ext cx="172800" cy="172800"/>
            </a:xfrm>
            <a:prstGeom prst="ellipse">
              <a:avLst/>
            </a:prstGeom>
            <a:solidFill>
              <a:schemeClr val="bg1">
                <a:alpha val="1196"/>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800" dirty="0">
                  <a:solidFill>
                    <a:schemeClr val="bg1"/>
                  </a:solidFill>
                </a:rPr>
                <a:t>5</a:t>
              </a:r>
            </a:p>
          </p:txBody>
        </p:sp>
        <p:cxnSp>
          <p:nvCxnSpPr>
            <p:cNvPr id="383" name="直线箭头连接符 382">
              <a:extLst>
                <a:ext uri="{FF2B5EF4-FFF2-40B4-BE49-F238E27FC236}">
                  <a16:creationId xmlns:a16="http://schemas.microsoft.com/office/drawing/2014/main" id="{704F45B8-C8A8-D7F8-217F-82F750BEA2D6}"/>
                </a:ext>
              </a:extLst>
            </p:cNvPr>
            <p:cNvCxnSpPr>
              <a:cxnSpLocks/>
            </p:cNvCxnSpPr>
            <p:nvPr/>
          </p:nvCxnSpPr>
          <p:spPr>
            <a:xfrm flipV="1">
              <a:off x="7403000" y="3323865"/>
              <a:ext cx="0" cy="144000"/>
            </a:xfrm>
            <a:prstGeom prst="straightConnector1">
              <a:avLst/>
            </a:prstGeom>
            <a:ln w="22225">
              <a:solidFill>
                <a:schemeClr val="accent4"/>
              </a:solidFill>
              <a:tailEnd type="triangle"/>
            </a:ln>
          </p:spPr>
          <p:style>
            <a:lnRef idx="1">
              <a:schemeClr val="accent1"/>
            </a:lnRef>
            <a:fillRef idx="0">
              <a:schemeClr val="accent1"/>
            </a:fillRef>
            <a:effectRef idx="0">
              <a:schemeClr val="accent1"/>
            </a:effectRef>
            <a:fontRef idx="minor">
              <a:schemeClr val="tx1"/>
            </a:fontRef>
          </p:style>
        </p:cxnSp>
      </p:grpSp>
      <p:grpSp>
        <p:nvGrpSpPr>
          <p:cNvPr id="400" name="组合 399">
            <a:extLst>
              <a:ext uri="{FF2B5EF4-FFF2-40B4-BE49-F238E27FC236}">
                <a16:creationId xmlns:a16="http://schemas.microsoft.com/office/drawing/2014/main" id="{65D256A4-CE87-C73D-E492-68279B9815F7}"/>
              </a:ext>
            </a:extLst>
          </p:cNvPr>
          <p:cNvGrpSpPr/>
          <p:nvPr/>
        </p:nvGrpSpPr>
        <p:grpSpPr>
          <a:xfrm rot="6885687">
            <a:off x="6652838" y="2933169"/>
            <a:ext cx="172800" cy="172800"/>
            <a:chOff x="7320995" y="3944427"/>
            <a:chExt cx="172800" cy="172800"/>
          </a:xfrm>
        </p:grpSpPr>
        <p:sp>
          <p:nvSpPr>
            <p:cNvPr id="388" name="椭圆 387">
              <a:extLst>
                <a:ext uri="{FF2B5EF4-FFF2-40B4-BE49-F238E27FC236}">
                  <a16:creationId xmlns:a16="http://schemas.microsoft.com/office/drawing/2014/main" id="{5ADF800D-F7A2-85A9-DA40-6CFBEC83FE17}"/>
                </a:ext>
              </a:extLst>
            </p:cNvPr>
            <p:cNvSpPr/>
            <p:nvPr/>
          </p:nvSpPr>
          <p:spPr>
            <a:xfrm>
              <a:off x="7320995" y="3944427"/>
              <a:ext cx="172800" cy="172800"/>
            </a:xfrm>
            <a:prstGeom prst="ellipse">
              <a:avLst/>
            </a:prstGeom>
            <a:solidFill>
              <a:schemeClr val="bg1">
                <a:alpha val="1196"/>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800" dirty="0">
                  <a:solidFill>
                    <a:schemeClr val="bg1"/>
                  </a:solidFill>
                </a:rPr>
                <a:t>8</a:t>
              </a:r>
            </a:p>
          </p:txBody>
        </p:sp>
        <p:cxnSp>
          <p:nvCxnSpPr>
            <p:cNvPr id="389" name="直线箭头连接符 388">
              <a:extLst>
                <a:ext uri="{FF2B5EF4-FFF2-40B4-BE49-F238E27FC236}">
                  <a16:creationId xmlns:a16="http://schemas.microsoft.com/office/drawing/2014/main" id="{5610D492-93C6-E40D-BA4B-EDBD702D2A98}"/>
                </a:ext>
              </a:extLst>
            </p:cNvPr>
            <p:cNvCxnSpPr>
              <a:cxnSpLocks/>
            </p:cNvCxnSpPr>
            <p:nvPr/>
          </p:nvCxnSpPr>
          <p:spPr>
            <a:xfrm flipV="1">
              <a:off x="7403000" y="3958827"/>
              <a:ext cx="0" cy="144000"/>
            </a:xfrm>
            <a:prstGeom prst="straightConnector1">
              <a:avLst/>
            </a:prstGeom>
            <a:ln w="22225">
              <a:solidFill>
                <a:schemeClr val="accent4"/>
              </a:solidFill>
              <a:tailEnd type="triangle"/>
            </a:ln>
          </p:spPr>
          <p:style>
            <a:lnRef idx="1">
              <a:schemeClr val="accent1"/>
            </a:lnRef>
            <a:fillRef idx="0">
              <a:schemeClr val="accent1"/>
            </a:fillRef>
            <a:effectRef idx="0">
              <a:schemeClr val="accent1"/>
            </a:effectRef>
            <a:fontRef idx="minor">
              <a:schemeClr val="tx1"/>
            </a:fontRef>
          </p:style>
        </p:cxnSp>
      </p:grpSp>
      <p:grpSp>
        <p:nvGrpSpPr>
          <p:cNvPr id="189" name="组合 188">
            <a:extLst>
              <a:ext uri="{FF2B5EF4-FFF2-40B4-BE49-F238E27FC236}">
                <a16:creationId xmlns:a16="http://schemas.microsoft.com/office/drawing/2014/main" id="{E0E82CA9-508F-3681-5C95-B9C616A14E7B}"/>
              </a:ext>
            </a:extLst>
          </p:cNvPr>
          <p:cNvGrpSpPr/>
          <p:nvPr/>
        </p:nvGrpSpPr>
        <p:grpSpPr>
          <a:xfrm rot="19600186">
            <a:off x="5219847" y="2186581"/>
            <a:ext cx="172800" cy="172800"/>
            <a:chOff x="7654798" y="3240893"/>
            <a:chExt cx="172800" cy="172800"/>
          </a:xfrm>
        </p:grpSpPr>
        <p:sp>
          <p:nvSpPr>
            <p:cNvPr id="175" name="椭圆 174">
              <a:extLst>
                <a:ext uri="{FF2B5EF4-FFF2-40B4-BE49-F238E27FC236}">
                  <a16:creationId xmlns:a16="http://schemas.microsoft.com/office/drawing/2014/main" id="{A3D9EB0D-9865-924E-02F5-422CDB3166A0}"/>
                </a:ext>
              </a:extLst>
            </p:cNvPr>
            <p:cNvSpPr/>
            <p:nvPr/>
          </p:nvSpPr>
          <p:spPr>
            <a:xfrm>
              <a:off x="7654798" y="3240893"/>
              <a:ext cx="172800" cy="172800"/>
            </a:xfrm>
            <a:prstGeom prst="ellipse">
              <a:avLst/>
            </a:prstGeom>
            <a:solidFill>
              <a:schemeClr val="bg1">
                <a:alpha val="1196"/>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bg1"/>
                  </a:solidFill>
                </a:rPr>
                <a:t>a</a:t>
              </a:r>
              <a:endParaRPr lang="en-GB" sz="800" dirty="0">
                <a:solidFill>
                  <a:schemeClr val="bg1"/>
                </a:solidFill>
              </a:endParaRPr>
            </a:p>
          </p:txBody>
        </p:sp>
        <p:cxnSp>
          <p:nvCxnSpPr>
            <p:cNvPr id="176" name="直线箭头连接符 175">
              <a:extLst>
                <a:ext uri="{FF2B5EF4-FFF2-40B4-BE49-F238E27FC236}">
                  <a16:creationId xmlns:a16="http://schemas.microsoft.com/office/drawing/2014/main" id="{63790B0A-205A-B269-1100-3F78655E02C0}"/>
                </a:ext>
              </a:extLst>
            </p:cNvPr>
            <p:cNvCxnSpPr>
              <a:cxnSpLocks/>
            </p:cNvCxnSpPr>
            <p:nvPr/>
          </p:nvCxnSpPr>
          <p:spPr>
            <a:xfrm flipV="1">
              <a:off x="7736045" y="3255293"/>
              <a:ext cx="0" cy="144000"/>
            </a:xfrm>
            <a:prstGeom prst="straightConnector1">
              <a:avLst/>
            </a:prstGeom>
            <a:ln w="22225">
              <a:solidFill>
                <a:schemeClr val="accent4"/>
              </a:solidFill>
              <a:tailEnd type="triangle"/>
            </a:ln>
          </p:spPr>
          <p:style>
            <a:lnRef idx="1">
              <a:schemeClr val="accent1"/>
            </a:lnRef>
            <a:fillRef idx="0">
              <a:schemeClr val="accent1"/>
            </a:fillRef>
            <a:effectRef idx="0">
              <a:schemeClr val="accent1"/>
            </a:effectRef>
            <a:fontRef idx="minor">
              <a:schemeClr val="tx1"/>
            </a:fontRef>
          </p:style>
        </p:cxnSp>
      </p:grpSp>
      <p:grpSp>
        <p:nvGrpSpPr>
          <p:cNvPr id="190" name="组合 189">
            <a:extLst>
              <a:ext uri="{FF2B5EF4-FFF2-40B4-BE49-F238E27FC236}">
                <a16:creationId xmlns:a16="http://schemas.microsoft.com/office/drawing/2014/main" id="{CA8F45B8-B3D9-8FA8-C84A-747D589FB917}"/>
              </a:ext>
            </a:extLst>
          </p:cNvPr>
          <p:cNvGrpSpPr/>
          <p:nvPr/>
        </p:nvGrpSpPr>
        <p:grpSpPr>
          <a:xfrm rot="21140556">
            <a:off x="5055870" y="2591769"/>
            <a:ext cx="172800" cy="172800"/>
            <a:chOff x="7654798" y="3513943"/>
            <a:chExt cx="172800" cy="172800"/>
          </a:xfrm>
        </p:grpSpPr>
        <p:sp>
          <p:nvSpPr>
            <p:cNvPr id="179" name="椭圆 178">
              <a:extLst>
                <a:ext uri="{FF2B5EF4-FFF2-40B4-BE49-F238E27FC236}">
                  <a16:creationId xmlns:a16="http://schemas.microsoft.com/office/drawing/2014/main" id="{273CEB21-611B-1AA4-8ACE-21FF5EE2EF7D}"/>
                </a:ext>
              </a:extLst>
            </p:cNvPr>
            <p:cNvSpPr/>
            <p:nvPr/>
          </p:nvSpPr>
          <p:spPr>
            <a:xfrm>
              <a:off x="7654798" y="3513943"/>
              <a:ext cx="172800" cy="172800"/>
            </a:xfrm>
            <a:prstGeom prst="ellipse">
              <a:avLst/>
            </a:prstGeom>
            <a:solidFill>
              <a:schemeClr val="bg1">
                <a:alpha val="1196"/>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bg1"/>
                  </a:solidFill>
                </a:rPr>
                <a:t>b</a:t>
              </a:r>
              <a:endParaRPr lang="en-GB" sz="800" dirty="0">
                <a:solidFill>
                  <a:schemeClr val="bg1"/>
                </a:solidFill>
              </a:endParaRPr>
            </a:p>
          </p:txBody>
        </p:sp>
        <p:cxnSp>
          <p:nvCxnSpPr>
            <p:cNvPr id="180" name="直线箭头连接符 179">
              <a:extLst>
                <a:ext uri="{FF2B5EF4-FFF2-40B4-BE49-F238E27FC236}">
                  <a16:creationId xmlns:a16="http://schemas.microsoft.com/office/drawing/2014/main" id="{BA472A58-1DA0-78ED-6F7F-87A93084F43D}"/>
                </a:ext>
              </a:extLst>
            </p:cNvPr>
            <p:cNvCxnSpPr>
              <a:cxnSpLocks/>
            </p:cNvCxnSpPr>
            <p:nvPr/>
          </p:nvCxnSpPr>
          <p:spPr>
            <a:xfrm flipV="1">
              <a:off x="7736045" y="3528343"/>
              <a:ext cx="0" cy="144000"/>
            </a:xfrm>
            <a:prstGeom prst="straightConnector1">
              <a:avLst/>
            </a:prstGeom>
            <a:ln w="22225">
              <a:solidFill>
                <a:schemeClr val="accent4"/>
              </a:solidFill>
              <a:tailEnd type="triangle"/>
            </a:ln>
          </p:spPr>
          <p:style>
            <a:lnRef idx="1">
              <a:schemeClr val="accent1"/>
            </a:lnRef>
            <a:fillRef idx="0">
              <a:schemeClr val="accent1"/>
            </a:fillRef>
            <a:effectRef idx="0">
              <a:schemeClr val="accent1"/>
            </a:effectRef>
            <a:fontRef idx="minor">
              <a:schemeClr val="tx1"/>
            </a:fontRef>
          </p:style>
        </p:cxnSp>
      </p:grpSp>
      <p:grpSp>
        <p:nvGrpSpPr>
          <p:cNvPr id="191" name="组合 190">
            <a:extLst>
              <a:ext uri="{FF2B5EF4-FFF2-40B4-BE49-F238E27FC236}">
                <a16:creationId xmlns:a16="http://schemas.microsoft.com/office/drawing/2014/main" id="{9AE1A813-92D7-900C-205E-97EC97F3EB8D}"/>
              </a:ext>
            </a:extLst>
          </p:cNvPr>
          <p:cNvGrpSpPr/>
          <p:nvPr/>
        </p:nvGrpSpPr>
        <p:grpSpPr>
          <a:xfrm rot="15333532">
            <a:off x="5028574" y="2308309"/>
            <a:ext cx="172800" cy="172800"/>
            <a:chOff x="7654798" y="3780643"/>
            <a:chExt cx="172800" cy="172800"/>
          </a:xfrm>
        </p:grpSpPr>
        <p:sp>
          <p:nvSpPr>
            <p:cNvPr id="181" name="椭圆 180">
              <a:extLst>
                <a:ext uri="{FF2B5EF4-FFF2-40B4-BE49-F238E27FC236}">
                  <a16:creationId xmlns:a16="http://schemas.microsoft.com/office/drawing/2014/main" id="{062CF207-36C3-08C3-CEEF-1EE060FEC620}"/>
                </a:ext>
              </a:extLst>
            </p:cNvPr>
            <p:cNvSpPr/>
            <p:nvPr/>
          </p:nvSpPr>
          <p:spPr>
            <a:xfrm>
              <a:off x="7654798" y="3780643"/>
              <a:ext cx="172800" cy="172800"/>
            </a:xfrm>
            <a:prstGeom prst="ellipse">
              <a:avLst/>
            </a:prstGeom>
            <a:solidFill>
              <a:schemeClr val="bg1">
                <a:alpha val="1196"/>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bg1"/>
                  </a:solidFill>
                </a:rPr>
                <a:t>c</a:t>
              </a:r>
              <a:endParaRPr lang="en-GB" sz="800" dirty="0">
                <a:solidFill>
                  <a:schemeClr val="bg1"/>
                </a:solidFill>
              </a:endParaRPr>
            </a:p>
          </p:txBody>
        </p:sp>
        <p:cxnSp>
          <p:nvCxnSpPr>
            <p:cNvPr id="182" name="直线箭头连接符 181">
              <a:extLst>
                <a:ext uri="{FF2B5EF4-FFF2-40B4-BE49-F238E27FC236}">
                  <a16:creationId xmlns:a16="http://schemas.microsoft.com/office/drawing/2014/main" id="{57A8EBEF-A1E3-1634-AD87-AE471C72965C}"/>
                </a:ext>
              </a:extLst>
            </p:cNvPr>
            <p:cNvCxnSpPr>
              <a:cxnSpLocks/>
            </p:cNvCxnSpPr>
            <p:nvPr/>
          </p:nvCxnSpPr>
          <p:spPr>
            <a:xfrm flipV="1">
              <a:off x="7736045" y="3795043"/>
              <a:ext cx="0" cy="144000"/>
            </a:xfrm>
            <a:prstGeom prst="straightConnector1">
              <a:avLst/>
            </a:prstGeom>
            <a:ln w="22225">
              <a:solidFill>
                <a:schemeClr val="accent4"/>
              </a:solidFill>
              <a:tailEnd type="triangle"/>
            </a:ln>
          </p:spPr>
          <p:style>
            <a:lnRef idx="1">
              <a:schemeClr val="accent1"/>
            </a:lnRef>
            <a:fillRef idx="0">
              <a:schemeClr val="accent1"/>
            </a:fillRef>
            <a:effectRef idx="0">
              <a:schemeClr val="accent1"/>
            </a:effectRef>
            <a:fontRef idx="minor">
              <a:schemeClr val="tx1"/>
            </a:fontRef>
          </p:style>
        </p:cxnSp>
      </p:grpSp>
      <p:grpSp>
        <p:nvGrpSpPr>
          <p:cNvPr id="320" name="组合 319">
            <a:extLst>
              <a:ext uri="{FF2B5EF4-FFF2-40B4-BE49-F238E27FC236}">
                <a16:creationId xmlns:a16="http://schemas.microsoft.com/office/drawing/2014/main" id="{29A975E5-D470-7BFB-82AC-63045E280404}"/>
              </a:ext>
            </a:extLst>
          </p:cNvPr>
          <p:cNvGrpSpPr/>
          <p:nvPr/>
        </p:nvGrpSpPr>
        <p:grpSpPr>
          <a:xfrm rot="8113073">
            <a:off x="6460632" y="2731717"/>
            <a:ext cx="172800" cy="172800"/>
            <a:chOff x="7654798" y="3994955"/>
            <a:chExt cx="172800" cy="172800"/>
          </a:xfrm>
        </p:grpSpPr>
        <p:sp>
          <p:nvSpPr>
            <p:cNvPr id="183" name="椭圆 182">
              <a:extLst>
                <a:ext uri="{FF2B5EF4-FFF2-40B4-BE49-F238E27FC236}">
                  <a16:creationId xmlns:a16="http://schemas.microsoft.com/office/drawing/2014/main" id="{A4B6E834-15E1-C738-F9D4-44756864FCC3}"/>
                </a:ext>
              </a:extLst>
            </p:cNvPr>
            <p:cNvSpPr/>
            <p:nvPr/>
          </p:nvSpPr>
          <p:spPr>
            <a:xfrm>
              <a:off x="7654798" y="3994955"/>
              <a:ext cx="172800" cy="172800"/>
            </a:xfrm>
            <a:prstGeom prst="ellipse">
              <a:avLst/>
            </a:prstGeom>
            <a:solidFill>
              <a:schemeClr val="bg1">
                <a:alpha val="1196"/>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bg1"/>
                  </a:solidFill>
                </a:rPr>
                <a:t>d</a:t>
              </a:r>
              <a:endParaRPr lang="en-GB" sz="800" dirty="0">
                <a:solidFill>
                  <a:schemeClr val="bg1"/>
                </a:solidFill>
              </a:endParaRPr>
            </a:p>
          </p:txBody>
        </p:sp>
        <p:cxnSp>
          <p:nvCxnSpPr>
            <p:cNvPr id="184" name="直线箭头连接符 183">
              <a:extLst>
                <a:ext uri="{FF2B5EF4-FFF2-40B4-BE49-F238E27FC236}">
                  <a16:creationId xmlns:a16="http://schemas.microsoft.com/office/drawing/2014/main" id="{7503FA6A-65EA-3660-A80C-F4DC652675D8}"/>
                </a:ext>
              </a:extLst>
            </p:cNvPr>
            <p:cNvCxnSpPr>
              <a:cxnSpLocks/>
            </p:cNvCxnSpPr>
            <p:nvPr/>
          </p:nvCxnSpPr>
          <p:spPr>
            <a:xfrm flipV="1">
              <a:off x="7736045" y="4009355"/>
              <a:ext cx="0" cy="144000"/>
            </a:xfrm>
            <a:prstGeom prst="straightConnector1">
              <a:avLst/>
            </a:prstGeom>
            <a:ln w="22225">
              <a:solidFill>
                <a:schemeClr val="accent4"/>
              </a:solidFill>
              <a:tailEnd type="triangle"/>
            </a:ln>
          </p:spPr>
          <p:style>
            <a:lnRef idx="1">
              <a:schemeClr val="accent1"/>
            </a:lnRef>
            <a:fillRef idx="0">
              <a:schemeClr val="accent1"/>
            </a:fillRef>
            <a:effectRef idx="0">
              <a:schemeClr val="accent1"/>
            </a:effectRef>
            <a:fontRef idx="minor">
              <a:schemeClr val="tx1"/>
            </a:fontRef>
          </p:style>
        </p:cxnSp>
      </p:grpSp>
      <p:grpSp>
        <p:nvGrpSpPr>
          <p:cNvPr id="321" name="组合 320">
            <a:extLst>
              <a:ext uri="{FF2B5EF4-FFF2-40B4-BE49-F238E27FC236}">
                <a16:creationId xmlns:a16="http://schemas.microsoft.com/office/drawing/2014/main" id="{529BB23E-976D-7161-E59C-06DCCD5F128C}"/>
              </a:ext>
            </a:extLst>
          </p:cNvPr>
          <p:cNvGrpSpPr/>
          <p:nvPr/>
        </p:nvGrpSpPr>
        <p:grpSpPr>
          <a:xfrm rot="20627999">
            <a:off x="6962902" y="2853905"/>
            <a:ext cx="172800" cy="172800"/>
            <a:chOff x="7654798" y="4267407"/>
            <a:chExt cx="172800" cy="172800"/>
          </a:xfrm>
        </p:grpSpPr>
        <p:sp>
          <p:nvSpPr>
            <p:cNvPr id="185" name="椭圆 184">
              <a:extLst>
                <a:ext uri="{FF2B5EF4-FFF2-40B4-BE49-F238E27FC236}">
                  <a16:creationId xmlns:a16="http://schemas.microsoft.com/office/drawing/2014/main" id="{2C64E0C2-E02B-2108-777C-4827573B260F}"/>
                </a:ext>
              </a:extLst>
            </p:cNvPr>
            <p:cNvSpPr/>
            <p:nvPr/>
          </p:nvSpPr>
          <p:spPr>
            <a:xfrm>
              <a:off x="7654798" y="4267407"/>
              <a:ext cx="172800" cy="172800"/>
            </a:xfrm>
            <a:prstGeom prst="ellipse">
              <a:avLst/>
            </a:prstGeom>
            <a:solidFill>
              <a:schemeClr val="bg1">
                <a:alpha val="1196"/>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bg1"/>
                  </a:solidFill>
                </a:rPr>
                <a:t>e</a:t>
              </a:r>
              <a:endParaRPr lang="en-GB" sz="800" dirty="0">
                <a:solidFill>
                  <a:schemeClr val="bg1"/>
                </a:solidFill>
              </a:endParaRPr>
            </a:p>
          </p:txBody>
        </p:sp>
        <p:cxnSp>
          <p:nvCxnSpPr>
            <p:cNvPr id="186" name="直线箭头连接符 185">
              <a:extLst>
                <a:ext uri="{FF2B5EF4-FFF2-40B4-BE49-F238E27FC236}">
                  <a16:creationId xmlns:a16="http://schemas.microsoft.com/office/drawing/2014/main" id="{E17EA111-35C0-2E35-00EE-5967EA859D50}"/>
                </a:ext>
              </a:extLst>
            </p:cNvPr>
            <p:cNvCxnSpPr>
              <a:cxnSpLocks/>
            </p:cNvCxnSpPr>
            <p:nvPr/>
          </p:nvCxnSpPr>
          <p:spPr>
            <a:xfrm flipV="1">
              <a:off x="7736045" y="4281807"/>
              <a:ext cx="0" cy="144000"/>
            </a:xfrm>
            <a:prstGeom prst="straightConnector1">
              <a:avLst/>
            </a:prstGeom>
            <a:ln w="22225">
              <a:solidFill>
                <a:schemeClr val="accent4"/>
              </a:solidFill>
              <a:tailEnd type="triangle"/>
            </a:ln>
          </p:spPr>
          <p:style>
            <a:lnRef idx="1">
              <a:schemeClr val="accent1"/>
            </a:lnRef>
            <a:fillRef idx="0">
              <a:schemeClr val="accent1"/>
            </a:fillRef>
            <a:effectRef idx="0">
              <a:schemeClr val="accent1"/>
            </a:effectRef>
            <a:fontRef idx="minor">
              <a:schemeClr val="tx1"/>
            </a:fontRef>
          </p:style>
        </p:cxnSp>
      </p:grpSp>
      <p:grpSp>
        <p:nvGrpSpPr>
          <p:cNvPr id="322" name="组合 321">
            <a:extLst>
              <a:ext uri="{FF2B5EF4-FFF2-40B4-BE49-F238E27FC236}">
                <a16:creationId xmlns:a16="http://schemas.microsoft.com/office/drawing/2014/main" id="{4EDC97D2-0F76-C24B-6F52-52BAFEBC61E5}"/>
              </a:ext>
            </a:extLst>
          </p:cNvPr>
          <p:cNvGrpSpPr/>
          <p:nvPr/>
        </p:nvGrpSpPr>
        <p:grpSpPr>
          <a:xfrm rot="1797858">
            <a:off x="6594683" y="2549727"/>
            <a:ext cx="172800" cy="172800"/>
            <a:chOff x="7654798" y="4498300"/>
            <a:chExt cx="172800" cy="172800"/>
          </a:xfrm>
        </p:grpSpPr>
        <p:sp>
          <p:nvSpPr>
            <p:cNvPr id="187" name="椭圆 186">
              <a:extLst>
                <a:ext uri="{FF2B5EF4-FFF2-40B4-BE49-F238E27FC236}">
                  <a16:creationId xmlns:a16="http://schemas.microsoft.com/office/drawing/2014/main" id="{E1494207-75DF-B4AE-F7A5-9D698A4BD658}"/>
                </a:ext>
              </a:extLst>
            </p:cNvPr>
            <p:cNvSpPr/>
            <p:nvPr/>
          </p:nvSpPr>
          <p:spPr>
            <a:xfrm>
              <a:off x="7654798" y="4498300"/>
              <a:ext cx="172800" cy="172800"/>
            </a:xfrm>
            <a:prstGeom prst="ellipse">
              <a:avLst/>
            </a:prstGeom>
            <a:solidFill>
              <a:schemeClr val="bg1">
                <a:alpha val="1196"/>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bg1"/>
                  </a:solidFill>
                </a:rPr>
                <a:t>f</a:t>
              </a:r>
              <a:endParaRPr lang="en-GB" sz="800" dirty="0">
                <a:solidFill>
                  <a:schemeClr val="bg1"/>
                </a:solidFill>
              </a:endParaRPr>
            </a:p>
          </p:txBody>
        </p:sp>
        <p:cxnSp>
          <p:nvCxnSpPr>
            <p:cNvPr id="188" name="直线箭头连接符 187">
              <a:extLst>
                <a:ext uri="{FF2B5EF4-FFF2-40B4-BE49-F238E27FC236}">
                  <a16:creationId xmlns:a16="http://schemas.microsoft.com/office/drawing/2014/main" id="{8CBF1FB8-DE08-972D-B9E9-12A6B4995969}"/>
                </a:ext>
              </a:extLst>
            </p:cNvPr>
            <p:cNvCxnSpPr>
              <a:cxnSpLocks/>
            </p:cNvCxnSpPr>
            <p:nvPr/>
          </p:nvCxnSpPr>
          <p:spPr>
            <a:xfrm flipV="1">
              <a:off x="7736045" y="4512700"/>
              <a:ext cx="0" cy="144000"/>
            </a:xfrm>
            <a:prstGeom prst="straightConnector1">
              <a:avLst/>
            </a:prstGeom>
            <a:ln w="22225">
              <a:solidFill>
                <a:schemeClr val="accent4"/>
              </a:solidFill>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423208313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a:extLst>
              <a:ext uri="{FF2B5EF4-FFF2-40B4-BE49-F238E27FC236}">
                <a16:creationId xmlns:a16="http://schemas.microsoft.com/office/drawing/2014/main" id="{03256ED2-4223-6A1D-072D-54E65220E18C}"/>
              </a:ext>
            </a:extLst>
          </p:cNvPr>
          <p:cNvSpPr>
            <a:spLocks noGrp="1"/>
          </p:cNvSpPr>
          <p:nvPr>
            <p:ph type="title"/>
          </p:nvPr>
        </p:nvSpPr>
        <p:spPr>
          <a:xfrm>
            <a:off x="628649" y="559420"/>
            <a:ext cx="7732925" cy="630335"/>
          </a:xfrm>
        </p:spPr>
        <p:txBody>
          <a:bodyPr>
            <a:normAutofit/>
          </a:bodyPr>
          <a:lstStyle/>
          <a:p>
            <a:r>
              <a:rPr lang="en-GB" altLang="zh-CN" dirty="0"/>
              <a:t>Particle Filter </a:t>
            </a:r>
            <a:endParaRPr lang="en-GB" dirty="0"/>
          </a:p>
        </p:txBody>
      </p:sp>
      <p:sp>
        <p:nvSpPr>
          <p:cNvPr id="8" name="文本占位符 7">
            <a:extLst>
              <a:ext uri="{FF2B5EF4-FFF2-40B4-BE49-F238E27FC236}">
                <a16:creationId xmlns:a16="http://schemas.microsoft.com/office/drawing/2014/main" id="{0B6FC092-5E58-96E8-586D-0B8818581D04}"/>
              </a:ext>
            </a:extLst>
          </p:cNvPr>
          <p:cNvSpPr>
            <a:spLocks noGrp="1"/>
          </p:cNvSpPr>
          <p:nvPr>
            <p:ph type="body" sz="quarter" idx="10"/>
          </p:nvPr>
        </p:nvSpPr>
        <p:spPr>
          <a:xfrm>
            <a:off x="628650" y="1465730"/>
            <a:ext cx="7732924" cy="548913"/>
          </a:xfrm>
        </p:spPr>
        <p:txBody>
          <a:bodyPr/>
          <a:lstStyle/>
          <a:p>
            <a:r>
              <a:rPr lang="en-GB" dirty="0"/>
              <a:t>We repeat this step</a:t>
            </a:r>
            <a:endParaRPr lang="en-GB" dirty="0">
              <a:solidFill>
                <a:schemeClr val="bg1">
                  <a:lumMod val="75000"/>
                </a:schemeClr>
              </a:solidFill>
            </a:endParaRPr>
          </a:p>
        </p:txBody>
      </p:sp>
      <p:sp>
        <p:nvSpPr>
          <p:cNvPr id="2" name="矩形 1">
            <a:extLst>
              <a:ext uri="{FF2B5EF4-FFF2-40B4-BE49-F238E27FC236}">
                <a16:creationId xmlns:a16="http://schemas.microsoft.com/office/drawing/2014/main" id="{7599C378-77A0-11D0-A279-0BE6E291A066}"/>
              </a:ext>
            </a:extLst>
          </p:cNvPr>
          <p:cNvSpPr/>
          <p:nvPr/>
        </p:nvSpPr>
        <p:spPr>
          <a:xfrm>
            <a:off x="1380763" y="2186869"/>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 name="矩形 2">
            <a:extLst>
              <a:ext uri="{FF2B5EF4-FFF2-40B4-BE49-F238E27FC236}">
                <a16:creationId xmlns:a16="http://schemas.microsoft.com/office/drawing/2014/main" id="{49693471-DDC4-6385-FE78-BA109C3115BB}"/>
              </a:ext>
            </a:extLst>
          </p:cNvPr>
          <p:cNvSpPr/>
          <p:nvPr/>
        </p:nvSpPr>
        <p:spPr>
          <a:xfrm>
            <a:off x="1552989" y="2186869"/>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 name="矩形 3">
            <a:extLst>
              <a:ext uri="{FF2B5EF4-FFF2-40B4-BE49-F238E27FC236}">
                <a16:creationId xmlns:a16="http://schemas.microsoft.com/office/drawing/2014/main" id="{067420A0-0697-F454-D967-A89DAA0831F4}"/>
              </a:ext>
            </a:extLst>
          </p:cNvPr>
          <p:cNvSpPr/>
          <p:nvPr/>
        </p:nvSpPr>
        <p:spPr>
          <a:xfrm>
            <a:off x="1725215" y="2186869"/>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矩形 5">
            <a:extLst>
              <a:ext uri="{FF2B5EF4-FFF2-40B4-BE49-F238E27FC236}">
                <a16:creationId xmlns:a16="http://schemas.microsoft.com/office/drawing/2014/main" id="{FEEC8C95-3C1C-7487-D4AA-DE5CF36A3150}"/>
              </a:ext>
            </a:extLst>
          </p:cNvPr>
          <p:cNvSpPr/>
          <p:nvPr/>
        </p:nvSpPr>
        <p:spPr>
          <a:xfrm>
            <a:off x="1897441" y="2186869"/>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矩形 6">
            <a:extLst>
              <a:ext uri="{FF2B5EF4-FFF2-40B4-BE49-F238E27FC236}">
                <a16:creationId xmlns:a16="http://schemas.microsoft.com/office/drawing/2014/main" id="{8EF14F72-B7B2-9424-0538-073428F40EFD}"/>
              </a:ext>
            </a:extLst>
          </p:cNvPr>
          <p:cNvSpPr/>
          <p:nvPr/>
        </p:nvSpPr>
        <p:spPr>
          <a:xfrm>
            <a:off x="2069667" y="2186869"/>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矩形 8">
            <a:extLst>
              <a:ext uri="{FF2B5EF4-FFF2-40B4-BE49-F238E27FC236}">
                <a16:creationId xmlns:a16="http://schemas.microsoft.com/office/drawing/2014/main" id="{04B1434E-A23B-04C4-53A5-24D4F65A7DE0}"/>
              </a:ext>
            </a:extLst>
          </p:cNvPr>
          <p:cNvSpPr/>
          <p:nvPr/>
        </p:nvSpPr>
        <p:spPr>
          <a:xfrm>
            <a:off x="2241893" y="2186869"/>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 name="矩形 9">
            <a:extLst>
              <a:ext uri="{FF2B5EF4-FFF2-40B4-BE49-F238E27FC236}">
                <a16:creationId xmlns:a16="http://schemas.microsoft.com/office/drawing/2014/main" id="{59C44CAA-4F7D-4B7B-2AB5-4CCFA81F11B8}"/>
              </a:ext>
            </a:extLst>
          </p:cNvPr>
          <p:cNvSpPr/>
          <p:nvPr/>
        </p:nvSpPr>
        <p:spPr>
          <a:xfrm>
            <a:off x="2414119" y="2186869"/>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矩形 10">
            <a:extLst>
              <a:ext uri="{FF2B5EF4-FFF2-40B4-BE49-F238E27FC236}">
                <a16:creationId xmlns:a16="http://schemas.microsoft.com/office/drawing/2014/main" id="{DE7ED3AB-3690-E47F-A781-E2A16B1EB8B7}"/>
              </a:ext>
            </a:extLst>
          </p:cNvPr>
          <p:cNvSpPr/>
          <p:nvPr/>
        </p:nvSpPr>
        <p:spPr>
          <a:xfrm>
            <a:off x="2583688" y="2186869"/>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矩形 11">
            <a:extLst>
              <a:ext uri="{FF2B5EF4-FFF2-40B4-BE49-F238E27FC236}">
                <a16:creationId xmlns:a16="http://schemas.microsoft.com/office/drawing/2014/main" id="{651984E6-7585-0B22-F7CA-CA1E42597058}"/>
              </a:ext>
            </a:extLst>
          </p:cNvPr>
          <p:cNvSpPr/>
          <p:nvPr/>
        </p:nvSpPr>
        <p:spPr>
          <a:xfrm>
            <a:off x="2755914" y="2186869"/>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矩形 12">
            <a:extLst>
              <a:ext uri="{FF2B5EF4-FFF2-40B4-BE49-F238E27FC236}">
                <a16:creationId xmlns:a16="http://schemas.microsoft.com/office/drawing/2014/main" id="{C7F364B2-590F-3127-9075-EF655739F858}"/>
              </a:ext>
            </a:extLst>
          </p:cNvPr>
          <p:cNvSpPr/>
          <p:nvPr/>
        </p:nvSpPr>
        <p:spPr>
          <a:xfrm>
            <a:off x="2928140" y="2186869"/>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矩形 13">
            <a:extLst>
              <a:ext uri="{FF2B5EF4-FFF2-40B4-BE49-F238E27FC236}">
                <a16:creationId xmlns:a16="http://schemas.microsoft.com/office/drawing/2014/main" id="{BDC6E661-CEE5-F7F7-2C82-9701FC59FA05}"/>
              </a:ext>
            </a:extLst>
          </p:cNvPr>
          <p:cNvSpPr/>
          <p:nvPr/>
        </p:nvSpPr>
        <p:spPr>
          <a:xfrm>
            <a:off x="3100366" y="2186869"/>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 name="矩形 14">
            <a:extLst>
              <a:ext uri="{FF2B5EF4-FFF2-40B4-BE49-F238E27FC236}">
                <a16:creationId xmlns:a16="http://schemas.microsoft.com/office/drawing/2014/main" id="{F27071CC-6028-E1E6-2E3F-BACF1F9F3C61}"/>
              </a:ext>
            </a:extLst>
          </p:cNvPr>
          <p:cNvSpPr/>
          <p:nvPr/>
        </p:nvSpPr>
        <p:spPr>
          <a:xfrm>
            <a:off x="3272592" y="2186869"/>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 name="矩形 15">
            <a:extLst>
              <a:ext uri="{FF2B5EF4-FFF2-40B4-BE49-F238E27FC236}">
                <a16:creationId xmlns:a16="http://schemas.microsoft.com/office/drawing/2014/main" id="{C0437C2E-6740-B535-7DC9-7B32F8E35958}"/>
              </a:ext>
            </a:extLst>
          </p:cNvPr>
          <p:cNvSpPr/>
          <p:nvPr/>
        </p:nvSpPr>
        <p:spPr>
          <a:xfrm>
            <a:off x="3444818" y="2186869"/>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 name="矩形 16">
            <a:extLst>
              <a:ext uri="{FF2B5EF4-FFF2-40B4-BE49-F238E27FC236}">
                <a16:creationId xmlns:a16="http://schemas.microsoft.com/office/drawing/2014/main" id="{EE1234A6-F370-C872-C153-BB4E7041BEB1}"/>
              </a:ext>
            </a:extLst>
          </p:cNvPr>
          <p:cNvSpPr/>
          <p:nvPr/>
        </p:nvSpPr>
        <p:spPr>
          <a:xfrm>
            <a:off x="1380763" y="2359095"/>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8" name="矩形 17">
            <a:extLst>
              <a:ext uri="{FF2B5EF4-FFF2-40B4-BE49-F238E27FC236}">
                <a16:creationId xmlns:a16="http://schemas.microsoft.com/office/drawing/2014/main" id="{24352DA7-CFCF-1F59-4BAC-A60B941711A9}"/>
              </a:ext>
            </a:extLst>
          </p:cNvPr>
          <p:cNvSpPr/>
          <p:nvPr/>
        </p:nvSpPr>
        <p:spPr>
          <a:xfrm>
            <a:off x="1552989" y="235909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9" name="矩形 18">
            <a:extLst>
              <a:ext uri="{FF2B5EF4-FFF2-40B4-BE49-F238E27FC236}">
                <a16:creationId xmlns:a16="http://schemas.microsoft.com/office/drawing/2014/main" id="{9322569A-BACF-A398-B439-6A328047B26B}"/>
              </a:ext>
            </a:extLst>
          </p:cNvPr>
          <p:cNvSpPr/>
          <p:nvPr/>
        </p:nvSpPr>
        <p:spPr>
          <a:xfrm>
            <a:off x="1725215" y="235909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0" name="矩形 19">
            <a:extLst>
              <a:ext uri="{FF2B5EF4-FFF2-40B4-BE49-F238E27FC236}">
                <a16:creationId xmlns:a16="http://schemas.microsoft.com/office/drawing/2014/main" id="{E65DE771-3170-DD03-5186-D4D72A7E4677}"/>
              </a:ext>
            </a:extLst>
          </p:cNvPr>
          <p:cNvSpPr/>
          <p:nvPr/>
        </p:nvSpPr>
        <p:spPr>
          <a:xfrm>
            <a:off x="1897441" y="235909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1" name="矩形 20">
            <a:extLst>
              <a:ext uri="{FF2B5EF4-FFF2-40B4-BE49-F238E27FC236}">
                <a16:creationId xmlns:a16="http://schemas.microsoft.com/office/drawing/2014/main" id="{BE496E70-3C78-B2EE-0D4E-C498A968C1DA}"/>
              </a:ext>
            </a:extLst>
          </p:cNvPr>
          <p:cNvSpPr/>
          <p:nvPr/>
        </p:nvSpPr>
        <p:spPr>
          <a:xfrm>
            <a:off x="2069667" y="235909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2" name="矩形 21">
            <a:extLst>
              <a:ext uri="{FF2B5EF4-FFF2-40B4-BE49-F238E27FC236}">
                <a16:creationId xmlns:a16="http://schemas.microsoft.com/office/drawing/2014/main" id="{A29D950D-74A7-37AD-A05E-EC840DB9C8E0}"/>
              </a:ext>
            </a:extLst>
          </p:cNvPr>
          <p:cNvSpPr/>
          <p:nvPr/>
        </p:nvSpPr>
        <p:spPr>
          <a:xfrm>
            <a:off x="2241893" y="235909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3" name="矩形 22">
            <a:extLst>
              <a:ext uri="{FF2B5EF4-FFF2-40B4-BE49-F238E27FC236}">
                <a16:creationId xmlns:a16="http://schemas.microsoft.com/office/drawing/2014/main" id="{DACEBF72-5697-E65A-5904-544B651D9B15}"/>
              </a:ext>
            </a:extLst>
          </p:cNvPr>
          <p:cNvSpPr/>
          <p:nvPr/>
        </p:nvSpPr>
        <p:spPr>
          <a:xfrm>
            <a:off x="2414119" y="235909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4" name="矩形 23">
            <a:extLst>
              <a:ext uri="{FF2B5EF4-FFF2-40B4-BE49-F238E27FC236}">
                <a16:creationId xmlns:a16="http://schemas.microsoft.com/office/drawing/2014/main" id="{A0C2E749-D825-98BE-9715-96C9A9964372}"/>
              </a:ext>
            </a:extLst>
          </p:cNvPr>
          <p:cNvSpPr/>
          <p:nvPr/>
        </p:nvSpPr>
        <p:spPr>
          <a:xfrm>
            <a:off x="2583688" y="235909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5" name="矩形 24">
            <a:extLst>
              <a:ext uri="{FF2B5EF4-FFF2-40B4-BE49-F238E27FC236}">
                <a16:creationId xmlns:a16="http://schemas.microsoft.com/office/drawing/2014/main" id="{B9C7B059-3933-5309-7878-2AFACA8F45BA}"/>
              </a:ext>
            </a:extLst>
          </p:cNvPr>
          <p:cNvSpPr/>
          <p:nvPr/>
        </p:nvSpPr>
        <p:spPr>
          <a:xfrm>
            <a:off x="2755914" y="235909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6" name="矩形 25">
            <a:extLst>
              <a:ext uri="{FF2B5EF4-FFF2-40B4-BE49-F238E27FC236}">
                <a16:creationId xmlns:a16="http://schemas.microsoft.com/office/drawing/2014/main" id="{38052AC5-BEE1-4481-0855-18EBEF44662A}"/>
              </a:ext>
            </a:extLst>
          </p:cNvPr>
          <p:cNvSpPr/>
          <p:nvPr/>
        </p:nvSpPr>
        <p:spPr>
          <a:xfrm>
            <a:off x="2928140" y="235909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7" name="矩形 26">
            <a:extLst>
              <a:ext uri="{FF2B5EF4-FFF2-40B4-BE49-F238E27FC236}">
                <a16:creationId xmlns:a16="http://schemas.microsoft.com/office/drawing/2014/main" id="{964DD161-0770-A271-58B5-D604E7E97952}"/>
              </a:ext>
            </a:extLst>
          </p:cNvPr>
          <p:cNvSpPr/>
          <p:nvPr/>
        </p:nvSpPr>
        <p:spPr>
          <a:xfrm>
            <a:off x="3100366" y="235909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8" name="矩形 27">
            <a:extLst>
              <a:ext uri="{FF2B5EF4-FFF2-40B4-BE49-F238E27FC236}">
                <a16:creationId xmlns:a16="http://schemas.microsoft.com/office/drawing/2014/main" id="{13FDE255-22BB-5421-C721-9F0097643E3B}"/>
              </a:ext>
            </a:extLst>
          </p:cNvPr>
          <p:cNvSpPr/>
          <p:nvPr/>
        </p:nvSpPr>
        <p:spPr>
          <a:xfrm>
            <a:off x="3272592" y="235909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9" name="矩形 28">
            <a:extLst>
              <a:ext uri="{FF2B5EF4-FFF2-40B4-BE49-F238E27FC236}">
                <a16:creationId xmlns:a16="http://schemas.microsoft.com/office/drawing/2014/main" id="{D99DEBC0-4D19-0ABD-97ED-75B6ACB45FDC}"/>
              </a:ext>
            </a:extLst>
          </p:cNvPr>
          <p:cNvSpPr/>
          <p:nvPr/>
        </p:nvSpPr>
        <p:spPr>
          <a:xfrm>
            <a:off x="3444818" y="2359095"/>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 name="矩形 29">
            <a:extLst>
              <a:ext uri="{FF2B5EF4-FFF2-40B4-BE49-F238E27FC236}">
                <a16:creationId xmlns:a16="http://schemas.microsoft.com/office/drawing/2014/main" id="{49DD3AED-F370-44A1-4F2E-36C1039F50E8}"/>
              </a:ext>
            </a:extLst>
          </p:cNvPr>
          <p:cNvSpPr/>
          <p:nvPr/>
        </p:nvSpPr>
        <p:spPr>
          <a:xfrm>
            <a:off x="1380763" y="2531321"/>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1" name="矩形 30">
            <a:extLst>
              <a:ext uri="{FF2B5EF4-FFF2-40B4-BE49-F238E27FC236}">
                <a16:creationId xmlns:a16="http://schemas.microsoft.com/office/drawing/2014/main" id="{1036A575-1DFC-D3CD-ABCB-9D2ED98AB344}"/>
              </a:ext>
            </a:extLst>
          </p:cNvPr>
          <p:cNvSpPr/>
          <p:nvPr/>
        </p:nvSpPr>
        <p:spPr>
          <a:xfrm>
            <a:off x="1552989" y="2531321"/>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2" name="矩形 31">
            <a:extLst>
              <a:ext uri="{FF2B5EF4-FFF2-40B4-BE49-F238E27FC236}">
                <a16:creationId xmlns:a16="http://schemas.microsoft.com/office/drawing/2014/main" id="{19A0742B-04D8-5A54-3C4D-723F487BDA08}"/>
              </a:ext>
            </a:extLst>
          </p:cNvPr>
          <p:cNvSpPr/>
          <p:nvPr/>
        </p:nvSpPr>
        <p:spPr>
          <a:xfrm>
            <a:off x="1725215" y="2531321"/>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3" name="矩形 32">
            <a:extLst>
              <a:ext uri="{FF2B5EF4-FFF2-40B4-BE49-F238E27FC236}">
                <a16:creationId xmlns:a16="http://schemas.microsoft.com/office/drawing/2014/main" id="{7CA10EB4-A5E0-65EF-EDAA-9FB4BD989A4D}"/>
              </a:ext>
            </a:extLst>
          </p:cNvPr>
          <p:cNvSpPr/>
          <p:nvPr/>
        </p:nvSpPr>
        <p:spPr>
          <a:xfrm>
            <a:off x="1897441" y="2531321"/>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4" name="矩形 33">
            <a:extLst>
              <a:ext uri="{FF2B5EF4-FFF2-40B4-BE49-F238E27FC236}">
                <a16:creationId xmlns:a16="http://schemas.microsoft.com/office/drawing/2014/main" id="{B59391C9-D388-1E07-5645-43946A9337CE}"/>
              </a:ext>
            </a:extLst>
          </p:cNvPr>
          <p:cNvSpPr/>
          <p:nvPr/>
        </p:nvSpPr>
        <p:spPr>
          <a:xfrm>
            <a:off x="2069667" y="2531321"/>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5" name="矩形 34">
            <a:extLst>
              <a:ext uri="{FF2B5EF4-FFF2-40B4-BE49-F238E27FC236}">
                <a16:creationId xmlns:a16="http://schemas.microsoft.com/office/drawing/2014/main" id="{67CC173F-F6D6-0C04-75E3-067D78A43EAB}"/>
              </a:ext>
            </a:extLst>
          </p:cNvPr>
          <p:cNvSpPr/>
          <p:nvPr/>
        </p:nvSpPr>
        <p:spPr>
          <a:xfrm>
            <a:off x="2241893" y="2531321"/>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6" name="矩形 35">
            <a:extLst>
              <a:ext uri="{FF2B5EF4-FFF2-40B4-BE49-F238E27FC236}">
                <a16:creationId xmlns:a16="http://schemas.microsoft.com/office/drawing/2014/main" id="{C1CF3864-516D-7918-E779-9D0CB66FDF1A}"/>
              </a:ext>
            </a:extLst>
          </p:cNvPr>
          <p:cNvSpPr/>
          <p:nvPr/>
        </p:nvSpPr>
        <p:spPr>
          <a:xfrm>
            <a:off x="2414119" y="2531321"/>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7" name="矩形 36">
            <a:extLst>
              <a:ext uri="{FF2B5EF4-FFF2-40B4-BE49-F238E27FC236}">
                <a16:creationId xmlns:a16="http://schemas.microsoft.com/office/drawing/2014/main" id="{19E4E77F-C50D-5A5E-573A-15155CBEEE07}"/>
              </a:ext>
            </a:extLst>
          </p:cNvPr>
          <p:cNvSpPr/>
          <p:nvPr/>
        </p:nvSpPr>
        <p:spPr>
          <a:xfrm>
            <a:off x="2583688" y="2531321"/>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8" name="矩形 37">
            <a:extLst>
              <a:ext uri="{FF2B5EF4-FFF2-40B4-BE49-F238E27FC236}">
                <a16:creationId xmlns:a16="http://schemas.microsoft.com/office/drawing/2014/main" id="{C79C9F98-CFFA-60F0-D27F-F4C266796415}"/>
              </a:ext>
            </a:extLst>
          </p:cNvPr>
          <p:cNvSpPr/>
          <p:nvPr/>
        </p:nvSpPr>
        <p:spPr>
          <a:xfrm>
            <a:off x="2755914" y="2531321"/>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9" name="矩形 38">
            <a:extLst>
              <a:ext uri="{FF2B5EF4-FFF2-40B4-BE49-F238E27FC236}">
                <a16:creationId xmlns:a16="http://schemas.microsoft.com/office/drawing/2014/main" id="{83470B26-50E4-E45A-A778-605685E6C967}"/>
              </a:ext>
            </a:extLst>
          </p:cNvPr>
          <p:cNvSpPr/>
          <p:nvPr/>
        </p:nvSpPr>
        <p:spPr>
          <a:xfrm>
            <a:off x="2928140" y="2531321"/>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0" name="矩形 39">
            <a:extLst>
              <a:ext uri="{FF2B5EF4-FFF2-40B4-BE49-F238E27FC236}">
                <a16:creationId xmlns:a16="http://schemas.microsoft.com/office/drawing/2014/main" id="{0A54888E-19DE-8D54-B933-A79472BF54DD}"/>
              </a:ext>
            </a:extLst>
          </p:cNvPr>
          <p:cNvSpPr/>
          <p:nvPr/>
        </p:nvSpPr>
        <p:spPr>
          <a:xfrm>
            <a:off x="3100366" y="2531321"/>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1" name="矩形 40">
            <a:extLst>
              <a:ext uri="{FF2B5EF4-FFF2-40B4-BE49-F238E27FC236}">
                <a16:creationId xmlns:a16="http://schemas.microsoft.com/office/drawing/2014/main" id="{FDAFEB3E-481F-2C1D-6D34-7E0CF1083E93}"/>
              </a:ext>
            </a:extLst>
          </p:cNvPr>
          <p:cNvSpPr/>
          <p:nvPr/>
        </p:nvSpPr>
        <p:spPr>
          <a:xfrm>
            <a:off x="3272592" y="2531321"/>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2" name="矩形 41">
            <a:extLst>
              <a:ext uri="{FF2B5EF4-FFF2-40B4-BE49-F238E27FC236}">
                <a16:creationId xmlns:a16="http://schemas.microsoft.com/office/drawing/2014/main" id="{ECF20106-10DE-3519-A984-2336AAAEF8A9}"/>
              </a:ext>
            </a:extLst>
          </p:cNvPr>
          <p:cNvSpPr/>
          <p:nvPr/>
        </p:nvSpPr>
        <p:spPr>
          <a:xfrm>
            <a:off x="3444818" y="2531321"/>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3" name="矩形 42">
            <a:extLst>
              <a:ext uri="{FF2B5EF4-FFF2-40B4-BE49-F238E27FC236}">
                <a16:creationId xmlns:a16="http://schemas.microsoft.com/office/drawing/2014/main" id="{6EC9D342-6070-36BB-0D51-C6A2C218E4C9}"/>
              </a:ext>
            </a:extLst>
          </p:cNvPr>
          <p:cNvSpPr/>
          <p:nvPr/>
        </p:nvSpPr>
        <p:spPr>
          <a:xfrm>
            <a:off x="1380763" y="2703547"/>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4" name="矩形 43">
            <a:extLst>
              <a:ext uri="{FF2B5EF4-FFF2-40B4-BE49-F238E27FC236}">
                <a16:creationId xmlns:a16="http://schemas.microsoft.com/office/drawing/2014/main" id="{2D514C45-7261-6A42-F59E-84BAB35DC1A1}"/>
              </a:ext>
            </a:extLst>
          </p:cNvPr>
          <p:cNvSpPr/>
          <p:nvPr/>
        </p:nvSpPr>
        <p:spPr>
          <a:xfrm>
            <a:off x="1552989" y="2703547"/>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5" name="矩形 44">
            <a:extLst>
              <a:ext uri="{FF2B5EF4-FFF2-40B4-BE49-F238E27FC236}">
                <a16:creationId xmlns:a16="http://schemas.microsoft.com/office/drawing/2014/main" id="{05BD8A9E-936F-5162-B4E7-25560F11BBF6}"/>
              </a:ext>
            </a:extLst>
          </p:cNvPr>
          <p:cNvSpPr/>
          <p:nvPr/>
        </p:nvSpPr>
        <p:spPr>
          <a:xfrm>
            <a:off x="1725215" y="2703547"/>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6" name="矩形 45">
            <a:extLst>
              <a:ext uri="{FF2B5EF4-FFF2-40B4-BE49-F238E27FC236}">
                <a16:creationId xmlns:a16="http://schemas.microsoft.com/office/drawing/2014/main" id="{6521E27B-3E29-4911-BA61-AEE5E1F94535}"/>
              </a:ext>
            </a:extLst>
          </p:cNvPr>
          <p:cNvSpPr/>
          <p:nvPr/>
        </p:nvSpPr>
        <p:spPr>
          <a:xfrm>
            <a:off x="1897441" y="2703547"/>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7" name="矩形 46">
            <a:extLst>
              <a:ext uri="{FF2B5EF4-FFF2-40B4-BE49-F238E27FC236}">
                <a16:creationId xmlns:a16="http://schemas.microsoft.com/office/drawing/2014/main" id="{9B59D496-35CF-0346-78DE-869917AECC36}"/>
              </a:ext>
            </a:extLst>
          </p:cNvPr>
          <p:cNvSpPr/>
          <p:nvPr/>
        </p:nvSpPr>
        <p:spPr>
          <a:xfrm>
            <a:off x="2069667" y="2703547"/>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8" name="矩形 47">
            <a:extLst>
              <a:ext uri="{FF2B5EF4-FFF2-40B4-BE49-F238E27FC236}">
                <a16:creationId xmlns:a16="http://schemas.microsoft.com/office/drawing/2014/main" id="{3BED6036-243B-E53F-8C0E-E9353D95CB02}"/>
              </a:ext>
            </a:extLst>
          </p:cNvPr>
          <p:cNvSpPr/>
          <p:nvPr/>
        </p:nvSpPr>
        <p:spPr>
          <a:xfrm>
            <a:off x="2241893" y="2703547"/>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9" name="矩形 48">
            <a:extLst>
              <a:ext uri="{FF2B5EF4-FFF2-40B4-BE49-F238E27FC236}">
                <a16:creationId xmlns:a16="http://schemas.microsoft.com/office/drawing/2014/main" id="{B692793B-4EF9-747E-C298-C11E6296B8D2}"/>
              </a:ext>
            </a:extLst>
          </p:cNvPr>
          <p:cNvSpPr/>
          <p:nvPr/>
        </p:nvSpPr>
        <p:spPr>
          <a:xfrm>
            <a:off x="2414119" y="2703547"/>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0" name="矩形 49">
            <a:extLst>
              <a:ext uri="{FF2B5EF4-FFF2-40B4-BE49-F238E27FC236}">
                <a16:creationId xmlns:a16="http://schemas.microsoft.com/office/drawing/2014/main" id="{FC20D3D9-1B39-F5F6-3987-AD82EE9B9450}"/>
              </a:ext>
            </a:extLst>
          </p:cNvPr>
          <p:cNvSpPr/>
          <p:nvPr/>
        </p:nvSpPr>
        <p:spPr>
          <a:xfrm>
            <a:off x="2583688" y="2703547"/>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1" name="矩形 50">
            <a:extLst>
              <a:ext uri="{FF2B5EF4-FFF2-40B4-BE49-F238E27FC236}">
                <a16:creationId xmlns:a16="http://schemas.microsoft.com/office/drawing/2014/main" id="{D1A4CB09-7B73-8270-7552-F3E3260A0313}"/>
              </a:ext>
            </a:extLst>
          </p:cNvPr>
          <p:cNvSpPr/>
          <p:nvPr/>
        </p:nvSpPr>
        <p:spPr>
          <a:xfrm>
            <a:off x="2755914" y="2703547"/>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2" name="矩形 51">
            <a:extLst>
              <a:ext uri="{FF2B5EF4-FFF2-40B4-BE49-F238E27FC236}">
                <a16:creationId xmlns:a16="http://schemas.microsoft.com/office/drawing/2014/main" id="{D6D82D46-1BD5-5541-3B72-0C4BD6D614A5}"/>
              </a:ext>
            </a:extLst>
          </p:cNvPr>
          <p:cNvSpPr/>
          <p:nvPr/>
        </p:nvSpPr>
        <p:spPr>
          <a:xfrm>
            <a:off x="2928140" y="2703547"/>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3" name="矩形 52">
            <a:extLst>
              <a:ext uri="{FF2B5EF4-FFF2-40B4-BE49-F238E27FC236}">
                <a16:creationId xmlns:a16="http://schemas.microsoft.com/office/drawing/2014/main" id="{1D60C1C6-3614-3840-90FE-09CF5394636C}"/>
              </a:ext>
            </a:extLst>
          </p:cNvPr>
          <p:cNvSpPr/>
          <p:nvPr/>
        </p:nvSpPr>
        <p:spPr>
          <a:xfrm>
            <a:off x="3100366" y="2703547"/>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4" name="矩形 53">
            <a:extLst>
              <a:ext uri="{FF2B5EF4-FFF2-40B4-BE49-F238E27FC236}">
                <a16:creationId xmlns:a16="http://schemas.microsoft.com/office/drawing/2014/main" id="{FC7B5F01-6D01-B28B-E7D4-AD2D6049EF68}"/>
              </a:ext>
            </a:extLst>
          </p:cNvPr>
          <p:cNvSpPr/>
          <p:nvPr/>
        </p:nvSpPr>
        <p:spPr>
          <a:xfrm>
            <a:off x="3272592" y="2703547"/>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5" name="矩形 54">
            <a:extLst>
              <a:ext uri="{FF2B5EF4-FFF2-40B4-BE49-F238E27FC236}">
                <a16:creationId xmlns:a16="http://schemas.microsoft.com/office/drawing/2014/main" id="{A88B07F5-0025-82F3-3BC5-A607A8427A35}"/>
              </a:ext>
            </a:extLst>
          </p:cNvPr>
          <p:cNvSpPr/>
          <p:nvPr/>
        </p:nvSpPr>
        <p:spPr>
          <a:xfrm>
            <a:off x="3444818" y="2703547"/>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6" name="矩形 55">
            <a:extLst>
              <a:ext uri="{FF2B5EF4-FFF2-40B4-BE49-F238E27FC236}">
                <a16:creationId xmlns:a16="http://schemas.microsoft.com/office/drawing/2014/main" id="{C8B51F15-7DC3-96B9-92BD-BA27AF65AFEF}"/>
              </a:ext>
            </a:extLst>
          </p:cNvPr>
          <p:cNvSpPr/>
          <p:nvPr/>
        </p:nvSpPr>
        <p:spPr>
          <a:xfrm>
            <a:off x="1380763" y="2875773"/>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7" name="矩形 56">
            <a:extLst>
              <a:ext uri="{FF2B5EF4-FFF2-40B4-BE49-F238E27FC236}">
                <a16:creationId xmlns:a16="http://schemas.microsoft.com/office/drawing/2014/main" id="{A0AC9A25-2B36-C5AE-8DF0-D85EBC0FD124}"/>
              </a:ext>
            </a:extLst>
          </p:cNvPr>
          <p:cNvSpPr/>
          <p:nvPr/>
        </p:nvSpPr>
        <p:spPr>
          <a:xfrm>
            <a:off x="1552989" y="2875773"/>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8" name="矩形 57">
            <a:extLst>
              <a:ext uri="{FF2B5EF4-FFF2-40B4-BE49-F238E27FC236}">
                <a16:creationId xmlns:a16="http://schemas.microsoft.com/office/drawing/2014/main" id="{9E97AF70-7CF2-7242-112E-529B59F202B1}"/>
              </a:ext>
            </a:extLst>
          </p:cNvPr>
          <p:cNvSpPr/>
          <p:nvPr/>
        </p:nvSpPr>
        <p:spPr>
          <a:xfrm>
            <a:off x="1725215" y="2875773"/>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9" name="矩形 58">
            <a:extLst>
              <a:ext uri="{FF2B5EF4-FFF2-40B4-BE49-F238E27FC236}">
                <a16:creationId xmlns:a16="http://schemas.microsoft.com/office/drawing/2014/main" id="{D83958A2-8EC5-6879-A5CA-3C9C84A40D55}"/>
              </a:ext>
            </a:extLst>
          </p:cNvPr>
          <p:cNvSpPr/>
          <p:nvPr/>
        </p:nvSpPr>
        <p:spPr>
          <a:xfrm>
            <a:off x="1897441" y="2875773"/>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0" name="矩形 59">
            <a:extLst>
              <a:ext uri="{FF2B5EF4-FFF2-40B4-BE49-F238E27FC236}">
                <a16:creationId xmlns:a16="http://schemas.microsoft.com/office/drawing/2014/main" id="{149833A5-9459-EF6C-45BF-FB9BA3E70367}"/>
              </a:ext>
            </a:extLst>
          </p:cNvPr>
          <p:cNvSpPr/>
          <p:nvPr/>
        </p:nvSpPr>
        <p:spPr>
          <a:xfrm>
            <a:off x="2069667" y="2875773"/>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1" name="矩形 60">
            <a:extLst>
              <a:ext uri="{FF2B5EF4-FFF2-40B4-BE49-F238E27FC236}">
                <a16:creationId xmlns:a16="http://schemas.microsoft.com/office/drawing/2014/main" id="{4513E24F-B029-FCA1-750D-D3C05FD47CEB}"/>
              </a:ext>
            </a:extLst>
          </p:cNvPr>
          <p:cNvSpPr/>
          <p:nvPr/>
        </p:nvSpPr>
        <p:spPr>
          <a:xfrm>
            <a:off x="2241893" y="2875773"/>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2" name="矩形 61">
            <a:extLst>
              <a:ext uri="{FF2B5EF4-FFF2-40B4-BE49-F238E27FC236}">
                <a16:creationId xmlns:a16="http://schemas.microsoft.com/office/drawing/2014/main" id="{8757D409-2897-2CF1-10B9-F24584AC05F1}"/>
              </a:ext>
            </a:extLst>
          </p:cNvPr>
          <p:cNvSpPr/>
          <p:nvPr/>
        </p:nvSpPr>
        <p:spPr>
          <a:xfrm>
            <a:off x="2414119" y="2875773"/>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3" name="矩形 62">
            <a:extLst>
              <a:ext uri="{FF2B5EF4-FFF2-40B4-BE49-F238E27FC236}">
                <a16:creationId xmlns:a16="http://schemas.microsoft.com/office/drawing/2014/main" id="{38A9FEAD-7E02-70F6-0B19-12230CC4A103}"/>
              </a:ext>
            </a:extLst>
          </p:cNvPr>
          <p:cNvSpPr/>
          <p:nvPr/>
        </p:nvSpPr>
        <p:spPr>
          <a:xfrm>
            <a:off x="2583688" y="2875773"/>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4" name="矩形 63">
            <a:extLst>
              <a:ext uri="{FF2B5EF4-FFF2-40B4-BE49-F238E27FC236}">
                <a16:creationId xmlns:a16="http://schemas.microsoft.com/office/drawing/2014/main" id="{FB7813AA-69D6-FA4D-517A-DEAD66987C21}"/>
              </a:ext>
            </a:extLst>
          </p:cNvPr>
          <p:cNvSpPr/>
          <p:nvPr/>
        </p:nvSpPr>
        <p:spPr>
          <a:xfrm>
            <a:off x="2755914" y="2875773"/>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5" name="矩形 64">
            <a:extLst>
              <a:ext uri="{FF2B5EF4-FFF2-40B4-BE49-F238E27FC236}">
                <a16:creationId xmlns:a16="http://schemas.microsoft.com/office/drawing/2014/main" id="{C3B24D1F-B2DE-BEF9-7494-5B069616FB87}"/>
              </a:ext>
            </a:extLst>
          </p:cNvPr>
          <p:cNvSpPr/>
          <p:nvPr/>
        </p:nvSpPr>
        <p:spPr>
          <a:xfrm>
            <a:off x="2928140" y="2875773"/>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6" name="矩形 65">
            <a:extLst>
              <a:ext uri="{FF2B5EF4-FFF2-40B4-BE49-F238E27FC236}">
                <a16:creationId xmlns:a16="http://schemas.microsoft.com/office/drawing/2014/main" id="{D5C362F3-9573-A702-569F-D77C94E7A322}"/>
              </a:ext>
            </a:extLst>
          </p:cNvPr>
          <p:cNvSpPr/>
          <p:nvPr/>
        </p:nvSpPr>
        <p:spPr>
          <a:xfrm>
            <a:off x="3100366" y="2875773"/>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7" name="矩形 66">
            <a:extLst>
              <a:ext uri="{FF2B5EF4-FFF2-40B4-BE49-F238E27FC236}">
                <a16:creationId xmlns:a16="http://schemas.microsoft.com/office/drawing/2014/main" id="{64DEE404-FFCB-757B-9BBE-41E300EED6DE}"/>
              </a:ext>
            </a:extLst>
          </p:cNvPr>
          <p:cNvSpPr/>
          <p:nvPr/>
        </p:nvSpPr>
        <p:spPr>
          <a:xfrm>
            <a:off x="3272592" y="2875773"/>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8" name="矩形 67">
            <a:extLst>
              <a:ext uri="{FF2B5EF4-FFF2-40B4-BE49-F238E27FC236}">
                <a16:creationId xmlns:a16="http://schemas.microsoft.com/office/drawing/2014/main" id="{E0FFB837-ABED-56CB-8F44-A47D05651143}"/>
              </a:ext>
            </a:extLst>
          </p:cNvPr>
          <p:cNvSpPr/>
          <p:nvPr/>
        </p:nvSpPr>
        <p:spPr>
          <a:xfrm>
            <a:off x="3444818" y="2875773"/>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9" name="矩形 68">
            <a:extLst>
              <a:ext uri="{FF2B5EF4-FFF2-40B4-BE49-F238E27FC236}">
                <a16:creationId xmlns:a16="http://schemas.microsoft.com/office/drawing/2014/main" id="{F996CDBA-4892-B5CB-D0C8-6C8D3B34BB66}"/>
              </a:ext>
            </a:extLst>
          </p:cNvPr>
          <p:cNvSpPr/>
          <p:nvPr/>
        </p:nvSpPr>
        <p:spPr>
          <a:xfrm>
            <a:off x="1380763" y="3047999"/>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0" name="矩形 69">
            <a:extLst>
              <a:ext uri="{FF2B5EF4-FFF2-40B4-BE49-F238E27FC236}">
                <a16:creationId xmlns:a16="http://schemas.microsoft.com/office/drawing/2014/main" id="{A1A669EE-440F-1101-C6BD-6F96E7B65466}"/>
              </a:ext>
            </a:extLst>
          </p:cNvPr>
          <p:cNvSpPr/>
          <p:nvPr/>
        </p:nvSpPr>
        <p:spPr>
          <a:xfrm>
            <a:off x="1552989" y="3047999"/>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1" name="矩形 70">
            <a:extLst>
              <a:ext uri="{FF2B5EF4-FFF2-40B4-BE49-F238E27FC236}">
                <a16:creationId xmlns:a16="http://schemas.microsoft.com/office/drawing/2014/main" id="{17FF2095-0F8A-509D-CA16-45F0BDA923D3}"/>
              </a:ext>
            </a:extLst>
          </p:cNvPr>
          <p:cNvSpPr/>
          <p:nvPr/>
        </p:nvSpPr>
        <p:spPr>
          <a:xfrm>
            <a:off x="1725215" y="3047999"/>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2" name="矩形 71">
            <a:extLst>
              <a:ext uri="{FF2B5EF4-FFF2-40B4-BE49-F238E27FC236}">
                <a16:creationId xmlns:a16="http://schemas.microsoft.com/office/drawing/2014/main" id="{6102DCD0-8F01-F7F7-AFEF-2837BA24C88A}"/>
              </a:ext>
            </a:extLst>
          </p:cNvPr>
          <p:cNvSpPr/>
          <p:nvPr/>
        </p:nvSpPr>
        <p:spPr>
          <a:xfrm>
            <a:off x="1897441" y="3047999"/>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3" name="矩形 72">
            <a:extLst>
              <a:ext uri="{FF2B5EF4-FFF2-40B4-BE49-F238E27FC236}">
                <a16:creationId xmlns:a16="http://schemas.microsoft.com/office/drawing/2014/main" id="{95DDF70C-1EB1-FCAB-603F-D6BAC9DDBE98}"/>
              </a:ext>
            </a:extLst>
          </p:cNvPr>
          <p:cNvSpPr/>
          <p:nvPr/>
        </p:nvSpPr>
        <p:spPr>
          <a:xfrm>
            <a:off x="2069667" y="3047999"/>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4" name="矩形 73">
            <a:extLst>
              <a:ext uri="{FF2B5EF4-FFF2-40B4-BE49-F238E27FC236}">
                <a16:creationId xmlns:a16="http://schemas.microsoft.com/office/drawing/2014/main" id="{E3BDB3EE-F2F0-69F3-2FEF-8DB606D6C81B}"/>
              </a:ext>
            </a:extLst>
          </p:cNvPr>
          <p:cNvSpPr/>
          <p:nvPr/>
        </p:nvSpPr>
        <p:spPr>
          <a:xfrm>
            <a:off x="2241893" y="3047999"/>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5" name="矩形 74">
            <a:extLst>
              <a:ext uri="{FF2B5EF4-FFF2-40B4-BE49-F238E27FC236}">
                <a16:creationId xmlns:a16="http://schemas.microsoft.com/office/drawing/2014/main" id="{C0C20C5B-82C1-78F4-5C99-4132A0E9901C}"/>
              </a:ext>
            </a:extLst>
          </p:cNvPr>
          <p:cNvSpPr/>
          <p:nvPr/>
        </p:nvSpPr>
        <p:spPr>
          <a:xfrm>
            <a:off x="2414119" y="3047999"/>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6" name="矩形 75">
            <a:extLst>
              <a:ext uri="{FF2B5EF4-FFF2-40B4-BE49-F238E27FC236}">
                <a16:creationId xmlns:a16="http://schemas.microsoft.com/office/drawing/2014/main" id="{ABA60A55-8C14-72E5-D9D3-F1F494332A5A}"/>
              </a:ext>
            </a:extLst>
          </p:cNvPr>
          <p:cNvSpPr/>
          <p:nvPr/>
        </p:nvSpPr>
        <p:spPr>
          <a:xfrm>
            <a:off x="2583688" y="3047999"/>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7" name="矩形 76">
            <a:extLst>
              <a:ext uri="{FF2B5EF4-FFF2-40B4-BE49-F238E27FC236}">
                <a16:creationId xmlns:a16="http://schemas.microsoft.com/office/drawing/2014/main" id="{75141441-4D52-4027-6A14-D7CB7EF4169A}"/>
              </a:ext>
            </a:extLst>
          </p:cNvPr>
          <p:cNvSpPr/>
          <p:nvPr/>
        </p:nvSpPr>
        <p:spPr>
          <a:xfrm>
            <a:off x="2755914" y="3047999"/>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8" name="矩形 77">
            <a:extLst>
              <a:ext uri="{FF2B5EF4-FFF2-40B4-BE49-F238E27FC236}">
                <a16:creationId xmlns:a16="http://schemas.microsoft.com/office/drawing/2014/main" id="{514DAC0B-A132-E28B-E5A2-1A5CCCAB03C8}"/>
              </a:ext>
            </a:extLst>
          </p:cNvPr>
          <p:cNvSpPr/>
          <p:nvPr/>
        </p:nvSpPr>
        <p:spPr>
          <a:xfrm>
            <a:off x="2928140" y="3047999"/>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9" name="矩形 78">
            <a:extLst>
              <a:ext uri="{FF2B5EF4-FFF2-40B4-BE49-F238E27FC236}">
                <a16:creationId xmlns:a16="http://schemas.microsoft.com/office/drawing/2014/main" id="{5A87865A-23EE-A9A8-D9AF-6E6B96128C22}"/>
              </a:ext>
            </a:extLst>
          </p:cNvPr>
          <p:cNvSpPr/>
          <p:nvPr/>
        </p:nvSpPr>
        <p:spPr>
          <a:xfrm>
            <a:off x="3100366" y="3047999"/>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0" name="矩形 79">
            <a:extLst>
              <a:ext uri="{FF2B5EF4-FFF2-40B4-BE49-F238E27FC236}">
                <a16:creationId xmlns:a16="http://schemas.microsoft.com/office/drawing/2014/main" id="{561B5AD6-D925-7C3A-55E1-5C812F12AA02}"/>
              </a:ext>
            </a:extLst>
          </p:cNvPr>
          <p:cNvSpPr/>
          <p:nvPr/>
        </p:nvSpPr>
        <p:spPr>
          <a:xfrm>
            <a:off x="3272592" y="3047999"/>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1" name="矩形 80">
            <a:extLst>
              <a:ext uri="{FF2B5EF4-FFF2-40B4-BE49-F238E27FC236}">
                <a16:creationId xmlns:a16="http://schemas.microsoft.com/office/drawing/2014/main" id="{EC60ECD5-374C-12E0-762D-593DAF5896F9}"/>
              </a:ext>
            </a:extLst>
          </p:cNvPr>
          <p:cNvSpPr/>
          <p:nvPr/>
        </p:nvSpPr>
        <p:spPr>
          <a:xfrm>
            <a:off x="3444818" y="3047999"/>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2" name="矩形 81">
            <a:extLst>
              <a:ext uri="{FF2B5EF4-FFF2-40B4-BE49-F238E27FC236}">
                <a16:creationId xmlns:a16="http://schemas.microsoft.com/office/drawing/2014/main" id="{ADFB2E7D-7F71-C143-9B67-34FFB0650F39}"/>
              </a:ext>
            </a:extLst>
          </p:cNvPr>
          <p:cNvSpPr/>
          <p:nvPr/>
        </p:nvSpPr>
        <p:spPr>
          <a:xfrm>
            <a:off x="1380763" y="3220225"/>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3" name="矩形 82">
            <a:extLst>
              <a:ext uri="{FF2B5EF4-FFF2-40B4-BE49-F238E27FC236}">
                <a16:creationId xmlns:a16="http://schemas.microsoft.com/office/drawing/2014/main" id="{BB68230A-7046-CE55-BDE0-936EFB96C38C}"/>
              </a:ext>
            </a:extLst>
          </p:cNvPr>
          <p:cNvSpPr/>
          <p:nvPr/>
        </p:nvSpPr>
        <p:spPr>
          <a:xfrm>
            <a:off x="1552989" y="322022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4" name="矩形 83">
            <a:extLst>
              <a:ext uri="{FF2B5EF4-FFF2-40B4-BE49-F238E27FC236}">
                <a16:creationId xmlns:a16="http://schemas.microsoft.com/office/drawing/2014/main" id="{AA27CF29-19F3-28DD-DD60-721B19DE8830}"/>
              </a:ext>
            </a:extLst>
          </p:cNvPr>
          <p:cNvSpPr/>
          <p:nvPr/>
        </p:nvSpPr>
        <p:spPr>
          <a:xfrm>
            <a:off x="1725215" y="322022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5" name="矩形 84">
            <a:extLst>
              <a:ext uri="{FF2B5EF4-FFF2-40B4-BE49-F238E27FC236}">
                <a16:creationId xmlns:a16="http://schemas.microsoft.com/office/drawing/2014/main" id="{98B4F2B0-D35D-2419-4D5A-3C99D5F62193}"/>
              </a:ext>
            </a:extLst>
          </p:cNvPr>
          <p:cNvSpPr/>
          <p:nvPr/>
        </p:nvSpPr>
        <p:spPr>
          <a:xfrm>
            <a:off x="1897441" y="322022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6" name="矩形 85">
            <a:extLst>
              <a:ext uri="{FF2B5EF4-FFF2-40B4-BE49-F238E27FC236}">
                <a16:creationId xmlns:a16="http://schemas.microsoft.com/office/drawing/2014/main" id="{16CA2E64-F9AE-BF2D-243C-782DA7BDF8F6}"/>
              </a:ext>
            </a:extLst>
          </p:cNvPr>
          <p:cNvSpPr/>
          <p:nvPr/>
        </p:nvSpPr>
        <p:spPr>
          <a:xfrm>
            <a:off x="2069667" y="322022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7" name="矩形 86">
            <a:extLst>
              <a:ext uri="{FF2B5EF4-FFF2-40B4-BE49-F238E27FC236}">
                <a16:creationId xmlns:a16="http://schemas.microsoft.com/office/drawing/2014/main" id="{ED52C4D1-A162-2936-ECC8-FB25972E029D}"/>
              </a:ext>
            </a:extLst>
          </p:cNvPr>
          <p:cNvSpPr/>
          <p:nvPr/>
        </p:nvSpPr>
        <p:spPr>
          <a:xfrm>
            <a:off x="2241893" y="322022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8" name="矩形 87">
            <a:extLst>
              <a:ext uri="{FF2B5EF4-FFF2-40B4-BE49-F238E27FC236}">
                <a16:creationId xmlns:a16="http://schemas.microsoft.com/office/drawing/2014/main" id="{E8A13E55-5BF2-07C2-E72B-478C0DFC501F}"/>
              </a:ext>
            </a:extLst>
          </p:cNvPr>
          <p:cNvSpPr/>
          <p:nvPr/>
        </p:nvSpPr>
        <p:spPr>
          <a:xfrm>
            <a:off x="2414119" y="322022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9" name="矩形 88">
            <a:extLst>
              <a:ext uri="{FF2B5EF4-FFF2-40B4-BE49-F238E27FC236}">
                <a16:creationId xmlns:a16="http://schemas.microsoft.com/office/drawing/2014/main" id="{0E5F4762-5840-BAC1-65AB-6C47EEE99A6B}"/>
              </a:ext>
            </a:extLst>
          </p:cNvPr>
          <p:cNvSpPr/>
          <p:nvPr/>
        </p:nvSpPr>
        <p:spPr>
          <a:xfrm>
            <a:off x="2583688" y="322022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0" name="矩形 89">
            <a:extLst>
              <a:ext uri="{FF2B5EF4-FFF2-40B4-BE49-F238E27FC236}">
                <a16:creationId xmlns:a16="http://schemas.microsoft.com/office/drawing/2014/main" id="{BA4445AB-B588-25A9-E76C-1EB5F08DBCB3}"/>
              </a:ext>
            </a:extLst>
          </p:cNvPr>
          <p:cNvSpPr/>
          <p:nvPr/>
        </p:nvSpPr>
        <p:spPr>
          <a:xfrm>
            <a:off x="2755914" y="322022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1" name="矩形 90">
            <a:extLst>
              <a:ext uri="{FF2B5EF4-FFF2-40B4-BE49-F238E27FC236}">
                <a16:creationId xmlns:a16="http://schemas.microsoft.com/office/drawing/2014/main" id="{6AE2BC2E-B749-7835-993F-8691BC0C3A83}"/>
              </a:ext>
            </a:extLst>
          </p:cNvPr>
          <p:cNvSpPr/>
          <p:nvPr/>
        </p:nvSpPr>
        <p:spPr>
          <a:xfrm>
            <a:off x="2928140" y="322022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2" name="矩形 91">
            <a:extLst>
              <a:ext uri="{FF2B5EF4-FFF2-40B4-BE49-F238E27FC236}">
                <a16:creationId xmlns:a16="http://schemas.microsoft.com/office/drawing/2014/main" id="{28E0B3E8-C8C3-0BDB-F9A1-256CE7FE8663}"/>
              </a:ext>
            </a:extLst>
          </p:cNvPr>
          <p:cNvSpPr/>
          <p:nvPr/>
        </p:nvSpPr>
        <p:spPr>
          <a:xfrm>
            <a:off x="3100366" y="322022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3" name="矩形 92">
            <a:extLst>
              <a:ext uri="{FF2B5EF4-FFF2-40B4-BE49-F238E27FC236}">
                <a16:creationId xmlns:a16="http://schemas.microsoft.com/office/drawing/2014/main" id="{68B8EC71-661B-3C9D-EE90-0E1300E9A43D}"/>
              </a:ext>
            </a:extLst>
          </p:cNvPr>
          <p:cNvSpPr/>
          <p:nvPr/>
        </p:nvSpPr>
        <p:spPr>
          <a:xfrm>
            <a:off x="3272592" y="322022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4" name="矩形 93">
            <a:extLst>
              <a:ext uri="{FF2B5EF4-FFF2-40B4-BE49-F238E27FC236}">
                <a16:creationId xmlns:a16="http://schemas.microsoft.com/office/drawing/2014/main" id="{F6ECDA48-4374-C048-20D7-03A236D5E27C}"/>
              </a:ext>
            </a:extLst>
          </p:cNvPr>
          <p:cNvSpPr/>
          <p:nvPr/>
        </p:nvSpPr>
        <p:spPr>
          <a:xfrm>
            <a:off x="3444818" y="322022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5" name="矩形 94">
            <a:extLst>
              <a:ext uri="{FF2B5EF4-FFF2-40B4-BE49-F238E27FC236}">
                <a16:creationId xmlns:a16="http://schemas.microsoft.com/office/drawing/2014/main" id="{EA182D14-0E2F-8EE3-E7B9-3D0A74E7B94A}"/>
              </a:ext>
            </a:extLst>
          </p:cNvPr>
          <p:cNvSpPr/>
          <p:nvPr/>
        </p:nvSpPr>
        <p:spPr>
          <a:xfrm>
            <a:off x="1380763" y="3392451"/>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6" name="矩形 95">
            <a:extLst>
              <a:ext uri="{FF2B5EF4-FFF2-40B4-BE49-F238E27FC236}">
                <a16:creationId xmlns:a16="http://schemas.microsoft.com/office/drawing/2014/main" id="{75DFDC08-E152-045A-AC2F-171C4F4AE256}"/>
              </a:ext>
            </a:extLst>
          </p:cNvPr>
          <p:cNvSpPr/>
          <p:nvPr/>
        </p:nvSpPr>
        <p:spPr>
          <a:xfrm>
            <a:off x="1552989" y="3392451"/>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7" name="矩形 96">
            <a:extLst>
              <a:ext uri="{FF2B5EF4-FFF2-40B4-BE49-F238E27FC236}">
                <a16:creationId xmlns:a16="http://schemas.microsoft.com/office/drawing/2014/main" id="{44E2E77F-0F7C-38FF-BC5D-C26EA46FFCC4}"/>
              </a:ext>
            </a:extLst>
          </p:cNvPr>
          <p:cNvSpPr/>
          <p:nvPr/>
        </p:nvSpPr>
        <p:spPr>
          <a:xfrm>
            <a:off x="1725215" y="3392451"/>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8" name="矩形 97">
            <a:extLst>
              <a:ext uri="{FF2B5EF4-FFF2-40B4-BE49-F238E27FC236}">
                <a16:creationId xmlns:a16="http://schemas.microsoft.com/office/drawing/2014/main" id="{97ED243B-54ED-7869-8B1D-B796107A2456}"/>
              </a:ext>
            </a:extLst>
          </p:cNvPr>
          <p:cNvSpPr/>
          <p:nvPr/>
        </p:nvSpPr>
        <p:spPr>
          <a:xfrm>
            <a:off x="1897441" y="3392451"/>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9" name="矩形 98">
            <a:extLst>
              <a:ext uri="{FF2B5EF4-FFF2-40B4-BE49-F238E27FC236}">
                <a16:creationId xmlns:a16="http://schemas.microsoft.com/office/drawing/2014/main" id="{1E4ED45D-2F90-47EA-6FB7-B8C1B5AAC08B}"/>
              </a:ext>
            </a:extLst>
          </p:cNvPr>
          <p:cNvSpPr/>
          <p:nvPr/>
        </p:nvSpPr>
        <p:spPr>
          <a:xfrm>
            <a:off x="2069667" y="3392451"/>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0" name="矩形 99">
            <a:extLst>
              <a:ext uri="{FF2B5EF4-FFF2-40B4-BE49-F238E27FC236}">
                <a16:creationId xmlns:a16="http://schemas.microsoft.com/office/drawing/2014/main" id="{54D3EF42-8E44-1E29-C94A-FBCCDB621236}"/>
              </a:ext>
            </a:extLst>
          </p:cNvPr>
          <p:cNvSpPr/>
          <p:nvPr/>
        </p:nvSpPr>
        <p:spPr>
          <a:xfrm>
            <a:off x="2241893" y="3392451"/>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1" name="矩形 100">
            <a:extLst>
              <a:ext uri="{FF2B5EF4-FFF2-40B4-BE49-F238E27FC236}">
                <a16:creationId xmlns:a16="http://schemas.microsoft.com/office/drawing/2014/main" id="{76EAA53D-6CB1-7926-B58D-86E1F294C49B}"/>
              </a:ext>
            </a:extLst>
          </p:cNvPr>
          <p:cNvSpPr/>
          <p:nvPr/>
        </p:nvSpPr>
        <p:spPr>
          <a:xfrm>
            <a:off x="2414119" y="3392451"/>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2" name="矩形 101">
            <a:extLst>
              <a:ext uri="{FF2B5EF4-FFF2-40B4-BE49-F238E27FC236}">
                <a16:creationId xmlns:a16="http://schemas.microsoft.com/office/drawing/2014/main" id="{7A45F07A-29D7-0DC5-B3CD-D049D591FDBA}"/>
              </a:ext>
            </a:extLst>
          </p:cNvPr>
          <p:cNvSpPr/>
          <p:nvPr/>
        </p:nvSpPr>
        <p:spPr>
          <a:xfrm>
            <a:off x="2583688" y="3392451"/>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3" name="矩形 102">
            <a:extLst>
              <a:ext uri="{FF2B5EF4-FFF2-40B4-BE49-F238E27FC236}">
                <a16:creationId xmlns:a16="http://schemas.microsoft.com/office/drawing/2014/main" id="{20B1D3B1-BD8F-DFBA-53AF-B6033CCE241A}"/>
              </a:ext>
            </a:extLst>
          </p:cNvPr>
          <p:cNvSpPr/>
          <p:nvPr/>
        </p:nvSpPr>
        <p:spPr>
          <a:xfrm>
            <a:off x="2755914" y="3392451"/>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4" name="矩形 103">
            <a:extLst>
              <a:ext uri="{FF2B5EF4-FFF2-40B4-BE49-F238E27FC236}">
                <a16:creationId xmlns:a16="http://schemas.microsoft.com/office/drawing/2014/main" id="{87953971-347B-2545-6959-CA791B959E20}"/>
              </a:ext>
            </a:extLst>
          </p:cNvPr>
          <p:cNvSpPr/>
          <p:nvPr/>
        </p:nvSpPr>
        <p:spPr>
          <a:xfrm>
            <a:off x="2928140" y="3392451"/>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5" name="矩形 104">
            <a:extLst>
              <a:ext uri="{FF2B5EF4-FFF2-40B4-BE49-F238E27FC236}">
                <a16:creationId xmlns:a16="http://schemas.microsoft.com/office/drawing/2014/main" id="{3BEEBEE3-0481-17DA-A2C7-24514CCAD46B}"/>
              </a:ext>
            </a:extLst>
          </p:cNvPr>
          <p:cNvSpPr/>
          <p:nvPr/>
        </p:nvSpPr>
        <p:spPr>
          <a:xfrm>
            <a:off x="3100366" y="3392451"/>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6" name="矩形 105">
            <a:extLst>
              <a:ext uri="{FF2B5EF4-FFF2-40B4-BE49-F238E27FC236}">
                <a16:creationId xmlns:a16="http://schemas.microsoft.com/office/drawing/2014/main" id="{114CB088-6D61-7C26-69CE-40CA4039E70F}"/>
              </a:ext>
            </a:extLst>
          </p:cNvPr>
          <p:cNvSpPr/>
          <p:nvPr/>
        </p:nvSpPr>
        <p:spPr>
          <a:xfrm>
            <a:off x="3272592" y="3392451"/>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7" name="矩形 106">
            <a:extLst>
              <a:ext uri="{FF2B5EF4-FFF2-40B4-BE49-F238E27FC236}">
                <a16:creationId xmlns:a16="http://schemas.microsoft.com/office/drawing/2014/main" id="{47F2FC4D-D3ED-4DC1-F958-C7BAC9078F7E}"/>
              </a:ext>
            </a:extLst>
          </p:cNvPr>
          <p:cNvSpPr/>
          <p:nvPr/>
        </p:nvSpPr>
        <p:spPr>
          <a:xfrm>
            <a:off x="3444818" y="3392451"/>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8" name="矩形 107">
            <a:extLst>
              <a:ext uri="{FF2B5EF4-FFF2-40B4-BE49-F238E27FC236}">
                <a16:creationId xmlns:a16="http://schemas.microsoft.com/office/drawing/2014/main" id="{7A992C1F-1C52-AE2B-D9D6-D1140958ED54}"/>
              </a:ext>
            </a:extLst>
          </p:cNvPr>
          <p:cNvSpPr/>
          <p:nvPr/>
        </p:nvSpPr>
        <p:spPr>
          <a:xfrm>
            <a:off x="1380763" y="3564677"/>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9" name="矩形 108">
            <a:extLst>
              <a:ext uri="{FF2B5EF4-FFF2-40B4-BE49-F238E27FC236}">
                <a16:creationId xmlns:a16="http://schemas.microsoft.com/office/drawing/2014/main" id="{AEAA0099-7062-1C86-D75A-84D15A0E0AC9}"/>
              </a:ext>
            </a:extLst>
          </p:cNvPr>
          <p:cNvSpPr/>
          <p:nvPr/>
        </p:nvSpPr>
        <p:spPr>
          <a:xfrm>
            <a:off x="1552989" y="3564677"/>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0" name="矩形 109">
            <a:extLst>
              <a:ext uri="{FF2B5EF4-FFF2-40B4-BE49-F238E27FC236}">
                <a16:creationId xmlns:a16="http://schemas.microsoft.com/office/drawing/2014/main" id="{64CEE337-ECAB-7A80-E14B-C95E97E7F2FE}"/>
              </a:ext>
            </a:extLst>
          </p:cNvPr>
          <p:cNvSpPr/>
          <p:nvPr/>
        </p:nvSpPr>
        <p:spPr>
          <a:xfrm>
            <a:off x="1725215" y="3564677"/>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1" name="矩形 110">
            <a:extLst>
              <a:ext uri="{FF2B5EF4-FFF2-40B4-BE49-F238E27FC236}">
                <a16:creationId xmlns:a16="http://schemas.microsoft.com/office/drawing/2014/main" id="{276A35BA-D2A9-7E79-6590-F27DB899A252}"/>
              </a:ext>
            </a:extLst>
          </p:cNvPr>
          <p:cNvSpPr/>
          <p:nvPr/>
        </p:nvSpPr>
        <p:spPr>
          <a:xfrm>
            <a:off x="1897441" y="3564677"/>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2" name="矩形 111">
            <a:extLst>
              <a:ext uri="{FF2B5EF4-FFF2-40B4-BE49-F238E27FC236}">
                <a16:creationId xmlns:a16="http://schemas.microsoft.com/office/drawing/2014/main" id="{4382EF53-B3C3-67C6-FA58-C0DCAA40B554}"/>
              </a:ext>
            </a:extLst>
          </p:cNvPr>
          <p:cNvSpPr/>
          <p:nvPr/>
        </p:nvSpPr>
        <p:spPr>
          <a:xfrm>
            <a:off x="2069667" y="3564677"/>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3" name="矩形 112">
            <a:extLst>
              <a:ext uri="{FF2B5EF4-FFF2-40B4-BE49-F238E27FC236}">
                <a16:creationId xmlns:a16="http://schemas.microsoft.com/office/drawing/2014/main" id="{0F034D03-ADDA-9425-C812-E0BA266B5CEB}"/>
              </a:ext>
            </a:extLst>
          </p:cNvPr>
          <p:cNvSpPr/>
          <p:nvPr/>
        </p:nvSpPr>
        <p:spPr>
          <a:xfrm>
            <a:off x="2241893" y="3564677"/>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4" name="矩形 113">
            <a:extLst>
              <a:ext uri="{FF2B5EF4-FFF2-40B4-BE49-F238E27FC236}">
                <a16:creationId xmlns:a16="http://schemas.microsoft.com/office/drawing/2014/main" id="{5CD5E806-1B92-2817-A5CB-8E1B5BEB38BB}"/>
              </a:ext>
            </a:extLst>
          </p:cNvPr>
          <p:cNvSpPr/>
          <p:nvPr/>
        </p:nvSpPr>
        <p:spPr>
          <a:xfrm>
            <a:off x="2414119" y="3564677"/>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5" name="矩形 114">
            <a:extLst>
              <a:ext uri="{FF2B5EF4-FFF2-40B4-BE49-F238E27FC236}">
                <a16:creationId xmlns:a16="http://schemas.microsoft.com/office/drawing/2014/main" id="{0F53A320-A023-1882-439D-405A6534AA39}"/>
              </a:ext>
            </a:extLst>
          </p:cNvPr>
          <p:cNvSpPr/>
          <p:nvPr/>
        </p:nvSpPr>
        <p:spPr>
          <a:xfrm>
            <a:off x="2583688" y="3564677"/>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6" name="矩形 115">
            <a:extLst>
              <a:ext uri="{FF2B5EF4-FFF2-40B4-BE49-F238E27FC236}">
                <a16:creationId xmlns:a16="http://schemas.microsoft.com/office/drawing/2014/main" id="{8234FB30-1758-B0E6-D504-346497C90CB8}"/>
              </a:ext>
            </a:extLst>
          </p:cNvPr>
          <p:cNvSpPr/>
          <p:nvPr/>
        </p:nvSpPr>
        <p:spPr>
          <a:xfrm>
            <a:off x="2755914" y="3564677"/>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7" name="矩形 116">
            <a:extLst>
              <a:ext uri="{FF2B5EF4-FFF2-40B4-BE49-F238E27FC236}">
                <a16:creationId xmlns:a16="http://schemas.microsoft.com/office/drawing/2014/main" id="{5D4F47D2-21FF-D24A-0669-071FBAA1757D}"/>
              </a:ext>
            </a:extLst>
          </p:cNvPr>
          <p:cNvSpPr/>
          <p:nvPr/>
        </p:nvSpPr>
        <p:spPr>
          <a:xfrm>
            <a:off x="2928140" y="3564677"/>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8" name="矩形 117">
            <a:extLst>
              <a:ext uri="{FF2B5EF4-FFF2-40B4-BE49-F238E27FC236}">
                <a16:creationId xmlns:a16="http://schemas.microsoft.com/office/drawing/2014/main" id="{B5E9F27F-F12D-79E3-941C-0E25D28692A0}"/>
              </a:ext>
            </a:extLst>
          </p:cNvPr>
          <p:cNvSpPr/>
          <p:nvPr/>
        </p:nvSpPr>
        <p:spPr>
          <a:xfrm>
            <a:off x="3100366" y="3564677"/>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9" name="矩形 118">
            <a:extLst>
              <a:ext uri="{FF2B5EF4-FFF2-40B4-BE49-F238E27FC236}">
                <a16:creationId xmlns:a16="http://schemas.microsoft.com/office/drawing/2014/main" id="{D2898D7E-B8B6-B2FF-5382-39D2B53E84D1}"/>
              </a:ext>
            </a:extLst>
          </p:cNvPr>
          <p:cNvSpPr/>
          <p:nvPr/>
        </p:nvSpPr>
        <p:spPr>
          <a:xfrm>
            <a:off x="3272592" y="3564677"/>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0" name="矩形 119">
            <a:extLst>
              <a:ext uri="{FF2B5EF4-FFF2-40B4-BE49-F238E27FC236}">
                <a16:creationId xmlns:a16="http://schemas.microsoft.com/office/drawing/2014/main" id="{360ED9AF-76D2-8C97-A577-C3FB7FC7F5A7}"/>
              </a:ext>
            </a:extLst>
          </p:cNvPr>
          <p:cNvSpPr/>
          <p:nvPr/>
        </p:nvSpPr>
        <p:spPr>
          <a:xfrm>
            <a:off x="3444818" y="3564677"/>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1" name="矩形 120">
            <a:extLst>
              <a:ext uri="{FF2B5EF4-FFF2-40B4-BE49-F238E27FC236}">
                <a16:creationId xmlns:a16="http://schemas.microsoft.com/office/drawing/2014/main" id="{C2F184E0-B4E8-5BFC-0F0A-6AB0B8B04131}"/>
              </a:ext>
            </a:extLst>
          </p:cNvPr>
          <p:cNvSpPr/>
          <p:nvPr/>
        </p:nvSpPr>
        <p:spPr>
          <a:xfrm>
            <a:off x="1380763" y="3736903"/>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2" name="矩形 121">
            <a:extLst>
              <a:ext uri="{FF2B5EF4-FFF2-40B4-BE49-F238E27FC236}">
                <a16:creationId xmlns:a16="http://schemas.microsoft.com/office/drawing/2014/main" id="{940F56A2-117E-5011-5601-C69DDB69EA78}"/>
              </a:ext>
            </a:extLst>
          </p:cNvPr>
          <p:cNvSpPr/>
          <p:nvPr/>
        </p:nvSpPr>
        <p:spPr>
          <a:xfrm>
            <a:off x="1552989" y="3736903"/>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3" name="矩形 122">
            <a:extLst>
              <a:ext uri="{FF2B5EF4-FFF2-40B4-BE49-F238E27FC236}">
                <a16:creationId xmlns:a16="http://schemas.microsoft.com/office/drawing/2014/main" id="{D30D48CD-AAA8-DE5A-AC17-00606F01E160}"/>
              </a:ext>
            </a:extLst>
          </p:cNvPr>
          <p:cNvSpPr/>
          <p:nvPr/>
        </p:nvSpPr>
        <p:spPr>
          <a:xfrm>
            <a:off x="1725215" y="3736903"/>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4" name="矩形 123">
            <a:extLst>
              <a:ext uri="{FF2B5EF4-FFF2-40B4-BE49-F238E27FC236}">
                <a16:creationId xmlns:a16="http://schemas.microsoft.com/office/drawing/2014/main" id="{2BF910DD-326B-985F-E120-865476FCF51B}"/>
              </a:ext>
            </a:extLst>
          </p:cNvPr>
          <p:cNvSpPr/>
          <p:nvPr/>
        </p:nvSpPr>
        <p:spPr>
          <a:xfrm>
            <a:off x="1897441" y="3736903"/>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5" name="矩形 124">
            <a:extLst>
              <a:ext uri="{FF2B5EF4-FFF2-40B4-BE49-F238E27FC236}">
                <a16:creationId xmlns:a16="http://schemas.microsoft.com/office/drawing/2014/main" id="{1A619BC5-2EE8-0C37-6B53-8B31CD604C54}"/>
              </a:ext>
            </a:extLst>
          </p:cNvPr>
          <p:cNvSpPr/>
          <p:nvPr/>
        </p:nvSpPr>
        <p:spPr>
          <a:xfrm>
            <a:off x="2069667" y="3736903"/>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6" name="矩形 125">
            <a:extLst>
              <a:ext uri="{FF2B5EF4-FFF2-40B4-BE49-F238E27FC236}">
                <a16:creationId xmlns:a16="http://schemas.microsoft.com/office/drawing/2014/main" id="{6D2D4F86-7614-0AB4-DD9C-394977B984A9}"/>
              </a:ext>
            </a:extLst>
          </p:cNvPr>
          <p:cNvSpPr/>
          <p:nvPr/>
        </p:nvSpPr>
        <p:spPr>
          <a:xfrm>
            <a:off x="2241893" y="3736903"/>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7" name="矩形 126">
            <a:extLst>
              <a:ext uri="{FF2B5EF4-FFF2-40B4-BE49-F238E27FC236}">
                <a16:creationId xmlns:a16="http://schemas.microsoft.com/office/drawing/2014/main" id="{17F8F455-8206-A5A6-A1FE-2AE3EA0315E3}"/>
              </a:ext>
            </a:extLst>
          </p:cNvPr>
          <p:cNvSpPr/>
          <p:nvPr/>
        </p:nvSpPr>
        <p:spPr>
          <a:xfrm>
            <a:off x="2414119" y="3736903"/>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8" name="矩形 127">
            <a:extLst>
              <a:ext uri="{FF2B5EF4-FFF2-40B4-BE49-F238E27FC236}">
                <a16:creationId xmlns:a16="http://schemas.microsoft.com/office/drawing/2014/main" id="{F152EA95-BFEF-EBAD-9290-10EEF44FBE99}"/>
              </a:ext>
            </a:extLst>
          </p:cNvPr>
          <p:cNvSpPr/>
          <p:nvPr/>
        </p:nvSpPr>
        <p:spPr>
          <a:xfrm>
            <a:off x="2583688" y="3736903"/>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9" name="矩形 128">
            <a:extLst>
              <a:ext uri="{FF2B5EF4-FFF2-40B4-BE49-F238E27FC236}">
                <a16:creationId xmlns:a16="http://schemas.microsoft.com/office/drawing/2014/main" id="{6213E422-FBEF-0B90-9E34-9286A054A795}"/>
              </a:ext>
            </a:extLst>
          </p:cNvPr>
          <p:cNvSpPr/>
          <p:nvPr/>
        </p:nvSpPr>
        <p:spPr>
          <a:xfrm>
            <a:off x="2755914" y="3736903"/>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0" name="矩形 129">
            <a:extLst>
              <a:ext uri="{FF2B5EF4-FFF2-40B4-BE49-F238E27FC236}">
                <a16:creationId xmlns:a16="http://schemas.microsoft.com/office/drawing/2014/main" id="{C4B9D01B-C370-6BAD-64A6-22B42D66EDD3}"/>
              </a:ext>
            </a:extLst>
          </p:cNvPr>
          <p:cNvSpPr/>
          <p:nvPr/>
        </p:nvSpPr>
        <p:spPr>
          <a:xfrm>
            <a:off x="2928140" y="3736903"/>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1" name="矩形 130">
            <a:extLst>
              <a:ext uri="{FF2B5EF4-FFF2-40B4-BE49-F238E27FC236}">
                <a16:creationId xmlns:a16="http://schemas.microsoft.com/office/drawing/2014/main" id="{7C01C3DC-2A13-4C00-5FE4-DDE536DB138C}"/>
              </a:ext>
            </a:extLst>
          </p:cNvPr>
          <p:cNvSpPr/>
          <p:nvPr/>
        </p:nvSpPr>
        <p:spPr>
          <a:xfrm>
            <a:off x="3100366" y="3736903"/>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2" name="矩形 131">
            <a:extLst>
              <a:ext uri="{FF2B5EF4-FFF2-40B4-BE49-F238E27FC236}">
                <a16:creationId xmlns:a16="http://schemas.microsoft.com/office/drawing/2014/main" id="{497E452F-569D-4595-BC61-21B9AC8D47A9}"/>
              </a:ext>
            </a:extLst>
          </p:cNvPr>
          <p:cNvSpPr/>
          <p:nvPr/>
        </p:nvSpPr>
        <p:spPr>
          <a:xfrm>
            <a:off x="3272592" y="3736903"/>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3" name="矩形 132">
            <a:extLst>
              <a:ext uri="{FF2B5EF4-FFF2-40B4-BE49-F238E27FC236}">
                <a16:creationId xmlns:a16="http://schemas.microsoft.com/office/drawing/2014/main" id="{52A7D297-E871-B55A-1974-199B25FEE57C}"/>
              </a:ext>
            </a:extLst>
          </p:cNvPr>
          <p:cNvSpPr/>
          <p:nvPr/>
        </p:nvSpPr>
        <p:spPr>
          <a:xfrm>
            <a:off x="3444818" y="3736903"/>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4" name="矩形 133">
            <a:extLst>
              <a:ext uri="{FF2B5EF4-FFF2-40B4-BE49-F238E27FC236}">
                <a16:creationId xmlns:a16="http://schemas.microsoft.com/office/drawing/2014/main" id="{86C72220-5D4E-5DC7-AC75-897088400B34}"/>
              </a:ext>
            </a:extLst>
          </p:cNvPr>
          <p:cNvSpPr/>
          <p:nvPr/>
        </p:nvSpPr>
        <p:spPr>
          <a:xfrm>
            <a:off x="1380763" y="3909129"/>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5" name="矩形 134">
            <a:extLst>
              <a:ext uri="{FF2B5EF4-FFF2-40B4-BE49-F238E27FC236}">
                <a16:creationId xmlns:a16="http://schemas.microsoft.com/office/drawing/2014/main" id="{020A7786-822B-7A7B-1EE3-08BF2B401FDA}"/>
              </a:ext>
            </a:extLst>
          </p:cNvPr>
          <p:cNvSpPr/>
          <p:nvPr/>
        </p:nvSpPr>
        <p:spPr>
          <a:xfrm>
            <a:off x="1552989" y="3909129"/>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6" name="矩形 135">
            <a:extLst>
              <a:ext uri="{FF2B5EF4-FFF2-40B4-BE49-F238E27FC236}">
                <a16:creationId xmlns:a16="http://schemas.microsoft.com/office/drawing/2014/main" id="{D6AA0645-E3DB-5779-BFDF-348F95619280}"/>
              </a:ext>
            </a:extLst>
          </p:cNvPr>
          <p:cNvSpPr/>
          <p:nvPr/>
        </p:nvSpPr>
        <p:spPr>
          <a:xfrm>
            <a:off x="1725215" y="3909129"/>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7" name="矩形 136">
            <a:extLst>
              <a:ext uri="{FF2B5EF4-FFF2-40B4-BE49-F238E27FC236}">
                <a16:creationId xmlns:a16="http://schemas.microsoft.com/office/drawing/2014/main" id="{89A082D2-A50F-06E8-C825-ED4984ACCCAB}"/>
              </a:ext>
            </a:extLst>
          </p:cNvPr>
          <p:cNvSpPr/>
          <p:nvPr/>
        </p:nvSpPr>
        <p:spPr>
          <a:xfrm>
            <a:off x="1897441" y="3909129"/>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8" name="矩形 137">
            <a:extLst>
              <a:ext uri="{FF2B5EF4-FFF2-40B4-BE49-F238E27FC236}">
                <a16:creationId xmlns:a16="http://schemas.microsoft.com/office/drawing/2014/main" id="{EF70800E-BFFC-B36B-6F5C-FC19F7CD86AD}"/>
              </a:ext>
            </a:extLst>
          </p:cNvPr>
          <p:cNvSpPr/>
          <p:nvPr/>
        </p:nvSpPr>
        <p:spPr>
          <a:xfrm>
            <a:off x="2069667" y="3909129"/>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9" name="矩形 138">
            <a:extLst>
              <a:ext uri="{FF2B5EF4-FFF2-40B4-BE49-F238E27FC236}">
                <a16:creationId xmlns:a16="http://schemas.microsoft.com/office/drawing/2014/main" id="{877D6A5E-A803-9451-5A1D-7D1C376A5062}"/>
              </a:ext>
            </a:extLst>
          </p:cNvPr>
          <p:cNvSpPr/>
          <p:nvPr/>
        </p:nvSpPr>
        <p:spPr>
          <a:xfrm>
            <a:off x="2241893" y="3909129"/>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0" name="矩形 139">
            <a:extLst>
              <a:ext uri="{FF2B5EF4-FFF2-40B4-BE49-F238E27FC236}">
                <a16:creationId xmlns:a16="http://schemas.microsoft.com/office/drawing/2014/main" id="{AB9FAAD3-8012-082F-7566-DCE2BFC9636F}"/>
              </a:ext>
            </a:extLst>
          </p:cNvPr>
          <p:cNvSpPr/>
          <p:nvPr/>
        </p:nvSpPr>
        <p:spPr>
          <a:xfrm>
            <a:off x="2414119" y="3909129"/>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1" name="矩形 140">
            <a:extLst>
              <a:ext uri="{FF2B5EF4-FFF2-40B4-BE49-F238E27FC236}">
                <a16:creationId xmlns:a16="http://schemas.microsoft.com/office/drawing/2014/main" id="{41DA6681-B03A-E64D-4422-098696C84245}"/>
              </a:ext>
            </a:extLst>
          </p:cNvPr>
          <p:cNvSpPr/>
          <p:nvPr/>
        </p:nvSpPr>
        <p:spPr>
          <a:xfrm>
            <a:off x="2583688" y="3909129"/>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2" name="矩形 141">
            <a:extLst>
              <a:ext uri="{FF2B5EF4-FFF2-40B4-BE49-F238E27FC236}">
                <a16:creationId xmlns:a16="http://schemas.microsoft.com/office/drawing/2014/main" id="{827D3D81-A2A1-5ACE-99A0-3FCF7F2FF0C1}"/>
              </a:ext>
            </a:extLst>
          </p:cNvPr>
          <p:cNvSpPr/>
          <p:nvPr/>
        </p:nvSpPr>
        <p:spPr>
          <a:xfrm>
            <a:off x="2755914" y="3909129"/>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3" name="矩形 142">
            <a:extLst>
              <a:ext uri="{FF2B5EF4-FFF2-40B4-BE49-F238E27FC236}">
                <a16:creationId xmlns:a16="http://schemas.microsoft.com/office/drawing/2014/main" id="{68D49AD4-2E7A-6E8B-3CBC-058EA8EAAFCA}"/>
              </a:ext>
            </a:extLst>
          </p:cNvPr>
          <p:cNvSpPr/>
          <p:nvPr/>
        </p:nvSpPr>
        <p:spPr>
          <a:xfrm>
            <a:off x="2928140" y="3909129"/>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4" name="矩形 143">
            <a:extLst>
              <a:ext uri="{FF2B5EF4-FFF2-40B4-BE49-F238E27FC236}">
                <a16:creationId xmlns:a16="http://schemas.microsoft.com/office/drawing/2014/main" id="{8269F83E-60D6-6804-D27D-E1B4741DB703}"/>
              </a:ext>
            </a:extLst>
          </p:cNvPr>
          <p:cNvSpPr/>
          <p:nvPr/>
        </p:nvSpPr>
        <p:spPr>
          <a:xfrm>
            <a:off x="3100366" y="3909129"/>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5" name="矩形 144">
            <a:extLst>
              <a:ext uri="{FF2B5EF4-FFF2-40B4-BE49-F238E27FC236}">
                <a16:creationId xmlns:a16="http://schemas.microsoft.com/office/drawing/2014/main" id="{152C485F-7DC4-406D-018B-159080FA17DA}"/>
              </a:ext>
            </a:extLst>
          </p:cNvPr>
          <p:cNvSpPr/>
          <p:nvPr/>
        </p:nvSpPr>
        <p:spPr>
          <a:xfrm>
            <a:off x="3272592" y="3909129"/>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6" name="矩形 145">
            <a:extLst>
              <a:ext uri="{FF2B5EF4-FFF2-40B4-BE49-F238E27FC236}">
                <a16:creationId xmlns:a16="http://schemas.microsoft.com/office/drawing/2014/main" id="{FCA511D1-3C08-FF9E-F784-9AB07B0F24E9}"/>
              </a:ext>
            </a:extLst>
          </p:cNvPr>
          <p:cNvSpPr/>
          <p:nvPr/>
        </p:nvSpPr>
        <p:spPr>
          <a:xfrm>
            <a:off x="3444818" y="3909129"/>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7" name="矩形 146">
            <a:extLst>
              <a:ext uri="{FF2B5EF4-FFF2-40B4-BE49-F238E27FC236}">
                <a16:creationId xmlns:a16="http://schemas.microsoft.com/office/drawing/2014/main" id="{66E1C2D5-F0BE-01CC-410B-1E13983D32C5}"/>
              </a:ext>
            </a:extLst>
          </p:cNvPr>
          <p:cNvSpPr/>
          <p:nvPr/>
        </p:nvSpPr>
        <p:spPr>
          <a:xfrm>
            <a:off x="1380763" y="4081355"/>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8" name="矩形 147">
            <a:extLst>
              <a:ext uri="{FF2B5EF4-FFF2-40B4-BE49-F238E27FC236}">
                <a16:creationId xmlns:a16="http://schemas.microsoft.com/office/drawing/2014/main" id="{3B304C7D-F2B4-044B-777B-43E0F187BFE9}"/>
              </a:ext>
            </a:extLst>
          </p:cNvPr>
          <p:cNvSpPr/>
          <p:nvPr/>
        </p:nvSpPr>
        <p:spPr>
          <a:xfrm>
            <a:off x="1552989" y="408135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9" name="矩形 148">
            <a:extLst>
              <a:ext uri="{FF2B5EF4-FFF2-40B4-BE49-F238E27FC236}">
                <a16:creationId xmlns:a16="http://schemas.microsoft.com/office/drawing/2014/main" id="{60B9F42B-79D2-8759-BB32-B01297AAC4BF}"/>
              </a:ext>
            </a:extLst>
          </p:cNvPr>
          <p:cNvSpPr/>
          <p:nvPr/>
        </p:nvSpPr>
        <p:spPr>
          <a:xfrm>
            <a:off x="1725215" y="408135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0" name="矩形 149">
            <a:extLst>
              <a:ext uri="{FF2B5EF4-FFF2-40B4-BE49-F238E27FC236}">
                <a16:creationId xmlns:a16="http://schemas.microsoft.com/office/drawing/2014/main" id="{D0866309-1319-272C-11BA-BBF4C58DD844}"/>
              </a:ext>
            </a:extLst>
          </p:cNvPr>
          <p:cNvSpPr/>
          <p:nvPr/>
        </p:nvSpPr>
        <p:spPr>
          <a:xfrm>
            <a:off x="1897441" y="408135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1" name="矩形 150">
            <a:extLst>
              <a:ext uri="{FF2B5EF4-FFF2-40B4-BE49-F238E27FC236}">
                <a16:creationId xmlns:a16="http://schemas.microsoft.com/office/drawing/2014/main" id="{16020E3C-5716-645C-197E-348FA77CF7FD}"/>
              </a:ext>
            </a:extLst>
          </p:cNvPr>
          <p:cNvSpPr/>
          <p:nvPr/>
        </p:nvSpPr>
        <p:spPr>
          <a:xfrm>
            <a:off x="2069667" y="408135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2" name="矩形 151">
            <a:extLst>
              <a:ext uri="{FF2B5EF4-FFF2-40B4-BE49-F238E27FC236}">
                <a16:creationId xmlns:a16="http://schemas.microsoft.com/office/drawing/2014/main" id="{F7AE0937-9463-0948-8D0B-1C8F5BD00D55}"/>
              </a:ext>
            </a:extLst>
          </p:cNvPr>
          <p:cNvSpPr/>
          <p:nvPr/>
        </p:nvSpPr>
        <p:spPr>
          <a:xfrm>
            <a:off x="2241893" y="408135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3" name="矩形 152">
            <a:extLst>
              <a:ext uri="{FF2B5EF4-FFF2-40B4-BE49-F238E27FC236}">
                <a16:creationId xmlns:a16="http://schemas.microsoft.com/office/drawing/2014/main" id="{BB0A91E2-8D28-5203-1A9F-D5B26A46E3D0}"/>
              </a:ext>
            </a:extLst>
          </p:cNvPr>
          <p:cNvSpPr/>
          <p:nvPr/>
        </p:nvSpPr>
        <p:spPr>
          <a:xfrm>
            <a:off x="2414119" y="408135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4" name="矩形 153">
            <a:extLst>
              <a:ext uri="{FF2B5EF4-FFF2-40B4-BE49-F238E27FC236}">
                <a16:creationId xmlns:a16="http://schemas.microsoft.com/office/drawing/2014/main" id="{709AC1B4-5121-724A-E2C4-0218FEBBCC23}"/>
              </a:ext>
            </a:extLst>
          </p:cNvPr>
          <p:cNvSpPr/>
          <p:nvPr/>
        </p:nvSpPr>
        <p:spPr>
          <a:xfrm>
            <a:off x="2583688" y="408135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5" name="矩形 154">
            <a:extLst>
              <a:ext uri="{FF2B5EF4-FFF2-40B4-BE49-F238E27FC236}">
                <a16:creationId xmlns:a16="http://schemas.microsoft.com/office/drawing/2014/main" id="{69C793EA-92B3-F5C0-8110-87AA56A25645}"/>
              </a:ext>
            </a:extLst>
          </p:cNvPr>
          <p:cNvSpPr/>
          <p:nvPr/>
        </p:nvSpPr>
        <p:spPr>
          <a:xfrm>
            <a:off x="2755914" y="408135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6" name="矩形 155">
            <a:extLst>
              <a:ext uri="{FF2B5EF4-FFF2-40B4-BE49-F238E27FC236}">
                <a16:creationId xmlns:a16="http://schemas.microsoft.com/office/drawing/2014/main" id="{814AADCD-1DD4-3BB0-0680-AD903E745EE5}"/>
              </a:ext>
            </a:extLst>
          </p:cNvPr>
          <p:cNvSpPr/>
          <p:nvPr/>
        </p:nvSpPr>
        <p:spPr>
          <a:xfrm>
            <a:off x="2928140" y="408135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7" name="矩形 156">
            <a:extLst>
              <a:ext uri="{FF2B5EF4-FFF2-40B4-BE49-F238E27FC236}">
                <a16:creationId xmlns:a16="http://schemas.microsoft.com/office/drawing/2014/main" id="{BF337A78-6971-C922-6597-BB34DB61E9C4}"/>
              </a:ext>
            </a:extLst>
          </p:cNvPr>
          <p:cNvSpPr/>
          <p:nvPr/>
        </p:nvSpPr>
        <p:spPr>
          <a:xfrm>
            <a:off x="3100366" y="408135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8" name="矩形 157">
            <a:extLst>
              <a:ext uri="{FF2B5EF4-FFF2-40B4-BE49-F238E27FC236}">
                <a16:creationId xmlns:a16="http://schemas.microsoft.com/office/drawing/2014/main" id="{D3CB0F8A-D430-03C4-E402-29EC8C18ECE7}"/>
              </a:ext>
            </a:extLst>
          </p:cNvPr>
          <p:cNvSpPr/>
          <p:nvPr/>
        </p:nvSpPr>
        <p:spPr>
          <a:xfrm>
            <a:off x="3272592" y="408135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9" name="矩形 158">
            <a:extLst>
              <a:ext uri="{FF2B5EF4-FFF2-40B4-BE49-F238E27FC236}">
                <a16:creationId xmlns:a16="http://schemas.microsoft.com/office/drawing/2014/main" id="{A3FD30CC-71AF-A8AB-15FE-009AF7F93572}"/>
              </a:ext>
            </a:extLst>
          </p:cNvPr>
          <p:cNvSpPr/>
          <p:nvPr/>
        </p:nvSpPr>
        <p:spPr>
          <a:xfrm>
            <a:off x="3444818" y="4081355"/>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0" name="矩形 159">
            <a:extLst>
              <a:ext uri="{FF2B5EF4-FFF2-40B4-BE49-F238E27FC236}">
                <a16:creationId xmlns:a16="http://schemas.microsoft.com/office/drawing/2014/main" id="{BAB72921-B5F2-099A-DAAC-38D9C81AF1F8}"/>
              </a:ext>
            </a:extLst>
          </p:cNvPr>
          <p:cNvSpPr/>
          <p:nvPr/>
        </p:nvSpPr>
        <p:spPr>
          <a:xfrm>
            <a:off x="1380763" y="4253581"/>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1" name="矩形 160">
            <a:extLst>
              <a:ext uri="{FF2B5EF4-FFF2-40B4-BE49-F238E27FC236}">
                <a16:creationId xmlns:a16="http://schemas.microsoft.com/office/drawing/2014/main" id="{033AC686-E7C3-588A-17CE-BC1B1459C040}"/>
              </a:ext>
            </a:extLst>
          </p:cNvPr>
          <p:cNvSpPr/>
          <p:nvPr/>
        </p:nvSpPr>
        <p:spPr>
          <a:xfrm>
            <a:off x="1552989" y="4253581"/>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2" name="矩形 161">
            <a:extLst>
              <a:ext uri="{FF2B5EF4-FFF2-40B4-BE49-F238E27FC236}">
                <a16:creationId xmlns:a16="http://schemas.microsoft.com/office/drawing/2014/main" id="{93DD2BFD-FDC8-582E-0504-5005CE9E7760}"/>
              </a:ext>
            </a:extLst>
          </p:cNvPr>
          <p:cNvSpPr/>
          <p:nvPr/>
        </p:nvSpPr>
        <p:spPr>
          <a:xfrm>
            <a:off x="1725215" y="4253581"/>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3" name="矩形 162">
            <a:extLst>
              <a:ext uri="{FF2B5EF4-FFF2-40B4-BE49-F238E27FC236}">
                <a16:creationId xmlns:a16="http://schemas.microsoft.com/office/drawing/2014/main" id="{D4829F31-4979-2A53-9080-3F2D230DE4F5}"/>
              </a:ext>
            </a:extLst>
          </p:cNvPr>
          <p:cNvSpPr/>
          <p:nvPr/>
        </p:nvSpPr>
        <p:spPr>
          <a:xfrm>
            <a:off x="1897441" y="4253581"/>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4" name="矩形 163">
            <a:extLst>
              <a:ext uri="{FF2B5EF4-FFF2-40B4-BE49-F238E27FC236}">
                <a16:creationId xmlns:a16="http://schemas.microsoft.com/office/drawing/2014/main" id="{6F5507D6-1CE7-4A0B-3BE0-E6092CAB9D99}"/>
              </a:ext>
            </a:extLst>
          </p:cNvPr>
          <p:cNvSpPr/>
          <p:nvPr/>
        </p:nvSpPr>
        <p:spPr>
          <a:xfrm>
            <a:off x="2069667" y="4253581"/>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5" name="矩形 164">
            <a:extLst>
              <a:ext uri="{FF2B5EF4-FFF2-40B4-BE49-F238E27FC236}">
                <a16:creationId xmlns:a16="http://schemas.microsoft.com/office/drawing/2014/main" id="{818E606C-CBE7-4069-2B15-AE39F6F85BAF}"/>
              </a:ext>
            </a:extLst>
          </p:cNvPr>
          <p:cNvSpPr/>
          <p:nvPr/>
        </p:nvSpPr>
        <p:spPr>
          <a:xfrm>
            <a:off x="2241893" y="4253581"/>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6" name="矩形 165">
            <a:extLst>
              <a:ext uri="{FF2B5EF4-FFF2-40B4-BE49-F238E27FC236}">
                <a16:creationId xmlns:a16="http://schemas.microsoft.com/office/drawing/2014/main" id="{AB0BE7FC-D82F-7461-5F12-9377B4BC41CC}"/>
              </a:ext>
            </a:extLst>
          </p:cNvPr>
          <p:cNvSpPr/>
          <p:nvPr/>
        </p:nvSpPr>
        <p:spPr>
          <a:xfrm>
            <a:off x="2414119" y="4253581"/>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7" name="矩形 166">
            <a:extLst>
              <a:ext uri="{FF2B5EF4-FFF2-40B4-BE49-F238E27FC236}">
                <a16:creationId xmlns:a16="http://schemas.microsoft.com/office/drawing/2014/main" id="{8A0AF737-059D-779C-057D-9C679860C9EF}"/>
              </a:ext>
            </a:extLst>
          </p:cNvPr>
          <p:cNvSpPr/>
          <p:nvPr/>
        </p:nvSpPr>
        <p:spPr>
          <a:xfrm>
            <a:off x="2583688" y="4253581"/>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8" name="矩形 167">
            <a:extLst>
              <a:ext uri="{FF2B5EF4-FFF2-40B4-BE49-F238E27FC236}">
                <a16:creationId xmlns:a16="http://schemas.microsoft.com/office/drawing/2014/main" id="{3B13A5F8-7E44-AF74-AC20-2F3A597F3570}"/>
              </a:ext>
            </a:extLst>
          </p:cNvPr>
          <p:cNvSpPr/>
          <p:nvPr/>
        </p:nvSpPr>
        <p:spPr>
          <a:xfrm>
            <a:off x="2755914" y="4253581"/>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9" name="矩形 168">
            <a:extLst>
              <a:ext uri="{FF2B5EF4-FFF2-40B4-BE49-F238E27FC236}">
                <a16:creationId xmlns:a16="http://schemas.microsoft.com/office/drawing/2014/main" id="{17A34B79-78D2-0301-74CD-200E5664BC92}"/>
              </a:ext>
            </a:extLst>
          </p:cNvPr>
          <p:cNvSpPr/>
          <p:nvPr/>
        </p:nvSpPr>
        <p:spPr>
          <a:xfrm>
            <a:off x="2928140" y="4253581"/>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0" name="矩形 169">
            <a:extLst>
              <a:ext uri="{FF2B5EF4-FFF2-40B4-BE49-F238E27FC236}">
                <a16:creationId xmlns:a16="http://schemas.microsoft.com/office/drawing/2014/main" id="{CB2DDACD-5976-222F-458F-87886710BF07}"/>
              </a:ext>
            </a:extLst>
          </p:cNvPr>
          <p:cNvSpPr/>
          <p:nvPr/>
        </p:nvSpPr>
        <p:spPr>
          <a:xfrm>
            <a:off x="3100366" y="4253581"/>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1" name="矩形 170">
            <a:extLst>
              <a:ext uri="{FF2B5EF4-FFF2-40B4-BE49-F238E27FC236}">
                <a16:creationId xmlns:a16="http://schemas.microsoft.com/office/drawing/2014/main" id="{3AD2918C-A5FE-69E6-B125-6E25E4E77ECD}"/>
              </a:ext>
            </a:extLst>
          </p:cNvPr>
          <p:cNvSpPr/>
          <p:nvPr/>
        </p:nvSpPr>
        <p:spPr>
          <a:xfrm>
            <a:off x="3272592" y="4253581"/>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2" name="矩形 171">
            <a:extLst>
              <a:ext uri="{FF2B5EF4-FFF2-40B4-BE49-F238E27FC236}">
                <a16:creationId xmlns:a16="http://schemas.microsoft.com/office/drawing/2014/main" id="{D2C3C532-3C54-F784-87C7-D9484E2582E8}"/>
              </a:ext>
            </a:extLst>
          </p:cNvPr>
          <p:cNvSpPr/>
          <p:nvPr/>
        </p:nvSpPr>
        <p:spPr>
          <a:xfrm>
            <a:off x="3444818" y="4253581"/>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43" name="矩形 342">
            <a:extLst>
              <a:ext uri="{FF2B5EF4-FFF2-40B4-BE49-F238E27FC236}">
                <a16:creationId xmlns:a16="http://schemas.microsoft.com/office/drawing/2014/main" id="{159FD3FC-7FF3-5437-4FC0-4764EC2EE0B5}"/>
              </a:ext>
            </a:extLst>
          </p:cNvPr>
          <p:cNvSpPr/>
          <p:nvPr/>
        </p:nvSpPr>
        <p:spPr>
          <a:xfrm>
            <a:off x="4761917" y="2186869"/>
            <a:ext cx="2236281" cy="2238938"/>
          </a:xfrm>
          <a:prstGeom prst="rect">
            <a:avLst/>
          </a:prstGeom>
          <a:solidFill>
            <a:schemeClr val="bg1"/>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344" name="Picture 2" descr="Pop! Wall-E (Facet) — Double Boxed Toys">
            <a:extLst>
              <a:ext uri="{FF2B5EF4-FFF2-40B4-BE49-F238E27FC236}">
                <a16:creationId xmlns:a16="http://schemas.microsoft.com/office/drawing/2014/main" id="{A6AB62F5-B596-5886-3EB6-625869773281}"/>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2782" t="8914" r="12960" b="8907"/>
          <a:stretch/>
        </p:blipFill>
        <p:spPr bwMode="auto">
          <a:xfrm>
            <a:off x="3254355" y="2475818"/>
            <a:ext cx="205778" cy="227729"/>
          </a:xfrm>
          <a:prstGeom prst="rect">
            <a:avLst/>
          </a:prstGeom>
          <a:noFill/>
          <a:extLst>
            <a:ext uri="{909E8E84-426E-40DD-AFC4-6F175D3DCCD1}">
              <a14:hiddenFill xmlns:a14="http://schemas.microsoft.com/office/drawing/2010/main">
                <a:solidFill>
                  <a:srgbClr val="FFFFFF"/>
                </a:solidFill>
              </a14:hiddenFill>
            </a:ext>
          </a:extLst>
        </p:spPr>
      </p:pic>
      <p:sp>
        <p:nvSpPr>
          <p:cNvPr id="345" name="文本框 344">
            <a:extLst>
              <a:ext uri="{FF2B5EF4-FFF2-40B4-BE49-F238E27FC236}">
                <a16:creationId xmlns:a16="http://schemas.microsoft.com/office/drawing/2014/main" id="{D2C51B07-BA17-39AE-512F-FF125BEB29C9}"/>
              </a:ext>
            </a:extLst>
          </p:cNvPr>
          <p:cNvSpPr txBox="1"/>
          <p:nvPr/>
        </p:nvSpPr>
        <p:spPr>
          <a:xfrm>
            <a:off x="1878044" y="4478016"/>
            <a:ext cx="1222322" cy="338554"/>
          </a:xfrm>
          <a:prstGeom prst="rect">
            <a:avLst/>
          </a:prstGeom>
          <a:noFill/>
        </p:spPr>
        <p:txBody>
          <a:bodyPr wrap="none" rtlCol="0">
            <a:spAutoFit/>
          </a:bodyPr>
          <a:lstStyle/>
          <a:p>
            <a:r>
              <a:rPr lang="en-GB" sz="1600" dirty="0">
                <a:solidFill>
                  <a:srgbClr val="003399"/>
                </a:solidFill>
              </a:rPr>
              <a:t>real</a:t>
            </a:r>
            <a:r>
              <a:rPr lang="zh-CN" altLang="en-US" sz="1600" dirty="0">
                <a:solidFill>
                  <a:srgbClr val="003399"/>
                </a:solidFill>
              </a:rPr>
              <a:t> </a:t>
            </a:r>
            <a:r>
              <a:rPr lang="en-GB" altLang="zh-CN" sz="1600" dirty="0">
                <a:solidFill>
                  <a:srgbClr val="003399"/>
                </a:solidFill>
              </a:rPr>
              <a:t>position</a:t>
            </a:r>
            <a:endParaRPr lang="en-GB" sz="1600" dirty="0">
              <a:solidFill>
                <a:srgbClr val="003399"/>
              </a:solidFill>
            </a:endParaRPr>
          </a:p>
        </p:txBody>
      </p:sp>
      <p:sp>
        <p:nvSpPr>
          <p:cNvPr id="346" name="文本框 345">
            <a:extLst>
              <a:ext uri="{FF2B5EF4-FFF2-40B4-BE49-F238E27FC236}">
                <a16:creationId xmlns:a16="http://schemas.microsoft.com/office/drawing/2014/main" id="{20BCBE74-165B-4D8F-38F9-262BAA500AC5}"/>
              </a:ext>
            </a:extLst>
          </p:cNvPr>
          <p:cNvSpPr txBox="1"/>
          <p:nvPr/>
        </p:nvSpPr>
        <p:spPr>
          <a:xfrm>
            <a:off x="4260153" y="4478016"/>
            <a:ext cx="3233642" cy="338554"/>
          </a:xfrm>
          <a:prstGeom prst="rect">
            <a:avLst/>
          </a:prstGeom>
          <a:noFill/>
        </p:spPr>
        <p:txBody>
          <a:bodyPr wrap="none" rtlCol="0">
            <a:spAutoFit/>
          </a:bodyPr>
          <a:lstStyle/>
          <a:p>
            <a:r>
              <a:rPr lang="en-GB" sz="1600" dirty="0">
                <a:solidFill>
                  <a:schemeClr val="accent4"/>
                </a:solidFill>
              </a:rPr>
              <a:t>estimated</a:t>
            </a:r>
            <a:r>
              <a:rPr lang="zh-CN" altLang="en-US" sz="1600" dirty="0">
                <a:solidFill>
                  <a:schemeClr val="accent4"/>
                </a:solidFill>
              </a:rPr>
              <a:t> </a:t>
            </a:r>
            <a:r>
              <a:rPr lang="en-GB" altLang="zh-CN" sz="1600" dirty="0">
                <a:solidFill>
                  <a:schemeClr val="accent4"/>
                </a:solidFill>
              </a:rPr>
              <a:t>positions and orientations</a:t>
            </a:r>
            <a:endParaRPr lang="en-GB" sz="1600" dirty="0">
              <a:solidFill>
                <a:schemeClr val="accent4"/>
              </a:solidFill>
            </a:endParaRPr>
          </a:p>
        </p:txBody>
      </p:sp>
      <p:grpSp>
        <p:nvGrpSpPr>
          <p:cNvPr id="392" name="组合 391">
            <a:extLst>
              <a:ext uri="{FF2B5EF4-FFF2-40B4-BE49-F238E27FC236}">
                <a16:creationId xmlns:a16="http://schemas.microsoft.com/office/drawing/2014/main" id="{C5EEA153-F932-3277-DD7A-D8024D45A241}"/>
              </a:ext>
            </a:extLst>
          </p:cNvPr>
          <p:cNvGrpSpPr/>
          <p:nvPr/>
        </p:nvGrpSpPr>
        <p:grpSpPr>
          <a:xfrm rot="4090668">
            <a:off x="6514123" y="2914985"/>
            <a:ext cx="172800" cy="172800"/>
            <a:chOff x="7320995" y="2197610"/>
            <a:chExt cx="172800" cy="172800"/>
          </a:xfrm>
        </p:grpSpPr>
        <p:sp>
          <p:nvSpPr>
            <p:cNvPr id="350" name="椭圆 349">
              <a:extLst>
                <a:ext uri="{FF2B5EF4-FFF2-40B4-BE49-F238E27FC236}">
                  <a16:creationId xmlns:a16="http://schemas.microsoft.com/office/drawing/2014/main" id="{54DB55A4-323D-8EB2-2799-07A787ED1118}"/>
                </a:ext>
              </a:extLst>
            </p:cNvPr>
            <p:cNvSpPr/>
            <p:nvPr/>
          </p:nvSpPr>
          <p:spPr>
            <a:xfrm>
              <a:off x="7320995" y="2197610"/>
              <a:ext cx="172800" cy="172800"/>
            </a:xfrm>
            <a:prstGeom prst="ellipse">
              <a:avLst/>
            </a:prstGeom>
            <a:solidFill>
              <a:schemeClr val="bg1">
                <a:alpha val="1196"/>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800" dirty="0">
                  <a:solidFill>
                    <a:schemeClr val="bg1"/>
                  </a:solidFill>
                </a:rPr>
                <a:t>0</a:t>
              </a:r>
            </a:p>
          </p:txBody>
        </p:sp>
        <p:cxnSp>
          <p:nvCxnSpPr>
            <p:cNvPr id="351" name="直线箭头连接符 350">
              <a:extLst>
                <a:ext uri="{FF2B5EF4-FFF2-40B4-BE49-F238E27FC236}">
                  <a16:creationId xmlns:a16="http://schemas.microsoft.com/office/drawing/2014/main" id="{2E9C0C15-6E5D-52E5-2826-724DAB63F1E3}"/>
                </a:ext>
              </a:extLst>
            </p:cNvPr>
            <p:cNvCxnSpPr>
              <a:cxnSpLocks/>
            </p:cNvCxnSpPr>
            <p:nvPr/>
          </p:nvCxnSpPr>
          <p:spPr>
            <a:xfrm flipV="1">
              <a:off x="7403000" y="2212010"/>
              <a:ext cx="0" cy="144000"/>
            </a:xfrm>
            <a:prstGeom prst="straightConnector1">
              <a:avLst/>
            </a:prstGeom>
            <a:ln w="22225">
              <a:solidFill>
                <a:schemeClr val="accent4">
                  <a:alpha val="30997"/>
                </a:schemeClr>
              </a:solidFill>
              <a:tailEnd type="triangle"/>
            </a:ln>
          </p:spPr>
          <p:style>
            <a:lnRef idx="1">
              <a:schemeClr val="accent1"/>
            </a:lnRef>
            <a:fillRef idx="0">
              <a:schemeClr val="accent1"/>
            </a:fillRef>
            <a:effectRef idx="0">
              <a:schemeClr val="accent1"/>
            </a:effectRef>
            <a:fontRef idx="minor">
              <a:schemeClr val="tx1"/>
            </a:fontRef>
          </p:style>
        </p:cxnSp>
      </p:grpSp>
      <p:grpSp>
        <p:nvGrpSpPr>
          <p:cNvPr id="394" name="组合 393">
            <a:extLst>
              <a:ext uri="{FF2B5EF4-FFF2-40B4-BE49-F238E27FC236}">
                <a16:creationId xmlns:a16="http://schemas.microsoft.com/office/drawing/2014/main" id="{0B5791E6-907E-167C-0541-2080D527DBC6}"/>
              </a:ext>
            </a:extLst>
          </p:cNvPr>
          <p:cNvGrpSpPr/>
          <p:nvPr/>
        </p:nvGrpSpPr>
        <p:grpSpPr>
          <a:xfrm>
            <a:off x="6757942" y="2817928"/>
            <a:ext cx="172800" cy="172800"/>
            <a:chOff x="7320995" y="2649866"/>
            <a:chExt cx="172800" cy="172800"/>
          </a:xfrm>
        </p:grpSpPr>
        <p:sp>
          <p:nvSpPr>
            <p:cNvPr id="376" name="椭圆 375">
              <a:extLst>
                <a:ext uri="{FF2B5EF4-FFF2-40B4-BE49-F238E27FC236}">
                  <a16:creationId xmlns:a16="http://schemas.microsoft.com/office/drawing/2014/main" id="{EC655ED9-B11E-0343-1EAC-25D6026C3634}"/>
                </a:ext>
              </a:extLst>
            </p:cNvPr>
            <p:cNvSpPr/>
            <p:nvPr/>
          </p:nvSpPr>
          <p:spPr>
            <a:xfrm>
              <a:off x="7320995" y="2649866"/>
              <a:ext cx="172800" cy="172800"/>
            </a:xfrm>
            <a:prstGeom prst="ellipse">
              <a:avLst/>
            </a:prstGeom>
            <a:solidFill>
              <a:schemeClr val="bg1">
                <a:alpha val="1196"/>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800" dirty="0">
                  <a:solidFill>
                    <a:schemeClr val="bg1"/>
                  </a:solidFill>
                </a:rPr>
                <a:t>2</a:t>
              </a:r>
            </a:p>
          </p:txBody>
        </p:sp>
        <p:cxnSp>
          <p:nvCxnSpPr>
            <p:cNvPr id="377" name="直线箭头连接符 376">
              <a:extLst>
                <a:ext uri="{FF2B5EF4-FFF2-40B4-BE49-F238E27FC236}">
                  <a16:creationId xmlns:a16="http://schemas.microsoft.com/office/drawing/2014/main" id="{DE1ABF68-9BBC-08A5-33A0-CFAF86BC9F00}"/>
                </a:ext>
              </a:extLst>
            </p:cNvPr>
            <p:cNvCxnSpPr>
              <a:cxnSpLocks/>
            </p:cNvCxnSpPr>
            <p:nvPr/>
          </p:nvCxnSpPr>
          <p:spPr>
            <a:xfrm flipV="1">
              <a:off x="7403000" y="2664266"/>
              <a:ext cx="0" cy="144000"/>
            </a:xfrm>
            <a:prstGeom prst="straightConnector1">
              <a:avLst/>
            </a:prstGeom>
            <a:ln w="22225">
              <a:solidFill>
                <a:schemeClr val="accent4">
                  <a:alpha val="65880"/>
                </a:schemeClr>
              </a:solidFill>
              <a:tailEnd type="triangle"/>
            </a:ln>
          </p:spPr>
          <p:style>
            <a:lnRef idx="1">
              <a:schemeClr val="accent1"/>
            </a:lnRef>
            <a:fillRef idx="0">
              <a:schemeClr val="accent1"/>
            </a:fillRef>
            <a:effectRef idx="0">
              <a:schemeClr val="accent1"/>
            </a:effectRef>
            <a:fontRef idx="minor">
              <a:schemeClr val="tx1"/>
            </a:fontRef>
          </p:style>
        </p:cxnSp>
      </p:grpSp>
      <p:grpSp>
        <p:nvGrpSpPr>
          <p:cNvPr id="397" name="组合 396">
            <a:extLst>
              <a:ext uri="{FF2B5EF4-FFF2-40B4-BE49-F238E27FC236}">
                <a16:creationId xmlns:a16="http://schemas.microsoft.com/office/drawing/2014/main" id="{B6C21C6E-5EBB-FAE4-5398-9C0220FB29F4}"/>
              </a:ext>
            </a:extLst>
          </p:cNvPr>
          <p:cNvGrpSpPr/>
          <p:nvPr/>
        </p:nvGrpSpPr>
        <p:grpSpPr>
          <a:xfrm rot="16923954">
            <a:off x="4785299" y="2072509"/>
            <a:ext cx="172800" cy="172800"/>
            <a:chOff x="7320995" y="3309465"/>
            <a:chExt cx="172800" cy="172800"/>
          </a:xfrm>
        </p:grpSpPr>
        <p:sp>
          <p:nvSpPr>
            <p:cNvPr id="382" name="椭圆 381">
              <a:extLst>
                <a:ext uri="{FF2B5EF4-FFF2-40B4-BE49-F238E27FC236}">
                  <a16:creationId xmlns:a16="http://schemas.microsoft.com/office/drawing/2014/main" id="{87D14064-373F-DA42-F72C-B122FCB799F5}"/>
                </a:ext>
              </a:extLst>
            </p:cNvPr>
            <p:cNvSpPr/>
            <p:nvPr/>
          </p:nvSpPr>
          <p:spPr>
            <a:xfrm>
              <a:off x="7320995" y="3309465"/>
              <a:ext cx="172800" cy="172800"/>
            </a:xfrm>
            <a:prstGeom prst="ellipse">
              <a:avLst/>
            </a:prstGeom>
            <a:solidFill>
              <a:schemeClr val="bg1">
                <a:alpha val="1196"/>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800" dirty="0">
                  <a:solidFill>
                    <a:schemeClr val="bg1"/>
                  </a:solidFill>
                </a:rPr>
                <a:t>5</a:t>
              </a:r>
            </a:p>
          </p:txBody>
        </p:sp>
        <p:cxnSp>
          <p:nvCxnSpPr>
            <p:cNvPr id="383" name="直线箭头连接符 382">
              <a:extLst>
                <a:ext uri="{FF2B5EF4-FFF2-40B4-BE49-F238E27FC236}">
                  <a16:creationId xmlns:a16="http://schemas.microsoft.com/office/drawing/2014/main" id="{704F45B8-C8A8-D7F8-217F-82F750BEA2D6}"/>
                </a:ext>
              </a:extLst>
            </p:cNvPr>
            <p:cNvCxnSpPr>
              <a:cxnSpLocks/>
            </p:cNvCxnSpPr>
            <p:nvPr/>
          </p:nvCxnSpPr>
          <p:spPr>
            <a:xfrm flipV="1">
              <a:off x="7403000" y="3323865"/>
              <a:ext cx="0" cy="144000"/>
            </a:xfrm>
            <a:prstGeom prst="straightConnector1">
              <a:avLst/>
            </a:prstGeom>
            <a:ln w="22225">
              <a:solidFill>
                <a:schemeClr val="accent4">
                  <a:alpha val="13345"/>
                </a:schemeClr>
              </a:solidFill>
              <a:tailEnd type="triangle"/>
            </a:ln>
          </p:spPr>
          <p:style>
            <a:lnRef idx="1">
              <a:schemeClr val="accent1"/>
            </a:lnRef>
            <a:fillRef idx="0">
              <a:schemeClr val="accent1"/>
            </a:fillRef>
            <a:effectRef idx="0">
              <a:schemeClr val="accent1"/>
            </a:effectRef>
            <a:fontRef idx="minor">
              <a:schemeClr val="tx1"/>
            </a:fontRef>
          </p:style>
        </p:cxnSp>
      </p:grpSp>
      <p:grpSp>
        <p:nvGrpSpPr>
          <p:cNvPr id="400" name="组合 399">
            <a:extLst>
              <a:ext uri="{FF2B5EF4-FFF2-40B4-BE49-F238E27FC236}">
                <a16:creationId xmlns:a16="http://schemas.microsoft.com/office/drawing/2014/main" id="{65D256A4-CE87-C73D-E492-68279B9815F7}"/>
              </a:ext>
            </a:extLst>
          </p:cNvPr>
          <p:cNvGrpSpPr/>
          <p:nvPr/>
        </p:nvGrpSpPr>
        <p:grpSpPr>
          <a:xfrm rot="6885687">
            <a:off x="6652838" y="2933169"/>
            <a:ext cx="172800" cy="172800"/>
            <a:chOff x="7320995" y="3944427"/>
            <a:chExt cx="172800" cy="172800"/>
          </a:xfrm>
        </p:grpSpPr>
        <p:sp>
          <p:nvSpPr>
            <p:cNvPr id="388" name="椭圆 387">
              <a:extLst>
                <a:ext uri="{FF2B5EF4-FFF2-40B4-BE49-F238E27FC236}">
                  <a16:creationId xmlns:a16="http://schemas.microsoft.com/office/drawing/2014/main" id="{5ADF800D-F7A2-85A9-DA40-6CFBEC83FE17}"/>
                </a:ext>
              </a:extLst>
            </p:cNvPr>
            <p:cNvSpPr/>
            <p:nvPr/>
          </p:nvSpPr>
          <p:spPr>
            <a:xfrm>
              <a:off x="7320995" y="3944427"/>
              <a:ext cx="172800" cy="172800"/>
            </a:xfrm>
            <a:prstGeom prst="ellipse">
              <a:avLst/>
            </a:prstGeom>
            <a:solidFill>
              <a:schemeClr val="bg1">
                <a:alpha val="1196"/>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800" dirty="0">
                  <a:solidFill>
                    <a:schemeClr val="bg1"/>
                  </a:solidFill>
                </a:rPr>
                <a:t>8</a:t>
              </a:r>
            </a:p>
          </p:txBody>
        </p:sp>
        <p:cxnSp>
          <p:nvCxnSpPr>
            <p:cNvPr id="389" name="直线箭头连接符 388">
              <a:extLst>
                <a:ext uri="{FF2B5EF4-FFF2-40B4-BE49-F238E27FC236}">
                  <a16:creationId xmlns:a16="http://schemas.microsoft.com/office/drawing/2014/main" id="{5610D492-93C6-E40D-BA4B-EDBD702D2A98}"/>
                </a:ext>
              </a:extLst>
            </p:cNvPr>
            <p:cNvCxnSpPr>
              <a:cxnSpLocks/>
            </p:cNvCxnSpPr>
            <p:nvPr/>
          </p:nvCxnSpPr>
          <p:spPr>
            <a:xfrm flipV="1">
              <a:off x="7403000" y="3958827"/>
              <a:ext cx="0" cy="144000"/>
            </a:xfrm>
            <a:prstGeom prst="straightConnector1">
              <a:avLst/>
            </a:prstGeom>
            <a:ln w="22225">
              <a:solidFill>
                <a:schemeClr val="accent4">
                  <a:alpha val="56497"/>
                </a:schemeClr>
              </a:solidFill>
              <a:tailEnd type="triangle"/>
            </a:ln>
          </p:spPr>
          <p:style>
            <a:lnRef idx="1">
              <a:schemeClr val="accent1"/>
            </a:lnRef>
            <a:fillRef idx="0">
              <a:schemeClr val="accent1"/>
            </a:fillRef>
            <a:effectRef idx="0">
              <a:schemeClr val="accent1"/>
            </a:effectRef>
            <a:fontRef idx="minor">
              <a:schemeClr val="tx1"/>
            </a:fontRef>
          </p:style>
        </p:cxnSp>
      </p:grpSp>
      <p:grpSp>
        <p:nvGrpSpPr>
          <p:cNvPr id="189" name="组合 188">
            <a:extLst>
              <a:ext uri="{FF2B5EF4-FFF2-40B4-BE49-F238E27FC236}">
                <a16:creationId xmlns:a16="http://schemas.microsoft.com/office/drawing/2014/main" id="{E0E82CA9-508F-3681-5C95-B9C616A14E7B}"/>
              </a:ext>
            </a:extLst>
          </p:cNvPr>
          <p:cNvGrpSpPr/>
          <p:nvPr/>
        </p:nvGrpSpPr>
        <p:grpSpPr>
          <a:xfrm rot="19600186">
            <a:off x="5219847" y="2186581"/>
            <a:ext cx="172800" cy="172800"/>
            <a:chOff x="7654798" y="3240893"/>
            <a:chExt cx="172800" cy="172800"/>
          </a:xfrm>
        </p:grpSpPr>
        <p:sp>
          <p:nvSpPr>
            <p:cNvPr id="175" name="椭圆 174">
              <a:extLst>
                <a:ext uri="{FF2B5EF4-FFF2-40B4-BE49-F238E27FC236}">
                  <a16:creationId xmlns:a16="http://schemas.microsoft.com/office/drawing/2014/main" id="{A3D9EB0D-9865-924E-02F5-422CDB3166A0}"/>
                </a:ext>
              </a:extLst>
            </p:cNvPr>
            <p:cNvSpPr/>
            <p:nvPr/>
          </p:nvSpPr>
          <p:spPr>
            <a:xfrm>
              <a:off x="7654798" y="3240893"/>
              <a:ext cx="172800" cy="172800"/>
            </a:xfrm>
            <a:prstGeom prst="ellipse">
              <a:avLst/>
            </a:prstGeom>
            <a:solidFill>
              <a:schemeClr val="bg1">
                <a:alpha val="1196"/>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bg1"/>
                  </a:solidFill>
                </a:rPr>
                <a:t>a</a:t>
              </a:r>
              <a:endParaRPr lang="en-GB" sz="800" dirty="0">
                <a:solidFill>
                  <a:schemeClr val="bg1"/>
                </a:solidFill>
              </a:endParaRPr>
            </a:p>
          </p:txBody>
        </p:sp>
        <p:cxnSp>
          <p:nvCxnSpPr>
            <p:cNvPr id="176" name="直线箭头连接符 175">
              <a:extLst>
                <a:ext uri="{FF2B5EF4-FFF2-40B4-BE49-F238E27FC236}">
                  <a16:creationId xmlns:a16="http://schemas.microsoft.com/office/drawing/2014/main" id="{63790B0A-205A-B269-1100-3F78655E02C0}"/>
                </a:ext>
              </a:extLst>
            </p:cNvPr>
            <p:cNvCxnSpPr>
              <a:cxnSpLocks/>
            </p:cNvCxnSpPr>
            <p:nvPr/>
          </p:nvCxnSpPr>
          <p:spPr>
            <a:xfrm flipV="1">
              <a:off x="7736045" y="3255293"/>
              <a:ext cx="0" cy="144000"/>
            </a:xfrm>
            <a:prstGeom prst="straightConnector1">
              <a:avLst/>
            </a:prstGeom>
            <a:ln w="22225">
              <a:solidFill>
                <a:schemeClr val="accent4"/>
              </a:solidFill>
              <a:tailEnd type="triangle"/>
            </a:ln>
          </p:spPr>
          <p:style>
            <a:lnRef idx="1">
              <a:schemeClr val="accent1"/>
            </a:lnRef>
            <a:fillRef idx="0">
              <a:schemeClr val="accent1"/>
            </a:fillRef>
            <a:effectRef idx="0">
              <a:schemeClr val="accent1"/>
            </a:effectRef>
            <a:fontRef idx="minor">
              <a:schemeClr val="tx1"/>
            </a:fontRef>
          </p:style>
        </p:cxnSp>
      </p:grpSp>
      <p:grpSp>
        <p:nvGrpSpPr>
          <p:cNvPr id="190" name="组合 189">
            <a:extLst>
              <a:ext uri="{FF2B5EF4-FFF2-40B4-BE49-F238E27FC236}">
                <a16:creationId xmlns:a16="http://schemas.microsoft.com/office/drawing/2014/main" id="{CA8F45B8-B3D9-8FA8-C84A-747D589FB917}"/>
              </a:ext>
            </a:extLst>
          </p:cNvPr>
          <p:cNvGrpSpPr/>
          <p:nvPr/>
        </p:nvGrpSpPr>
        <p:grpSpPr>
          <a:xfrm rot="21140556">
            <a:off x="5055870" y="2591769"/>
            <a:ext cx="172800" cy="172800"/>
            <a:chOff x="7654798" y="3513943"/>
            <a:chExt cx="172800" cy="172800"/>
          </a:xfrm>
        </p:grpSpPr>
        <p:sp>
          <p:nvSpPr>
            <p:cNvPr id="179" name="椭圆 178">
              <a:extLst>
                <a:ext uri="{FF2B5EF4-FFF2-40B4-BE49-F238E27FC236}">
                  <a16:creationId xmlns:a16="http://schemas.microsoft.com/office/drawing/2014/main" id="{273CEB21-611B-1AA4-8ACE-21FF5EE2EF7D}"/>
                </a:ext>
              </a:extLst>
            </p:cNvPr>
            <p:cNvSpPr/>
            <p:nvPr/>
          </p:nvSpPr>
          <p:spPr>
            <a:xfrm>
              <a:off x="7654798" y="3513943"/>
              <a:ext cx="172800" cy="172800"/>
            </a:xfrm>
            <a:prstGeom prst="ellipse">
              <a:avLst/>
            </a:prstGeom>
            <a:solidFill>
              <a:schemeClr val="bg1">
                <a:alpha val="1196"/>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bg1"/>
                  </a:solidFill>
                </a:rPr>
                <a:t>b</a:t>
              </a:r>
              <a:endParaRPr lang="en-GB" sz="800" dirty="0">
                <a:solidFill>
                  <a:schemeClr val="bg1"/>
                </a:solidFill>
              </a:endParaRPr>
            </a:p>
          </p:txBody>
        </p:sp>
        <p:cxnSp>
          <p:nvCxnSpPr>
            <p:cNvPr id="180" name="直线箭头连接符 179">
              <a:extLst>
                <a:ext uri="{FF2B5EF4-FFF2-40B4-BE49-F238E27FC236}">
                  <a16:creationId xmlns:a16="http://schemas.microsoft.com/office/drawing/2014/main" id="{BA472A58-1DA0-78ED-6F7F-87A93084F43D}"/>
                </a:ext>
              </a:extLst>
            </p:cNvPr>
            <p:cNvCxnSpPr>
              <a:cxnSpLocks/>
            </p:cNvCxnSpPr>
            <p:nvPr/>
          </p:nvCxnSpPr>
          <p:spPr>
            <a:xfrm flipV="1">
              <a:off x="7736045" y="3528343"/>
              <a:ext cx="0" cy="144000"/>
            </a:xfrm>
            <a:prstGeom prst="straightConnector1">
              <a:avLst/>
            </a:prstGeom>
            <a:ln w="22225">
              <a:solidFill>
                <a:schemeClr val="accent4">
                  <a:alpha val="56728"/>
                </a:schemeClr>
              </a:solidFill>
              <a:tailEnd type="triangle"/>
            </a:ln>
          </p:spPr>
          <p:style>
            <a:lnRef idx="1">
              <a:schemeClr val="accent1"/>
            </a:lnRef>
            <a:fillRef idx="0">
              <a:schemeClr val="accent1"/>
            </a:fillRef>
            <a:effectRef idx="0">
              <a:schemeClr val="accent1"/>
            </a:effectRef>
            <a:fontRef idx="minor">
              <a:schemeClr val="tx1"/>
            </a:fontRef>
          </p:style>
        </p:cxnSp>
      </p:grpSp>
      <p:grpSp>
        <p:nvGrpSpPr>
          <p:cNvPr id="191" name="组合 190">
            <a:extLst>
              <a:ext uri="{FF2B5EF4-FFF2-40B4-BE49-F238E27FC236}">
                <a16:creationId xmlns:a16="http://schemas.microsoft.com/office/drawing/2014/main" id="{9AE1A813-92D7-900C-205E-97EC97F3EB8D}"/>
              </a:ext>
            </a:extLst>
          </p:cNvPr>
          <p:cNvGrpSpPr/>
          <p:nvPr/>
        </p:nvGrpSpPr>
        <p:grpSpPr>
          <a:xfrm rot="15333532">
            <a:off x="5028574" y="2308309"/>
            <a:ext cx="172800" cy="172800"/>
            <a:chOff x="7654798" y="3780643"/>
            <a:chExt cx="172800" cy="172800"/>
          </a:xfrm>
        </p:grpSpPr>
        <p:sp>
          <p:nvSpPr>
            <p:cNvPr id="181" name="椭圆 180">
              <a:extLst>
                <a:ext uri="{FF2B5EF4-FFF2-40B4-BE49-F238E27FC236}">
                  <a16:creationId xmlns:a16="http://schemas.microsoft.com/office/drawing/2014/main" id="{062CF207-36C3-08C3-CEEF-1EE060FEC620}"/>
                </a:ext>
              </a:extLst>
            </p:cNvPr>
            <p:cNvSpPr/>
            <p:nvPr/>
          </p:nvSpPr>
          <p:spPr>
            <a:xfrm>
              <a:off x="7654798" y="3780643"/>
              <a:ext cx="172800" cy="172800"/>
            </a:xfrm>
            <a:prstGeom prst="ellipse">
              <a:avLst/>
            </a:prstGeom>
            <a:solidFill>
              <a:schemeClr val="bg1">
                <a:alpha val="1196"/>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bg1"/>
                  </a:solidFill>
                </a:rPr>
                <a:t>c</a:t>
              </a:r>
              <a:endParaRPr lang="en-GB" sz="800" dirty="0">
                <a:solidFill>
                  <a:schemeClr val="bg1"/>
                </a:solidFill>
              </a:endParaRPr>
            </a:p>
          </p:txBody>
        </p:sp>
        <p:cxnSp>
          <p:nvCxnSpPr>
            <p:cNvPr id="182" name="直线箭头连接符 181">
              <a:extLst>
                <a:ext uri="{FF2B5EF4-FFF2-40B4-BE49-F238E27FC236}">
                  <a16:creationId xmlns:a16="http://schemas.microsoft.com/office/drawing/2014/main" id="{57A8EBEF-A1E3-1634-AD87-AE471C72965C}"/>
                </a:ext>
              </a:extLst>
            </p:cNvPr>
            <p:cNvCxnSpPr>
              <a:cxnSpLocks/>
            </p:cNvCxnSpPr>
            <p:nvPr/>
          </p:nvCxnSpPr>
          <p:spPr>
            <a:xfrm flipV="1">
              <a:off x="7736045" y="3795043"/>
              <a:ext cx="0" cy="144000"/>
            </a:xfrm>
            <a:prstGeom prst="straightConnector1">
              <a:avLst/>
            </a:prstGeom>
            <a:ln w="22225">
              <a:solidFill>
                <a:schemeClr val="accent4"/>
              </a:solidFill>
              <a:tailEnd type="triangle"/>
            </a:ln>
          </p:spPr>
          <p:style>
            <a:lnRef idx="1">
              <a:schemeClr val="accent1"/>
            </a:lnRef>
            <a:fillRef idx="0">
              <a:schemeClr val="accent1"/>
            </a:fillRef>
            <a:effectRef idx="0">
              <a:schemeClr val="accent1"/>
            </a:effectRef>
            <a:fontRef idx="minor">
              <a:schemeClr val="tx1"/>
            </a:fontRef>
          </p:style>
        </p:cxnSp>
      </p:grpSp>
      <p:grpSp>
        <p:nvGrpSpPr>
          <p:cNvPr id="320" name="组合 319">
            <a:extLst>
              <a:ext uri="{FF2B5EF4-FFF2-40B4-BE49-F238E27FC236}">
                <a16:creationId xmlns:a16="http://schemas.microsoft.com/office/drawing/2014/main" id="{29A975E5-D470-7BFB-82AC-63045E280404}"/>
              </a:ext>
            </a:extLst>
          </p:cNvPr>
          <p:cNvGrpSpPr/>
          <p:nvPr/>
        </p:nvGrpSpPr>
        <p:grpSpPr>
          <a:xfrm rot="8113073">
            <a:off x="6460632" y="2731717"/>
            <a:ext cx="172800" cy="172800"/>
            <a:chOff x="7654798" y="3994955"/>
            <a:chExt cx="172800" cy="172800"/>
          </a:xfrm>
        </p:grpSpPr>
        <p:sp>
          <p:nvSpPr>
            <p:cNvPr id="183" name="椭圆 182">
              <a:extLst>
                <a:ext uri="{FF2B5EF4-FFF2-40B4-BE49-F238E27FC236}">
                  <a16:creationId xmlns:a16="http://schemas.microsoft.com/office/drawing/2014/main" id="{A4B6E834-15E1-C738-F9D4-44756864FCC3}"/>
                </a:ext>
              </a:extLst>
            </p:cNvPr>
            <p:cNvSpPr/>
            <p:nvPr/>
          </p:nvSpPr>
          <p:spPr>
            <a:xfrm>
              <a:off x="7654798" y="3994955"/>
              <a:ext cx="172800" cy="172800"/>
            </a:xfrm>
            <a:prstGeom prst="ellipse">
              <a:avLst/>
            </a:prstGeom>
            <a:solidFill>
              <a:schemeClr val="bg1">
                <a:alpha val="1196"/>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bg1"/>
                  </a:solidFill>
                </a:rPr>
                <a:t>d</a:t>
              </a:r>
              <a:endParaRPr lang="en-GB" sz="800" dirty="0">
                <a:solidFill>
                  <a:schemeClr val="bg1"/>
                </a:solidFill>
              </a:endParaRPr>
            </a:p>
          </p:txBody>
        </p:sp>
        <p:cxnSp>
          <p:nvCxnSpPr>
            <p:cNvPr id="184" name="直线箭头连接符 183">
              <a:extLst>
                <a:ext uri="{FF2B5EF4-FFF2-40B4-BE49-F238E27FC236}">
                  <a16:creationId xmlns:a16="http://schemas.microsoft.com/office/drawing/2014/main" id="{7503FA6A-65EA-3660-A80C-F4DC652675D8}"/>
                </a:ext>
              </a:extLst>
            </p:cNvPr>
            <p:cNvCxnSpPr>
              <a:cxnSpLocks/>
            </p:cNvCxnSpPr>
            <p:nvPr/>
          </p:nvCxnSpPr>
          <p:spPr>
            <a:xfrm flipV="1">
              <a:off x="7736045" y="4009355"/>
              <a:ext cx="0" cy="144000"/>
            </a:xfrm>
            <a:prstGeom prst="straightConnector1">
              <a:avLst/>
            </a:prstGeom>
            <a:ln w="22225">
              <a:solidFill>
                <a:schemeClr val="accent4">
                  <a:alpha val="52000"/>
                </a:schemeClr>
              </a:solidFill>
              <a:tailEnd type="triangle"/>
            </a:ln>
          </p:spPr>
          <p:style>
            <a:lnRef idx="1">
              <a:schemeClr val="accent1"/>
            </a:lnRef>
            <a:fillRef idx="0">
              <a:schemeClr val="accent1"/>
            </a:fillRef>
            <a:effectRef idx="0">
              <a:schemeClr val="accent1"/>
            </a:effectRef>
            <a:fontRef idx="minor">
              <a:schemeClr val="tx1"/>
            </a:fontRef>
          </p:style>
        </p:cxnSp>
      </p:grpSp>
      <p:grpSp>
        <p:nvGrpSpPr>
          <p:cNvPr id="321" name="组合 320">
            <a:extLst>
              <a:ext uri="{FF2B5EF4-FFF2-40B4-BE49-F238E27FC236}">
                <a16:creationId xmlns:a16="http://schemas.microsoft.com/office/drawing/2014/main" id="{529BB23E-976D-7161-E59C-06DCCD5F128C}"/>
              </a:ext>
            </a:extLst>
          </p:cNvPr>
          <p:cNvGrpSpPr/>
          <p:nvPr/>
        </p:nvGrpSpPr>
        <p:grpSpPr>
          <a:xfrm rot="20627999">
            <a:off x="6962902" y="2853905"/>
            <a:ext cx="172800" cy="172800"/>
            <a:chOff x="7654798" y="4267407"/>
            <a:chExt cx="172800" cy="172800"/>
          </a:xfrm>
        </p:grpSpPr>
        <p:sp>
          <p:nvSpPr>
            <p:cNvPr id="185" name="椭圆 184">
              <a:extLst>
                <a:ext uri="{FF2B5EF4-FFF2-40B4-BE49-F238E27FC236}">
                  <a16:creationId xmlns:a16="http://schemas.microsoft.com/office/drawing/2014/main" id="{2C64E0C2-E02B-2108-777C-4827573B260F}"/>
                </a:ext>
              </a:extLst>
            </p:cNvPr>
            <p:cNvSpPr/>
            <p:nvPr/>
          </p:nvSpPr>
          <p:spPr>
            <a:xfrm>
              <a:off x="7654798" y="4267407"/>
              <a:ext cx="172800" cy="172800"/>
            </a:xfrm>
            <a:prstGeom prst="ellipse">
              <a:avLst/>
            </a:prstGeom>
            <a:solidFill>
              <a:schemeClr val="bg1">
                <a:alpha val="1196"/>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bg1"/>
                  </a:solidFill>
                </a:rPr>
                <a:t>e</a:t>
              </a:r>
              <a:endParaRPr lang="en-GB" sz="800" dirty="0">
                <a:solidFill>
                  <a:schemeClr val="bg1"/>
                </a:solidFill>
              </a:endParaRPr>
            </a:p>
          </p:txBody>
        </p:sp>
        <p:cxnSp>
          <p:nvCxnSpPr>
            <p:cNvPr id="186" name="直线箭头连接符 185">
              <a:extLst>
                <a:ext uri="{FF2B5EF4-FFF2-40B4-BE49-F238E27FC236}">
                  <a16:creationId xmlns:a16="http://schemas.microsoft.com/office/drawing/2014/main" id="{E17EA111-35C0-2E35-00EE-5967EA859D50}"/>
                </a:ext>
              </a:extLst>
            </p:cNvPr>
            <p:cNvCxnSpPr>
              <a:cxnSpLocks/>
            </p:cNvCxnSpPr>
            <p:nvPr/>
          </p:nvCxnSpPr>
          <p:spPr>
            <a:xfrm flipV="1">
              <a:off x="7736045" y="4281807"/>
              <a:ext cx="0" cy="144000"/>
            </a:xfrm>
            <a:prstGeom prst="straightConnector1">
              <a:avLst/>
            </a:prstGeom>
            <a:ln w="22225">
              <a:solidFill>
                <a:schemeClr val="accent4">
                  <a:alpha val="14780"/>
                </a:schemeClr>
              </a:solidFill>
              <a:tailEnd type="triangle"/>
            </a:ln>
          </p:spPr>
          <p:style>
            <a:lnRef idx="1">
              <a:schemeClr val="accent1"/>
            </a:lnRef>
            <a:fillRef idx="0">
              <a:schemeClr val="accent1"/>
            </a:fillRef>
            <a:effectRef idx="0">
              <a:schemeClr val="accent1"/>
            </a:effectRef>
            <a:fontRef idx="minor">
              <a:schemeClr val="tx1"/>
            </a:fontRef>
          </p:style>
        </p:cxnSp>
      </p:grpSp>
      <p:grpSp>
        <p:nvGrpSpPr>
          <p:cNvPr id="322" name="组合 321">
            <a:extLst>
              <a:ext uri="{FF2B5EF4-FFF2-40B4-BE49-F238E27FC236}">
                <a16:creationId xmlns:a16="http://schemas.microsoft.com/office/drawing/2014/main" id="{4EDC97D2-0F76-C24B-6F52-52BAFEBC61E5}"/>
              </a:ext>
            </a:extLst>
          </p:cNvPr>
          <p:cNvGrpSpPr/>
          <p:nvPr/>
        </p:nvGrpSpPr>
        <p:grpSpPr>
          <a:xfrm rot="1797858">
            <a:off x="6594683" y="2549727"/>
            <a:ext cx="172800" cy="172800"/>
            <a:chOff x="7654798" y="4498300"/>
            <a:chExt cx="172800" cy="172800"/>
          </a:xfrm>
        </p:grpSpPr>
        <p:sp>
          <p:nvSpPr>
            <p:cNvPr id="187" name="椭圆 186">
              <a:extLst>
                <a:ext uri="{FF2B5EF4-FFF2-40B4-BE49-F238E27FC236}">
                  <a16:creationId xmlns:a16="http://schemas.microsoft.com/office/drawing/2014/main" id="{E1494207-75DF-B4AE-F7A5-9D698A4BD658}"/>
                </a:ext>
              </a:extLst>
            </p:cNvPr>
            <p:cNvSpPr/>
            <p:nvPr/>
          </p:nvSpPr>
          <p:spPr>
            <a:xfrm>
              <a:off x="7654798" y="4498300"/>
              <a:ext cx="172800" cy="172800"/>
            </a:xfrm>
            <a:prstGeom prst="ellipse">
              <a:avLst/>
            </a:prstGeom>
            <a:solidFill>
              <a:schemeClr val="bg1">
                <a:alpha val="1196"/>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bg1"/>
                  </a:solidFill>
                </a:rPr>
                <a:t>f</a:t>
              </a:r>
              <a:endParaRPr lang="en-GB" sz="800" dirty="0">
                <a:solidFill>
                  <a:schemeClr val="bg1"/>
                </a:solidFill>
              </a:endParaRPr>
            </a:p>
          </p:txBody>
        </p:sp>
        <p:cxnSp>
          <p:nvCxnSpPr>
            <p:cNvPr id="188" name="直线箭头连接符 187">
              <a:extLst>
                <a:ext uri="{FF2B5EF4-FFF2-40B4-BE49-F238E27FC236}">
                  <a16:creationId xmlns:a16="http://schemas.microsoft.com/office/drawing/2014/main" id="{8CBF1FB8-DE08-972D-B9E9-12A6B4995969}"/>
                </a:ext>
              </a:extLst>
            </p:cNvPr>
            <p:cNvCxnSpPr>
              <a:cxnSpLocks/>
            </p:cNvCxnSpPr>
            <p:nvPr/>
          </p:nvCxnSpPr>
          <p:spPr>
            <a:xfrm flipV="1">
              <a:off x="7736045" y="4512700"/>
              <a:ext cx="0" cy="144000"/>
            </a:xfrm>
            <a:prstGeom prst="straightConnector1">
              <a:avLst/>
            </a:prstGeom>
            <a:ln w="22225">
              <a:solidFill>
                <a:schemeClr val="accent4"/>
              </a:solidFill>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83357032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a:extLst>
              <a:ext uri="{FF2B5EF4-FFF2-40B4-BE49-F238E27FC236}">
                <a16:creationId xmlns:a16="http://schemas.microsoft.com/office/drawing/2014/main" id="{03256ED2-4223-6A1D-072D-54E65220E18C}"/>
              </a:ext>
            </a:extLst>
          </p:cNvPr>
          <p:cNvSpPr>
            <a:spLocks noGrp="1"/>
          </p:cNvSpPr>
          <p:nvPr>
            <p:ph type="title"/>
          </p:nvPr>
        </p:nvSpPr>
        <p:spPr>
          <a:xfrm>
            <a:off x="628649" y="559420"/>
            <a:ext cx="7732925" cy="630335"/>
          </a:xfrm>
        </p:spPr>
        <p:txBody>
          <a:bodyPr>
            <a:normAutofit/>
          </a:bodyPr>
          <a:lstStyle/>
          <a:p>
            <a:r>
              <a:rPr lang="en-GB" altLang="zh-CN" dirty="0"/>
              <a:t>Particle Filter </a:t>
            </a:r>
            <a:endParaRPr lang="en-GB" dirty="0"/>
          </a:p>
        </p:txBody>
      </p:sp>
      <p:sp>
        <p:nvSpPr>
          <p:cNvPr id="8" name="文本占位符 7">
            <a:extLst>
              <a:ext uri="{FF2B5EF4-FFF2-40B4-BE49-F238E27FC236}">
                <a16:creationId xmlns:a16="http://schemas.microsoft.com/office/drawing/2014/main" id="{0B6FC092-5E58-96E8-586D-0B8818581D04}"/>
              </a:ext>
            </a:extLst>
          </p:cNvPr>
          <p:cNvSpPr>
            <a:spLocks noGrp="1"/>
          </p:cNvSpPr>
          <p:nvPr>
            <p:ph type="body" sz="quarter" idx="10"/>
          </p:nvPr>
        </p:nvSpPr>
        <p:spPr>
          <a:xfrm>
            <a:off x="628650" y="1465730"/>
            <a:ext cx="7732924" cy="548913"/>
          </a:xfrm>
        </p:spPr>
        <p:txBody>
          <a:bodyPr/>
          <a:lstStyle/>
          <a:p>
            <a:r>
              <a:rPr lang="en-GB" dirty="0"/>
              <a:t>We repeat this step</a:t>
            </a:r>
            <a:endParaRPr lang="en-GB" dirty="0">
              <a:solidFill>
                <a:schemeClr val="bg1">
                  <a:lumMod val="75000"/>
                </a:schemeClr>
              </a:solidFill>
            </a:endParaRPr>
          </a:p>
        </p:txBody>
      </p:sp>
      <p:sp>
        <p:nvSpPr>
          <p:cNvPr id="2" name="矩形 1">
            <a:extLst>
              <a:ext uri="{FF2B5EF4-FFF2-40B4-BE49-F238E27FC236}">
                <a16:creationId xmlns:a16="http://schemas.microsoft.com/office/drawing/2014/main" id="{7599C378-77A0-11D0-A279-0BE6E291A066}"/>
              </a:ext>
            </a:extLst>
          </p:cNvPr>
          <p:cNvSpPr/>
          <p:nvPr/>
        </p:nvSpPr>
        <p:spPr>
          <a:xfrm>
            <a:off x="1380763" y="2186869"/>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 name="矩形 2">
            <a:extLst>
              <a:ext uri="{FF2B5EF4-FFF2-40B4-BE49-F238E27FC236}">
                <a16:creationId xmlns:a16="http://schemas.microsoft.com/office/drawing/2014/main" id="{49693471-DDC4-6385-FE78-BA109C3115BB}"/>
              </a:ext>
            </a:extLst>
          </p:cNvPr>
          <p:cNvSpPr/>
          <p:nvPr/>
        </p:nvSpPr>
        <p:spPr>
          <a:xfrm>
            <a:off x="1552989" y="2186869"/>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 name="矩形 3">
            <a:extLst>
              <a:ext uri="{FF2B5EF4-FFF2-40B4-BE49-F238E27FC236}">
                <a16:creationId xmlns:a16="http://schemas.microsoft.com/office/drawing/2014/main" id="{067420A0-0697-F454-D967-A89DAA0831F4}"/>
              </a:ext>
            </a:extLst>
          </p:cNvPr>
          <p:cNvSpPr/>
          <p:nvPr/>
        </p:nvSpPr>
        <p:spPr>
          <a:xfrm>
            <a:off x="1725215" y="2186869"/>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矩形 5">
            <a:extLst>
              <a:ext uri="{FF2B5EF4-FFF2-40B4-BE49-F238E27FC236}">
                <a16:creationId xmlns:a16="http://schemas.microsoft.com/office/drawing/2014/main" id="{FEEC8C95-3C1C-7487-D4AA-DE5CF36A3150}"/>
              </a:ext>
            </a:extLst>
          </p:cNvPr>
          <p:cNvSpPr/>
          <p:nvPr/>
        </p:nvSpPr>
        <p:spPr>
          <a:xfrm>
            <a:off x="1897441" y="2186869"/>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矩形 6">
            <a:extLst>
              <a:ext uri="{FF2B5EF4-FFF2-40B4-BE49-F238E27FC236}">
                <a16:creationId xmlns:a16="http://schemas.microsoft.com/office/drawing/2014/main" id="{8EF14F72-B7B2-9424-0538-073428F40EFD}"/>
              </a:ext>
            </a:extLst>
          </p:cNvPr>
          <p:cNvSpPr/>
          <p:nvPr/>
        </p:nvSpPr>
        <p:spPr>
          <a:xfrm>
            <a:off x="2069667" y="2186869"/>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矩形 8">
            <a:extLst>
              <a:ext uri="{FF2B5EF4-FFF2-40B4-BE49-F238E27FC236}">
                <a16:creationId xmlns:a16="http://schemas.microsoft.com/office/drawing/2014/main" id="{04B1434E-A23B-04C4-53A5-24D4F65A7DE0}"/>
              </a:ext>
            </a:extLst>
          </p:cNvPr>
          <p:cNvSpPr/>
          <p:nvPr/>
        </p:nvSpPr>
        <p:spPr>
          <a:xfrm>
            <a:off x="2241893" y="2186869"/>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 name="矩形 9">
            <a:extLst>
              <a:ext uri="{FF2B5EF4-FFF2-40B4-BE49-F238E27FC236}">
                <a16:creationId xmlns:a16="http://schemas.microsoft.com/office/drawing/2014/main" id="{59C44CAA-4F7D-4B7B-2AB5-4CCFA81F11B8}"/>
              </a:ext>
            </a:extLst>
          </p:cNvPr>
          <p:cNvSpPr/>
          <p:nvPr/>
        </p:nvSpPr>
        <p:spPr>
          <a:xfrm>
            <a:off x="2414119" y="2186869"/>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矩形 10">
            <a:extLst>
              <a:ext uri="{FF2B5EF4-FFF2-40B4-BE49-F238E27FC236}">
                <a16:creationId xmlns:a16="http://schemas.microsoft.com/office/drawing/2014/main" id="{DE7ED3AB-3690-E47F-A781-E2A16B1EB8B7}"/>
              </a:ext>
            </a:extLst>
          </p:cNvPr>
          <p:cNvSpPr/>
          <p:nvPr/>
        </p:nvSpPr>
        <p:spPr>
          <a:xfrm>
            <a:off x="2583688" y="2186869"/>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矩形 11">
            <a:extLst>
              <a:ext uri="{FF2B5EF4-FFF2-40B4-BE49-F238E27FC236}">
                <a16:creationId xmlns:a16="http://schemas.microsoft.com/office/drawing/2014/main" id="{651984E6-7585-0B22-F7CA-CA1E42597058}"/>
              </a:ext>
            </a:extLst>
          </p:cNvPr>
          <p:cNvSpPr/>
          <p:nvPr/>
        </p:nvSpPr>
        <p:spPr>
          <a:xfrm>
            <a:off x="2755914" y="2186869"/>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矩形 12">
            <a:extLst>
              <a:ext uri="{FF2B5EF4-FFF2-40B4-BE49-F238E27FC236}">
                <a16:creationId xmlns:a16="http://schemas.microsoft.com/office/drawing/2014/main" id="{C7F364B2-590F-3127-9075-EF655739F858}"/>
              </a:ext>
            </a:extLst>
          </p:cNvPr>
          <p:cNvSpPr/>
          <p:nvPr/>
        </p:nvSpPr>
        <p:spPr>
          <a:xfrm>
            <a:off x="2928140" y="2186869"/>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矩形 13">
            <a:extLst>
              <a:ext uri="{FF2B5EF4-FFF2-40B4-BE49-F238E27FC236}">
                <a16:creationId xmlns:a16="http://schemas.microsoft.com/office/drawing/2014/main" id="{BDC6E661-CEE5-F7F7-2C82-9701FC59FA05}"/>
              </a:ext>
            </a:extLst>
          </p:cNvPr>
          <p:cNvSpPr/>
          <p:nvPr/>
        </p:nvSpPr>
        <p:spPr>
          <a:xfrm>
            <a:off x="3100366" y="2186869"/>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 name="矩形 14">
            <a:extLst>
              <a:ext uri="{FF2B5EF4-FFF2-40B4-BE49-F238E27FC236}">
                <a16:creationId xmlns:a16="http://schemas.microsoft.com/office/drawing/2014/main" id="{F27071CC-6028-E1E6-2E3F-BACF1F9F3C61}"/>
              </a:ext>
            </a:extLst>
          </p:cNvPr>
          <p:cNvSpPr/>
          <p:nvPr/>
        </p:nvSpPr>
        <p:spPr>
          <a:xfrm>
            <a:off x="3272592" y="2186869"/>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 name="矩形 15">
            <a:extLst>
              <a:ext uri="{FF2B5EF4-FFF2-40B4-BE49-F238E27FC236}">
                <a16:creationId xmlns:a16="http://schemas.microsoft.com/office/drawing/2014/main" id="{C0437C2E-6740-B535-7DC9-7B32F8E35958}"/>
              </a:ext>
            </a:extLst>
          </p:cNvPr>
          <p:cNvSpPr/>
          <p:nvPr/>
        </p:nvSpPr>
        <p:spPr>
          <a:xfrm>
            <a:off x="3444818" y="2186869"/>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 name="矩形 16">
            <a:extLst>
              <a:ext uri="{FF2B5EF4-FFF2-40B4-BE49-F238E27FC236}">
                <a16:creationId xmlns:a16="http://schemas.microsoft.com/office/drawing/2014/main" id="{EE1234A6-F370-C872-C153-BB4E7041BEB1}"/>
              </a:ext>
            </a:extLst>
          </p:cNvPr>
          <p:cNvSpPr/>
          <p:nvPr/>
        </p:nvSpPr>
        <p:spPr>
          <a:xfrm>
            <a:off x="1380763" y="2359095"/>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8" name="矩形 17">
            <a:extLst>
              <a:ext uri="{FF2B5EF4-FFF2-40B4-BE49-F238E27FC236}">
                <a16:creationId xmlns:a16="http://schemas.microsoft.com/office/drawing/2014/main" id="{24352DA7-CFCF-1F59-4BAC-A60B941711A9}"/>
              </a:ext>
            </a:extLst>
          </p:cNvPr>
          <p:cNvSpPr/>
          <p:nvPr/>
        </p:nvSpPr>
        <p:spPr>
          <a:xfrm>
            <a:off x="1552989" y="235909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9" name="矩形 18">
            <a:extLst>
              <a:ext uri="{FF2B5EF4-FFF2-40B4-BE49-F238E27FC236}">
                <a16:creationId xmlns:a16="http://schemas.microsoft.com/office/drawing/2014/main" id="{9322569A-BACF-A398-B439-6A328047B26B}"/>
              </a:ext>
            </a:extLst>
          </p:cNvPr>
          <p:cNvSpPr/>
          <p:nvPr/>
        </p:nvSpPr>
        <p:spPr>
          <a:xfrm>
            <a:off x="1725215" y="235909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0" name="矩形 19">
            <a:extLst>
              <a:ext uri="{FF2B5EF4-FFF2-40B4-BE49-F238E27FC236}">
                <a16:creationId xmlns:a16="http://schemas.microsoft.com/office/drawing/2014/main" id="{E65DE771-3170-DD03-5186-D4D72A7E4677}"/>
              </a:ext>
            </a:extLst>
          </p:cNvPr>
          <p:cNvSpPr/>
          <p:nvPr/>
        </p:nvSpPr>
        <p:spPr>
          <a:xfrm>
            <a:off x="1897441" y="235909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1" name="矩形 20">
            <a:extLst>
              <a:ext uri="{FF2B5EF4-FFF2-40B4-BE49-F238E27FC236}">
                <a16:creationId xmlns:a16="http://schemas.microsoft.com/office/drawing/2014/main" id="{BE496E70-3C78-B2EE-0D4E-C498A968C1DA}"/>
              </a:ext>
            </a:extLst>
          </p:cNvPr>
          <p:cNvSpPr/>
          <p:nvPr/>
        </p:nvSpPr>
        <p:spPr>
          <a:xfrm>
            <a:off x="2069667" y="235909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2" name="矩形 21">
            <a:extLst>
              <a:ext uri="{FF2B5EF4-FFF2-40B4-BE49-F238E27FC236}">
                <a16:creationId xmlns:a16="http://schemas.microsoft.com/office/drawing/2014/main" id="{A29D950D-74A7-37AD-A05E-EC840DB9C8E0}"/>
              </a:ext>
            </a:extLst>
          </p:cNvPr>
          <p:cNvSpPr/>
          <p:nvPr/>
        </p:nvSpPr>
        <p:spPr>
          <a:xfrm>
            <a:off x="2241893" y="235909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3" name="矩形 22">
            <a:extLst>
              <a:ext uri="{FF2B5EF4-FFF2-40B4-BE49-F238E27FC236}">
                <a16:creationId xmlns:a16="http://schemas.microsoft.com/office/drawing/2014/main" id="{DACEBF72-5697-E65A-5904-544B651D9B15}"/>
              </a:ext>
            </a:extLst>
          </p:cNvPr>
          <p:cNvSpPr/>
          <p:nvPr/>
        </p:nvSpPr>
        <p:spPr>
          <a:xfrm>
            <a:off x="2414119" y="235909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4" name="矩形 23">
            <a:extLst>
              <a:ext uri="{FF2B5EF4-FFF2-40B4-BE49-F238E27FC236}">
                <a16:creationId xmlns:a16="http://schemas.microsoft.com/office/drawing/2014/main" id="{A0C2E749-D825-98BE-9715-96C9A9964372}"/>
              </a:ext>
            </a:extLst>
          </p:cNvPr>
          <p:cNvSpPr/>
          <p:nvPr/>
        </p:nvSpPr>
        <p:spPr>
          <a:xfrm>
            <a:off x="2583688" y="235909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5" name="矩形 24">
            <a:extLst>
              <a:ext uri="{FF2B5EF4-FFF2-40B4-BE49-F238E27FC236}">
                <a16:creationId xmlns:a16="http://schemas.microsoft.com/office/drawing/2014/main" id="{B9C7B059-3933-5309-7878-2AFACA8F45BA}"/>
              </a:ext>
            </a:extLst>
          </p:cNvPr>
          <p:cNvSpPr/>
          <p:nvPr/>
        </p:nvSpPr>
        <p:spPr>
          <a:xfrm>
            <a:off x="2755914" y="235909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6" name="矩形 25">
            <a:extLst>
              <a:ext uri="{FF2B5EF4-FFF2-40B4-BE49-F238E27FC236}">
                <a16:creationId xmlns:a16="http://schemas.microsoft.com/office/drawing/2014/main" id="{38052AC5-BEE1-4481-0855-18EBEF44662A}"/>
              </a:ext>
            </a:extLst>
          </p:cNvPr>
          <p:cNvSpPr/>
          <p:nvPr/>
        </p:nvSpPr>
        <p:spPr>
          <a:xfrm>
            <a:off x="2928140" y="235909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7" name="矩形 26">
            <a:extLst>
              <a:ext uri="{FF2B5EF4-FFF2-40B4-BE49-F238E27FC236}">
                <a16:creationId xmlns:a16="http://schemas.microsoft.com/office/drawing/2014/main" id="{964DD161-0770-A271-58B5-D604E7E97952}"/>
              </a:ext>
            </a:extLst>
          </p:cNvPr>
          <p:cNvSpPr/>
          <p:nvPr/>
        </p:nvSpPr>
        <p:spPr>
          <a:xfrm>
            <a:off x="3100366" y="235909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8" name="矩形 27">
            <a:extLst>
              <a:ext uri="{FF2B5EF4-FFF2-40B4-BE49-F238E27FC236}">
                <a16:creationId xmlns:a16="http://schemas.microsoft.com/office/drawing/2014/main" id="{13FDE255-22BB-5421-C721-9F0097643E3B}"/>
              </a:ext>
            </a:extLst>
          </p:cNvPr>
          <p:cNvSpPr/>
          <p:nvPr/>
        </p:nvSpPr>
        <p:spPr>
          <a:xfrm>
            <a:off x="3272592" y="235909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9" name="矩形 28">
            <a:extLst>
              <a:ext uri="{FF2B5EF4-FFF2-40B4-BE49-F238E27FC236}">
                <a16:creationId xmlns:a16="http://schemas.microsoft.com/office/drawing/2014/main" id="{D99DEBC0-4D19-0ABD-97ED-75B6ACB45FDC}"/>
              </a:ext>
            </a:extLst>
          </p:cNvPr>
          <p:cNvSpPr/>
          <p:nvPr/>
        </p:nvSpPr>
        <p:spPr>
          <a:xfrm>
            <a:off x="3444818" y="2359095"/>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 name="矩形 29">
            <a:extLst>
              <a:ext uri="{FF2B5EF4-FFF2-40B4-BE49-F238E27FC236}">
                <a16:creationId xmlns:a16="http://schemas.microsoft.com/office/drawing/2014/main" id="{49DD3AED-F370-44A1-4F2E-36C1039F50E8}"/>
              </a:ext>
            </a:extLst>
          </p:cNvPr>
          <p:cNvSpPr/>
          <p:nvPr/>
        </p:nvSpPr>
        <p:spPr>
          <a:xfrm>
            <a:off x="1380763" y="2531321"/>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1" name="矩形 30">
            <a:extLst>
              <a:ext uri="{FF2B5EF4-FFF2-40B4-BE49-F238E27FC236}">
                <a16:creationId xmlns:a16="http://schemas.microsoft.com/office/drawing/2014/main" id="{1036A575-1DFC-D3CD-ABCB-9D2ED98AB344}"/>
              </a:ext>
            </a:extLst>
          </p:cNvPr>
          <p:cNvSpPr/>
          <p:nvPr/>
        </p:nvSpPr>
        <p:spPr>
          <a:xfrm>
            <a:off x="1552989" y="2531321"/>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2" name="矩形 31">
            <a:extLst>
              <a:ext uri="{FF2B5EF4-FFF2-40B4-BE49-F238E27FC236}">
                <a16:creationId xmlns:a16="http://schemas.microsoft.com/office/drawing/2014/main" id="{19A0742B-04D8-5A54-3C4D-723F487BDA08}"/>
              </a:ext>
            </a:extLst>
          </p:cNvPr>
          <p:cNvSpPr/>
          <p:nvPr/>
        </p:nvSpPr>
        <p:spPr>
          <a:xfrm>
            <a:off x="1725215" y="2531321"/>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3" name="矩形 32">
            <a:extLst>
              <a:ext uri="{FF2B5EF4-FFF2-40B4-BE49-F238E27FC236}">
                <a16:creationId xmlns:a16="http://schemas.microsoft.com/office/drawing/2014/main" id="{7CA10EB4-A5E0-65EF-EDAA-9FB4BD989A4D}"/>
              </a:ext>
            </a:extLst>
          </p:cNvPr>
          <p:cNvSpPr/>
          <p:nvPr/>
        </p:nvSpPr>
        <p:spPr>
          <a:xfrm>
            <a:off x="1897441" y="2531321"/>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4" name="矩形 33">
            <a:extLst>
              <a:ext uri="{FF2B5EF4-FFF2-40B4-BE49-F238E27FC236}">
                <a16:creationId xmlns:a16="http://schemas.microsoft.com/office/drawing/2014/main" id="{B59391C9-D388-1E07-5645-43946A9337CE}"/>
              </a:ext>
            </a:extLst>
          </p:cNvPr>
          <p:cNvSpPr/>
          <p:nvPr/>
        </p:nvSpPr>
        <p:spPr>
          <a:xfrm>
            <a:off x="2069667" y="2531321"/>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5" name="矩形 34">
            <a:extLst>
              <a:ext uri="{FF2B5EF4-FFF2-40B4-BE49-F238E27FC236}">
                <a16:creationId xmlns:a16="http://schemas.microsoft.com/office/drawing/2014/main" id="{67CC173F-F6D6-0C04-75E3-067D78A43EAB}"/>
              </a:ext>
            </a:extLst>
          </p:cNvPr>
          <p:cNvSpPr/>
          <p:nvPr/>
        </p:nvSpPr>
        <p:spPr>
          <a:xfrm>
            <a:off x="2241893" y="2531321"/>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6" name="矩形 35">
            <a:extLst>
              <a:ext uri="{FF2B5EF4-FFF2-40B4-BE49-F238E27FC236}">
                <a16:creationId xmlns:a16="http://schemas.microsoft.com/office/drawing/2014/main" id="{C1CF3864-516D-7918-E779-9D0CB66FDF1A}"/>
              </a:ext>
            </a:extLst>
          </p:cNvPr>
          <p:cNvSpPr/>
          <p:nvPr/>
        </p:nvSpPr>
        <p:spPr>
          <a:xfrm>
            <a:off x="2414119" y="2531321"/>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7" name="矩形 36">
            <a:extLst>
              <a:ext uri="{FF2B5EF4-FFF2-40B4-BE49-F238E27FC236}">
                <a16:creationId xmlns:a16="http://schemas.microsoft.com/office/drawing/2014/main" id="{19E4E77F-C50D-5A5E-573A-15155CBEEE07}"/>
              </a:ext>
            </a:extLst>
          </p:cNvPr>
          <p:cNvSpPr/>
          <p:nvPr/>
        </p:nvSpPr>
        <p:spPr>
          <a:xfrm>
            <a:off x="2583688" y="2531321"/>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8" name="矩形 37">
            <a:extLst>
              <a:ext uri="{FF2B5EF4-FFF2-40B4-BE49-F238E27FC236}">
                <a16:creationId xmlns:a16="http://schemas.microsoft.com/office/drawing/2014/main" id="{C79C9F98-CFFA-60F0-D27F-F4C266796415}"/>
              </a:ext>
            </a:extLst>
          </p:cNvPr>
          <p:cNvSpPr/>
          <p:nvPr/>
        </p:nvSpPr>
        <p:spPr>
          <a:xfrm>
            <a:off x="2755914" y="2531321"/>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9" name="矩形 38">
            <a:extLst>
              <a:ext uri="{FF2B5EF4-FFF2-40B4-BE49-F238E27FC236}">
                <a16:creationId xmlns:a16="http://schemas.microsoft.com/office/drawing/2014/main" id="{83470B26-50E4-E45A-A778-605685E6C967}"/>
              </a:ext>
            </a:extLst>
          </p:cNvPr>
          <p:cNvSpPr/>
          <p:nvPr/>
        </p:nvSpPr>
        <p:spPr>
          <a:xfrm>
            <a:off x="2928140" y="2531321"/>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0" name="矩形 39">
            <a:extLst>
              <a:ext uri="{FF2B5EF4-FFF2-40B4-BE49-F238E27FC236}">
                <a16:creationId xmlns:a16="http://schemas.microsoft.com/office/drawing/2014/main" id="{0A54888E-19DE-8D54-B933-A79472BF54DD}"/>
              </a:ext>
            </a:extLst>
          </p:cNvPr>
          <p:cNvSpPr/>
          <p:nvPr/>
        </p:nvSpPr>
        <p:spPr>
          <a:xfrm>
            <a:off x="3100366" y="2531321"/>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1" name="矩形 40">
            <a:extLst>
              <a:ext uri="{FF2B5EF4-FFF2-40B4-BE49-F238E27FC236}">
                <a16:creationId xmlns:a16="http://schemas.microsoft.com/office/drawing/2014/main" id="{FDAFEB3E-481F-2C1D-6D34-7E0CF1083E93}"/>
              </a:ext>
            </a:extLst>
          </p:cNvPr>
          <p:cNvSpPr/>
          <p:nvPr/>
        </p:nvSpPr>
        <p:spPr>
          <a:xfrm>
            <a:off x="3272592" y="2531321"/>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2" name="矩形 41">
            <a:extLst>
              <a:ext uri="{FF2B5EF4-FFF2-40B4-BE49-F238E27FC236}">
                <a16:creationId xmlns:a16="http://schemas.microsoft.com/office/drawing/2014/main" id="{ECF20106-10DE-3519-A984-2336AAAEF8A9}"/>
              </a:ext>
            </a:extLst>
          </p:cNvPr>
          <p:cNvSpPr/>
          <p:nvPr/>
        </p:nvSpPr>
        <p:spPr>
          <a:xfrm>
            <a:off x="3444818" y="2531321"/>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3" name="矩形 42">
            <a:extLst>
              <a:ext uri="{FF2B5EF4-FFF2-40B4-BE49-F238E27FC236}">
                <a16:creationId xmlns:a16="http://schemas.microsoft.com/office/drawing/2014/main" id="{6EC9D342-6070-36BB-0D51-C6A2C218E4C9}"/>
              </a:ext>
            </a:extLst>
          </p:cNvPr>
          <p:cNvSpPr/>
          <p:nvPr/>
        </p:nvSpPr>
        <p:spPr>
          <a:xfrm>
            <a:off x="1380763" y="2703547"/>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4" name="矩形 43">
            <a:extLst>
              <a:ext uri="{FF2B5EF4-FFF2-40B4-BE49-F238E27FC236}">
                <a16:creationId xmlns:a16="http://schemas.microsoft.com/office/drawing/2014/main" id="{2D514C45-7261-6A42-F59E-84BAB35DC1A1}"/>
              </a:ext>
            </a:extLst>
          </p:cNvPr>
          <p:cNvSpPr/>
          <p:nvPr/>
        </p:nvSpPr>
        <p:spPr>
          <a:xfrm>
            <a:off x="1552989" y="2703547"/>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5" name="矩形 44">
            <a:extLst>
              <a:ext uri="{FF2B5EF4-FFF2-40B4-BE49-F238E27FC236}">
                <a16:creationId xmlns:a16="http://schemas.microsoft.com/office/drawing/2014/main" id="{05BD8A9E-936F-5162-B4E7-25560F11BBF6}"/>
              </a:ext>
            </a:extLst>
          </p:cNvPr>
          <p:cNvSpPr/>
          <p:nvPr/>
        </p:nvSpPr>
        <p:spPr>
          <a:xfrm>
            <a:off x="1725215" y="2703547"/>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6" name="矩形 45">
            <a:extLst>
              <a:ext uri="{FF2B5EF4-FFF2-40B4-BE49-F238E27FC236}">
                <a16:creationId xmlns:a16="http://schemas.microsoft.com/office/drawing/2014/main" id="{6521E27B-3E29-4911-BA61-AEE5E1F94535}"/>
              </a:ext>
            </a:extLst>
          </p:cNvPr>
          <p:cNvSpPr/>
          <p:nvPr/>
        </p:nvSpPr>
        <p:spPr>
          <a:xfrm>
            <a:off x="1897441" y="2703547"/>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7" name="矩形 46">
            <a:extLst>
              <a:ext uri="{FF2B5EF4-FFF2-40B4-BE49-F238E27FC236}">
                <a16:creationId xmlns:a16="http://schemas.microsoft.com/office/drawing/2014/main" id="{9B59D496-35CF-0346-78DE-869917AECC36}"/>
              </a:ext>
            </a:extLst>
          </p:cNvPr>
          <p:cNvSpPr/>
          <p:nvPr/>
        </p:nvSpPr>
        <p:spPr>
          <a:xfrm>
            <a:off x="2069667" y="2703547"/>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8" name="矩形 47">
            <a:extLst>
              <a:ext uri="{FF2B5EF4-FFF2-40B4-BE49-F238E27FC236}">
                <a16:creationId xmlns:a16="http://schemas.microsoft.com/office/drawing/2014/main" id="{3BED6036-243B-E53F-8C0E-E9353D95CB02}"/>
              </a:ext>
            </a:extLst>
          </p:cNvPr>
          <p:cNvSpPr/>
          <p:nvPr/>
        </p:nvSpPr>
        <p:spPr>
          <a:xfrm>
            <a:off x="2241893" y="2703547"/>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9" name="矩形 48">
            <a:extLst>
              <a:ext uri="{FF2B5EF4-FFF2-40B4-BE49-F238E27FC236}">
                <a16:creationId xmlns:a16="http://schemas.microsoft.com/office/drawing/2014/main" id="{B692793B-4EF9-747E-C298-C11E6296B8D2}"/>
              </a:ext>
            </a:extLst>
          </p:cNvPr>
          <p:cNvSpPr/>
          <p:nvPr/>
        </p:nvSpPr>
        <p:spPr>
          <a:xfrm>
            <a:off x="2414119" y="2703547"/>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0" name="矩形 49">
            <a:extLst>
              <a:ext uri="{FF2B5EF4-FFF2-40B4-BE49-F238E27FC236}">
                <a16:creationId xmlns:a16="http://schemas.microsoft.com/office/drawing/2014/main" id="{FC20D3D9-1B39-F5F6-3987-AD82EE9B9450}"/>
              </a:ext>
            </a:extLst>
          </p:cNvPr>
          <p:cNvSpPr/>
          <p:nvPr/>
        </p:nvSpPr>
        <p:spPr>
          <a:xfrm>
            <a:off x="2583688" y="2703547"/>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1" name="矩形 50">
            <a:extLst>
              <a:ext uri="{FF2B5EF4-FFF2-40B4-BE49-F238E27FC236}">
                <a16:creationId xmlns:a16="http://schemas.microsoft.com/office/drawing/2014/main" id="{D1A4CB09-7B73-8270-7552-F3E3260A0313}"/>
              </a:ext>
            </a:extLst>
          </p:cNvPr>
          <p:cNvSpPr/>
          <p:nvPr/>
        </p:nvSpPr>
        <p:spPr>
          <a:xfrm>
            <a:off x="2755914" y="2703547"/>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2" name="矩形 51">
            <a:extLst>
              <a:ext uri="{FF2B5EF4-FFF2-40B4-BE49-F238E27FC236}">
                <a16:creationId xmlns:a16="http://schemas.microsoft.com/office/drawing/2014/main" id="{D6D82D46-1BD5-5541-3B72-0C4BD6D614A5}"/>
              </a:ext>
            </a:extLst>
          </p:cNvPr>
          <p:cNvSpPr/>
          <p:nvPr/>
        </p:nvSpPr>
        <p:spPr>
          <a:xfrm>
            <a:off x="2928140" y="2703547"/>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3" name="矩形 52">
            <a:extLst>
              <a:ext uri="{FF2B5EF4-FFF2-40B4-BE49-F238E27FC236}">
                <a16:creationId xmlns:a16="http://schemas.microsoft.com/office/drawing/2014/main" id="{1D60C1C6-3614-3840-90FE-09CF5394636C}"/>
              </a:ext>
            </a:extLst>
          </p:cNvPr>
          <p:cNvSpPr/>
          <p:nvPr/>
        </p:nvSpPr>
        <p:spPr>
          <a:xfrm>
            <a:off x="3100366" y="2703547"/>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4" name="矩形 53">
            <a:extLst>
              <a:ext uri="{FF2B5EF4-FFF2-40B4-BE49-F238E27FC236}">
                <a16:creationId xmlns:a16="http://schemas.microsoft.com/office/drawing/2014/main" id="{FC7B5F01-6D01-B28B-E7D4-AD2D6049EF68}"/>
              </a:ext>
            </a:extLst>
          </p:cNvPr>
          <p:cNvSpPr/>
          <p:nvPr/>
        </p:nvSpPr>
        <p:spPr>
          <a:xfrm>
            <a:off x="3272592" y="2703547"/>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5" name="矩形 54">
            <a:extLst>
              <a:ext uri="{FF2B5EF4-FFF2-40B4-BE49-F238E27FC236}">
                <a16:creationId xmlns:a16="http://schemas.microsoft.com/office/drawing/2014/main" id="{A88B07F5-0025-82F3-3BC5-A607A8427A35}"/>
              </a:ext>
            </a:extLst>
          </p:cNvPr>
          <p:cNvSpPr/>
          <p:nvPr/>
        </p:nvSpPr>
        <p:spPr>
          <a:xfrm>
            <a:off x="3444818" y="2703547"/>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6" name="矩形 55">
            <a:extLst>
              <a:ext uri="{FF2B5EF4-FFF2-40B4-BE49-F238E27FC236}">
                <a16:creationId xmlns:a16="http://schemas.microsoft.com/office/drawing/2014/main" id="{C8B51F15-7DC3-96B9-92BD-BA27AF65AFEF}"/>
              </a:ext>
            </a:extLst>
          </p:cNvPr>
          <p:cNvSpPr/>
          <p:nvPr/>
        </p:nvSpPr>
        <p:spPr>
          <a:xfrm>
            <a:off x="1380763" y="2875773"/>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7" name="矩形 56">
            <a:extLst>
              <a:ext uri="{FF2B5EF4-FFF2-40B4-BE49-F238E27FC236}">
                <a16:creationId xmlns:a16="http://schemas.microsoft.com/office/drawing/2014/main" id="{A0AC9A25-2B36-C5AE-8DF0-D85EBC0FD124}"/>
              </a:ext>
            </a:extLst>
          </p:cNvPr>
          <p:cNvSpPr/>
          <p:nvPr/>
        </p:nvSpPr>
        <p:spPr>
          <a:xfrm>
            <a:off x="1552989" y="2875773"/>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8" name="矩形 57">
            <a:extLst>
              <a:ext uri="{FF2B5EF4-FFF2-40B4-BE49-F238E27FC236}">
                <a16:creationId xmlns:a16="http://schemas.microsoft.com/office/drawing/2014/main" id="{9E97AF70-7CF2-7242-112E-529B59F202B1}"/>
              </a:ext>
            </a:extLst>
          </p:cNvPr>
          <p:cNvSpPr/>
          <p:nvPr/>
        </p:nvSpPr>
        <p:spPr>
          <a:xfrm>
            <a:off x="1725215" y="2875773"/>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9" name="矩形 58">
            <a:extLst>
              <a:ext uri="{FF2B5EF4-FFF2-40B4-BE49-F238E27FC236}">
                <a16:creationId xmlns:a16="http://schemas.microsoft.com/office/drawing/2014/main" id="{D83958A2-8EC5-6879-A5CA-3C9C84A40D55}"/>
              </a:ext>
            </a:extLst>
          </p:cNvPr>
          <p:cNvSpPr/>
          <p:nvPr/>
        </p:nvSpPr>
        <p:spPr>
          <a:xfrm>
            <a:off x="1897441" y="2875773"/>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0" name="矩形 59">
            <a:extLst>
              <a:ext uri="{FF2B5EF4-FFF2-40B4-BE49-F238E27FC236}">
                <a16:creationId xmlns:a16="http://schemas.microsoft.com/office/drawing/2014/main" id="{149833A5-9459-EF6C-45BF-FB9BA3E70367}"/>
              </a:ext>
            </a:extLst>
          </p:cNvPr>
          <p:cNvSpPr/>
          <p:nvPr/>
        </p:nvSpPr>
        <p:spPr>
          <a:xfrm>
            <a:off x="2069667" y="2875773"/>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1" name="矩形 60">
            <a:extLst>
              <a:ext uri="{FF2B5EF4-FFF2-40B4-BE49-F238E27FC236}">
                <a16:creationId xmlns:a16="http://schemas.microsoft.com/office/drawing/2014/main" id="{4513E24F-B029-FCA1-750D-D3C05FD47CEB}"/>
              </a:ext>
            </a:extLst>
          </p:cNvPr>
          <p:cNvSpPr/>
          <p:nvPr/>
        </p:nvSpPr>
        <p:spPr>
          <a:xfrm>
            <a:off x="2241893" y="2875773"/>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2" name="矩形 61">
            <a:extLst>
              <a:ext uri="{FF2B5EF4-FFF2-40B4-BE49-F238E27FC236}">
                <a16:creationId xmlns:a16="http://schemas.microsoft.com/office/drawing/2014/main" id="{8757D409-2897-2CF1-10B9-F24584AC05F1}"/>
              </a:ext>
            </a:extLst>
          </p:cNvPr>
          <p:cNvSpPr/>
          <p:nvPr/>
        </p:nvSpPr>
        <p:spPr>
          <a:xfrm>
            <a:off x="2414119" y="2875773"/>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3" name="矩形 62">
            <a:extLst>
              <a:ext uri="{FF2B5EF4-FFF2-40B4-BE49-F238E27FC236}">
                <a16:creationId xmlns:a16="http://schemas.microsoft.com/office/drawing/2014/main" id="{38A9FEAD-7E02-70F6-0B19-12230CC4A103}"/>
              </a:ext>
            </a:extLst>
          </p:cNvPr>
          <p:cNvSpPr/>
          <p:nvPr/>
        </p:nvSpPr>
        <p:spPr>
          <a:xfrm>
            <a:off x="2583688" y="2875773"/>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4" name="矩形 63">
            <a:extLst>
              <a:ext uri="{FF2B5EF4-FFF2-40B4-BE49-F238E27FC236}">
                <a16:creationId xmlns:a16="http://schemas.microsoft.com/office/drawing/2014/main" id="{FB7813AA-69D6-FA4D-517A-DEAD66987C21}"/>
              </a:ext>
            </a:extLst>
          </p:cNvPr>
          <p:cNvSpPr/>
          <p:nvPr/>
        </p:nvSpPr>
        <p:spPr>
          <a:xfrm>
            <a:off x="2755914" y="2875773"/>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5" name="矩形 64">
            <a:extLst>
              <a:ext uri="{FF2B5EF4-FFF2-40B4-BE49-F238E27FC236}">
                <a16:creationId xmlns:a16="http://schemas.microsoft.com/office/drawing/2014/main" id="{C3B24D1F-B2DE-BEF9-7494-5B069616FB87}"/>
              </a:ext>
            </a:extLst>
          </p:cNvPr>
          <p:cNvSpPr/>
          <p:nvPr/>
        </p:nvSpPr>
        <p:spPr>
          <a:xfrm>
            <a:off x="2928140" y="2875773"/>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6" name="矩形 65">
            <a:extLst>
              <a:ext uri="{FF2B5EF4-FFF2-40B4-BE49-F238E27FC236}">
                <a16:creationId xmlns:a16="http://schemas.microsoft.com/office/drawing/2014/main" id="{D5C362F3-9573-A702-569F-D77C94E7A322}"/>
              </a:ext>
            </a:extLst>
          </p:cNvPr>
          <p:cNvSpPr/>
          <p:nvPr/>
        </p:nvSpPr>
        <p:spPr>
          <a:xfrm>
            <a:off x="3100366" y="2875773"/>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7" name="矩形 66">
            <a:extLst>
              <a:ext uri="{FF2B5EF4-FFF2-40B4-BE49-F238E27FC236}">
                <a16:creationId xmlns:a16="http://schemas.microsoft.com/office/drawing/2014/main" id="{64DEE404-FFCB-757B-9BBE-41E300EED6DE}"/>
              </a:ext>
            </a:extLst>
          </p:cNvPr>
          <p:cNvSpPr/>
          <p:nvPr/>
        </p:nvSpPr>
        <p:spPr>
          <a:xfrm>
            <a:off x="3272592" y="2875773"/>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8" name="矩形 67">
            <a:extLst>
              <a:ext uri="{FF2B5EF4-FFF2-40B4-BE49-F238E27FC236}">
                <a16:creationId xmlns:a16="http://schemas.microsoft.com/office/drawing/2014/main" id="{E0FFB837-ABED-56CB-8F44-A47D05651143}"/>
              </a:ext>
            </a:extLst>
          </p:cNvPr>
          <p:cNvSpPr/>
          <p:nvPr/>
        </p:nvSpPr>
        <p:spPr>
          <a:xfrm>
            <a:off x="3444818" y="2875773"/>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9" name="矩形 68">
            <a:extLst>
              <a:ext uri="{FF2B5EF4-FFF2-40B4-BE49-F238E27FC236}">
                <a16:creationId xmlns:a16="http://schemas.microsoft.com/office/drawing/2014/main" id="{F996CDBA-4892-B5CB-D0C8-6C8D3B34BB66}"/>
              </a:ext>
            </a:extLst>
          </p:cNvPr>
          <p:cNvSpPr/>
          <p:nvPr/>
        </p:nvSpPr>
        <p:spPr>
          <a:xfrm>
            <a:off x="1380763" y="3047999"/>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0" name="矩形 69">
            <a:extLst>
              <a:ext uri="{FF2B5EF4-FFF2-40B4-BE49-F238E27FC236}">
                <a16:creationId xmlns:a16="http://schemas.microsoft.com/office/drawing/2014/main" id="{A1A669EE-440F-1101-C6BD-6F96E7B65466}"/>
              </a:ext>
            </a:extLst>
          </p:cNvPr>
          <p:cNvSpPr/>
          <p:nvPr/>
        </p:nvSpPr>
        <p:spPr>
          <a:xfrm>
            <a:off x="1552989" y="3047999"/>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1" name="矩形 70">
            <a:extLst>
              <a:ext uri="{FF2B5EF4-FFF2-40B4-BE49-F238E27FC236}">
                <a16:creationId xmlns:a16="http://schemas.microsoft.com/office/drawing/2014/main" id="{17FF2095-0F8A-509D-CA16-45F0BDA923D3}"/>
              </a:ext>
            </a:extLst>
          </p:cNvPr>
          <p:cNvSpPr/>
          <p:nvPr/>
        </p:nvSpPr>
        <p:spPr>
          <a:xfrm>
            <a:off x="1725215" y="3047999"/>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2" name="矩形 71">
            <a:extLst>
              <a:ext uri="{FF2B5EF4-FFF2-40B4-BE49-F238E27FC236}">
                <a16:creationId xmlns:a16="http://schemas.microsoft.com/office/drawing/2014/main" id="{6102DCD0-8F01-F7F7-AFEF-2837BA24C88A}"/>
              </a:ext>
            </a:extLst>
          </p:cNvPr>
          <p:cNvSpPr/>
          <p:nvPr/>
        </p:nvSpPr>
        <p:spPr>
          <a:xfrm>
            <a:off x="1897441" y="3047999"/>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3" name="矩形 72">
            <a:extLst>
              <a:ext uri="{FF2B5EF4-FFF2-40B4-BE49-F238E27FC236}">
                <a16:creationId xmlns:a16="http://schemas.microsoft.com/office/drawing/2014/main" id="{95DDF70C-1EB1-FCAB-603F-D6BAC9DDBE98}"/>
              </a:ext>
            </a:extLst>
          </p:cNvPr>
          <p:cNvSpPr/>
          <p:nvPr/>
        </p:nvSpPr>
        <p:spPr>
          <a:xfrm>
            <a:off x="2069667" y="3047999"/>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4" name="矩形 73">
            <a:extLst>
              <a:ext uri="{FF2B5EF4-FFF2-40B4-BE49-F238E27FC236}">
                <a16:creationId xmlns:a16="http://schemas.microsoft.com/office/drawing/2014/main" id="{E3BDB3EE-F2F0-69F3-2FEF-8DB606D6C81B}"/>
              </a:ext>
            </a:extLst>
          </p:cNvPr>
          <p:cNvSpPr/>
          <p:nvPr/>
        </p:nvSpPr>
        <p:spPr>
          <a:xfrm>
            <a:off x="2241893" y="3047999"/>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5" name="矩形 74">
            <a:extLst>
              <a:ext uri="{FF2B5EF4-FFF2-40B4-BE49-F238E27FC236}">
                <a16:creationId xmlns:a16="http://schemas.microsoft.com/office/drawing/2014/main" id="{C0C20C5B-82C1-78F4-5C99-4132A0E9901C}"/>
              </a:ext>
            </a:extLst>
          </p:cNvPr>
          <p:cNvSpPr/>
          <p:nvPr/>
        </p:nvSpPr>
        <p:spPr>
          <a:xfrm>
            <a:off x="2414119" y="3047999"/>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6" name="矩形 75">
            <a:extLst>
              <a:ext uri="{FF2B5EF4-FFF2-40B4-BE49-F238E27FC236}">
                <a16:creationId xmlns:a16="http://schemas.microsoft.com/office/drawing/2014/main" id="{ABA60A55-8C14-72E5-D9D3-F1F494332A5A}"/>
              </a:ext>
            </a:extLst>
          </p:cNvPr>
          <p:cNvSpPr/>
          <p:nvPr/>
        </p:nvSpPr>
        <p:spPr>
          <a:xfrm>
            <a:off x="2583688" y="3047999"/>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7" name="矩形 76">
            <a:extLst>
              <a:ext uri="{FF2B5EF4-FFF2-40B4-BE49-F238E27FC236}">
                <a16:creationId xmlns:a16="http://schemas.microsoft.com/office/drawing/2014/main" id="{75141441-4D52-4027-6A14-D7CB7EF4169A}"/>
              </a:ext>
            </a:extLst>
          </p:cNvPr>
          <p:cNvSpPr/>
          <p:nvPr/>
        </p:nvSpPr>
        <p:spPr>
          <a:xfrm>
            <a:off x="2755914" y="3047999"/>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8" name="矩形 77">
            <a:extLst>
              <a:ext uri="{FF2B5EF4-FFF2-40B4-BE49-F238E27FC236}">
                <a16:creationId xmlns:a16="http://schemas.microsoft.com/office/drawing/2014/main" id="{514DAC0B-A132-E28B-E5A2-1A5CCCAB03C8}"/>
              </a:ext>
            </a:extLst>
          </p:cNvPr>
          <p:cNvSpPr/>
          <p:nvPr/>
        </p:nvSpPr>
        <p:spPr>
          <a:xfrm>
            <a:off x="2928140" y="3047999"/>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9" name="矩形 78">
            <a:extLst>
              <a:ext uri="{FF2B5EF4-FFF2-40B4-BE49-F238E27FC236}">
                <a16:creationId xmlns:a16="http://schemas.microsoft.com/office/drawing/2014/main" id="{5A87865A-23EE-A9A8-D9AF-6E6B96128C22}"/>
              </a:ext>
            </a:extLst>
          </p:cNvPr>
          <p:cNvSpPr/>
          <p:nvPr/>
        </p:nvSpPr>
        <p:spPr>
          <a:xfrm>
            <a:off x="3100366" y="3047999"/>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0" name="矩形 79">
            <a:extLst>
              <a:ext uri="{FF2B5EF4-FFF2-40B4-BE49-F238E27FC236}">
                <a16:creationId xmlns:a16="http://schemas.microsoft.com/office/drawing/2014/main" id="{561B5AD6-D925-7C3A-55E1-5C812F12AA02}"/>
              </a:ext>
            </a:extLst>
          </p:cNvPr>
          <p:cNvSpPr/>
          <p:nvPr/>
        </p:nvSpPr>
        <p:spPr>
          <a:xfrm>
            <a:off x="3272592" y="3047999"/>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1" name="矩形 80">
            <a:extLst>
              <a:ext uri="{FF2B5EF4-FFF2-40B4-BE49-F238E27FC236}">
                <a16:creationId xmlns:a16="http://schemas.microsoft.com/office/drawing/2014/main" id="{EC60ECD5-374C-12E0-762D-593DAF5896F9}"/>
              </a:ext>
            </a:extLst>
          </p:cNvPr>
          <p:cNvSpPr/>
          <p:nvPr/>
        </p:nvSpPr>
        <p:spPr>
          <a:xfrm>
            <a:off x="3444818" y="3047999"/>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2" name="矩形 81">
            <a:extLst>
              <a:ext uri="{FF2B5EF4-FFF2-40B4-BE49-F238E27FC236}">
                <a16:creationId xmlns:a16="http://schemas.microsoft.com/office/drawing/2014/main" id="{ADFB2E7D-7F71-C143-9B67-34FFB0650F39}"/>
              </a:ext>
            </a:extLst>
          </p:cNvPr>
          <p:cNvSpPr/>
          <p:nvPr/>
        </p:nvSpPr>
        <p:spPr>
          <a:xfrm>
            <a:off x="1380763" y="3220225"/>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3" name="矩形 82">
            <a:extLst>
              <a:ext uri="{FF2B5EF4-FFF2-40B4-BE49-F238E27FC236}">
                <a16:creationId xmlns:a16="http://schemas.microsoft.com/office/drawing/2014/main" id="{BB68230A-7046-CE55-BDE0-936EFB96C38C}"/>
              </a:ext>
            </a:extLst>
          </p:cNvPr>
          <p:cNvSpPr/>
          <p:nvPr/>
        </p:nvSpPr>
        <p:spPr>
          <a:xfrm>
            <a:off x="1552989" y="322022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4" name="矩形 83">
            <a:extLst>
              <a:ext uri="{FF2B5EF4-FFF2-40B4-BE49-F238E27FC236}">
                <a16:creationId xmlns:a16="http://schemas.microsoft.com/office/drawing/2014/main" id="{AA27CF29-19F3-28DD-DD60-721B19DE8830}"/>
              </a:ext>
            </a:extLst>
          </p:cNvPr>
          <p:cNvSpPr/>
          <p:nvPr/>
        </p:nvSpPr>
        <p:spPr>
          <a:xfrm>
            <a:off x="1725215" y="322022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5" name="矩形 84">
            <a:extLst>
              <a:ext uri="{FF2B5EF4-FFF2-40B4-BE49-F238E27FC236}">
                <a16:creationId xmlns:a16="http://schemas.microsoft.com/office/drawing/2014/main" id="{98B4F2B0-D35D-2419-4D5A-3C99D5F62193}"/>
              </a:ext>
            </a:extLst>
          </p:cNvPr>
          <p:cNvSpPr/>
          <p:nvPr/>
        </p:nvSpPr>
        <p:spPr>
          <a:xfrm>
            <a:off x="1897441" y="322022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6" name="矩形 85">
            <a:extLst>
              <a:ext uri="{FF2B5EF4-FFF2-40B4-BE49-F238E27FC236}">
                <a16:creationId xmlns:a16="http://schemas.microsoft.com/office/drawing/2014/main" id="{16CA2E64-F9AE-BF2D-243C-782DA7BDF8F6}"/>
              </a:ext>
            </a:extLst>
          </p:cNvPr>
          <p:cNvSpPr/>
          <p:nvPr/>
        </p:nvSpPr>
        <p:spPr>
          <a:xfrm>
            <a:off x="2069667" y="322022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7" name="矩形 86">
            <a:extLst>
              <a:ext uri="{FF2B5EF4-FFF2-40B4-BE49-F238E27FC236}">
                <a16:creationId xmlns:a16="http://schemas.microsoft.com/office/drawing/2014/main" id="{ED52C4D1-A162-2936-ECC8-FB25972E029D}"/>
              </a:ext>
            </a:extLst>
          </p:cNvPr>
          <p:cNvSpPr/>
          <p:nvPr/>
        </p:nvSpPr>
        <p:spPr>
          <a:xfrm>
            <a:off x="2241893" y="322022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8" name="矩形 87">
            <a:extLst>
              <a:ext uri="{FF2B5EF4-FFF2-40B4-BE49-F238E27FC236}">
                <a16:creationId xmlns:a16="http://schemas.microsoft.com/office/drawing/2014/main" id="{E8A13E55-5BF2-07C2-E72B-478C0DFC501F}"/>
              </a:ext>
            </a:extLst>
          </p:cNvPr>
          <p:cNvSpPr/>
          <p:nvPr/>
        </p:nvSpPr>
        <p:spPr>
          <a:xfrm>
            <a:off x="2414119" y="322022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9" name="矩形 88">
            <a:extLst>
              <a:ext uri="{FF2B5EF4-FFF2-40B4-BE49-F238E27FC236}">
                <a16:creationId xmlns:a16="http://schemas.microsoft.com/office/drawing/2014/main" id="{0E5F4762-5840-BAC1-65AB-6C47EEE99A6B}"/>
              </a:ext>
            </a:extLst>
          </p:cNvPr>
          <p:cNvSpPr/>
          <p:nvPr/>
        </p:nvSpPr>
        <p:spPr>
          <a:xfrm>
            <a:off x="2583688" y="322022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0" name="矩形 89">
            <a:extLst>
              <a:ext uri="{FF2B5EF4-FFF2-40B4-BE49-F238E27FC236}">
                <a16:creationId xmlns:a16="http://schemas.microsoft.com/office/drawing/2014/main" id="{BA4445AB-B588-25A9-E76C-1EB5F08DBCB3}"/>
              </a:ext>
            </a:extLst>
          </p:cNvPr>
          <p:cNvSpPr/>
          <p:nvPr/>
        </p:nvSpPr>
        <p:spPr>
          <a:xfrm>
            <a:off x="2755914" y="322022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1" name="矩形 90">
            <a:extLst>
              <a:ext uri="{FF2B5EF4-FFF2-40B4-BE49-F238E27FC236}">
                <a16:creationId xmlns:a16="http://schemas.microsoft.com/office/drawing/2014/main" id="{6AE2BC2E-B749-7835-993F-8691BC0C3A83}"/>
              </a:ext>
            </a:extLst>
          </p:cNvPr>
          <p:cNvSpPr/>
          <p:nvPr/>
        </p:nvSpPr>
        <p:spPr>
          <a:xfrm>
            <a:off x="2928140" y="322022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2" name="矩形 91">
            <a:extLst>
              <a:ext uri="{FF2B5EF4-FFF2-40B4-BE49-F238E27FC236}">
                <a16:creationId xmlns:a16="http://schemas.microsoft.com/office/drawing/2014/main" id="{28E0B3E8-C8C3-0BDB-F9A1-256CE7FE8663}"/>
              </a:ext>
            </a:extLst>
          </p:cNvPr>
          <p:cNvSpPr/>
          <p:nvPr/>
        </p:nvSpPr>
        <p:spPr>
          <a:xfrm>
            <a:off x="3100366" y="322022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3" name="矩形 92">
            <a:extLst>
              <a:ext uri="{FF2B5EF4-FFF2-40B4-BE49-F238E27FC236}">
                <a16:creationId xmlns:a16="http://schemas.microsoft.com/office/drawing/2014/main" id="{68B8EC71-661B-3C9D-EE90-0E1300E9A43D}"/>
              </a:ext>
            </a:extLst>
          </p:cNvPr>
          <p:cNvSpPr/>
          <p:nvPr/>
        </p:nvSpPr>
        <p:spPr>
          <a:xfrm>
            <a:off x="3272592" y="322022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4" name="矩形 93">
            <a:extLst>
              <a:ext uri="{FF2B5EF4-FFF2-40B4-BE49-F238E27FC236}">
                <a16:creationId xmlns:a16="http://schemas.microsoft.com/office/drawing/2014/main" id="{F6ECDA48-4374-C048-20D7-03A236D5E27C}"/>
              </a:ext>
            </a:extLst>
          </p:cNvPr>
          <p:cNvSpPr/>
          <p:nvPr/>
        </p:nvSpPr>
        <p:spPr>
          <a:xfrm>
            <a:off x="3444818" y="322022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5" name="矩形 94">
            <a:extLst>
              <a:ext uri="{FF2B5EF4-FFF2-40B4-BE49-F238E27FC236}">
                <a16:creationId xmlns:a16="http://schemas.microsoft.com/office/drawing/2014/main" id="{EA182D14-0E2F-8EE3-E7B9-3D0A74E7B94A}"/>
              </a:ext>
            </a:extLst>
          </p:cNvPr>
          <p:cNvSpPr/>
          <p:nvPr/>
        </p:nvSpPr>
        <p:spPr>
          <a:xfrm>
            <a:off x="1380763" y="3392451"/>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6" name="矩形 95">
            <a:extLst>
              <a:ext uri="{FF2B5EF4-FFF2-40B4-BE49-F238E27FC236}">
                <a16:creationId xmlns:a16="http://schemas.microsoft.com/office/drawing/2014/main" id="{75DFDC08-E152-045A-AC2F-171C4F4AE256}"/>
              </a:ext>
            </a:extLst>
          </p:cNvPr>
          <p:cNvSpPr/>
          <p:nvPr/>
        </p:nvSpPr>
        <p:spPr>
          <a:xfrm>
            <a:off x="1552989" y="3392451"/>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7" name="矩形 96">
            <a:extLst>
              <a:ext uri="{FF2B5EF4-FFF2-40B4-BE49-F238E27FC236}">
                <a16:creationId xmlns:a16="http://schemas.microsoft.com/office/drawing/2014/main" id="{44E2E77F-0F7C-38FF-BC5D-C26EA46FFCC4}"/>
              </a:ext>
            </a:extLst>
          </p:cNvPr>
          <p:cNvSpPr/>
          <p:nvPr/>
        </p:nvSpPr>
        <p:spPr>
          <a:xfrm>
            <a:off x="1725215" y="3392451"/>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8" name="矩形 97">
            <a:extLst>
              <a:ext uri="{FF2B5EF4-FFF2-40B4-BE49-F238E27FC236}">
                <a16:creationId xmlns:a16="http://schemas.microsoft.com/office/drawing/2014/main" id="{97ED243B-54ED-7869-8B1D-B796107A2456}"/>
              </a:ext>
            </a:extLst>
          </p:cNvPr>
          <p:cNvSpPr/>
          <p:nvPr/>
        </p:nvSpPr>
        <p:spPr>
          <a:xfrm>
            <a:off x="1897441" y="3392451"/>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9" name="矩形 98">
            <a:extLst>
              <a:ext uri="{FF2B5EF4-FFF2-40B4-BE49-F238E27FC236}">
                <a16:creationId xmlns:a16="http://schemas.microsoft.com/office/drawing/2014/main" id="{1E4ED45D-2F90-47EA-6FB7-B8C1B5AAC08B}"/>
              </a:ext>
            </a:extLst>
          </p:cNvPr>
          <p:cNvSpPr/>
          <p:nvPr/>
        </p:nvSpPr>
        <p:spPr>
          <a:xfrm>
            <a:off x="2069667" y="3392451"/>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0" name="矩形 99">
            <a:extLst>
              <a:ext uri="{FF2B5EF4-FFF2-40B4-BE49-F238E27FC236}">
                <a16:creationId xmlns:a16="http://schemas.microsoft.com/office/drawing/2014/main" id="{54D3EF42-8E44-1E29-C94A-FBCCDB621236}"/>
              </a:ext>
            </a:extLst>
          </p:cNvPr>
          <p:cNvSpPr/>
          <p:nvPr/>
        </p:nvSpPr>
        <p:spPr>
          <a:xfrm>
            <a:off x="2241893" y="3392451"/>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1" name="矩形 100">
            <a:extLst>
              <a:ext uri="{FF2B5EF4-FFF2-40B4-BE49-F238E27FC236}">
                <a16:creationId xmlns:a16="http://schemas.microsoft.com/office/drawing/2014/main" id="{76EAA53D-6CB1-7926-B58D-86E1F294C49B}"/>
              </a:ext>
            </a:extLst>
          </p:cNvPr>
          <p:cNvSpPr/>
          <p:nvPr/>
        </p:nvSpPr>
        <p:spPr>
          <a:xfrm>
            <a:off x="2414119" y="3392451"/>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2" name="矩形 101">
            <a:extLst>
              <a:ext uri="{FF2B5EF4-FFF2-40B4-BE49-F238E27FC236}">
                <a16:creationId xmlns:a16="http://schemas.microsoft.com/office/drawing/2014/main" id="{7A45F07A-29D7-0DC5-B3CD-D049D591FDBA}"/>
              </a:ext>
            </a:extLst>
          </p:cNvPr>
          <p:cNvSpPr/>
          <p:nvPr/>
        </p:nvSpPr>
        <p:spPr>
          <a:xfrm>
            <a:off x="2583688" y="3392451"/>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3" name="矩形 102">
            <a:extLst>
              <a:ext uri="{FF2B5EF4-FFF2-40B4-BE49-F238E27FC236}">
                <a16:creationId xmlns:a16="http://schemas.microsoft.com/office/drawing/2014/main" id="{20B1D3B1-BD8F-DFBA-53AF-B6033CCE241A}"/>
              </a:ext>
            </a:extLst>
          </p:cNvPr>
          <p:cNvSpPr/>
          <p:nvPr/>
        </p:nvSpPr>
        <p:spPr>
          <a:xfrm>
            <a:off x="2755914" y="3392451"/>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4" name="矩形 103">
            <a:extLst>
              <a:ext uri="{FF2B5EF4-FFF2-40B4-BE49-F238E27FC236}">
                <a16:creationId xmlns:a16="http://schemas.microsoft.com/office/drawing/2014/main" id="{87953971-347B-2545-6959-CA791B959E20}"/>
              </a:ext>
            </a:extLst>
          </p:cNvPr>
          <p:cNvSpPr/>
          <p:nvPr/>
        </p:nvSpPr>
        <p:spPr>
          <a:xfrm>
            <a:off x="2928140" y="3392451"/>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5" name="矩形 104">
            <a:extLst>
              <a:ext uri="{FF2B5EF4-FFF2-40B4-BE49-F238E27FC236}">
                <a16:creationId xmlns:a16="http://schemas.microsoft.com/office/drawing/2014/main" id="{3BEEBEE3-0481-17DA-A2C7-24514CCAD46B}"/>
              </a:ext>
            </a:extLst>
          </p:cNvPr>
          <p:cNvSpPr/>
          <p:nvPr/>
        </p:nvSpPr>
        <p:spPr>
          <a:xfrm>
            <a:off x="3100366" y="3392451"/>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6" name="矩形 105">
            <a:extLst>
              <a:ext uri="{FF2B5EF4-FFF2-40B4-BE49-F238E27FC236}">
                <a16:creationId xmlns:a16="http://schemas.microsoft.com/office/drawing/2014/main" id="{114CB088-6D61-7C26-69CE-40CA4039E70F}"/>
              </a:ext>
            </a:extLst>
          </p:cNvPr>
          <p:cNvSpPr/>
          <p:nvPr/>
        </p:nvSpPr>
        <p:spPr>
          <a:xfrm>
            <a:off x="3272592" y="3392451"/>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7" name="矩形 106">
            <a:extLst>
              <a:ext uri="{FF2B5EF4-FFF2-40B4-BE49-F238E27FC236}">
                <a16:creationId xmlns:a16="http://schemas.microsoft.com/office/drawing/2014/main" id="{47F2FC4D-D3ED-4DC1-F958-C7BAC9078F7E}"/>
              </a:ext>
            </a:extLst>
          </p:cNvPr>
          <p:cNvSpPr/>
          <p:nvPr/>
        </p:nvSpPr>
        <p:spPr>
          <a:xfrm>
            <a:off x="3444818" y="3392451"/>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8" name="矩形 107">
            <a:extLst>
              <a:ext uri="{FF2B5EF4-FFF2-40B4-BE49-F238E27FC236}">
                <a16:creationId xmlns:a16="http://schemas.microsoft.com/office/drawing/2014/main" id="{7A992C1F-1C52-AE2B-D9D6-D1140958ED54}"/>
              </a:ext>
            </a:extLst>
          </p:cNvPr>
          <p:cNvSpPr/>
          <p:nvPr/>
        </p:nvSpPr>
        <p:spPr>
          <a:xfrm>
            <a:off x="1380763" y="3564677"/>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9" name="矩形 108">
            <a:extLst>
              <a:ext uri="{FF2B5EF4-FFF2-40B4-BE49-F238E27FC236}">
                <a16:creationId xmlns:a16="http://schemas.microsoft.com/office/drawing/2014/main" id="{AEAA0099-7062-1C86-D75A-84D15A0E0AC9}"/>
              </a:ext>
            </a:extLst>
          </p:cNvPr>
          <p:cNvSpPr/>
          <p:nvPr/>
        </p:nvSpPr>
        <p:spPr>
          <a:xfrm>
            <a:off x="1552989" y="3564677"/>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0" name="矩形 109">
            <a:extLst>
              <a:ext uri="{FF2B5EF4-FFF2-40B4-BE49-F238E27FC236}">
                <a16:creationId xmlns:a16="http://schemas.microsoft.com/office/drawing/2014/main" id="{64CEE337-ECAB-7A80-E14B-C95E97E7F2FE}"/>
              </a:ext>
            </a:extLst>
          </p:cNvPr>
          <p:cNvSpPr/>
          <p:nvPr/>
        </p:nvSpPr>
        <p:spPr>
          <a:xfrm>
            <a:off x="1725215" y="3564677"/>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1" name="矩形 110">
            <a:extLst>
              <a:ext uri="{FF2B5EF4-FFF2-40B4-BE49-F238E27FC236}">
                <a16:creationId xmlns:a16="http://schemas.microsoft.com/office/drawing/2014/main" id="{276A35BA-D2A9-7E79-6590-F27DB899A252}"/>
              </a:ext>
            </a:extLst>
          </p:cNvPr>
          <p:cNvSpPr/>
          <p:nvPr/>
        </p:nvSpPr>
        <p:spPr>
          <a:xfrm>
            <a:off x="1897441" y="3564677"/>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2" name="矩形 111">
            <a:extLst>
              <a:ext uri="{FF2B5EF4-FFF2-40B4-BE49-F238E27FC236}">
                <a16:creationId xmlns:a16="http://schemas.microsoft.com/office/drawing/2014/main" id="{4382EF53-B3C3-67C6-FA58-C0DCAA40B554}"/>
              </a:ext>
            </a:extLst>
          </p:cNvPr>
          <p:cNvSpPr/>
          <p:nvPr/>
        </p:nvSpPr>
        <p:spPr>
          <a:xfrm>
            <a:off x="2069667" y="3564677"/>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3" name="矩形 112">
            <a:extLst>
              <a:ext uri="{FF2B5EF4-FFF2-40B4-BE49-F238E27FC236}">
                <a16:creationId xmlns:a16="http://schemas.microsoft.com/office/drawing/2014/main" id="{0F034D03-ADDA-9425-C812-E0BA266B5CEB}"/>
              </a:ext>
            </a:extLst>
          </p:cNvPr>
          <p:cNvSpPr/>
          <p:nvPr/>
        </p:nvSpPr>
        <p:spPr>
          <a:xfrm>
            <a:off x="2241893" y="3564677"/>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4" name="矩形 113">
            <a:extLst>
              <a:ext uri="{FF2B5EF4-FFF2-40B4-BE49-F238E27FC236}">
                <a16:creationId xmlns:a16="http://schemas.microsoft.com/office/drawing/2014/main" id="{5CD5E806-1B92-2817-A5CB-8E1B5BEB38BB}"/>
              </a:ext>
            </a:extLst>
          </p:cNvPr>
          <p:cNvSpPr/>
          <p:nvPr/>
        </p:nvSpPr>
        <p:spPr>
          <a:xfrm>
            <a:off x="2414119" y="3564677"/>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5" name="矩形 114">
            <a:extLst>
              <a:ext uri="{FF2B5EF4-FFF2-40B4-BE49-F238E27FC236}">
                <a16:creationId xmlns:a16="http://schemas.microsoft.com/office/drawing/2014/main" id="{0F53A320-A023-1882-439D-405A6534AA39}"/>
              </a:ext>
            </a:extLst>
          </p:cNvPr>
          <p:cNvSpPr/>
          <p:nvPr/>
        </p:nvSpPr>
        <p:spPr>
          <a:xfrm>
            <a:off x="2583688" y="3564677"/>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6" name="矩形 115">
            <a:extLst>
              <a:ext uri="{FF2B5EF4-FFF2-40B4-BE49-F238E27FC236}">
                <a16:creationId xmlns:a16="http://schemas.microsoft.com/office/drawing/2014/main" id="{8234FB30-1758-B0E6-D504-346497C90CB8}"/>
              </a:ext>
            </a:extLst>
          </p:cNvPr>
          <p:cNvSpPr/>
          <p:nvPr/>
        </p:nvSpPr>
        <p:spPr>
          <a:xfrm>
            <a:off x="2755914" y="3564677"/>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7" name="矩形 116">
            <a:extLst>
              <a:ext uri="{FF2B5EF4-FFF2-40B4-BE49-F238E27FC236}">
                <a16:creationId xmlns:a16="http://schemas.microsoft.com/office/drawing/2014/main" id="{5D4F47D2-21FF-D24A-0669-071FBAA1757D}"/>
              </a:ext>
            </a:extLst>
          </p:cNvPr>
          <p:cNvSpPr/>
          <p:nvPr/>
        </p:nvSpPr>
        <p:spPr>
          <a:xfrm>
            <a:off x="2928140" y="3564677"/>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8" name="矩形 117">
            <a:extLst>
              <a:ext uri="{FF2B5EF4-FFF2-40B4-BE49-F238E27FC236}">
                <a16:creationId xmlns:a16="http://schemas.microsoft.com/office/drawing/2014/main" id="{B5E9F27F-F12D-79E3-941C-0E25D28692A0}"/>
              </a:ext>
            </a:extLst>
          </p:cNvPr>
          <p:cNvSpPr/>
          <p:nvPr/>
        </p:nvSpPr>
        <p:spPr>
          <a:xfrm>
            <a:off x="3100366" y="3564677"/>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9" name="矩形 118">
            <a:extLst>
              <a:ext uri="{FF2B5EF4-FFF2-40B4-BE49-F238E27FC236}">
                <a16:creationId xmlns:a16="http://schemas.microsoft.com/office/drawing/2014/main" id="{D2898D7E-B8B6-B2FF-5382-39D2B53E84D1}"/>
              </a:ext>
            </a:extLst>
          </p:cNvPr>
          <p:cNvSpPr/>
          <p:nvPr/>
        </p:nvSpPr>
        <p:spPr>
          <a:xfrm>
            <a:off x="3272592" y="3564677"/>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0" name="矩形 119">
            <a:extLst>
              <a:ext uri="{FF2B5EF4-FFF2-40B4-BE49-F238E27FC236}">
                <a16:creationId xmlns:a16="http://schemas.microsoft.com/office/drawing/2014/main" id="{360ED9AF-76D2-8C97-A577-C3FB7FC7F5A7}"/>
              </a:ext>
            </a:extLst>
          </p:cNvPr>
          <p:cNvSpPr/>
          <p:nvPr/>
        </p:nvSpPr>
        <p:spPr>
          <a:xfrm>
            <a:off x="3444818" y="3564677"/>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1" name="矩形 120">
            <a:extLst>
              <a:ext uri="{FF2B5EF4-FFF2-40B4-BE49-F238E27FC236}">
                <a16:creationId xmlns:a16="http://schemas.microsoft.com/office/drawing/2014/main" id="{C2F184E0-B4E8-5BFC-0F0A-6AB0B8B04131}"/>
              </a:ext>
            </a:extLst>
          </p:cNvPr>
          <p:cNvSpPr/>
          <p:nvPr/>
        </p:nvSpPr>
        <p:spPr>
          <a:xfrm>
            <a:off x="1380763" y="3736903"/>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2" name="矩形 121">
            <a:extLst>
              <a:ext uri="{FF2B5EF4-FFF2-40B4-BE49-F238E27FC236}">
                <a16:creationId xmlns:a16="http://schemas.microsoft.com/office/drawing/2014/main" id="{940F56A2-117E-5011-5601-C69DDB69EA78}"/>
              </a:ext>
            </a:extLst>
          </p:cNvPr>
          <p:cNvSpPr/>
          <p:nvPr/>
        </p:nvSpPr>
        <p:spPr>
          <a:xfrm>
            <a:off x="1552989" y="3736903"/>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3" name="矩形 122">
            <a:extLst>
              <a:ext uri="{FF2B5EF4-FFF2-40B4-BE49-F238E27FC236}">
                <a16:creationId xmlns:a16="http://schemas.microsoft.com/office/drawing/2014/main" id="{D30D48CD-AAA8-DE5A-AC17-00606F01E160}"/>
              </a:ext>
            </a:extLst>
          </p:cNvPr>
          <p:cNvSpPr/>
          <p:nvPr/>
        </p:nvSpPr>
        <p:spPr>
          <a:xfrm>
            <a:off x="1725215" y="3736903"/>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4" name="矩形 123">
            <a:extLst>
              <a:ext uri="{FF2B5EF4-FFF2-40B4-BE49-F238E27FC236}">
                <a16:creationId xmlns:a16="http://schemas.microsoft.com/office/drawing/2014/main" id="{2BF910DD-326B-985F-E120-865476FCF51B}"/>
              </a:ext>
            </a:extLst>
          </p:cNvPr>
          <p:cNvSpPr/>
          <p:nvPr/>
        </p:nvSpPr>
        <p:spPr>
          <a:xfrm>
            <a:off x="1897441" y="3736903"/>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5" name="矩形 124">
            <a:extLst>
              <a:ext uri="{FF2B5EF4-FFF2-40B4-BE49-F238E27FC236}">
                <a16:creationId xmlns:a16="http://schemas.microsoft.com/office/drawing/2014/main" id="{1A619BC5-2EE8-0C37-6B53-8B31CD604C54}"/>
              </a:ext>
            </a:extLst>
          </p:cNvPr>
          <p:cNvSpPr/>
          <p:nvPr/>
        </p:nvSpPr>
        <p:spPr>
          <a:xfrm>
            <a:off x="2069667" y="3736903"/>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6" name="矩形 125">
            <a:extLst>
              <a:ext uri="{FF2B5EF4-FFF2-40B4-BE49-F238E27FC236}">
                <a16:creationId xmlns:a16="http://schemas.microsoft.com/office/drawing/2014/main" id="{6D2D4F86-7614-0AB4-DD9C-394977B984A9}"/>
              </a:ext>
            </a:extLst>
          </p:cNvPr>
          <p:cNvSpPr/>
          <p:nvPr/>
        </p:nvSpPr>
        <p:spPr>
          <a:xfrm>
            <a:off x="2241893" y="3736903"/>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7" name="矩形 126">
            <a:extLst>
              <a:ext uri="{FF2B5EF4-FFF2-40B4-BE49-F238E27FC236}">
                <a16:creationId xmlns:a16="http://schemas.microsoft.com/office/drawing/2014/main" id="{17F8F455-8206-A5A6-A1FE-2AE3EA0315E3}"/>
              </a:ext>
            </a:extLst>
          </p:cNvPr>
          <p:cNvSpPr/>
          <p:nvPr/>
        </p:nvSpPr>
        <p:spPr>
          <a:xfrm>
            <a:off x="2414119" y="3736903"/>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8" name="矩形 127">
            <a:extLst>
              <a:ext uri="{FF2B5EF4-FFF2-40B4-BE49-F238E27FC236}">
                <a16:creationId xmlns:a16="http://schemas.microsoft.com/office/drawing/2014/main" id="{F152EA95-BFEF-EBAD-9290-10EEF44FBE99}"/>
              </a:ext>
            </a:extLst>
          </p:cNvPr>
          <p:cNvSpPr/>
          <p:nvPr/>
        </p:nvSpPr>
        <p:spPr>
          <a:xfrm>
            <a:off x="2583688" y="3736903"/>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9" name="矩形 128">
            <a:extLst>
              <a:ext uri="{FF2B5EF4-FFF2-40B4-BE49-F238E27FC236}">
                <a16:creationId xmlns:a16="http://schemas.microsoft.com/office/drawing/2014/main" id="{6213E422-FBEF-0B90-9E34-9286A054A795}"/>
              </a:ext>
            </a:extLst>
          </p:cNvPr>
          <p:cNvSpPr/>
          <p:nvPr/>
        </p:nvSpPr>
        <p:spPr>
          <a:xfrm>
            <a:off x="2755914" y="3736903"/>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0" name="矩形 129">
            <a:extLst>
              <a:ext uri="{FF2B5EF4-FFF2-40B4-BE49-F238E27FC236}">
                <a16:creationId xmlns:a16="http://schemas.microsoft.com/office/drawing/2014/main" id="{C4B9D01B-C370-6BAD-64A6-22B42D66EDD3}"/>
              </a:ext>
            </a:extLst>
          </p:cNvPr>
          <p:cNvSpPr/>
          <p:nvPr/>
        </p:nvSpPr>
        <p:spPr>
          <a:xfrm>
            <a:off x="2928140" y="3736903"/>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1" name="矩形 130">
            <a:extLst>
              <a:ext uri="{FF2B5EF4-FFF2-40B4-BE49-F238E27FC236}">
                <a16:creationId xmlns:a16="http://schemas.microsoft.com/office/drawing/2014/main" id="{7C01C3DC-2A13-4C00-5FE4-DDE536DB138C}"/>
              </a:ext>
            </a:extLst>
          </p:cNvPr>
          <p:cNvSpPr/>
          <p:nvPr/>
        </p:nvSpPr>
        <p:spPr>
          <a:xfrm>
            <a:off x="3100366" y="3736903"/>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2" name="矩形 131">
            <a:extLst>
              <a:ext uri="{FF2B5EF4-FFF2-40B4-BE49-F238E27FC236}">
                <a16:creationId xmlns:a16="http://schemas.microsoft.com/office/drawing/2014/main" id="{497E452F-569D-4595-BC61-21B9AC8D47A9}"/>
              </a:ext>
            </a:extLst>
          </p:cNvPr>
          <p:cNvSpPr/>
          <p:nvPr/>
        </p:nvSpPr>
        <p:spPr>
          <a:xfrm>
            <a:off x="3272592" y="3736903"/>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3" name="矩形 132">
            <a:extLst>
              <a:ext uri="{FF2B5EF4-FFF2-40B4-BE49-F238E27FC236}">
                <a16:creationId xmlns:a16="http://schemas.microsoft.com/office/drawing/2014/main" id="{52A7D297-E871-B55A-1974-199B25FEE57C}"/>
              </a:ext>
            </a:extLst>
          </p:cNvPr>
          <p:cNvSpPr/>
          <p:nvPr/>
        </p:nvSpPr>
        <p:spPr>
          <a:xfrm>
            <a:off x="3444818" y="3736903"/>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4" name="矩形 133">
            <a:extLst>
              <a:ext uri="{FF2B5EF4-FFF2-40B4-BE49-F238E27FC236}">
                <a16:creationId xmlns:a16="http://schemas.microsoft.com/office/drawing/2014/main" id="{86C72220-5D4E-5DC7-AC75-897088400B34}"/>
              </a:ext>
            </a:extLst>
          </p:cNvPr>
          <p:cNvSpPr/>
          <p:nvPr/>
        </p:nvSpPr>
        <p:spPr>
          <a:xfrm>
            <a:off x="1380763" y="3909129"/>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5" name="矩形 134">
            <a:extLst>
              <a:ext uri="{FF2B5EF4-FFF2-40B4-BE49-F238E27FC236}">
                <a16:creationId xmlns:a16="http://schemas.microsoft.com/office/drawing/2014/main" id="{020A7786-822B-7A7B-1EE3-08BF2B401FDA}"/>
              </a:ext>
            </a:extLst>
          </p:cNvPr>
          <p:cNvSpPr/>
          <p:nvPr/>
        </p:nvSpPr>
        <p:spPr>
          <a:xfrm>
            <a:off x="1552989" y="3909129"/>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6" name="矩形 135">
            <a:extLst>
              <a:ext uri="{FF2B5EF4-FFF2-40B4-BE49-F238E27FC236}">
                <a16:creationId xmlns:a16="http://schemas.microsoft.com/office/drawing/2014/main" id="{D6AA0645-E3DB-5779-BFDF-348F95619280}"/>
              </a:ext>
            </a:extLst>
          </p:cNvPr>
          <p:cNvSpPr/>
          <p:nvPr/>
        </p:nvSpPr>
        <p:spPr>
          <a:xfrm>
            <a:off x="1725215" y="3909129"/>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7" name="矩形 136">
            <a:extLst>
              <a:ext uri="{FF2B5EF4-FFF2-40B4-BE49-F238E27FC236}">
                <a16:creationId xmlns:a16="http://schemas.microsoft.com/office/drawing/2014/main" id="{89A082D2-A50F-06E8-C825-ED4984ACCCAB}"/>
              </a:ext>
            </a:extLst>
          </p:cNvPr>
          <p:cNvSpPr/>
          <p:nvPr/>
        </p:nvSpPr>
        <p:spPr>
          <a:xfrm>
            <a:off x="1897441" y="3909129"/>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8" name="矩形 137">
            <a:extLst>
              <a:ext uri="{FF2B5EF4-FFF2-40B4-BE49-F238E27FC236}">
                <a16:creationId xmlns:a16="http://schemas.microsoft.com/office/drawing/2014/main" id="{EF70800E-BFFC-B36B-6F5C-FC19F7CD86AD}"/>
              </a:ext>
            </a:extLst>
          </p:cNvPr>
          <p:cNvSpPr/>
          <p:nvPr/>
        </p:nvSpPr>
        <p:spPr>
          <a:xfrm>
            <a:off x="2069667" y="3909129"/>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9" name="矩形 138">
            <a:extLst>
              <a:ext uri="{FF2B5EF4-FFF2-40B4-BE49-F238E27FC236}">
                <a16:creationId xmlns:a16="http://schemas.microsoft.com/office/drawing/2014/main" id="{877D6A5E-A803-9451-5A1D-7D1C376A5062}"/>
              </a:ext>
            </a:extLst>
          </p:cNvPr>
          <p:cNvSpPr/>
          <p:nvPr/>
        </p:nvSpPr>
        <p:spPr>
          <a:xfrm>
            <a:off x="2241893" y="3909129"/>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0" name="矩形 139">
            <a:extLst>
              <a:ext uri="{FF2B5EF4-FFF2-40B4-BE49-F238E27FC236}">
                <a16:creationId xmlns:a16="http://schemas.microsoft.com/office/drawing/2014/main" id="{AB9FAAD3-8012-082F-7566-DCE2BFC9636F}"/>
              </a:ext>
            </a:extLst>
          </p:cNvPr>
          <p:cNvSpPr/>
          <p:nvPr/>
        </p:nvSpPr>
        <p:spPr>
          <a:xfrm>
            <a:off x="2414119" y="3909129"/>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1" name="矩形 140">
            <a:extLst>
              <a:ext uri="{FF2B5EF4-FFF2-40B4-BE49-F238E27FC236}">
                <a16:creationId xmlns:a16="http://schemas.microsoft.com/office/drawing/2014/main" id="{41DA6681-B03A-E64D-4422-098696C84245}"/>
              </a:ext>
            </a:extLst>
          </p:cNvPr>
          <p:cNvSpPr/>
          <p:nvPr/>
        </p:nvSpPr>
        <p:spPr>
          <a:xfrm>
            <a:off x="2583688" y="3909129"/>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2" name="矩形 141">
            <a:extLst>
              <a:ext uri="{FF2B5EF4-FFF2-40B4-BE49-F238E27FC236}">
                <a16:creationId xmlns:a16="http://schemas.microsoft.com/office/drawing/2014/main" id="{827D3D81-A2A1-5ACE-99A0-3FCF7F2FF0C1}"/>
              </a:ext>
            </a:extLst>
          </p:cNvPr>
          <p:cNvSpPr/>
          <p:nvPr/>
        </p:nvSpPr>
        <p:spPr>
          <a:xfrm>
            <a:off x="2755914" y="3909129"/>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3" name="矩形 142">
            <a:extLst>
              <a:ext uri="{FF2B5EF4-FFF2-40B4-BE49-F238E27FC236}">
                <a16:creationId xmlns:a16="http://schemas.microsoft.com/office/drawing/2014/main" id="{68D49AD4-2E7A-6E8B-3CBC-058EA8EAAFCA}"/>
              </a:ext>
            </a:extLst>
          </p:cNvPr>
          <p:cNvSpPr/>
          <p:nvPr/>
        </p:nvSpPr>
        <p:spPr>
          <a:xfrm>
            <a:off x="2928140" y="3909129"/>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4" name="矩形 143">
            <a:extLst>
              <a:ext uri="{FF2B5EF4-FFF2-40B4-BE49-F238E27FC236}">
                <a16:creationId xmlns:a16="http://schemas.microsoft.com/office/drawing/2014/main" id="{8269F83E-60D6-6804-D27D-E1B4741DB703}"/>
              </a:ext>
            </a:extLst>
          </p:cNvPr>
          <p:cNvSpPr/>
          <p:nvPr/>
        </p:nvSpPr>
        <p:spPr>
          <a:xfrm>
            <a:off x="3100366" y="3909129"/>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5" name="矩形 144">
            <a:extLst>
              <a:ext uri="{FF2B5EF4-FFF2-40B4-BE49-F238E27FC236}">
                <a16:creationId xmlns:a16="http://schemas.microsoft.com/office/drawing/2014/main" id="{152C485F-7DC4-406D-018B-159080FA17DA}"/>
              </a:ext>
            </a:extLst>
          </p:cNvPr>
          <p:cNvSpPr/>
          <p:nvPr/>
        </p:nvSpPr>
        <p:spPr>
          <a:xfrm>
            <a:off x="3272592" y="3909129"/>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6" name="矩形 145">
            <a:extLst>
              <a:ext uri="{FF2B5EF4-FFF2-40B4-BE49-F238E27FC236}">
                <a16:creationId xmlns:a16="http://schemas.microsoft.com/office/drawing/2014/main" id="{FCA511D1-3C08-FF9E-F784-9AB07B0F24E9}"/>
              </a:ext>
            </a:extLst>
          </p:cNvPr>
          <p:cNvSpPr/>
          <p:nvPr/>
        </p:nvSpPr>
        <p:spPr>
          <a:xfrm>
            <a:off x="3444818" y="3909129"/>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7" name="矩形 146">
            <a:extLst>
              <a:ext uri="{FF2B5EF4-FFF2-40B4-BE49-F238E27FC236}">
                <a16:creationId xmlns:a16="http://schemas.microsoft.com/office/drawing/2014/main" id="{66E1C2D5-F0BE-01CC-410B-1E13983D32C5}"/>
              </a:ext>
            </a:extLst>
          </p:cNvPr>
          <p:cNvSpPr/>
          <p:nvPr/>
        </p:nvSpPr>
        <p:spPr>
          <a:xfrm>
            <a:off x="1380763" y="4081355"/>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8" name="矩形 147">
            <a:extLst>
              <a:ext uri="{FF2B5EF4-FFF2-40B4-BE49-F238E27FC236}">
                <a16:creationId xmlns:a16="http://schemas.microsoft.com/office/drawing/2014/main" id="{3B304C7D-F2B4-044B-777B-43E0F187BFE9}"/>
              </a:ext>
            </a:extLst>
          </p:cNvPr>
          <p:cNvSpPr/>
          <p:nvPr/>
        </p:nvSpPr>
        <p:spPr>
          <a:xfrm>
            <a:off x="1552989" y="408135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9" name="矩形 148">
            <a:extLst>
              <a:ext uri="{FF2B5EF4-FFF2-40B4-BE49-F238E27FC236}">
                <a16:creationId xmlns:a16="http://schemas.microsoft.com/office/drawing/2014/main" id="{60B9F42B-79D2-8759-BB32-B01297AAC4BF}"/>
              </a:ext>
            </a:extLst>
          </p:cNvPr>
          <p:cNvSpPr/>
          <p:nvPr/>
        </p:nvSpPr>
        <p:spPr>
          <a:xfrm>
            <a:off x="1725215" y="408135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0" name="矩形 149">
            <a:extLst>
              <a:ext uri="{FF2B5EF4-FFF2-40B4-BE49-F238E27FC236}">
                <a16:creationId xmlns:a16="http://schemas.microsoft.com/office/drawing/2014/main" id="{D0866309-1319-272C-11BA-BBF4C58DD844}"/>
              </a:ext>
            </a:extLst>
          </p:cNvPr>
          <p:cNvSpPr/>
          <p:nvPr/>
        </p:nvSpPr>
        <p:spPr>
          <a:xfrm>
            <a:off x="1897441" y="408135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1" name="矩形 150">
            <a:extLst>
              <a:ext uri="{FF2B5EF4-FFF2-40B4-BE49-F238E27FC236}">
                <a16:creationId xmlns:a16="http://schemas.microsoft.com/office/drawing/2014/main" id="{16020E3C-5716-645C-197E-348FA77CF7FD}"/>
              </a:ext>
            </a:extLst>
          </p:cNvPr>
          <p:cNvSpPr/>
          <p:nvPr/>
        </p:nvSpPr>
        <p:spPr>
          <a:xfrm>
            <a:off x="2069667" y="408135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2" name="矩形 151">
            <a:extLst>
              <a:ext uri="{FF2B5EF4-FFF2-40B4-BE49-F238E27FC236}">
                <a16:creationId xmlns:a16="http://schemas.microsoft.com/office/drawing/2014/main" id="{F7AE0937-9463-0948-8D0B-1C8F5BD00D55}"/>
              </a:ext>
            </a:extLst>
          </p:cNvPr>
          <p:cNvSpPr/>
          <p:nvPr/>
        </p:nvSpPr>
        <p:spPr>
          <a:xfrm>
            <a:off x="2241893" y="408135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3" name="矩形 152">
            <a:extLst>
              <a:ext uri="{FF2B5EF4-FFF2-40B4-BE49-F238E27FC236}">
                <a16:creationId xmlns:a16="http://schemas.microsoft.com/office/drawing/2014/main" id="{BB0A91E2-8D28-5203-1A9F-D5B26A46E3D0}"/>
              </a:ext>
            </a:extLst>
          </p:cNvPr>
          <p:cNvSpPr/>
          <p:nvPr/>
        </p:nvSpPr>
        <p:spPr>
          <a:xfrm>
            <a:off x="2414119" y="408135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4" name="矩形 153">
            <a:extLst>
              <a:ext uri="{FF2B5EF4-FFF2-40B4-BE49-F238E27FC236}">
                <a16:creationId xmlns:a16="http://schemas.microsoft.com/office/drawing/2014/main" id="{709AC1B4-5121-724A-E2C4-0218FEBBCC23}"/>
              </a:ext>
            </a:extLst>
          </p:cNvPr>
          <p:cNvSpPr/>
          <p:nvPr/>
        </p:nvSpPr>
        <p:spPr>
          <a:xfrm>
            <a:off x="2583688" y="408135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5" name="矩形 154">
            <a:extLst>
              <a:ext uri="{FF2B5EF4-FFF2-40B4-BE49-F238E27FC236}">
                <a16:creationId xmlns:a16="http://schemas.microsoft.com/office/drawing/2014/main" id="{69C793EA-92B3-F5C0-8110-87AA56A25645}"/>
              </a:ext>
            </a:extLst>
          </p:cNvPr>
          <p:cNvSpPr/>
          <p:nvPr/>
        </p:nvSpPr>
        <p:spPr>
          <a:xfrm>
            <a:off x="2755914" y="408135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6" name="矩形 155">
            <a:extLst>
              <a:ext uri="{FF2B5EF4-FFF2-40B4-BE49-F238E27FC236}">
                <a16:creationId xmlns:a16="http://schemas.microsoft.com/office/drawing/2014/main" id="{814AADCD-1DD4-3BB0-0680-AD903E745EE5}"/>
              </a:ext>
            </a:extLst>
          </p:cNvPr>
          <p:cNvSpPr/>
          <p:nvPr/>
        </p:nvSpPr>
        <p:spPr>
          <a:xfrm>
            <a:off x="2928140" y="408135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7" name="矩形 156">
            <a:extLst>
              <a:ext uri="{FF2B5EF4-FFF2-40B4-BE49-F238E27FC236}">
                <a16:creationId xmlns:a16="http://schemas.microsoft.com/office/drawing/2014/main" id="{BF337A78-6971-C922-6597-BB34DB61E9C4}"/>
              </a:ext>
            </a:extLst>
          </p:cNvPr>
          <p:cNvSpPr/>
          <p:nvPr/>
        </p:nvSpPr>
        <p:spPr>
          <a:xfrm>
            <a:off x="3100366" y="408135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8" name="矩形 157">
            <a:extLst>
              <a:ext uri="{FF2B5EF4-FFF2-40B4-BE49-F238E27FC236}">
                <a16:creationId xmlns:a16="http://schemas.microsoft.com/office/drawing/2014/main" id="{D3CB0F8A-D430-03C4-E402-29EC8C18ECE7}"/>
              </a:ext>
            </a:extLst>
          </p:cNvPr>
          <p:cNvSpPr/>
          <p:nvPr/>
        </p:nvSpPr>
        <p:spPr>
          <a:xfrm>
            <a:off x="3272592" y="408135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9" name="矩形 158">
            <a:extLst>
              <a:ext uri="{FF2B5EF4-FFF2-40B4-BE49-F238E27FC236}">
                <a16:creationId xmlns:a16="http://schemas.microsoft.com/office/drawing/2014/main" id="{A3FD30CC-71AF-A8AB-15FE-009AF7F93572}"/>
              </a:ext>
            </a:extLst>
          </p:cNvPr>
          <p:cNvSpPr/>
          <p:nvPr/>
        </p:nvSpPr>
        <p:spPr>
          <a:xfrm>
            <a:off x="3444818" y="4081355"/>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0" name="矩形 159">
            <a:extLst>
              <a:ext uri="{FF2B5EF4-FFF2-40B4-BE49-F238E27FC236}">
                <a16:creationId xmlns:a16="http://schemas.microsoft.com/office/drawing/2014/main" id="{BAB72921-B5F2-099A-DAAC-38D9C81AF1F8}"/>
              </a:ext>
            </a:extLst>
          </p:cNvPr>
          <p:cNvSpPr/>
          <p:nvPr/>
        </p:nvSpPr>
        <p:spPr>
          <a:xfrm>
            <a:off x="1380763" y="4253581"/>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1" name="矩形 160">
            <a:extLst>
              <a:ext uri="{FF2B5EF4-FFF2-40B4-BE49-F238E27FC236}">
                <a16:creationId xmlns:a16="http://schemas.microsoft.com/office/drawing/2014/main" id="{033AC686-E7C3-588A-17CE-BC1B1459C040}"/>
              </a:ext>
            </a:extLst>
          </p:cNvPr>
          <p:cNvSpPr/>
          <p:nvPr/>
        </p:nvSpPr>
        <p:spPr>
          <a:xfrm>
            <a:off x="1552989" y="4253581"/>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2" name="矩形 161">
            <a:extLst>
              <a:ext uri="{FF2B5EF4-FFF2-40B4-BE49-F238E27FC236}">
                <a16:creationId xmlns:a16="http://schemas.microsoft.com/office/drawing/2014/main" id="{93DD2BFD-FDC8-582E-0504-5005CE9E7760}"/>
              </a:ext>
            </a:extLst>
          </p:cNvPr>
          <p:cNvSpPr/>
          <p:nvPr/>
        </p:nvSpPr>
        <p:spPr>
          <a:xfrm>
            <a:off x="1725215" y="4253581"/>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3" name="矩形 162">
            <a:extLst>
              <a:ext uri="{FF2B5EF4-FFF2-40B4-BE49-F238E27FC236}">
                <a16:creationId xmlns:a16="http://schemas.microsoft.com/office/drawing/2014/main" id="{D4829F31-4979-2A53-9080-3F2D230DE4F5}"/>
              </a:ext>
            </a:extLst>
          </p:cNvPr>
          <p:cNvSpPr/>
          <p:nvPr/>
        </p:nvSpPr>
        <p:spPr>
          <a:xfrm>
            <a:off x="1897441" y="4253581"/>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4" name="矩形 163">
            <a:extLst>
              <a:ext uri="{FF2B5EF4-FFF2-40B4-BE49-F238E27FC236}">
                <a16:creationId xmlns:a16="http://schemas.microsoft.com/office/drawing/2014/main" id="{6F5507D6-1CE7-4A0B-3BE0-E6092CAB9D99}"/>
              </a:ext>
            </a:extLst>
          </p:cNvPr>
          <p:cNvSpPr/>
          <p:nvPr/>
        </p:nvSpPr>
        <p:spPr>
          <a:xfrm>
            <a:off x="2069667" y="4253581"/>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5" name="矩形 164">
            <a:extLst>
              <a:ext uri="{FF2B5EF4-FFF2-40B4-BE49-F238E27FC236}">
                <a16:creationId xmlns:a16="http://schemas.microsoft.com/office/drawing/2014/main" id="{818E606C-CBE7-4069-2B15-AE39F6F85BAF}"/>
              </a:ext>
            </a:extLst>
          </p:cNvPr>
          <p:cNvSpPr/>
          <p:nvPr/>
        </p:nvSpPr>
        <p:spPr>
          <a:xfrm>
            <a:off x="2241893" y="4253581"/>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6" name="矩形 165">
            <a:extLst>
              <a:ext uri="{FF2B5EF4-FFF2-40B4-BE49-F238E27FC236}">
                <a16:creationId xmlns:a16="http://schemas.microsoft.com/office/drawing/2014/main" id="{AB0BE7FC-D82F-7461-5F12-9377B4BC41CC}"/>
              </a:ext>
            </a:extLst>
          </p:cNvPr>
          <p:cNvSpPr/>
          <p:nvPr/>
        </p:nvSpPr>
        <p:spPr>
          <a:xfrm>
            <a:off x="2414119" y="4253581"/>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7" name="矩形 166">
            <a:extLst>
              <a:ext uri="{FF2B5EF4-FFF2-40B4-BE49-F238E27FC236}">
                <a16:creationId xmlns:a16="http://schemas.microsoft.com/office/drawing/2014/main" id="{8A0AF737-059D-779C-057D-9C679860C9EF}"/>
              </a:ext>
            </a:extLst>
          </p:cNvPr>
          <p:cNvSpPr/>
          <p:nvPr/>
        </p:nvSpPr>
        <p:spPr>
          <a:xfrm>
            <a:off x="2583688" y="4253581"/>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8" name="矩形 167">
            <a:extLst>
              <a:ext uri="{FF2B5EF4-FFF2-40B4-BE49-F238E27FC236}">
                <a16:creationId xmlns:a16="http://schemas.microsoft.com/office/drawing/2014/main" id="{3B13A5F8-7E44-AF74-AC20-2F3A597F3570}"/>
              </a:ext>
            </a:extLst>
          </p:cNvPr>
          <p:cNvSpPr/>
          <p:nvPr/>
        </p:nvSpPr>
        <p:spPr>
          <a:xfrm>
            <a:off x="2755914" y="4253581"/>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9" name="矩形 168">
            <a:extLst>
              <a:ext uri="{FF2B5EF4-FFF2-40B4-BE49-F238E27FC236}">
                <a16:creationId xmlns:a16="http://schemas.microsoft.com/office/drawing/2014/main" id="{17A34B79-78D2-0301-74CD-200E5664BC92}"/>
              </a:ext>
            </a:extLst>
          </p:cNvPr>
          <p:cNvSpPr/>
          <p:nvPr/>
        </p:nvSpPr>
        <p:spPr>
          <a:xfrm>
            <a:off x="2928140" y="4253581"/>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0" name="矩形 169">
            <a:extLst>
              <a:ext uri="{FF2B5EF4-FFF2-40B4-BE49-F238E27FC236}">
                <a16:creationId xmlns:a16="http://schemas.microsoft.com/office/drawing/2014/main" id="{CB2DDACD-5976-222F-458F-87886710BF07}"/>
              </a:ext>
            </a:extLst>
          </p:cNvPr>
          <p:cNvSpPr/>
          <p:nvPr/>
        </p:nvSpPr>
        <p:spPr>
          <a:xfrm>
            <a:off x="3100366" y="4253581"/>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1" name="矩形 170">
            <a:extLst>
              <a:ext uri="{FF2B5EF4-FFF2-40B4-BE49-F238E27FC236}">
                <a16:creationId xmlns:a16="http://schemas.microsoft.com/office/drawing/2014/main" id="{3AD2918C-A5FE-69E6-B125-6E25E4E77ECD}"/>
              </a:ext>
            </a:extLst>
          </p:cNvPr>
          <p:cNvSpPr/>
          <p:nvPr/>
        </p:nvSpPr>
        <p:spPr>
          <a:xfrm>
            <a:off x="3272592" y="4253581"/>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2" name="矩形 171">
            <a:extLst>
              <a:ext uri="{FF2B5EF4-FFF2-40B4-BE49-F238E27FC236}">
                <a16:creationId xmlns:a16="http://schemas.microsoft.com/office/drawing/2014/main" id="{D2C3C532-3C54-F784-87C7-D9484E2582E8}"/>
              </a:ext>
            </a:extLst>
          </p:cNvPr>
          <p:cNvSpPr/>
          <p:nvPr/>
        </p:nvSpPr>
        <p:spPr>
          <a:xfrm>
            <a:off x="3444818" y="4253581"/>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43" name="矩形 342">
            <a:extLst>
              <a:ext uri="{FF2B5EF4-FFF2-40B4-BE49-F238E27FC236}">
                <a16:creationId xmlns:a16="http://schemas.microsoft.com/office/drawing/2014/main" id="{159FD3FC-7FF3-5437-4FC0-4764EC2EE0B5}"/>
              </a:ext>
            </a:extLst>
          </p:cNvPr>
          <p:cNvSpPr/>
          <p:nvPr/>
        </p:nvSpPr>
        <p:spPr>
          <a:xfrm>
            <a:off x="4761917" y="2186869"/>
            <a:ext cx="2236281" cy="2238938"/>
          </a:xfrm>
          <a:prstGeom prst="rect">
            <a:avLst/>
          </a:prstGeom>
          <a:solidFill>
            <a:schemeClr val="bg1"/>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344" name="Picture 2" descr="Pop! Wall-E (Facet) — Double Boxed Toys">
            <a:extLst>
              <a:ext uri="{FF2B5EF4-FFF2-40B4-BE49-F238E27FC236}">
                <a16:creationId xmlns:a16="http://schemas.microsoft.com/office/drawing/2014/main" id="{A6AB62F5-B596-5886-3EB6-625869773281}"/>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2782" t="8914" r="12960" b="8907"/>
          <a:stretch/>
        </p:blipFill>
        <p:spPr bwMode="auto">
          <a:xfrm>
            <a:off x="3254355" y="2475818"/>
            <a:ext cx="205778" cy="227729"/>
          </a:xfrm>
          <a:prstGeom prst="rect">
            <a:avLst/>
          </a:prstGeom>
          <a:noFill/>
          <a:extLst>
            <a:ext uri="{909E8E84-426E-40DD-AFC4-6F175D3DCCD1}">
              <a14:hiddenFill xmlns:a14="http://schemas.microsoft.com/office/drawing/2010/main">
                <a:solidFill>
                  <a:srgbClr val="FFFFFF"/>
                </a:solidFill>
              </a14:hiddenFill>
            </a:ext>
          </a:extLst>
        </p:spPr>
      </p:pic>
      <p:sp>
        <p:nvSpPr>
          <p:cNvPr id="345" name="文本框 344">
            <a:extLst>
              <a:ext uri="{FF2B5EF4-FFF2-40B4-BE49-F238E27FC236}">
                <a16:creationId xmlns:a16="http://schemas.microsoft.com/office/drawing/2014/main" id="{D2C51B07-BA17-39AE-512F-FF125BEB29C9}"/>
              </a:ext>
            </a:extLst>
          </p:cNvPr>
          <p:cNvSpPr txBox="1"/>
          <p:nvPr/>
        </p:nvSpPr>
        <p:spPr>
          <a:xfrm>
            <a:off x="1878044" y="4478016"/>
            <a:ext cx="1222322" cy="338554"/>
          </a:xfrm>
          <a:prstGeom prst="rect">
            <a:avLst/>
          </a:prstGeom>
          <a:noFill/>
        </p:spPr>
        <p:txBody>
          <a:bodyPr wrap="none" rtlCol="0">
            <a:spAutoFit/>
          </a:bodyPr>
          <a:lstStyle/>
          <a:p>
            <a:r>
              <a:rPr lang="en-GB" sz="1600" dirty="0">
                <a:solidFill>
                  <a:srgbClr val="003399"/>
                </a:solidFill>
              </a:rPr>
              <a:t>real</a:t>
            </a:r>
            <a:r>
              <a:rPr lang="zh-CN" altLang="en-US" sz="1600" dirty="0">
                <a:solidFill>
                  <a:srgbClr val="003399"/>
                </a:solidFill>
              </a:rPr>
              <a:t> </a:t>
            </a:r>
            <a:r>
              <a:rPr lang="en-GB" altLang="zh-CN" sz="1600" dirty="0">
                <a:solidFill>
                  <a:srgbClr val="003399"/>
                </a:solidFill>
              </a:rPr>
              <a:t>position</a:t>
            </a:r>
            <a:endParaRPr lang="en-GB" sz="1600" dirty="0">
              <a:solidFill>
                <a:srgbClr val="003399"/>
              </a:solidFill>
            </a:endParaRPr>
          </a:p>
        </p:txBody>
      </p:sp>
      <p:sp>
        <p:nvSpPr>
          <p:cNvPr id="346" name="文本框 345">
            <a:extLst>
              <a:ext uri="{FF2B5EF4-FFF2-40B4-BE49-F238E27FC236}">
                <a16:creationId xmlns:a16="http://schemas.microsoft.com/office/drawing/2014/main" id="{20BCBE74-165B-4D8F-38F9-262BAA500AC5}"/>
              </a:ext>
            </a:extLst>
          </p:cNvPr>
          <p:cNvSpPr txBox="1"/>
          <p:nvPr/>
        </p:nvSpPr>
        <p:spPr>
          <a:xfrm>
            <a:off x="4260153" y="4478016"/>
            <a:ext cx="3233642" cy="338554"/>
          </a:xfrm>
          <a:prstGeom prst="rect">
            <a:avLst/>
          </a:prstGeom>
          <a:noFill/>
        </p:spPr>
        <p:txBody>
          <a:bodyPr wrap="none" rtlCol="0">
            <a:spAutoFit/>
          </a:bodyPr>
          <a:lstStyle/>
          <a:p>
            <a:r>
              <a:rPr lang="en-GB" sz="1600" dirty="0">
                <a:solidFill>
                  <a:schemeClr val="accent4"/>
                </a:solidFill>
              </a:rPr>
              <a:t>estimated</a:t>
            </a:r>
            <a:r>
              <a:rPr lang="zh-CN" altLang="en-US" sz="1600" dirty="0">
                <a:solidFill>
                  <a:schemeClr val="accent4"/>
                </a:solidFill>
              </a:rPr>
              <a:t> </a:t>
            </a:r>
            <a:r>
              <a:rPr lang="en-GB" altLang="zh-CN" sz="1600" dirty="0">
                <a:solidFill>
                  <a:schemeClr val="accent4"/>
                </a:solidFill>
              </a:rPr>
              <a:t>positions and orientations</a:t>
            </a:r>
            <a:endParaRPr lang="en-GB" sz="1600" dirty="0">
              <a:solidFill>
                <a:schemeClr val="accent4"/>
              </a:solidFill>
            </a:endParaRPr>
          </a:p>
        </p:txBody>
      </p:sp>
      <p:grpSp>
        <p:nvGrpSpPr>
          <p:cNvPr id="394" name="组合 393">
            <a:extLst>
              <a:ext uri="{FF2B5EF4-FFF2-40B4-BE49-F238E27FC236}">
                <a16:creationId xmlns:a16="http://schemas.microsoft.com/office/drawing/2014/main" id="{0B5791E6-907E-167C-0541-2080D527DBC6}"/>
              </a:ext>
            </a:extLst>
          </p:cNvPr>
          <p:cNvGrpSpPr/>
          <p:nvPr/>
        </p:nvGrpSpPr>
        <p:grpSpPr>
          <a:xfrm>
            <a:off x="6757942" y="2817928"/>
            <a:ext cx="172800" cy="172800"/>
            <a:chOff x="7320995" y="2649866"/>
            <a:chExt cx="172800" cy="172800"/>
          </a:xfrm>
        </p:grpSpPr>
        <p:sp>
          <p:nvSpPr>
            <p:cNvPr id="376" name="椭圆 375">
              <a:extLst>
                <a:ext uri="{FF2B5EF4-FFF2-40B4-BE49-F238E27FC236}">
                  <a16:creationId xmlns:a16="http://schemas.microsoft.com/office/drawing/2014/main" id="{EC655ED9-B11E-0343-1EAC-25D6026C3634}"/>
                </a:ext>
              </a:extLst>
            </p:cNvPr>
            <p:cNvSpPr/>
            <p:nvPr/>
          </p:nvSpPr>
          <p:spPr>
            <a:xfrm>
              <a:off x="7320995" y="2649866"/>
              <a:ext cx="172800" cy="172800"/>
            </a:xfrm>
            <a:prstGeom prst="ellipse">
              <a:avLst/>
            </a:prstGeom>
            <a:solidFill>
              <a:schemeClr val="bg1">
                <a:alpha val="1196"/>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800" dirty="0">
                  <a:solidFill>
                    <a:schemeClr val="bg1"/>
                  </a:solidFill>
                </a:rPr>
                <a:t>2</a:t>
              </a:r>
            </a:p>
          </p:txBody>
        </p:sp>
        <p:cxnSp>
          <p:nvCxnSpPr>
            <p:cNvPr id="377" name="直线箭头连接符 376">
              <a:extLst>
                <a:ext uri="{FF2B5EF4-FFF2-40B4-BE49-F238E27FC236}">
                  <a16:creationId xmlns:a16="http://schemas.microsoft.com/office/drawing/2014/main" id="{DE1ABF68-9BBC-08A5-33A0-CFAF86BC9F00}"/>
                </a:ext>
              </a:extLst>
            </p:cNvPr>
            <p:cNvCxnSpPr>
              <a:cxnSpLocks/>
            </p:cNvCxnSpPr>
            <p:nvPr/>
          </p:nvCxnSpPr>
          <p:spPr>
            <a:xfrm flipV="1">
              <a:off x="7403000" y="2664266"/>
              <a:ext cx="0" cy="144000"/>
            </a:xfrm>
            <a:prstGeom prst="straightConnector1">
              <a:avLst/>
            </a:prstGeom>
            <a:ln w="22225">
              <a:solidFill>
                <a:schemeClr val="accent4">
                  <a:alpha val="65880"/>
                </a:schemeClr>
              </a:solidFill>
              <a:tailEnd type="triangle"/>
            </a:ln>
          </p:spPr>
          <p:style>
            <a:lnRef idx="1">
              <a:schemeClr val="accent1"/>
            </a:lnRef>
            <a:fillRef idx="0">
              <a:schemeClr val="accent1"/>
            </a:fillRef>
            <a:effectRef idx="0">
              <a:schemeClr val="accent1"/>
            </a:effectRef>
            <a:fontRef idx="minor">
              <a:schemeClr val="tx1"/>
            </a:fontRef>
          </p:style>
        </p:cxnSp>
      </p:grpSp>
      <p:grpSp>
        <p:nvGrpSpPr>
          <p:cNvPr id="400" name="组合 399">
            <a:extLst>
              <a:ext uri="{FF2B5EF4-FFF2-40B4-BE49-F238E27FC236}">
                <a16:creationId xmlns:a16="http://schemas.microsoft.com/office/drawing/2014/main" id="{65D256A4-CE87-C73D-E492-68279B9815F7}"/>
              </a:ext>
            </a:extLst>
          </p:cNvPr>
          <p:cNvGrpSpPr/>
          <p:nvPr/>
        </p:nvGrpSpPr>
        <p:grpSpPr>
          <a:xfrm rot="6885687">
            <a:off x="6652838" y="2933169"/>
            <a:ext cx="172800" cy="172800"/>
            <a:chOff x="7320995" y="3944427"/>
            <a:chExt cx="172800" cy="172800"/>
          </a:xfrm>
        </p:grpSpPr>
        <p:sp>
          <p:nvSpPr>
            <p:cNvPr id="388" name="椭圆 387">
              <a:extLst>
                <a:ext uri="{FF2B5EF4-FFF2-40B4-BE49-F238E27FC236}">
                  <a16:creationId xmlns:a16="http://schemas.microsoft.com/office/drawing/2014/main" id="{5ADF800D-F7A2-85A9-DA40-6CFBEC83FE17}"/>
                </a:ext>
              </a:extLst>
            </p:cNvPr>
            <p:cNvSpPr/>
            <p:nvPr/>
          </p:nvSpPr>
          <p:spPr>
            <a:xfrm>
              <a:off x="7320995" y="3944427"/>
              <a:ext cx="172800" cy="172800"/>
            </a:xfrm>
            <a:prstGeom prst="ellipse">
              <a:avLst/>
            </a:prstGeom>
            <a:solidFill>
              <a:schemeClr val="bg1">
                <a:alpha val="1196"/>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800" dirty="0">
                  <a:solidFill>
                    <a:schemeClr val="bg1"/>
                  </a:solidFill>
                </a:rPr>
                <a:t>8</a:t>
              </a:r>
            </a:p>
          </p:txBody>
        </p:sp>
        <p:cxnSp>
          <p:nvCxnSpPr>
            <p:cNvPr id="389" name="直线箭头连接符 388">
              <a:extLst>
                <a:ext uri="{FF2B5EF4-FFF2-40B4-BE49-F238E27FC236}">
                  <a16:creationId xmlns:a16="http://schemas.microsoft.com/office/drawing/2014/main" id="{5610D492-93C6-E40D-BA4B-EDBD702D2A98}"/>
                </a:ext>
              </a:extLst>
            </p:cNvPr>
            <p:cNvCxnSpPr>
              <a:cxnSpLocks/>
            </p:cNvCxnSpPr>
            <p:nvPr/>
          </p:nvCxnSpPr>
          <p:spPr>
            <a:xfrm flipV="1">
              <a:off x="7403000" y="3958827"/>
              <a:ext cx="0" cy="144000"/>
            </a:xfrm>
            <a:prstGeom prst="straightConnector1">
              <a:avLst/>
            </a:prstGeom>
            <a:ln w="22225">
              <a:solidFill>
                <a:schemeClr val="accent4">
                  <a:alpha val="56497"/>
                </a:schemeClr>
              </a:solidFill>
              <a:tailEnd type="triangle"/>
            </a:ln>
          </p:spPr>
          <p:style>
            <a:lnRef idx="1">
              <a:schemeClr val="accent1"/>
            </a:lnRef>
            <a:fillRef idx="0">
              <a:schemeClr val="accent1"/>
            </a:fillRef>
            <a:effectRef idx="0">
              <a:schemeClr val="accent1"/>
            </a:effectRef>
            <a:fontRef idx="minor">
              <a:schemeClr val="tx1"/>
            </a:fontRef>
          </p:style>
        </p:cxnSp>
      </p:grpSp>
      <p:grpSp>
        <p:nvGrpSpPr>
          <p:cNvPr id="189" name="组合 188">
            <a:extLst>
              <a:ext uri="{FF2B5EF4-FFF2-40B4-BE49-F238E27FC236}">
                <a16:creationId xmlns:a16="http://schemas.microsoft.com/office/drawing/2014/main" id="{E0E82CA9-508F-3681-5C95-B9C616A14E7B}"/>
              </a:ext>
            </a:extLst>
          </p:cNvPr>
          <p:cNvGrpSpPr/>
          <p:nvPr/>
        </p:nvGrpSpPr>
        <p:grpSpPr>
          <a:xfrm rot="19600186">
            <a:off x="5219847" y="2186581"/>
            <a:ext cx="172800" cy="172800"/>
            <a:chOff x="7654798" y="3240893"/>
            <a:chExt cx="172800" cy="172800"/>
          </a:xfrm>
        </p:grpSpPr>
        <p:sp>
          <p:nvSpPr>
            <p:cNvPr id="175" name="椭圆 174">
              <a:extLst>
                <a:ext uri="{FF2B5EF4-FFF2-40B4-BE49-F238E27FC236}">
                  <a16:creationId xmlns:a16="http://schemas.microsoft.com/office/drawing/2014/main" id="{A3D9EB0D-9865-924E-02F5-422CDB3166A0}"/>
                </a:ext>
              </a:extLst>
            </p:cNvPr>
            <p:cNvSpPr/>
            <p:nvPr/>
          </p:nvSpPr>
          <p:spPr>
            <a:xfrm>
              <a:off x="7654798" y="3240893"/>
              <a:ext cx="172800" cy="172800"/>
            </a:xfrm>
            <a:prstGeom prst="ellipse">
              <a:avLst/>
            </a:prstGeom>
            <a:solidFill>
              <a:schemeClr val="bg1">
                <a:alpha val="1196"/>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bg1"/>
                  </a:solidFill>
                </a:rPr>
                <a:t>a</a:t>
              </a:r>
              <a:endParaRPr lang="en-GB" sz="800" dirty="0">
                <a:solidFill>
                  <a:schemeClr val="bg1"/>
                </a:solidFill>
              </a:endParaRPr>
            </a:p>
          </p:txBody>
        </p:sp>
        <p:cxnSp>
          <p:nvCxnSpPr>
            <p:cNvPr id="176" name="直线箭头连接符 175">
              <a:extLst>
                <a:ext uri="{FF2B5EF4-FFF2-40B4-BE49-F238E27FC236}">
                  <a16:creationId xmlns:a16="http://schemas.microsoft.com/office/drawing/2014/main" id="{63790B0A-205A-B269-1100-3F78655E02C0}"/>
                </a:ext>
              </a:extLst>
            </p:cNvPr>
            <p:cNvCxnSpPr>
              <a:cxnSpLocks/>
            </p:cNvCxnSpPr>
            <p:nvPr/>
          </p:nvCxnSpPr>
          <p:spPr>
            <a:xfrm flipV="1">
              <a:off x="7736045" y="3255293"/>
              <a:ext cx="0" cy="144000"/>
            </a:xfrm>
            <a:prstGeom prst="straightConnector1">
              <a:avLst/>
            </a:prstGeom>
            <a:ln w="22225">
              <a:solidFill>
                <a:schemeClr val="accent4"/>
              </a:solidFill>
              <a:tailEnd type="triangle"/>
            </a:ln>
          </p:spPr>
          <p:style>
            <a:lnRef idx="1">
              <a:schemeClr val="accent1"/>
            </a:lnRef>
            <a:fillRef idx="0">
              <a:schemeClr val="accent1"/>
            </a:fillRef>
            <a:effectRef idx="0">
              <a:schemeClr val="accent1"/>
            </a:effectRef>
            <a:fontRef idx="minor">
              <a:schemeClr val="tx1"/>
            </a:fontRef>
          </p:style>
        </p:cxnSp>
      </p:grpSp>
      <p:grpSp>
        <p:nvGrpSpPr>
          <p:cNvPr id="190" name="组合 189">
            <a:extLst>
              <a:ext uri="{FF2B5EF4-FFF2-40B4-BE49-F238E27FC236}">
                <a16:creationId xmlns:a16="http://schemas.microsoft.com/office/drawing/2014/main" id="{CA8F45B8-B3D9-8FA8-C84A-747D589FB917}"/>
              </a:ext>
            </a:extLst>
          </p:cNvPr>
          <p:cNvGrpSpPr/>
          <p:nvPr/>
        </p:nvGrpSpPr>
        <p:grpSpPr>
          <a:xfrm rot="21140556">
            <a:off x="5055870" y="2591769"/>
            <a:ext cx="172800" cy="172800"/>
            <a:chOff x="7654798" y="3513943"/>
            <a:chExt cx="172800" cy="172800"/>
          </a:xfrm>
        </p:grpSpPr>
        <p:sp>
          <p:nvSpPr>
            <p:cNvPr id="179" name="椭圆 178">
              <a:extLst>
                <a:ext uri="{FF2B5EF4-FFF2-40B4-BE49-F238E27FC236}">
                  <a16:creationId xmlns:a16="http://schemas.microsoft.com/office/drawing/2014/main" id="{273CEB21-611B-1AA4-8ACE-21FF5EE2EF7D}"/>
                </a:ext>
              </a:extLst>
            </p:cNvPr>
            <p:cNvSpPr/>
            <p:nvPr/>
          </p:nvSpPr>
          <p:spPr>
            <a:xfrm>
              <a:off x="7654798" y="3513943"/>
              <a:ext cx="172800" cy="172800"/>
            </a:xfrm>
            <a:prstGeom prst="ellipse">
              <a:avLst/>
            </a:prstGeom>
            <a:solidFill>
              <a:schemeClr val="bg1">
                <a:alpha val="1196"/>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bg1"/>
                  </a:solidFill>
                </a:rPr>
                <a:t>b</a:t>
              </a:r>
              <a:endParaRPr lang="en-GB" sz="800" dirty="0">
                <a:solidFill>
                  <a:schemeClr val="bg1"/>
                </a:solidFill>
              </a:endParaRPr>
            </a:p>
          </p:txBody>
        </p:sp>
        <p:cxnSp>
          <p:nvCxnSpPr>
            <p:cNvPr id="180" name="直线箭头连接符 179">
              <a:extLst>
                <a:ext uri="{FF2B5EF4-FFF2-40B4-BE49-F238E27FC236}">
                  <a16:creationId xmlns:a16="http://schemas.microsoft.com/office/drawing/2014/main" id="{BA472A58-1DA0-78ED-6F7F-87A93084F43D}"/>
                </a:ext>
              </a:extLst>
            </p:cNvPr>
            <p:cNvCxnSpPr>
              <a:cxnSpLocks/>
            </p:cNvCxnSpPr>
            <p:nvPr/>
          </p:nvCxnSpPr>
          <p:spPr>
            <a:xfrm flipV="1">
              <a:off x="7736045" y="3528343"/>
              <a:ext cx="0" cy="144000"/>
            </a:xfrm>
            <a:prstGeom prst="straightConnector1">
              <a:avLst/>
            </a:prstGeom>
            <a:ln w="22225">
              <a:solidFill>
                <a:schemeClr val="accent4">
                  <a:alpha val="56728"/>
                </a:schemeClr>
              </a:solidFill>
              <a:tailEnd type="triangle"/>
            </a:ln>
          </p:spPr>
          <p:style>
            <a:lnRef idx="1">
              <a:schemeClr val="accent1"/>
            </a:lnRef>
            <a:fillRef idx="0">
              <a:schemeClr val="accent1"/>
            </a:fillRef>
            <a:effectRef idx="0">
              <a:schemeClr val="accent1"/>
            </a:effectRef>
            <a:fontRef idx="minor">
              <a:schemeClr val="tx1"/>
            </a:fontRef>
          </p:style>
        </p:cxnSp>
      </p:grpSp>
      <p:grpSp>
        <p:nvGrpSpPr>
          <p:cNvPr id="191" name="组合 190">
            <a:extLst>
              <a:ext uri="{FF2B5EF4-FFF2-40B4-BE49-F238E27FC236}">
                <a16:creationId xmlns:a16="http://schemas.microsoft.com/office/drawing/2014/main" id="{9AE1A813-92D7-900C-205E-97EC97F3EB8D}"/>
              </a:ext>
            </a:extLst>
          </p:cNvPr>
          <p:cNvGrpSpPr/>
          <p:nvPr/>
        </p:nvGrpSpPr>
        <p:grpSpPr>
          <a:xfrm rot="15333532">
            <a:off x="5028574" y="2308309"/>
            <a:ext cx="172800" cy="172800"/>
            <a:chOff x="7654798" y="3780643"/>
            <a:chExt cx="172800" cy="172800"/>
          </a:xfrm>
        </p:grpSpPr>
        <p:sp>
          <p:nvSpPr>
            <p:cNvPr id="181" name="椭圆 180">
              <a:extLst>
                <a:ext uri="{FF2B5EF4-FFF2-40B4-BE49-F238E27FC236}">
                  <a16:creationId xmlns:a16="http://schemas.microsoft.com/office/drawing/2014/main" id="{062CF207-36C3-08C3-CEEF-1EE060FEC620}"/>
                </a:ext>
              </a:extLst>
            </p:cNvPr>
            <p:cNvSpPr/>
            <p:nvPr/>
          </p:nvSpPr>
          <p:spPr>
            <a:xfrm>
              <a:off x="7654798" y="3780643"/>
              <a:ext cx="172800" cy="172800"/>
            </a:xfrm>
            <a:prstGeom prst="ellipse">
              <a:avLst/>
            </a:prstGeom>
            <a:solidFill>
              <a:schemeClr val="bg1">
                <a:alpha val="1196"/>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bg1"/>
                  </a:solidFill>
                </a:rPr>
                <a:t>c</a:t>
              </a:r>
              <a:endParaRPr lang="en-GB" sz="800" dirty="0">
                <a:solidFill>
                  <a:schemeClr val="bg1"/>
                </a:solidFill>
              </a:endParaRPr>
            </a:p>
          </p:txBody>
        </p:sp>
        <p:cxnSp>
          <p:nvCxnSpPr>
            <p:cNvPr id="182" name="直线箭头连接符 181">
              <a:extLst>
                <a:ext uri="{FF2B5EF4-FFF2-40B4-BE49-F238E27FC236}">
                  <a16:creationId xmlns:a16="http://schemas.microsoft.com/office/drawing/2014/main" id="{57A8EBEF-A1E3-1634-AD87-AE471C72965C}"/>
                </a:ext>
              </a:extLst>
            </p:cNvPr>
            <p:cNvCxnSpPr>
              <a:cxnSpLocks/>
            </p:cNvCxnSpPr>
            <p:nvPr/>
          </p:nvCxnSpPr>
          <p:spPr>
            <a:xfrm flipV="1">
              <a:off x="7736045" y="3795043"/>
              <a:ext cx="0" cy="144000"/>
            </a:xfrm>
            <a:prstGeom prst="straightConnector1">
              <a:avLst/>
            </a:prstGeom>
            <a:ln w="22225">
              <a:solidFill>
                <a:schemeClr val="accent4"/>
              </a:solidFill>
              <a:tailEnd type="triangle"/>
            </a:ln>
          </p:spPr>
          <p:style>
            <a:lnRef idx="1">
              <a:schemeClr val="accent1"/>
            </a:lnRef>
            <a:fillRef idx="0">
              <a:schemeClr val="accent1"/>
            </a:fillRef>
            <a:effectRef idx="0">
              <a:schemeClr val="accent1"/>
            </a:effectRef>
            <a:fontRef idx="minor">
              <a:schemeClr val="tx1"/>
            </a:fontRef>
          </p:style>
        </p:cxnSp>
      </p:grpSp>
      <p:grpSp>
        <p:nvGrpSpPr>
          <p:cNvPr id="320" name="组合 319">
            <a:extLst>
              <a:ext uri="{FF2B5EF4-FFF2-40B4-BE49-F238E27FC236}">
                <a16:creationId xmlns:a16="http://schemas.microsoft.com/office/drawing/2014/main" id="{29A975E5-D470-7BFB-82AC-63045E280404}"/>
              </a:ext>
            </a:extLst>
          </p:cNvPr>
          <p:cNvGrpSpPr/>
          <p:nvPr/>
        </p:nvGrpSpPr>
        <p:grpSpPr>
          <a:xfrm rot="8113073">
            <a:off x="6460632" y="2731717"/>
            <a:ext cx="172800" cy="172800"/>
            <a:chOff x="7654798" y="3994955"/>
            <a:chExt cx="172800" cy="172800"/>
          </a:xfrm>
        </p:grpSpPr>
        <p:sp>
          <p:nvSpPr>
            <p:cNvPr id="183" name="椭圆 182">
              <a:extLst>
                <a:ext uri="{FF2B5EF4-FFF2-40B4-BE49-F238E27FC236}">
                  <a16:creationId xmlns:a16="http://schemas.microsoft.com/office/drawing/2014/main" id="{A4B6E834-15E1-C738-F9D4-44756864FCC3}"/>
                </a:ext>
              </a:extLst>
            </p:cNvPr>
            <p:cNvSpPr/>
            <p:nvPr/>
          </p:nvSpPr>
          <p:spPr>
            <a:xfrm>
              <a:off x="7654798" y="3994955"/>
              <a:ext cx="172800" cy="172800"/>
            </a:xfrm>
            <a:prstGeom prst="ellipse">
              <a:avLst/>
            </a:prstGeom>
            <a:solidFill>
              <a:schemeClr val="bg1">
                <a:alpha val="1196"/>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bg1"/>
                  </a:solidFill>
                </a:rPr>
                <a:t>d</a:t>
              </a:r>
              <a:endParaRPr lang="en-GB" sz="800" dirty="0">
                <a:solidFill>
                  <a:schemeClr val="bg1"/>
                </a:solidFill>
              </a:endParaRPr>
            </a:p>
          </p:txBody>
        </p:sp>
        <p:cxnSp>
          <p:nvCxnSpPr>
            <p:cNvPr id="184" name="直线箭头连接符 183">
              <a:extLst>
                <a:ext uri="{FF2B5EF4-FFF2-40B4-BE49-F238E27FC236}">
                  <a16:creationId xmlns:a16="http://schemas.microsoft.com/office/drawing/2014/main" id="{7503FA6A-65EA-3660-A80C-F4DC652675D8}"/>
                </a:ext>
              </a:extLst>
            </p:cNvPr>
            <p:cNvCxnSpPr>
              <a:cxnSpLocks/>
            </p:cNvCxnSpPr>
            <p:nvPr/>
          </p:nvCxnSpPr>
          <p:spPr>
            <a:xfrm flipV="1">
              <a:off x="7736045" y="4009355"/>
              <a:ext cx="0" cy="144000"/>
            </a:xfrm>
            <a:prstGeom prst="straightConnector1">
              <a:avLst/>
            </a:prstGeom>
            <a:ln w="22225">
              <a:solidFill>
                <a:schemeClr val="accent4">
                  <a:alpha val="52000"/>
                </a:schemeClr>
              </a:solidFill>
              <a:tailEnd type="triangle"/>
            </a:ln>
          </p:spPr>
          <p:style>
            <a:lnRef idx="1">
              <a:schemeClr val="accent1"/>
            </a:lnRef>
            <a:fillRef idx="0">
              <a:schemeClr val="accent1"/>
            </a:fillRef>
            <a:effectRef idx="0">
              <a:schemeClr val="accent1"/>
            </a:effectRef>
            <a:fontRef idx="minor">
              <a:schemeClr val="tx1"/>
            </a:fontRef>
          </p:style>
        </p:cxnSp>
      </p:grpSp>
      <p:grpSp>
        <p:nvGrpSpPr>
          <p:cNvPr id="322" name="组合 321">
            <a:extLst>
              <a:ext uri="{FF2B5EF4-FFF2-40B4-BE49-F238E27FC236}">
                <a16:creationId xmlns:a16="http://schemas.microsoft.com/office/drawing/2014/main" id="{4EDC97D2-0F76-C24B-6F52-52BAFEBC61E5}"/>
              </a:ext>
            </a:extLst>
          </p:cNvPr>
          <p:cNvGrpSpPr/>
          <p:nvPr/>
        </p:nvGrpSpPr>
        <p:grpSpPr>
          <a:xfrm rot="1797858">
            <a:off x="6594683" y="2549727"/>
            <a:ext cx="172800" cy="172800"/>
            <a:chOff x="7654798" y="4498300"/>
            <a:chExt cx="172800" cy="172800"/>
          </a:xfrm>
        </p:grpSpPr>
        <p:sp>
          <p:nvSpPr>
            <p:cNvPr id="187" name="椭圆 186">
              <a:extLst>
                <a:ext uri="{FF2B5EF4-FFF2-40B4-BE49-F238E27FC236}">
                  <a16:creationId xmlns:a16="http://schemas.microsoft.com/office/drawing/2014/main" id="{E1494207-75DF-B4AE-F7A5-9D698A4BD658}"/>
                </a:ext>
              </a:extLst>
            </p:cNvPr>
            <p:cNvSpPr/>
            <p:nvPr/>
          </p:nvSpPr>
          <p:spPr>
            <a:xfrm>
              <a:off x="7654798" y="4498300"/>
              <a:ext cx="172800" cy="172800"/>
            </a:xfrm>
            <a:prstGeom prst="ellipse">
              <a:avLst/>
            </a:prstGeom>
            <a:solidFill>
              <a:schemeClr val="bg1">
                <a:alpha val="1196"/>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bg1"/>
                  </a:solidFill>
                </a:rPr>
                <a:t>f</a:t>
              </a:r>
              <a:endParaRPr lang="en-GB" sz="800" dirty="0">
                <a:solidFill>
                  <a:schemeClr val="bg1"/>
                </a:solidFill>
              </a:endParaRPr>
            </a:p>
          </p:txBody>
        </p:sp>
        <p:cxnSp>
          <p:nvCxnSpPr>
            <p:cNvPr id="188" name="直线箭头连接符 187">
              <a:extLst>
                <a:ext uri="{FF2B5EF4-FFF2-40B4-BE49-F238E27FC236}">
                  <a16:creationId xmlns:a16="http://schemas.microsoft.com/office/drawing/2014/main" id="{8CBF1FB8-DE08-972D-B9E9-12A6B4995969}"/>
                </a:ext>
              </a:extLst>
            </p:cNvPr>
            <p:cNvCxnSpPr>
              <a:cxnSpLocks/>
            </p:cNvCxnSpPr>
            <p:nvPr/>
          </p:nvCxnSpPr>
          <p:spPr>
            <a:xfrm flipV="1">
              <a:off x="7736045" y="4512700"/>
              <a:ext cx="0" cy="144000"/>
            </a:xfrm>
            <a:prstGeom prst="straightConnector1">
              <a:avLst/>
            </a:prstGeom>
            <a:ln w="22225">
              <a:solidFill>
                <a:schemeClr val="accent4"/>
              </a:solidFill>
              <a:tailEnd type="triangle"/>
            </a:ln>
          </p:spPr>
          <p:style>
            <a:lnRef idx="1">
              <a:schemeClr val="accent1"/>
            </a:lnRef>
            <a:fillRef idx="0">
              <a:schemeClr val="accent1"/>
            </a:fillRef>
            <a:effectRef idx="0">
              <a:schemeClr val="accent1"/>
            </a:effectRef>
            <a:fontRef idx="minor">
              <a:schemeClr val="tx1"/>
            </a:fontRef>
          </p:style>
        </p:cxnSp>
      </p:grpSp>
      <p:grpSp>
        <p:nvGrpSpPr>
          <p:cNvPr id="328" name="组合 327">
            <a:extLst>
              <a:ext uri="{FF2B5EF4-FFF2-40B4-BE49-F238E27FC236}">
                <a16:creationId xmlns:a16="http://schemas.microsoft.com/office/drawing/2014/main" id="{73983E1C-6ADC-2920-CD9E-1A0C44A73F2F}"/>
              </a:ext>
            </a:extLst>
          </p:cNvPr>
          <p:cNvGrpSpPr/>
          <p:nvPr/>
        </p:nvGrpSpPr>
        <p:grpSpPr>
          <a:xfrm rot="2098412">
            <a:off x="6517365" y="2419563"/>
            <a:ext cx="172800" cy="172800"/>
            <a:chOff x="7512128" y="2537529"/>
            <a:chExt cx="172800" cy="172800"/>
          </a:xfrm>
        </p:grpSpPr>
        <p:sp>
          <p:nvSpPr>
            <p:cNvPr id="178" name="椭圆 177">
              <a:extLst>
                <a:ext uri="{FF2B5EF4-FFF2-40B4-BE49-F238E27FC236}">
                  <a16:creationId xmlns:a16="http://schemas.microsoft.com/office/drawing/2014/main" id="{DD6770EB-53E0-1EFF-6ADD-4E237F506763}"/>
                </a:ext>
              </a:extLst>
            </p:cNvPr>
            <p:cNvSpPr/>
            <p:nvPr/>
          </p:nvSpPr>
          <p:spPr>
            <a:xfrm>
              <a:off x="7512128" y="2537529"/>
              <a:ext cx="172800" cy="172800"/>
            </a:xfrm>
            <a:prstGeom prst="ellipse">
              <a:avLst/>
            </a:prstGeom>
            <a:solidFill>
              <a:schemeClr val="bg1">
                <a:alpha val="1196"/>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bg1"/>
                  </a:solidFill>
                </a:rPr>
                <a:t>g</a:t>
              </a:r>
              <a:endParaRPr lang="en-GB" sz="800" dirty="0">
                <a:solidFill>
                  <a:schemeClr val="bg1"/>
                </a:solidFill>
              </a:endParaRPr>
            </a:p>
          </p:txBody>
        </p:sp>
        <p:cxnSp>
          <p:nvCxnSpPr>
            <p:cNvPr id="323" name="直线箭头连接符 322">
              <a:extLst>
                <a:ext uri="{FF2B5EF4-FFF2-40B4-BE49-F238E27FC236}">
                  <a16:creationId xmlns:a16="http://schemas.microsoft.com/office/drawing/2014/main" id="{80D62A63-CA74-971F-FB25-829F7773C73A}"/>
                </a:ext>
              </a:extLst>
            </p:cNvPr>
            <p:cNvCxnSpPr>
              <a:cxnSpLocks/>
            </p:cNvCxnSpPr>
            <p:nvPr/>
          </p:nvCxnSpPr>
          <p:spPr>
            <a:xfrm flipV="1">
              <a:off x="7596550" y="2551929"/>
              <a:ext cx="0" cy="144000"/>
            </a:xfrm>
            <a:prstGeom prst="straightConnector1">
              <a:avLst/>
            </a:prstGeom>
            <a:ln w="22225">
              <a:solidFill>
                <a:schemeClr val="accent4"/>
              </a:solidFill>
              <a:tailEnd type="triangle"/>
            </a:ln>
          </p:spPr>
          <p:style>
            <a:lnRef idx="1">
              <a:schemeClr val="accent1"/>
            </a:lnRef>
            <a:fillRef idx="0">
              <a:schemeClr val="accent1"/>
            </a:fillRef>
            <a:effectRef idx="0">
              <a:schemeClr val="accent1"/>
            </a:effectRef>
            <a:fontRef idx="minor">
              <a:schemeClr val="tx1"/>
            </a:fontRef>
          </p:style>
        </p:cxnSp>
      </p:grpSp>
      <p:grpSp>
        <p:nvGrpSpPr>
          <p:cNvPr id="329" name="组合 328">
            <a:extLst>
              <a:ext uri="{FF2B5EF4-FFF2-40B4-BE49-F238E27FC236}">
                <a16:creationId xmlns:a16="http://schemas.microsoft.com/office/drawing/2014/main" id="{6A51F544-2AA1-2B50-3C88-955430EDC1E1}"/>
              </a:ext>
            </a:extLst>
          </p:cNvPr>
          <p:cNvGrpSpPr/>
          <p:nvPr/>
        </p:nvGrpSpPr>
        <p:grpSpPr>
          <a:xfrm rot="691553">
            <a:off x="6647754" y="2700672"/>
            <a:ext cx="172800" cy="172800"/>
            <a:chOff x="7512128" y="2729772"/>
            <a:chExt cx="172800" cy="172800"/>
          </a:xfrm>
        </p:grpSpPr>
        <p:sp>
          <p:nvSpPr>
            <p:cNvPr id="324" name="椭圆 323">
              <a:extLst>
                <a:ext uri="{FF2B5EF4-FFF2-40B4-BE49-F238E27FC236}">
                  <a16:creationId xmlns:a16="http://schemas.microsoft.com/office/drawing/2014/main" id="{73DF1284-2760-47B4-62BA-4E111B7C23D5}"/>
                </a:ext>
              </a:extLst>
            </p:cNvPr>
            <p:cNvSpPr/>
            <p:nvPr/>
          </p:nvSpPr>
          <p:spPr>
            <a:xfrm>
              <a:off x="7512128" y="2729772"/>
              <a:ext cx="172800" cy="172800"/>
            </a:xfrm>
            <a:prstGeom prst="ellipse">
              <a:avLst/>
            </a:prstGeom>
            <a:solidFill>
              <a:schemeClr val="bg1">
                <a:alpha val="1196"/>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bg1"/>
                  </a:solidFill>
                </a:rPr>
                <a:t>h</a:t>
              </a:r>
              <a:endParaRPr lang="en-GB" sz="800" dirty="0">
                <a:solidFill>
                  <a:schemeClr val="bg1"/>
                </a:solidFill>
              </a:endParaRPr>
            </a:p>
          </p:txBody>
        </p:sp>
        <p:cxnSp>
          <p:nvCxnSpPr>
            <p:cNvPr id="325" name="直线箭头连接符 324">
              <a:extLst>
                <a:ext uri="{FF2B5EF4-FFF2-40B4-BE49-F238E27FC236}">
                  <a16:creationId xmlns:a16="http://schemas.microsoft.com/office/drawing/2014/main" id="{3C4DA53D-27D9-6F2B-5FA5-72B2B5D5FF05}"/>
                </a:ext>
              </a:extLst>
            </p:cNvPr>
            <p:cNvCxnSpPr>
              <a:cxnSpLocks/>
            </p:cNvCxnSpPr>
            <p:nvPr/>
          </p:nvCxnSpPr>
          <p:spPr>
            <a:xfrm flipV="1">
              <a:off x="7596550" y="2744172"/>
              <a:ext cx="0" cy="144000"/>
            </a:xfrm>
            <a:prstGeom prst="straightConnector1">
              <a:avLst/>
            </a:prstGeom>
            <a:ln w="22225">
              <a:solidFill>
                <a:schemeClr val="accent4"/>
              </a:solidFill>
              <a:tailEnd type="triangle"/>
            </a:ln>
          </p:spPr>
          <p:style>
            <a:lnRef idx="1">
              <a:schemeClr val="accent1"/>
            </a:lnRef>
            <a:fillRef idx="0">
              <a:schemeClr val="accent1"/>
            </a:fillRef>
            <a:effectRef idx="0">
              <a:schemeClr val="accent1"/>
            </a:effectRef>
            <a:fontRef idx="minor">
              <a:schemeClr val="tx1"/>
            </a:fontRef>
          </p:style>
        </p:cxnSp>
      </p:grpSp>
      <p:grpSp>
        <p:nvGrpSpPr>
          <p:cNvPr id="330" name="组合 329">
            <a:extLst>
              <a:ext uri="{FF2B5EF4-FFF2-40B4-BE49-F238E27FC236}">
                <a16:creationId xmlns:a16="http://schemas.microsoft.com/office/drawing/2014/main" id="{C3F3C51B-B090-58BA-1884-6982E005AE42}"/>
              </a:ext>
            </a:extLst>
          </p:cNvPr>
          <p:cNvGrpSpPr/>
          <p:nvPr/>
        </p:nvGrpSpPr>
        <p:grpSpPr>
          <a:xfrm rot="17665710">
            <a:off x="4881145" y="2392644"/>
            <a:ext cx="172800" cy="172800"/>
            <a:chOff x="7512128" y="2950622"/>
            <a:chExt cx="172800" cy="172800"/>
          </a:xfrm>
        </p:grpSpPr>
        <p:sp>
          <p:nvSpPr>
            <p:cNvPr id="326" name="椭圆 325">
              <a:extLst>
                <a:ext uri="{FF2B5EF4-FFF2-40B4-BE49-F238E27FC236}">
                  <a16:creationId xmlns:a16="http://schemas.microsoft.com/office/drawing/2014/main" id="{58093022-080A-C5F8-0140-2A167BCD831C}"/>
                </a:ext>
              </a:extLst>
            </p:cNvPr>
            <p:cNvSpPr/>
            <p:nvPr/>
          </p:nvSpPr>
          <p:spPr>
            <a:xfrm>
              <a:off x="7512128" y="2950622"/>
              <a:ext cx="172800" cy="172800"/>
            </a:xfrm>
            <a:prstGeom prst="ellipse">
              <a:avLst/>
            </a:prstGeom>
            <a:solidFill>
              <a:schemeClr val="bg1">
                <a:alpha val="1196"/>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err="1">
                  <a:solidFill>
                    <a:schemeClr val="bg1"/>
                  </a:solidFill>
                </a:rPr>
                <a:t>i</a:t>
              </a:r>
              <a:endParaRPr lang="en-GB" sz="800" dirty="0">
                <a:solidFill>
                  <a:schemeClr val="bg1"/>
                </a:solidFill>
              </a:endParaRPr>
            </a:p>
          </p:txBody>
        </p:sp>
        <p:cxnSp>
          <p:nvCxnSpPr>
            <p:cNvPr id="327" name="直线箭头连接符 326">
              <a:extLst>
                <a:ext uri="{FF2B5EF4-FFF2-40B4-BE49-F238E27FC236}">
                  <a16:creationId xmlns:a16="http://schemas.microsoft.com/office/drawing/2014/main" id="{EF460A9B-CF76-F220-36EA-1FB6CA64E3A0}"/>
                </a:ext>
              </a:extLst>
            </p:cNvPr>
            <p:cNvCxnSpPr>
              <a:cxnSpLocks/>
            </p:cNvCxnSpPr>
            <p:nvPr/>
          </p:nvCxnSpPr>
          <p:spPr>
            <a:xfrm flipV="1">
              <a:off x="7596550" y="2965022"/>
              <a:ext cx="0" cy="144000"/>
            </a:xfrm>
            <a:prstGeom prst="straightConnector1">
              <a:avLst/>
            </a:prstGeom>
            <a:ln w="22225">
              <a:solidFill>
                <a:schemeClr val="accent4"/>
              </a:solidFill>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407232607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a:extLst>
              <a:ext uri="{FF2B5EF4-FFF2-40B4-BE49-F238E27FC236}">
                <a16:creationId xmlns:a16="http://schemas.microsoft.com/office/drawing/2014/main" id="{03256ED2-4223-6A1D-072D-54E65220E18C}"/>
              </a:ext>
            </a:extLst>
          </p:cNvPr>
          <p:cNvSpPr>
            <a:spLocks noGrp="1"/>
          </p:cNvSpPr>
          <p:nvPr>
            <p:ph type="title"/>
          </p:nvPr>
        </p:nvSpPr>
        <p:spPr>
          <a:xfrm>
            <a:off x="628649" y="559420"/>
            <a:ext cx="7732925" cy="630335"/>
          </a:xfrm>
        </p:spPr>
        <p:txBody>
          <a:bodyPr>
            <a:normAutofit/>
          </a:bodyPr>
          <a:lstStyle/>
          <a:p>
            <a:r>
              <a:rPr lang="en-GB" altLang="zh-CN" dirty="0"/>
              <a:t>Particle Filter </a:t>
            </a:r>
            <a:endParaRPr lang="en-GB" dirty="0"/>
          </a:p>
        </p:txBody>
      </p:sp>
      <p:sp>
        <p:nvSpPr>
          <p:cNvPr id="8" name="文本占位符 7">
            <a:extLst>
              <a:ext uri="{FF2B5EF4-FFF2-40B4-BE49-F238E27FC236}">
                <a16:creationId xmlns:a16="http://schemas.microsoft.com/office/drawing/2014/main" id="{0B6FC092-5E58-96E8-586D-0B8818581D04}"/>
              </a:ext>
            </a:extLst>
          </p:cNvPr>
          <p:cNvSpPr>
            <a:spLocks noGrp="1"/>
          </p:cNvSpPr>
          <p:nvPr>
            <p:ph type="body" sz="quarter" idx="10"/>
          </p:nvPr>
        </p:nvSpPr>
        <p:spPr>
          <a:xfrm>
            <a:off x="628650" y="1465730"/>
            <a:ext cx="7732924" cy="548913"/>
          </a:xfrm>
        </p:spPr>
        <p:txBody>
          <a:bodyPr/>
          <a:lstStyle/>
          <a:p>
            <a:r>
              <a:rPr lang="en-GB" dirty="0"/>
              <a:t>We repeat this step</a:t>
            </a:r>
            <a:endParaRPr lang="en-GB" dirty="0">
              <a:solidFill>
                <a:schemeClr val="bg1">
                  <a:lumMod val="75000"/>
                </a:schemeClr>
              </a:solidFill>
            </a:endParaRPr>
          </a:p>
        </p:txBody>
      </p:sp>
      <p:sp>
        <p:nvSpPr>
          <p:cNvPr id="2" name="矩形 1">
            <a:extLst>
              <a:ext uri="{FF2B5EF4-FFF2-40B4-BE49-F238E27FC236}">
                <a16:creationId xmlns:a16="http://schemas.microsoft.com/office/drawing/2014/main" id="{7599C378-77A0-11D0-A279-0BE6E291A066}"/>
              </a:ext>
            </a:extLst>
          </p:cNvPr>
          <p:cNvSpPr/>
          <p:nvPr/>
        </p:nvSpPr>
        <p:spPr>
          <a:xfrm>
            <a:off x="1380763" y="2186869"/>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 name="矩形 2">
            <a:extLst>
              <a:ext uri="{FF2B5EF4-FFF2-40B4-BE49-F238E27FC236}">
                <a16:creationId xmlns:a16="http://schemas.microsoft.com/office/drawing/2014/main" id="{49693471-DDC4-6385-FE78-BA109C3115BB}"/>
              </a:ext>
            </a:extLst>
          </p:cNvPr>
          <p:cNvSpPr/>
          <p:nvPr/>
        </p:nvSpPr>
        <p:spPr>
          <a:xfrm>
            <a:off x="1552989" y="2186869"/>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 name="矩形 3">
            <a:extLst>
              <a:ext uri="{FF2B5EF4-FFF2-40B4-BE49-F238E27FC236}">
                <a16:creationId xmlns:a16="http://schemas.microsoft.com/office/drawing/2014/main" id="{067420A0-0697-F454-D967-A89DAA0831F4}"/>
              </a:ext>
            </a:extLst>
          </p:cNvPr>
          <p:cNvSpPr/>
          <p:nvPr/>
        </p:nvSpPr>
        <p:spPr>
          <a:xfrm>
            <a:off x="1725215" y="2186869"/>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矩形 5">
            <a:extLst>
              <a:ext uri="{FF2B5EF4-FFF2-40B4-BE49-F238E27FC236}">
                <a16:creationId xmlns:a16="http://schemas.microsoft.com/office/drawing/2014/main" id="{FEEC8C95-3C1C-7487-D4AA-DE5CF36A3150}"/>
              </a:ext>
            </a:extLst>
          </p:cNvPr>
          <p:cNvSpPr/>
          <p:nvPr/>
        </p:nvSpPr>
        <p:spPr>
          <a:xfrm>
            <a:off x="1897441" y="2186869"/>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矩形 6">
            <a:extLst>
              <a:ext uri="{FF2B5EF4-FFF2-40B4-BE49-F238E27FC236}">
                <a16:creationId xmlns:a16="http://schemas.microsoft.com/office/drawing/2014/main" id="{8EF14F72-B7B2-9424-0538-073428F40EFD}"/>
              </a:ext>
            </a:extLst>
          </p:cNvPr>
          <p:cNvSpPr/>
          <p:nvPr/>
        </p:nvSpPr>
        <p:spPr>
          <a:xfrm>
            <a:off x="2069667" y="2186869"/>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矩形 8">
            <a:extLst>
              <a:ext uri="{FF2B5EF4-FFF2-40B4-BE49-F238E27FC236}">
                <a16:creationId xmlns:a16="http://schemas.microsoft.com/office/drawing/2014/main" id="{04B1434E-A23B-04C4-53A5-24D4F65A7DE0}"/>
              </a:ext>
            </a:extLst>
          </p:cNvPr>
          <p:cNvSpPr/>
          <p:nvPr/>
        </p:nvSpPr>
        <p:spPr>
          <a:xfrm>
            <a:off x="2241893" y="2186869"/>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 name="矩形 9">
            <a:extLst>
              <a:ext uri="{FF2B5EF4-FFF2-40B4-BE49-F238E27FC236}">
                <a16:creationId xmlns:a16="http://schemas.microsoft.com/office/drawing/2014/main" id="{59C44CAA-4F7D-4B7B-2AB5-4CCFA81F11B8}"/>
              </a:ext>
            </a:extLst>
          </p:cNvPr>
          <p:cNvSpPr/>
          <p:nvPr/>
        </p:nvSpPr>
        <p:spPr>
          <a:xfrm>
            <a:off x="2414119" y="2186869"/>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矩形 10">
            <a:extLst>
              <a:ext uri="{FF2B5EF4-FFF2-40B4-BE49-F238E27FC236}">
                <a16:creationId xmlns:a16="http://schemas.microsoft.com/office/drawing/2014/main" id="{DE7ED3AB-3690-E47F-A781-E2A16B1EB8B7}"/>
              </a:ext>
            </a:extLst>
          </p:cNvPr>
          <p:cNvSpPr/>
          <p:nvPr/>
        </p:nvSpPr>
        <p:spPr>
          <a:xfrm>
            <a:off x="2583688" y="2186869"/>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矩形 11">
            <a:extLst>
              <a:ext uri="{FF2B5EF4-FFF2-40B4-BE49-F238E27FC236}">
                <a16:creationId xmlns:a16="http://schemas.microsoft.com/office/drawing/2014/main" id="{651984E6-7585-0B22-F7CA-CA1E42597058}"/>
              </a:ext>
            </a:extLst>
          </p:cNvPr>
          <p:cNvSpPr/>
          <p:nvPr/>
        </p:nvSpPr>
        <p:spPr>
          <a:xfrm>
            <a:off x="2755914" y="2186869"/>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矩形 12">
            <a:extLst>
              <a:ext uri="{FF2B5EF4-FFF2-40B4-BE49-F238E27FC236}">
                <a16:creationId xmlns:a16="http://schemas.microsoft.com/office/drawing/2014/main" id="{C7F364B2-590F-3127-9075-EF655739F858}"/>
              </a:ext>
            </a:extLst>
          </p:cNvPr>
          <p:cNvSpPr/>
          <p:nvPr/>
        </p:nvSpPr>
        <p:spPr>
          <a:xfrm>
            <a:off x="2928140" y="2186869"/>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矩形 13">
            <a:extLst>
              <a:ext uri="{FF2B5EF4-FFF2-40B4-BE49-F238E27FC236}">
                <a16:creationId xmlns:a16="http://schemas.microsoft.com/office/drawing/2014/main" id="{BDC6E661-CEE5-F7F7-2C82-9701FC59FA05}"/>
              </a:ext>
            </a:extLst>
          </p:cNvPr>
          <p:cNvSpPr/>
          <p:nvPr/>
        </p:nvSpPr>
        <p:spPr>
          <a:xfrm>
            <a:off x="3100366" y="2186869"/>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 name="矩形 14">
            <a:extLst>
              <a:ext uri="{FF2B5EF4-FFF2-40B4-BE49-F238E27FC236}">
                <a16:creationId xmlns:a16="http://schemas.microsoft.com/office/drawing/2014/main" id="{F27071CC-6028-E1E6-2E3F-BACF1F9F3C61}"/>
              </a:ext>
            </a:extLst>
          </p:cNvPr>
          <p:cNvSpPr/>
          <p:nvPr/>
        </p:nvSpPr>
        <p:spPr>
          <a:xfrm>
            <a:off x="3272592" y="2186869"/>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 name="矩形 15">
            <a:extLst>
              <a:ext uri="{FF2B5EF4-FFF2-40B4-BE49-F238E27FC236}">
                <a16:creationId xmlns:a16="http://schemas.microsoft.com/office/drawing/2014/main" id="{C0437C2E-6740-B535-7DC9-7B32F8E35958}"/>
              </a:ext>
            </a:extLst>
          </p:cNvPr>
          <p:cNvSpPr/>
          <p:nvPr/>
        </p:nvSpPr>
        <p:spPr>
          <a:xfrm>
            <a:off x="3444818" y="2186869"/>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 name="矩形 16">
            <a:extLst>
              <a:ext uri="{FF2B5EF4-FFF2-40B4-BE49-F238E27FC236}">
                <a16:creationId xmlns:a16="http://schemas.microsoft.com/office/drawing/2014/main" id="{EE1234A6-F370-C872-C153-BB4E7041BEB1}"/>
              </a:ext>
            </a:extLst>
          </p:cNvPr>
          <p:cNvSpPr/>
          <p:nvPr/>
        </p:nvSpPr>
        <p:spPr>
          <a:xfrm>
            <a:off x="1380763" y="2359095"/>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8" name="矩形 17">
            <a:extLst>
              <a:ext uri="{FF2B5EF4-FFF2-40B4-BE49-F238E27FC236}">
                <a16:creationId xmlns:a16="http://schemas.microsoft.com/office/drawing/2014/main" id="{24352DA7-CFCF-1F59-4BAC-A60B941711A9}"/>
              </a:ext>
            </a:extLst>
          </p:cNvPr>
          <p:cNvSpPr/>
          <p:nvPr/>
        </p:nvSpPr>
        <p:spPr>
          <a:xfrm>
            <a:off x="1552989" y="235909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9" name="矩形 18">
            <a:extLst>
              <a:ext uri="{FF2B5EF4-FFF2-40B4-BE49-F238E27FC236}">
                <a16:creationId xmlns:a16="http://schemas.microsoft.com/office/drawing/2014/main" id="{9322569A-BACF-A398-B439-6A328047B26B}"/>
              </a:ext>
            </a:extLst>
          </p:cNvPr>
          <p:cNvSpPr/>
          <p:nvPr/>
        </p:nvSpPr>
        <p:spPr>
          <a:xfrm>
            <a:off x="1725215" y="235909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0" name="矩形 19">
            <a:extLst>
              <a:ext uri="{FF2B5EF4-FFF2-40B4-BE49-F238E27FC236}">
                <a16:creationId xmlns:a16="http://schemas.microsoft.com/office/drawing/2014/main" id="{E65DE771-3170-DD03-5186-D4D72A7E4677}"/>
              </a:ext>
            </a:extLst>
          </p:cNvPr>
          <p:cNvSpPr/>
          <p:nvPr/>
        </p:nvSpPr>
        <p:spPr>
          <a:xfrm>
            <a:off x="1897441" y="235909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1" name="矩形 20">
            <a:extLst>
              <a:ext uri="{FF2B5EF4-FFF2-40B4-BE49-F238E27FC236}">
                <a16:creationId xmlns:a16="http://schemas.microsoft.com/office/drawing/2014/main" id="{BE496E70-3C78-B2EE-0D4E-C498A968C1DA}"/>
              </a:ext>
            </a:extLst>
          </p:cNvPr>
          <p:cNvSpPr/>
          <p:nvPr/>
        </p:nvSpPr>
        <p:spPr>
          <a:xfrm>
            <a:off x="2069667" y="235909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2" name="矩形 21">
            <a:extLst>
              <a:ext uri="{FF2B5EF4-FFF2-40B4-BE49-F238E27FC236}">
                <a16:creationId xmlns:a16="http://schemas.microsoft.com/office/drawing/2014/main" id="{A29D950D-74A7-37AD-A05E-EC840DB9C8E0}"/>
              </a:ext>
            </a:extLst>
          </p:cNvPr>
          <p:cNvSpPr/>
          <p:nvPr/>
        </p:nvSpPr>
        <p:spPr>
          <a:xfrm>
            <a:off x="2241893" y="235909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3" name="矩形 22">
            <a:extLst>
              <a:ext uri="{FF2B5EF4-FFF2-40B4-BE49-F238E27FC236}">
                <a16:creationId xmlns:a16="http://schemas.microsoft.com/office/drawing/2014/main" id="{DACEBF72-5697-E65A-5904-544B651D9B15}"/>
              </a:ext>
            </a:extLst>
          </p:cNvPr>
          <p:cNvSpPr/>
          <p:nvPr/>
        </p:nvSpPr>
        <p:spPr>
          <a:xfrm>
            <a:off x="2414119" y="235909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4" name="矩形 23">
            <a:extLst>
              <a:ext uri="{FF2B5EF4-FFF2-40B4-BE49-F238E27FC236}">
                <a16:creationId xmlns:a16="http://schemas.microsoft.com/office/drawing/2014/main" id="{A0C2E749-D825-98BE-9715-96C9A9964372}"/>
              </a:ext>
            </a:extLst>
          </p:cNvPr>
          <p:cNvSpPr/>
          <p:nvPr/>
        </p:nvSpPr>
        <p:spPr>
          <a:xfrm>
            <a:off x="2583688" y="235909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5" name="矩形 24">
            <a:extLst>
              <a:ext uri="{FF2B5EF4-FFF2-40B4-BE49-F238E27FC236}">
                <a16:creationId xmlns:a16="http://schemas.microsoft.com/office/drawing/2014/main" id="{B9C7B059-3933-5309-7878-2AFACA8F45BA}"/>
              </a:ext>
            </a:extLst>
          </p:cNvPr>
          <p:cNvSpPr/>
          <p:nvPr/>
        </p:nvSpPr>
        <p:spPr>
          <a:xfrm>
            <a:off x="2755914" y="235909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6" name="矩形 25">
            <a:extLst>
              <a:ext uri="{FF2B5EF4-FFF2-40B4-BE49-F238E27FC236}">
                <a16:creationId xmlns:a16="http://schemas.microsoft.com/office/drawing/2014/main" id="{38052AC5-BEE1-4481-0855-18EBEF44662A}"/>
              </a:ext>
            </a:extLst>
          </p:cNvPr>
          <p:cNvSpPr/>
          <p:nvPr/>
        </p:nvSpPr>
        <p:spPr>
          <a:xfrm>
            <a:off x="2928140" y="235909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7" name="矩形 26">
            <a:extLst>
              <a:ext uri="{FF2B5EF4-FFF2-40B4-BE49-F238E27FC236}">
                <a16:creationId xmlns:a16="http://schemas.microsoft.com/office/drawing/2014/main" id="{964DD161-0770-A271-58B5-D604E7E97952}"/>
              </a:ext>
            </a:extLst>
          </p:cNvPr>
          <p:cNvSpPr/>
          <p:nvPr/>
        </p:nvSpPr>
        <p:spPr>
          <a:xfrm>
            <a:off x="3100366" y="235909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8" name="矩形 27">
            <a:extLst>
              <a:ext uri="{FF2B5EF4-FFF2-40B4-BE49-F238E27FC236}">
                <a16:creationId xmlns:a16="http://schemas.microsoft.com/office/drawing/2014/main" id="{13FDE255-22BB-5421-C721-9F0097643E3B}"/>
              </a:ext>
            </a:extLst>
          </p:cNvPr>
          <p:cNvSpPr/>
          <p:nvPr/>
        </p:nvSpPr>
        <p:spPr>
          <a:xfrm>
            <a:off x="3272592" y="235909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9" name="矩形 28">
            <a:extLst>
              <a:ext uri="{FF2B5EF4-FFF2-40B4-BE49-F238E27FC236}">
                <a16:creationId xmlns:a16="http://schemas.microsoft.com/office/drawing/2014/main" id="{D99DEBC0-4D19-0ABD-97ED-75B6ACB45FDC}"/>
              </a:ext>
            </a:extLst>
          </p:cNvPr>
          <p:cNvSpPr/>
          <p:nvPr/>
        </p:nvSpPr>
        <p:spPr>
          <a:xfrm>
            <a:off x="3444818" y="2359095"/>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 name="矩形 29">
            <a:extLst>
              <a:ext uri="{FF2B5EF4-FFF2-40B4-BE49-F238E27FC236}">
                <a16:creationId xmlns:a16="http://schemas.microsoft.com/office/drawing/2014/main" id="{49DD3AED-F370-44A1-4F2E-36C1039F50E8}"/>
              </a:ext>
            </a:extLst>
          </p:cNvPr>
          <p:cNvSpPr/>
          <p:nvPr/>
        </p:nvSpPr>
        <p:spPr>
          <a:xfrm>
            <a:off x="1380763" y="2531321"/>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1" name="矩形 30">
            <a:extLst>
              <a:ext uri="{FF2B5EF4-FFF2-40B4-BE49-F238E27FC236}">
                <a16:creationId xmlns:a16="http://schemas.microsoft.com/office/drawing/2014/main" id="{1036A575-1DFC-D3CD-ABCB-9D2ED98AB344}"/>
              </a:ext>
            </a:extLst>
          </p:cNvPr>
          <p:cNvSpPr/>
          <p:nvPr/>
        </p:nvSpPr>
        <p:spPr>
          <a:xfrm>
            <a:off x="1552989" y="2531321"/>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2" name="矩形 31">
            <a:extLst>
              <a:ext uri="{FF2B5EF4-FFF2-40B4-BE49-F238E27FC236}">
                <a16:creationId xmlns:a16="http://schemas.microsoft.com/office/drawing/2014/main" id="{19A0742B-04D8-5A54-3C4D-723F487BDA08}"/>
              </a:ext>
            </a:extLst>
          </p:cNvPr>
          <p:cNvSpPr/>
          <p:nvPr/>
        </p:nvSpPr>
        <p:spPr>
          <a:xfrm>
            <a:off x="1725215" y="2531321"/>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3" name="矩形 32">
            <a:extLst>
              <a:ext uri="{FF2B5EF4-FFF2-40B4-BE49-F238E27FC236}">
                <a16:creationId xmlns:a16="http://schemas.microsoft.com/office/drawing/2014/main" id="{7CA10EB4-A5E0-65EF-EDAA-9FB4BD989A4D}"/>
              </a:ext>
            </a:extLst>
          </p:cNvPr>
          <p:cNvSpPr/>
          <p:nvPr/>
        </p:nvSpPr>
        <p:spPr>
          <a:xfrm>
            <a:off x="1897441" y="2531321"/>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4" name="矩形 33">
            <a:extLst>
              <a:ext uri="{FF2B5EF4-FFF2-40B4-BE49-F238E27FC236}">
                <a16:creationId xmlns:a16="http://schemas.microsoft.com/office/drawing/2014/main" id="{B59391C9-D388-1E07-5645-43946A9337CE}"/>
              </a:ext>
            </a:extLst>
          </p:cNvPr>
          <p:cNvSpPr/>
          <p:nvPr/>
        </p:nvSpPr>
        <p:spPr>
          <a:xfrm>
            <a:off x="2069667" y="2531321"/>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5" name="矩形 34">
            <a:extLst>
              <a:ext uri="{FF2B5EF4-FFF2-40B4-BE49-F238E27FC236}">
                <a16:creationId xmlns:a16="http://schemas.microsoft.com/office/drawing/2014/main" id="{67CC173F-F6D6-0C04-75E3-067D78A43EAB}"/>
              </a:ext>
            </a:extLst>
          </p:cNvPr>
          <p:cNvSpPr/>
          <p:nvPr/>
        </p:nvSpPr>
        <p:spPr>
          <a:xfrm>
            <a:off x="2241893" y="2531321"/>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6" name="矩形 35">
            <a:extLst>
              <a:ext uri="{FF2B5EF4-FFF2-40B4-BE49-F238E27FC236}">
                <a16:creationId xmlns:a16="http://schemas.microsoft.com/office/drawing/2014/main" id="{C1CF3864-516D-7918-E779-9D0CB66FDF1A}"/>
              </a:ext>
            </a:extLst>
          </p:cNvPr>
          <p:cNvSpPr/>
          <p:nvPr/>
        </p:nvSpPr>
        <p:spPr>
          <a:xfrm>
            <a:off x="2414119" y="2531321"/>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7" name="矩形 36">
            <a:extLst>
              <a:ext uri="{FF2B5EF4-FFF2-40B4-BE49-F238E27FC236}">
                <a16:creationId xmlns:a16="http://schemas.microsoft.com/office/drawing/2014/main" id="{19E4E77F-C50D-5A5E-573A-15155CBEEE07}"/>
              </a:ext>
            </a:extLst>
          </p:cNvPr>
          <p:cNvSpPr/>
          <p:nvPr/>
        </p:nvSpPr>
        <p:spPr>
          <a:xfrm>
            <a:off x="2583688" y="2531321"/>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8" name="矩形 37">
            <a:extLst>
              <a:ext uri="{FF2B5EF4-FFF2-40B4-BE49-F238E27FC236}">
                <a16:creationId xmlns:a16="http://schemas.microsoft.com/office/drawing/2014/main" id="{C79C9F98-CFFA-60F0-D27F-F4C266796415}"/>
              </a:ext>
            </a:extLst>
          </p:cNvPr>
          <p:cNvSpPr/>
          <p:nvPr/>
        </p:nvSpPr>
        <p:spPr>
          <a:xfrm>
            <a:off x="2755914" y="2531321"/>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9" name="矩形 38">
            <a:extLst>
              <a:ext uri="{FF2B5EF4-FFF2-40B4-BE49-F238E27FC236}">
                <a16:creationId xmlns:a16="http://schemas.microsoft.com/office/drawing/2014/main" id="{83470B26-50E4-E45A-A778-605685E6C967}"/>
              </a:ext>
            </a:extLst>
          </p:cNvPr>
          <p:cNvSpPr/>
          <p:nvPr/>
        </p:nvSpPr>
        <p:spPr>
          <a:xfrm>
            <a:off x="2928140" y="2531321"/>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0" name="矩形 39">
            <a:extLst>
              <a:ext uri="{FF2B5EF4-FFF2-40B4-BE49-F238E27FC236}">
                <a16:creationId xmlns:a16="http://schemas.microsoft.com/office/drawing/2014/main" id="{0A54888E-19DE-8D54-B933-A79472BF54DD}"/>
              </a:ext>
            </a:extLst>
          </p:cNvPr>
          <p:cNvSpPr/>
          <p:nvPr/>
        </p:nvSpPr>
        <p:spPr>
          <a:xfrm>
            <a:off x="3100366" y="2531321"/>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1" name="矩形 40">
            <a:extLst>
              <a:ext uri="{FF2B5EF4-FFF2-40B4-BE49-F238E27FC236}">
                <a16:creationId xmlns:a16="http://schemas.microsoft.com/office/drawing/2014/main" id="{FDAFEB3E-481F-2C1D-6D34-7E0CF1083E93}"/>
              </a:ext>
            </a:extLst>
          </p:cNvPr>
          <p:cNvSpPr/>
          <p:nvPr/>
        </p:nvSpPr>
        <p:spPr>
          <a:xfrm>
            <a:off x="3272592" y="2531321"/>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2" name="矩形 41">
            <a:extLst>
              <a:ext uri="{FF2B5EF4-FFF2-40B4-BE49-F238E27FC236}">
                <a16:creationId xmlns:a16="http://schemas.microsoft.com/office/drawing/2014/main" id="{ECF20106-10DE-3519-A984-2336AAAEF8A9}"/>
              </a:ext>
            </a:extLst>
          </p:cNvPr>
          <p:cNvSpPr/>
          <p:nvPr/>
        </p:nvSpPr>
        <p:spPr>
          <a:xfrm>
            <a:off x="3444818" y="2531321"/>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3" name="矩形 42">
            <a:extLst>
              <a:ext uri="{FF2B5EF4-FFF2-40B4-BE49-F238E27FC236}">
                <a16:creationId xmlns:a16="http://schemas.microsoft.com/office/drawing/2014/main" id="{6EC9D342-6070-36BB-0D51-C6A2C218E4C9}"/>
              </a:ext>
            </a:extLst>
          </p:cNvPr>
          <p:cNvSpPr/>
          <p:nvPr/>
        </p:nvSpPr>
        <p:spPr>
          <a:xfrm>
            <a:off x="1380763" y="2703547"/>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4" name="矩形 43">
            <a:extLst>
              <a:ext uri="{FF2B5EF4-FFF2-40B4-BE49-F238E27FC236}">
                <a16:creationId xmlns:a16="http://schemas.microsoft.com/office/drawing/2014/main" id="{2D514C45-7261-6A42-F59E-84BAB35DC1A1}"/>
              </a:ext>
            </a:extLst>
          </p:cNvPr>
          <p:cNvSpPr/>
          <p:nvPr/>
        </p:nvSpPr>
        <p:spPr>
          <a:xfrm>
            <a:off x="1552989" y="2703547"/>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5" name="矩形 44">
            <a:extLst>
              <a:ext uri="{FF2B5EF4-FFF2-40B4-BE49-F238E27FC236}">
                <a16:creationId xmlns:a16="http://schemas.microsoft.com/office/drawing/2014/main" id="{05BD8A9E-936F-5162-B4E7-25560F11BBF6}"/>
              </a:ext>
            </a:extLst>
          </p:cNvPr>
          <p:cNvSpPr/>
          <p:nvPr/>
        </p:nvSpPr>
        <p:spPr>
          <a:xfrm>
            <a:off x="1725215" y="2703547"/>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6" name="矩形 45">
            <a:extLst>
              <a:ext uri="{FF2B5EF4-FFF2-40B4-BE49-F238E27FC236}">
                <a16:creationId xmlns:a16="http://schemas.microsoft.com/office/drawing/2014/main" id="{6521E27B-3E29-4911-BA61-AEE5E1F94535}"/>
              </a:ext>
            </a:extLst>
          </p:cNvPr>
          <p:cNvSpPr/>
          <p:nvPr/>
        </p:nvSpPr>
        <p:spPr>
          <a:xfrm>
            <a:off x="1897441" y="2703547"/>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7" name="矩形 46">
            <a:extLst>
              <a:ext uri="{FF2B5EF4-FFF2-40B4-BE49-F238E27FC236}">
                <a16:creationId xmlns:a16="http://schemas.microsoft.com/office/drawing/2014/main" id="{9B59D496-35CF-0346-78DE-869917AECC36}"/>
              </a:ext>
            </a:extLst>
          </p:cNvPr>
          <p:cNvSpPr/>
          <p:nvPr/>
        </p:nvSpPr>
        <p:spPr>
          <a:xfrm>
            <a:off x="2069667" y="2703547"/>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8" name="矩形 47">
            <a:extLst>
              <a:ext uri="{FF2B5EF4-FFF2-40B4-BE49-F238E27FC236}">
                <a16:creationId xmlns:a16="http://schemas.microsoft.com/office/drawing/2014/main" id="{3BED6036-243B-E53F-8C0E-E9353D95CB02}"/>
              </a:ext>
            </a:extLst>
          </p:cNvPr>
          <p:cNvSpPr/>
          <p:nvPr/>
        </p:nvSpPr>
        <p:spPr>
          <a:xfrm>
            <a:off x="2241893" y="2703547"/>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9" name="矩形 48">
            <a:extLst>
              <a:ext uri="{FF2B5EF4-FFF2-40B4-BE49-F238E27FC236}">
                <a16:creationId xmlns:a16="http://schemas.microsoft.com/office/drawing/2014/main" id="{B692793B-4EF9-747E-C298-C11E6296B8D2}"/>
              </a:ext>
            </a:extLst>
          </p:cNvPr>
          <p:cNvSpPr/>
          <p:nvPr/>
        </p:nvSpPr>
        <p:spPr>
          <a:xfrm>
            <a:off x="2414119" y="2703547"/>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0" name="矩形 49">
            <a:extLst>
              <a:ext uri="{FF2B5EF4-FFF2-40B4-BE49-F238E27FC236}">
                <a16:creationId xmlns:a16="http://schemas.microsoft.com/office/drawing/2014/main" id="{FC20D3D9-1B39-F5F6-3987-AD82EE9B9450}"/>
              </a:ext>
            </a:extLst>
          </p:cNvPr>
          <p:cNvSpPr/>
          <p:nvPr/>
        </p:nvSpPr>
        <p:spPr>
          <a:xfrm>
            <a:off x="2583688" y="2703547"/>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1" name="矩形 50">
            <a:extLst>
              <a:ext uri="{FF2B5EF4-FFF2-40B4-BE49-F238E27FC236}">
                <a16:creationId xmlns:a16="http://schemas.microsoft.com/office/drawing/2014/main" id="{D1A4CB09-7B73-8270-7552-F3E3260A0313}"/>
              </a:ext>
            </a:extLst>
          </p:cNvPr>
          <p:cNvSpPr/>
          <p:nvPr/>
        </p:nvSpPr>
        <p:spPr>
          <a:xfrm>
            <a:off x="2755914" y="2703547"/>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2" name="矩形 51">
            <a:extLst>
              <a:ext uri="{FF2B5EF4-FFF2-40B4-BE49-F238E27FC236}">
                <a16:creationId xmlns:a16="http://schemas.microsoft.com/office/drawing/2014/main" id="{D6D82D46-1BD5-5541-3B72-0C4BD6D614A5}"/>
              </a:ext>
            </a:extLst>
          </p:cNvPr>
          <p:cNvSpPr/>
          <p:nvPr/>
        </p:nvSpPr>
        <p:spPr>
          <a:xfrm>
            <a:off x="2928140" y="2703547"/>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3" name="矩形 52">
            <a:extLst>
              <a:ext uri="{FF2B5EF4-FFF2-40B4-BE49-F238E27FC236}">
                <a16:creationId xmlns:a16="http://schemas.microsoft.com/office/drawing/2014/main" id="{1D60C1C6-3614-3840-90FE-09CF5394636C}"/>
              </a:ext>
            </a:extLst>
          </p:cNvPr>
          <p:cNvSpPr/>
          <p:nvPr/>
        </p:nvSpPr>
        <p:spPr>
          <a:xfrm>
            <a:off x="3100366" y="2703547"/>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4" name="矩形 53">
            <a:extLst>
              <a:ext uri="{FF2B5EF4-FFF2-40B4-BE49-F238E27FC236}">
                <a16:creationId xmlns:a16="http://schemas.microsoft.com/office/drawing/2014/main" id="{FC7B5F01-6D01-B28B-E7D4-AD2D6049EF68}"/>
              </a:ext>
            </a:extLst>
          </p:cNvPr>
          <p:cNvSpPr/>
          <p:nvPr/>
        </p:nvSpPr>
        <p:spPr>
          <a:xfrm>
            <a:off x="3272592" y="2703547"/>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5" name="矩形 54">
            <a:extLst>
              <a:ext uri="{FF2B5EF4-FFF2-40B4-BE49-F238E27FC236}">
                <a16:creationId xmlns:a16="http://schemas.microsoft.com/office/drawing/2014/main" id="{A88B07F5-0025-82F3-3BC5-A607A8427A35}"/>
              </a:ext>
            </a:extLst>
          </p:cNvPr>
          <p:cNvSpPr/>
          <p:nvPr/>
        </p:nvSpPr>
        <p:spPr>
          <a:xfrm>
            <a:off x="3444818" y="2703547"/>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6" name="矩形 55">
            <a:extLst>
              <a:ext uri="{FF2B5EF4-FFF2-40B4-BE49-F238E27FC236}">
                <a16:creationId xmlns:a16="http://schemas.microsoft.com/office/drawing/2014/main" id="{C8B51F15-7DC3-96B9-92BD-BA27AF65AFEF}"/>
              </a:ext>
            </a:extLst>
          </p:cNvPr>
          <p:cNvSpPr/>
          <p:nvPr/>
        </p:nvSpPr>
        <p:spPr>
          <a:xfrm>
            <a:off x="1380763" y="2875773"/>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7" name="矩形 56">
            <a:extLst>
              <a:ext uri="{FF2B5EF4-FFF2-40B4-BE49-F238E27FC236}">
                <a16:creationId xmlns:a16="http://schemas.microsoft.com/office/drawing/2014/main" id="{A0AC9A25-2B36-C5AE-8DF0-D85EBC0FD124}"/>
              </a:ext>
            </a:extLst>
          </p:cNvPr>
          <p:cNvSpPr/>
          <p:nvPr/>
        </p:nvSpPr>
        <p:spPr>
          <a:xfrm>
            <a:off x="1552989" y="2875773"/>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8" name="矩形 57">
            <a:extLst>
              <a:ext uri="{FF2B5EF4-FFF2-40B4-BE49-F238E27FC236}">
                <a16:creationId xmlns:a16="http://schemas.microsoft.com/office/drawing/2014/main" id="{9E97AF70-7CF2-7242-112E-529B59F202B1}"/>
              </a:ext>
            </a:extLst>
          </p:cNvPr>
          <p:cNvSpPr/>
          <p:nvPr/>
        </p:nvSpPr>
        <p:spPr>
          <a:xfrm>
            <a:off x="1725215" y="2875773"/>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9" name="矩形 58">
            <a:extLst>
              <a:ext uri="{FF2B5EF4-FFF2-40B4-BE49-F238E27FC236}">
                <a16:creationId xmlns:a16="http://schemas.microsoft.com/office/drawing/2014/main" id="{D83958A2-8EC5-6879-A5CA-3C9C84A40D55}"/>
              </a:ext>
            </a:extLst>
          </p:cNvPr>
          <p:cNvSpPr/>
          <p:nvPr/>
        </p:nvSpPr>
        <p:spPr>
          <a:xfrm>
            <a:off x="1897441" y="2875773"/>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0" name="矩形 59">
            <a:extLst>
              <a:ext uri="{FF2B5EF4-FFF2-40B4-BE49-F238E27FC236}">
                <a16:creationId xmlns:a16="http://schemas.microsoft.com/office/drawing/2014/main" id="{149833A5-9459-EF6C-45BF-FB9BA3E70367}"/>
              </a:ext>
            </a:extLst>
          </p:cNvPr>
          <p:cNvSpPr/>
          <p:nvPr/>
        </p:nvSpPr>
        <p:spPr>
          <a:xfrm>
            <a:off x="2069667" y="2875773"/>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1" name="矩形 60">
            <a:extLst>
              <a:ext uri="{FF2B5EF4-FFF2-40B4-BE49-F238E27FC236}">
                <a16:creationId xmlns:a16="http://schemas.microsoft.com/office/drawing/2014/main" id="{4513E24F-B029-FCA1-750D-D3C05FD47CEB}"/>
              </a:ext>
            </a:extLst>
          </p:cNvPr>
          <p:cNvSpPr/>
          <p:nvPr/>
        </p:nvSpPr>
        <p:spPr>
          <a:xfrm>
            <a:off x="2241893" y="2875773"/>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2" name="矩形 61">
            <a:extLst>
              <a:ext uri="{FF2B5EF4-FFF2-40B4-BE49-F238E27FC236}">
                <a16:creationId xmlns:a16="http://schemas.microsoft.com/office/drawing/2014/main" id="{8757D409-2897-2CF1-10B9-F24584AC05F1}"/>
              </a:ext>
            </a:extLst>
          </p:cNvPr>
          <p:cNvSpPr/>
          <p:nvPr/>
        </p:nvSpPr>
        <p:spPr>
          <a:xfrm>
            <a:off x="2414119" y="2875773"/>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3" name="矩形 62">
            <a:extLst>
              <a:ext uri="{FF2B5EF4-FFF2-40B4-BE49-F238E27FC236}">
                <a16:creationId xmlns:a16="http://schemas.microsoft.com/office/drawing/2014/main" id="{38A9FEAD-7E02-70F6-0B19-12230CC4A103}"/>
              </a:ext>
            </a:extLst>
          </p:cNvPr>
          <p:cNvSpPr/>
          <p:nvPr/>
        </p:nvSpPr>
        <p:spPr>
          <a:xfrm>
            <a:off x="2583688" y="2875773"/>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4" name="矩形 63">
            <a:extLst>
              <a:ext uri="{FF2B5EF4-FFF2-40B4-BE49-F238E27FC236}">
                <a16:creationId xmlns:a16="http://schemas.microsoft.com/office/drawing/2014/main" id="{FB7813AA-69D6-FA4D-517A-DEAD66987C21}"/>
              </a:ext>
            </a:extLst>
          </p:cNvPr>
          <p:cNvSpPr/>
          <p:nvPr/>
        </p:nvSpPr>
        <p:spPr>
          <a:xfrm>
            <a:off x="2755914" y="2875773"/>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5" name="矩形 64">
            <a:extLst>
              <a:ext uri="{FF2B5EF4-FFF2-40B4-BE49-F238E27FC236}">
                <a16:creationId xmlns:a16="http://schemas.microsoft.com/office/drawing/2014/main" id="{C3B24D1F-B2DE-BEF9-7494-5B069616FB87}"/>
              </a:ext>
            </a:extLst>
          </p:cNvPr>
          <p:cNvSpPr/>
          <p:nvPr/>
        </p:nvSpPr>
        <p:spPr>
          <a:xfrm>
            <a:off x="2928140" y="2875773"/>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6" name="矩形 65">
            <a:extLst>
              <a:ext uri="{FF2B5EF4-FFF2-40B4-BE49-F238E27FC236}">
                <a16:creationId xmlns:a16="http://schemas.microsoft.com/office/drawing/2014/main" id="{D5C362F3-9573-A702-569F-D77C94E7A322}"/>
              </a:ext>
            </a:extLst>
          </p:cNvPr>
          <p:cNvSpPr/>
          <p:nvPr/>
        </p:nvSpPr>
        <p:spPr>
          <a:xfrm>
            <a:off x="3100366" y="2875773"/>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7" name="矩形 66">
            <a:extLst>
              <a:ext uri="{FF2B5EF4-FFF2-40B4-BE49-F238E27FC236}">
                <a16:creationId xmlns:a16="http://schemas.microsoft.com/office/drawing/2014/main" id="{64DEE404-FFCB-757B-9BBE-41E300EED6DE}"/>
              </a:ext>
            </a:extLst>
          </p:cNvPr>
          <p:cNvSpPr/>
          <p:nvPr/>
        </p:nvSpPr>
        <p:spPr>
          <a:xfrm>
            <a:off x="3272592" y="2875773"/>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8" name="矩形 67">
            <a:extLst>
              <a:ext uri="{FF2B5EF4-FFF2-40B4-BE49-F238E27FC236}">
                <a16:creationId xmlns:a16="http://schemas.microsoft.com/office/drawing/2014/main" id="{E0FFB837-ABED-56CB-8F44-A47D05651143}"/>
              </a:ext>
            </a:extLst>
          </p:cNvPr>
          <p:cNvSpPr/>
          <p:nvPr/>
        </p:nvSpPr>
        <p:spPr>
          <a:xfrm>
            <a:off x="3444818" y="2875773"/>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9" name="矩形 68">
            <a:extLst>
              <a:ext uri="{FF2B5EF4-FFF2-40B4-BE49-F238E27FC236}">
                <a16:creationId xmlns:a16="http://schemas.microsoft.com/office/drawing/2014/main" id="{F996CDBA-4892-B5CB-D0C8-6C8D3B34BB66}"/>
              </a:ext>
            </a:extLst>
          </p:cNvPr>
          <p:cNvSpPr/>
          <p:nvPr/>
        </p:nvSpPr>
        <p:spPr>
          <a:xfrm>
            <a:off x="1380763" y="3047999"/>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0" name="矩形 69">
            <a:extLst>
              <a:ext uri="{FF2B5EF4-FFF2-40B4-BE49-F238E27FC236}">
                <a16:creationId xmlns:a16="http://schemas.microsoft.com/office/drawing/2014/main" id="{A1A669EE-440F-1101-C6BD-6F96E7B65466}"/>
              </a:ext>
            </a:extLst>
          </p:cNvPr>
          <p:cNvSpPr/>
          <p:nvPr/>
        </p:nvSpPr>
        <p:spPr>
          <a:xfrm>
            <a:off x="1552989" y="3047999"/>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1" name="矩形 70">
            <a:extLst>
              <a:ext uri="{FF2B5EF4-FFF2-40B4-BE49-F238E27FC236}">
                <a16:creationId xmlns:a16="http://schemas.microsoft.com/office/drawing/2014/main" id="{17FF2095-0F8A-509D-CA16-45F0BDA923D3}"/>
              </a:ext>
            </a:extLst>
          </p:cNvPr>
          <p:cNvSpPr/>
          <p:nvPr/>
        </p:nvSpPr>
        <p:spPr>
          <a:xfrm>
            <a:off x="1725215" y="3047999"/>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2" name="矩形 71">
            <a:extLst>
              <a:ext uri="{FF2B5EF4-FFF2-40B4-BE49-F238E27FC236}">
                <a16:creationId xmlns:a16="http://schemas.microsoft.com/office/drawing/2014/main" id="{6102DCD0-8F01-F7F7-AFEF-2837BA24C88A}"/>
              </a:ext>
            </a:extLst>
          </p:cNvPr>
          <p:cNvSpPr/>
          <p:nvPr/>
        </p:nvSpPr>
        <p:spPr>
          <a:xfrm>
            <a:off x="1897441" y="3047999"/>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3" name="矩形 72">
            <a:extLst>
              <a:ext uri="{FF2B5EF4-FFF2-40B4-BE49-F238E27FC236}">
                <a16:creationId xmlns:a16="http://schemas.microsoft.com/office/drawing/2014/main" id="{95DDF70C-1EB1-FCAB-603F-D6BAC9DDBE98}"/>
              </a:ext>
            </a:extLst>
          </p:cNvPr>
          <p:cNvSpPr/>
          <p:nvPr/>
        </p:nvSpPr>
        <p:spPr>
          <a:xfrm>
            <a:off x="2069667" y="3047999"/>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4" name="矩形 73">
            <a:extLst>
              <a:ext uri="{FF2B5EF4-FFF2-40B4-BE49-F238E27FC236}">
                <a16:creationId xmlns:a16="http://schemas.microsoft.com/office/drawing/2014/main" id="{E3BDB3EE-F2F0-69F3-2FEF-8DB606D6C81B}"/>
              </a:ext>
            </a:extLst>
          </p:cNvPr>
          <p:cNvSpPr/>
          <p:nvPr/>
        </p:nvSpPr>
        <p:spPr>
          <a:xfrm>
            <a:off x="2241893" y="3047999"/>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5" name="矩形 74">
            <a:extLst>
              <a:ext uri="{FF2B5EF4-FFF2-40B4-BE49-F238E27FC236}">
                <a16:creationId xmlns:a16="http://schemas.microsoft.com/office/drawing/2014/main" id="{C0C20C5B-82C1-78F4-5C99-4132A0E9901C}"/>
              </a:ext>
            </a:extLst>
          </p:cNvPr>
          <p:cNvSpPr/>
          <p:nvPr/>
        </p:nvSpPr>
        <p:spPr>
          <a:xfrm>
            <a:off x="2414119" y="3047999"/>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6" name="矩形 75">
            <a:extLst>
              <a:ext uri="{FF2B5EF4-FFF2-40B4-BE49-F238E27FC236}">
                <a16:creationId xmlns:a16="http://schemas.microsoft.com/office/drawing/2014/main" id="{ABA60A55-8C14-72E5-D9D3-F1F494332A5A}"/>
              </a:ext>
            </a:extLst>
          </p:cNvPr>
          <p:cNvSpPr/>
          <p:nvPr/>
        </p:nvSpPr>
        <p:spPr>
          <a:xfrm>
            <a:off x="2583688" y="3047999"/>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7" name="矩形 76">
            <a:extLst>
              <a:ext uri="{FF2B5EF4-FFF2-40B4-BE49-F238E27FC236}">
                <a16:creationId xmlns:a16="http://schemas.microsoft.com/office/drawing/2014/main" id="{75141441-4D52-4027-6A14-D7CB7EF4169A}"/>
              </a:ext>
            </a:extLst>
          </p:cNvPr>
          <p:cNvSpPr/>
          <p:nvPr/>
        </p:nvSpPr>
        <p:spPr>
          <a:xfrm>
            <a:off x="2755914" y="3047999"/>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8" name="矩形 77">
            <a:extLst>
              <a:ext uri="{FF2B5EF4-FFF2-40B4-BE49-F238E27FC236}">
                <a16:creationId xmlns:a16="http://schemas.microsoft.com/office/drawing/2014/main" id="{514DAC0B-A132-E28B-E5A2-1A5CCCAB03C8}"/>
              </a:ext>
            </a:extLst>
          </p:cNvPr>
          <p:cNvSpPr/>
          <p:nvPr/>
        </p:nvSpPr>
        <p:spPr>
          <a:xfrm>
            <a:off x="2928140" y="3047999"/>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9" name="矩形 78">
            <a:extLst>
              <a:ext uri="{FF2B5EF4-FFF2-40B4-BE49-F238E27FC236}">
                <a16:creationId xmlns:a16="http://schemas.microsoft.com/office/drawing/2014/main" id="{5A87865A-23EE-A9A8-D9AF-6E6B96128C22}"/>
              </a:ext>
            </a:extLst>
          </p:cNvPr>
          <p:cNvSpPr/>
          <p:nvPr/>
        </p:nvSpPr>
        <p:spPr>
          <a:xfrm>
            <a:off x="3100366" y="3047999"/>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0" name="矩形 79">
            <a:extLst>
              <a:ext uri="{FF2B5EF4-FFF2-40B4-BE49-F238E27FC236}">
                <a16:creationId xmlns:a16="http://schemas.microsoft.com/office/drawing/2014/main" id="{561B5AD6-D925-7C3A-55E1-5C812F12AA02}"/>
              </a:ext>
            </a:extLst>
          </p:cNvPr>
          <p:cNvSpPr/>
          <p:nvPr/>
        </p:nvSpPr>
        <p:spPr>
          <a:xfrm>
            <a:off x="3272592" y="3047999"/>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1" name="矩形 80">
            <a:extLst>
              <a:ext uri="{FF2B5EF4-FFF2-40B4-BE49-F238E27FC236}">
                <a16:creationId xmlns:a16="http://schemas.microsoft.com/office/drawing/2014/main" id="{EC60ECD5-374C-12E0-762D-593DAF5896F9}"/>
              </a:ext>
            </a:extLst>
          </p:cNvPr>
          <p:cNvSpPr/>
          <p:nvPr/>
        </p:nvSpPr>
        <p:spPr>
          <a:xfrm>
            <a:off x="3444818" y="3047999"/>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2" name="矩形 81">
            <a:extLst>
              <a:ext uri="{FF2B5EF4-FFF2-40B4-BE49-F238E27FC236}">
                <a16:creationId xmlns:a16="http://schemas.microsoft.com/office/drawing/2014/main" id="{ADFB2E7D-7F71-C143-9B67-34FFB0650F39}"/>
              </a:ext>
            </a:extLst>
          </p:cNvPr>
          <p:cNvSpPr/>
          <p:nvPr/>
        </p:nvSpPr>
        <p:spPr>
          <a:xfrm>
            <a:off x="1380763" y="3220225"/>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3" name="矩形 82">
            <a:extLst>
              <a:ext uri="{FF2B5EF4-FFF2-40B4-BE49-F238E27FC236}">
                <a16:creationId xmlns:a16="http://schemas.microsoft.com/office/drawing/2014/main" id="{BB68230A-7046-CE55-BDE0-936EFB96C38C}"/>
              </a:ext>
            </a:extLst>
          </p:cNvPr>
          <p:cNvSpPr/>
          <p:nvPr/>
        </p:nvSpPr>
        <p:spPr>
          <a:xfrm>
            <a:off x="1552989" y="322022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4" name="矩形 83">
            <a:extLst>
              <a:ext uri="{FF2B5EF4-FFF2-40B4-BE49-F238E27FC236}">
                <a16:creationId xmlns:a16="http://schemas.microsoft.com/office/drawing/2014/main" id="{AA27CF29-19F3-28DD-DD60-721B19DE8830}"/>
              </a:ext>
            </a:extLst>
          </p:cNvPr>
          <p:cNvSpPr/>
          <p:nvPr/>
        </p:nvSpPr>
        <p:spPr>
          <a:xfrm>
            <a:off x="1725215" y="322022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5" name="矩形 84">
            <a:extLst>
              <a:ext uri="{FF2B5EF4-FFF2-40B4-BE49-F238E27FC236}">
                <a16:creationId xmlns:a16="http://schemas.microsoft.com/office/drawing/2014/main" id="{98B4F2B0-D35D-2419-4D5A-3C99D5F62193}"/>
              </a:ext>
            </a:extLst>
          </p:cNvPr>
          <p:cNvSpPr/>
          <p:nvPr/>
        </p:nvSpPr>
        <p:spPr>
          <a:xfrm>
            <a:off x="1897441" y="322022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6" name="矩形 85">
            <a:extLst>
              <a:ext uri="{FF2B5EF4-FFF2-40B4-BE49-F238E27FC236}">
                <a16:creationId xmlns:a16="http://schemas.microsoft.com/office/drawing/2014/main" id="{16CA2E64-F9AE-BF2D-243C-782DA7BDF8F6}"/>
              </a:ext>
            </a:extLst>
          </p:cNvPr>
          <p:cNvSpPr/>
          <p:nvPr/>
        </p:nvSpPr>
        <p:spPr>
          <a:xfrm>
            <a:off x="2069667" y="322022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7" name="矩形 86">
            <a:extLst>
              <a:ext uri="{FF2B5EF4-FFF2-40B4-BE49-F238E27FC236}">
                <a16:creationId xmlns:a16="http://schemas.microsoft.com/office/drawing/2014/main" id="{ED52C4D1-A162-2936-ECC8-FB25972E029D}"/>
              </a:ext>
            </a:extLst>
          </p:cNvPr>
          <p:cNvSpPr/>
          <p:nvPr/>
        </p:nvSpPr>
        <p:spPr>
          <a:xfrm>
            <a:off x="2241893" y="322022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8" name="矩形 87">
            <a:extLst>
              <a:ext uri="{FF2B5EF4-FFF2-40B4-BE49-F238E27FC236}">
                <a16:creationId xmlns:a16="http://schemas.microsoft.com/office/drawing/2014/main" id="{E8A13E55-5BF2-07C2-E72B-478C0DFC501F}"/>
              </a:ext>
            </a:extLst>
          </p:cNvPr>
          <p:cNvSpPr/>
          <p:nvPr/>
        </p:nvSpPr>
        <p:spPr>
          <a:xfrm>
            <a:off x="2414119" y="322022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9" name="矩形 88">
            <a:extLst>
              <a:ext uri="{FF2B5EF4-FFF2-40B4-BE49-F238E27FC236}">
                <a16:creationId xmlns:a16="http://schemas.microsoft.com/office/drawing/2014/main" id="{0E5F4762-5840-BAC1-65AB-6C47EEE99A6B}"/>
              </a:ext>
            </a:extLst>
          </p:cNvPr>
          <p:cNvSpPr/>
          <p:nvPr/>
        </p:nvSpPr>
        <p:spPr>
          <a:xfrm>
            <a:off x="2583688" y="322022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0" name="矩形 89">
            <a:extLst>
              <a:ext uri="{FF2B5EF4-FFF2-40B4-BE49-F238E27FC236}">
                <a16:creationId xmlns:a16="http://schemas.microsoft.com/office/drawing/2014/main" id="{BA4445AB-B588-25A9-E76C-1EB5F08DBCB3}"/>
              </a:ext>
            </a:extLst>
          </p:cNvPr>
          <p:cNvSpPr/>
          <p:nvPr/>
        </p:nvSpPr>
        <p:spPr>
          <a:xfrm>
            <a:off x="2755914" y="322022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1" name="矩形 90">
            <a:extLst>
              <a:ext uri="{FF2B5EF4-FFF2-40B4-BE49-F238E27FC236}">
                <a16:creationId xmlns:a16="http://schemas.microsoft.com/office/drawing/2014/main" id="{6AE2BC2E-B749-7835-993F-8691BC0C3A83}"/>
              </a:ext>
            </a:extLst>
          </p:cNvPr>
          <p:cNvSpPr/>
          <p:nvPr/>
        </p:nvSpPr>
        <p:spPr>
          <a:xfrm>
            <a:off x="2928140" y="322022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2" name="矩形 91">
            <a:extLst>
              <a:ext uri="{FF2B5EF4-FFF2-40B4-BE49-F238E27FC236}">
                <a16:creationId xmlns:a16="http://schemas.microsoft.com/office/drawing/2014/main" id="{28E0B3E8-C8C3-0BDB-F9A1-256CE7FE8663}"/>
              </a:ext>
            </a:extLst>
          </p:cNvPr>
          <p:cNvSpPr/>
          <p:nvPr/>
        </p:nvSpPr>
        <p:spPr>
          <a:xfrm>
            <a:off x="3100366" y="322022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3" name="矩形 92">
            <a:extLst>
              <a:ext uri="{FF2B5EF4-FFF2-40B4-BE49-F238E27FC236}">
                <a16:creationId xmlns:a16="http://schemas.microsoft.com/office/drawing/2014/main" id="{68B8EC71-661B-3C9D-EE90-0E1300E9A43D}"/>
              </a:ext>
            </a:extLst>
          </p:cNvPr>
          <p:cNvSpPr/>
          <p:nvPr/>
        </p:nvSpPr>
        <p:spPr>
          <a:xfrm>
            <a:off x="3272592" y="322022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4" name="矩形 93">
            <a:extLst>
              <a:ext uri="{FF2B5EF4-FFF2-40B4-BE49-F238E27FC236}">
                <a16:creationId xmlns:a16="http://schemas.microsoft.com/office/drawing/2014/main" id="{F6ECDA48-4374-C048-20D7-03A236D5E27C}"/>
              </a:ext>
            </a:extLst>
          </p:cNvPr>
          <p:cNvSpPr/>
          <p:nvPr/>
        </p:nvSpPr>
        <p:spPr>
          <a:xfrm>
            <a:off x="3444818" y="322022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5" name="矩形 94">
            <a:extLst>
              <a:ext uri="{FF2B5EF4-FFF2-40B4-BE49-F238E27FC236}">
                <a16:creationId xmlns:a16="http://schemas.microsoft.com/office/drawing/2014/main" id="{EA182D14-0E2F-8EE3-E7B9-3D0A74E7B94A}"/>
              </a:ext>
            </a:extLst>
          </p:cNvPr>
          <p:cNvSpPr/>
          <p:nvPr/>
        </p:nvSpPr>
        <p:spPr>
          <a:xfrm>
            <a:off x="1380763" y="3392451"/>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6" name="矩形 95">
            <a:extLst>
              <a:ext uri="{FF2B5EF4-FFF2-40B4-BE49-F238E27FC236}">
                <a16:creationId xmlns:a16="http://schemas.microsoft.com/office/drawing/2014/main" id="{75DFDC08-E152-045A-AC2F-171C4F4AE256}"/>
              </a:ext>
            </a:extLst>
          </p:cNvPr>
          <p:cNvSpPr/>
          <p:nvPr/>
        </p:nvSpPr>
        <p:spPr>
          <a:xfrm>
            <a:off x="1552989" y="3392451"/>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7" name="矩形 96">
            <a:extLst>
              <a:ext uri="{FF2B5EF4-FFF2-40B4-BE49-F238E27FC236}">
                <a16:creationId xmlns:a16="http://schemas.microsoft.com/office/drawing/2014/main" id="{44E2E77F-0F7C-38FF-BC5D-C26EA46FFCC4}"/>
              </a:ext>
            </a:extLst>
          </p:cNvPr>
          <p:cNvSpPr/>
          <p:nvPr/>
        </p:nvSpPr>
        <p:spPr>
          <a:xfrm>
            <a:off x="1725215" y="3392451"/>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8" name="矩形 97">
            <a:extLst>
              <a:ext uri="{FF2B5EF4-FFF2-40B4-BE49-F238E27FC236}">
                <a16:creationId xmlns:a16="http://schemas.microsoft.com/office/drawing/2014/main" id="{97ED243B-54ED-7869-8B1D-B796107A2456}"/>
              </a:ext>
            </a:extLst>
          </p:cNvPr>
          <p:cNvSpPr/>
          <p:nvPr/>
        </p:nvSpPr>
        <p:spPr>
          <a:xfrm>
            <a:off x="1897441" y="3392451"/>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9" name="矩形 98">
            <a:extLst>
              <a:ext uri="{FF2B5EF4-FFF2-40B4-BE49-F238E27FC236}">
                <a16:creationId xmlns:a16="http://schemas.microsoft.com/office/drawing/2014/main" id="{1E4ED45D-2F90-47EA-6FB7-B8C1B5AAC08B}"/>
              </a:ext>
            </a:extLst>
          </p:cNvPr>
          <p:cNvSpPr/>
          <p:nvPr/>
        </p:nvSpPr>
        <p:spPr>
          <a:xfrm>
            <a:off x="2069667" y="3392451"/>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0" name="矩形 99">
            <a:extLst>
              <a:ext uri="{FF2B5EF4-FFF2-40B4-BE49-F238E27FC236}">
                <a16:creationId xmlns:a16="http://schemas.microsoft.com/office/drawing/2014/main" id="{54D3EF42-8E44-1E29-C94A-FBCCDB621236}"/>
              </a:ext>
            </a:extLst>
          </p:cNvPr>
          <p:cNvSpPr/>
          <p:nvPr/>
        </p:nvSpPr>
        <p:spPr>
          <a:xfrm>
            <a:off x="2241893" y="3392451"/>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1" name="矩形 100">
            <a:extLst>
              <a:ext uri="{FF2B5EF4-FFF2-40B4-BE49-F238E27FC236}">
                <a16:creationId xmlns:a16="http://schemas.microsoft.com/office/drawing/2014/main" id="{76EAA53D-6CB1-7926-B58D-86E1F294C49B}"/>
              </a:ext>
            </a:extLst>
          </p:cNvPr>
          <p:cNvSpPr/>
          <p:nvPr/>
        </p:nvSpPr>
        <p:spPr>
          <a:xfrm>
            <a:off x="2414119" y="3392451"/>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2" name="矩形 101">
            <a:extLst>
              <a:ext uri="{FF2B5EF4-FFF2-40B4-BE49-F238E27FC236}">
                <a16:creationId xmlns:a16="http://schemas.microsoft.com/office/drawing/2014/main" id="{7A45F07A-29D7-0DC5-B3CD-D049D591FDBA}"/>
              </a:ext>
            </a:extLst>
          </p:cNvPr>
          <p:cNvSpPr/>
          <p:nvPr/>
        </p:nvSpPr>
        <p:spPr>
          <a:xfrm>
            <a:off x="2583688" y="3392451"/>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3" name="矩形 102">
            <a:extLst>
              <a:ext uri="{FF2B5EF4-FFF2-40B4-BE49-F238E27FC236}">
                <a16:creationId xmlns:a16="http://schemas.microsoft.com/office/drawing/2014/main" id="{20B1D3B1-BD8F-DFBA-53AF-B6033CCE241A}"/>
              </a:ext>
            </a:extLst>
          </p:cNvPr>
          <p:cNvSpPr/>
          <p:nvPr/>
        </p:nvSpPr>
        <p:spPr>
          <a:xfrm>
            <a:off x="2755914" y="3392451"/>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4" name="矩形 103">
            <a:extLst>
              <a:ext uri="{FF2B5EF4-FFF2-40B4-BE49-F238E27FC236}">
                <a16:creationId xmlns:a16="http://schemas.microsoft.com/office/drawing/2014/main" id="{87953971-347B-2545-6959-CA791B959E20}"/>
              </a:ext>
            </a:extLst>
          </p:cNvPr>
          <p:cNvSpPr/>
          <p:nvPr/>
        </p:nvSpPr>
        <p:spPr>
          <a:xfrm>
            <a:off x="2928140" y="3392451"/>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5" name="矩形 104">
            <a:extLst>
              <a:ext uri="{FF2B5EF4-FFF2-40B4-BE49-F238E27FC236}">
                <a16:creationId xmlns:a16="http://schemas.microsoft.com/office/drawing/2014/main" id="{3BEEBEE3-0481-17DA-A2C7-24514CCAD46B}"/>
              </a:ext>
            </a:extLst>
          </p:cNvPr>
          <p:cNvSpPr/>
          <p:nvPr/>
        </p:nvSpPr>
        <p:spPr>
          <a:xfrm>
            <a:off x="3100366" y="3392451"/>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6" name="矩形 105">
            <a:extLst>
              <a:ext uri="{FF2B5EF4-FFF2-40B4-BE49-F238E27FC236}">
                <a16:creationId xmlns:a16="http://schemas.microsoft.com/office/drawing/2014/main" id="{114CB088-6D61-7C26-69CE-40CA4039E70F}"/>
              </a:ext>
            </a:extLst>
          </p:cNvPr>
          <p:cNvSpPr/>
          <p:nvPr/>
        </p:nvSpPr>
        <p:spPr>
          <a:xfrm>
            <a:off x="3272592" y="3392451"/>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7" name="矩形 106">
            <a:extLst>
              <a:ext uri="{FF2B5EF4-FFF2-40B4-BE49-F238E27FC236}">
                <a16:creationId xmlns:a16="http://schemas.microsoft.com/office/drawing/2014/main" id="{47F2FC4D-D3ED-4DC1-F958-C7BAC9078F7E}"/>
              </a:ext>
            </a:extLst>
          </p:cNvPr>
          <p:cNvSpPr/>
          <p:nvPr/>
        </p:nvSpPr>
        <p:spPr>
          <a:xfrm>
            <a:off x="3444818" y="3392451"/>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8" name="矩形 107">
            <a:extLst>
              <a:ext uri="{FF2B5EF4-FFF2-40B4-BE49-F238E27FC236}">
                <a16:creationId xmlns:a16="http://schemas.microsoft.com/office/drawing/2014/main" id="{7A992C1F-1C52-AE2B-D9D6-D1140958ED54}"/>
              </a:ext>
            </a:extLst>
          </p:cNvPr>
          <p:cNvSpPr/>
          <p:nvPr/>
        </p:nvSpPr>
        <p:spPr>
          <a:xfrm>
            <a:off x="1380763" y="3564677"/>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9" name="矩形 108">
            <a:extLst>
              <a:ext uri="{FF2B5EF4-FFF2-40B4-BE49-F238E27FC236}">
                <a16:creationId xmlns:a16="http://schemas.microsoft.com/office/drawing/2014/main" id="{AEAA0099-7062-1C86-D75A-84D15A0E0AC9}"/>
              </a:ext>
            </a:extLst>
          </p:cNvPr>
          <p:cNvSpPr/>
          <p:nvPr/>
        </p:nvSpPr>
        <p:spPr>
          <a:xfrm>
            <a:off x="1552989" y="3564677"/>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0" name="矩形 109">
            <a:extLst>
              <a:ext uri="{FF2B5EF4-FFF2-40B4-BE49-F238E27FC236}">
                <a16:creationId xmlns:a16="http://schemas.microsoft.com/office/drawing/2014/main" id="{64CEE337-ECAB-7A80-E14B-C95E97E7F2FE}"/>
              </a:ext>
            </a:extLst>
          </p:cNvPr>
          <p:cNvSpPr/>
          <p:nvPr/>
        </p:nvSpPr>
        <p:spPr>
          <a:xfrm>
            <a:off x="1725215" y="3564677"/>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1" name="矩形 110">
            <a:extLst>
              <a:ext uri="{FF2B5EF4-FFF2-40B4-BE49-F238E27FC236}">
                <a16:creationId xmlns:a16="http://schemas.microsoft.com/office/drawing/2014/main" id="{276A35BA-D2A9-7E79-6590-F27DB899A252}"/>
              </a:ext>
            </a:extLst>
          </p:cNvPr>
          <p:cNvSpPr/>
          <p:nvPr/>
        </p:nvSpPr>
        <p:spPr>
          <a:xfrm>
            <a:off x="1897441" y="3564677"/>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2" name="矩形 111">
            <a:extLst>
              <a:ext uri="{FF2B5EF4-FFF2-40B4-BE49-F238E27FC236}">
                <a16:creationId xmlns:a16="http://schemas.microsoft.com/office/drawing/2014/main" id="{4382EF53-B3C3-67C6-FA58-C0DCAA40B554}"/>
              </a:ext>
            </a:extLst>
          </p:cNvPr>
          <p:cNvSpPr/>
          <p:nvPr/>
        </p:nvSpPr>
        <p:spPr>
          <a:xfrm>
            <a:off x="2069667" y="3564677"/>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3" name="矩形 112">
            <a:extLst>
              <a:ext uri="{FF2B5EF4-FFF2-40B4-BE49-F238E27FC236}">
                <a16:creationId xmlns:a16="http://schemas.microsoft.com/office/drawing/2014/main" id="{0F034D03-ADDA-9425-C812-E0BA266B5CEB}"/>
              </a:ext>
            </a:extLst>
          </p:cNvPr>
          <p:cNvSpPr/>
          <p:nvPr/>
        </p:nvSpPr>
        <p:spPr>
          <a:xfrm>
            <a:off x="2241893" y="3564677"/>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4" name="矩形 113">
            <a:extLst>
              <a:ext uri="{FF2B5EF4-FFF2-40B4-BE49-F238E27FC236}">
                <a16:creationId xmlns:a16="http://schemas.microsoft.com/office/drawing/2014/main" id="{5CD5E806-1B92-2817-A5CB-8E1B5BEB38BB}"/>
              </a:ext>
            </a:extLst>
          </p:cNvPr>
          <p:cNvSpPr/>
          <p:nvPr/>
        </p:nvSpPr>
        <p:spPr>
          <a:xfrm>
            <a:off x="2414119" y="3564677"/>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5" name="矩形 114">
            <a:extLst>
              <a:ext uri="{FF2B5EF4-FFF2-40B4-BE49-F238E27FC236}">
                <a16:creationId xmlns:a16="http://schemas.microsoft.com/office/drawing/2014/main" id="{0F53A320-A023-1882-439D-405A6534AA39}"/>
              </a:ext>
            </a:extLst>
          </p:cNvPr>
          <p:cNvSpPr/>
          <p:nvPr/>
        </p:nvSpPr>
        <p:spPr>
          <a:xfrm>
            <a:off x="2583688" y="3564677"/>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6" name="矩形 115">
            <a:extLst>
              <a:ext uri="{FF2B5EF4-FFF2-40B4-BE49-F238E27FC236}">
                <a16:creationId xmlns:a16="http://schemas.microsoft.com/office/drawing/2014/main" id="{8234FB30-1758-B0E6-D504-346497C90CB8}"/>
              </a:ext>
            </a:extLst>
          </p:cNvPr>
          <p:cNvSpPr/>
          <p:nvPr/>
        </p:nvSpPr>
        <p:spPr>
          <a:xfrm>
            <a:off x="2755914" y="3564677"/>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7" name="矩形 116">
            <a:extLst>
              <a:ext uri="{FF2B5EF4-FFF2-40B4-BE49-F238E27FC236}">
                <a16:creationId xmlns:a16="http://schemas.microsoft.com/office/drawing/2014/main" id="{5D4F47D2-21FF-D24A-0669-071FBAA1757D}"/>
              </a:ext>
            </a:extLst>
          </p:cNvPr>
          <p:cNvSpPr/>
          <p:nvPr/>
        </p:nvSpPr>
        <p:spPr>
          <a:xfrm>
            <a:off x="2928140" y="3564677"/>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8" name="矩形 117">
            <a:extLst>
              <a:ext uri="{FF2B5EF4-FFF2-40B4-BE49-F238E27FC236}">
                <a16:creationId xmlns:a16="http://schemas.microsoft.com/office/drawing/2014/main" id="{B5E9F27F-F12D-79E3-941C-0E25D28692A0}"/>
              </a:ext>
            </a:extLst>
          </p:cNvPr>
          <p:cNvSpPr/>
          <p:nvPr/>
        </p:nvSpPr>
        <p:spPr>
          <a:xfrm>
            <a:off x="3100366" y="3564677"/>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9" name="矩形 118">
            <a:extLst>
              <a:ext uri="{FF2B5EF4-FFF2-40B4-BE49-F238E27FC236}">
                <a16:creationId xmlns:a16="http://schemas.microsoft.com/office/drawing/2014/main" id="{D2898D7E-B8B6-B2FF-5382-39D2B53E84D1}"/>
              </a:ext>
            </a:extLst>
          </p:cNvPr>
          <p:cNvSpPr/>
          <p:nvPr/>
        </p:nvSpPr>
        <p:spPr>
          <a:xfrm>
            <a:off x="3272592" y="3564677"/>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0" name="矩形 119">
            <a:extLst>
              <a:ext uri="{FF2B5EF4-FFF2-40B4-BE49-F238E27FC236}">
                <a16:creationId xmlns:a16="http://schemas.microsoft.com/office/drawing/2014/main" id="{360ED9AF-76D2-8C97-A577-C3FB7FC7F5A7}"/>
              </a:ext>
            </a:extLst>
          </p:cNvPr>
          <p:cNvSpPr/>
          <p:nvPr/>
        </p:nvSpPr>
        <p:spPr>
          <a:xfrm>
            <a:off x="3444818" y="3564677"/>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1" name="矩形 120">
            <a:extLst>
              <a:ext uri="{FF2B5EF4-FFF2-40B4-BE49-F238E27FC236}">
                <a16:creationId xmlns:a16="http://schemas.microsoft.com/office/drawing/2014/main" id="{C2F184E0-B4E8-5BFC-0F0A-6AB0B8B04131}"/>
              </a:ext>
            </a:extLst>
          </p:cNvPr>
          <p:cNvSpPr/>
          <p:nvPr/>
        </p:nvSpPr>
        <p:spPr>
          <a:xfrm>
            <a:off x="1380763" y="3736903"/>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2" name="矩形 121">
            <a:extLst>
              <a:ext uri="{FF2B5EF4-FFF2-40B4-BE49-F238E27FC236}">
                <a16:creationId xmlns:a16="http://schemas.microsoft.com/office/drawing/2014/main" id="{940F56A2-117E-5011-5601-C69DDB69EA78}"/>
              </a:ext>
            </a:extLst>
          </p:cNvPr>
          <p:cNvSpPr/>
          <p:nvPr/>
        </p:nvSpPr>
        <p:spPr>
          <a:xfrm>
            <a:off x="1552989" y="3736903"/>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3" name="矩形 122">
            <a:extLst>
              <a:ext uri="{FF2B5EF4-FFF2-40B4-BE49-F238E27FC236}">
                <a16:creationId xmlns:a16="http://schemas.microsoft.com/office/drawing/2014/main" id="{D30D48CD-AAA8-DE5A-AC17-00606F01E160}"/>
              </a:ext>
            </a:extLst>
          </p:cNvPr>
          <p:cNvSpPr/>
          <p:nvPr/>
        </p:nvSpPr>
        <p:spPr>
          <a:xfrm>
            <a:off x="1725215" y="3736903"/>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4" name="矩形 123">
            <a:extLst>
              <a:ext uri="{FF2B5EF4-FFF2-40B4-BE49-F238E27FC236}">
                <a16:creationId xmlns:a16="http://schemas.microsoft.com/office/drawing/2014/main" id="{2BF910DD-326B-985F-E120-865476FCF51B}"/>
              </a:ext>
            </a:extLst>
          </p:cNvPr>
          <p:cNvSpPr/>
          <p:nvPr/>
        </p:nvSpPr>
        <p:spPr>
          <a:xfrm>
            <a:off x="1897441" y="3736903"/>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5" name="矩形 124">
            <a:extLst>
              <a:ext uri="{FF2B5EF4-FFF2-40B4-BE49-F238E27FC236}">
                <a16:creationId xmlns:a16="http://schemas.microsoft.com/office/drawing/2014/main" id="{1A619BC5-2EE8-0C37-6B53-8B31CD604C54}"/>
              </a:ext>
            </a:extLst>
          </p:cNvPr>
          <p:cNvSpPr/>
          <p:nvPr/>
        </p:nvSpPr>
        <p:spPr>
          <a:xfrm>
            <a:off x="2069667" y="3736903"/>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6" name="矩形 125">
            <a:extLst>
              <a:ext uri="{FF2B5EF4-FFF2-40B4-BE49-F238E27FC236}">
                <a16:creationId xmlns:a16="http://schemas.microsoft.com/office/drawing/2014/main" id="{6D2D4F86-7614-0AB4-DD9C-394977B984A9}"/>
              </a:ext>
            </a:extLst>
          </p:cNvPr>
          <p:cNvSpPr/>
          <p:nvPr/>
        </p:nvSpPr>
        <p:spPr>
          <a:xfrm>
            <a:off x="2241893" y="3736903"/>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7" name="矩形 126">
            <a:extLst>
              <a:ext uri="{FF2B5EF4-FFF2-40B4-BE49-F238E27FC236}">
                <a16:creationId xmlns:a16="http://schemas.microsoft.com/office/drawing/2014/main" id="{17F8F455-8206-A5A6-A1FE-2AE3EA0315E3}"/>
              </a:ext>
            </a:extLst>
          </p:cNvPr>
          <p:cNvSpPr/>
          <p:nvPr/>
        </p:nvSpPr>
        <p:spPr>
          <a:xfrm>
            <a:off x="2414119" y="3736903"/>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8" name="矩形 127">
            <a:extLst>
              <a:ext uri="{FF2B5EF4-FFF2-40B4-BE49-F238E27FC236}">
                <a16:creationId xmlns:a16="http://schemas.microsoft.com/office/drawing/2014/main" id="{F152EA95-BFEF-EBAD-9290-10EEF44FBE99}"/>
              </a:ext>
            </a:extLst>
          </p:cNvPr>
          <p:cNvSpPr/>
          <p:nvPr/>
        </p:nvSpPr>
        <p:spPr>
          <a:xfrm>
            <a:off x="2583688" y="3736903"/>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9" name="矩形 128">
            <a:extLst>
              <a:ext uri="{FF2B5EF4-FFF2-40B4-BE49-F238E27FC236}">
                <a16:creationId xmlns:a16="http://schemas.microsoft.com/office/drawing/2014/main" id="{6213E422-FBEF-0B90-9E34-9286A054A795}"/>
              </a:ext>
            </a:extLst>
          </p:cNvPr>
          <p:cNvSpPr/>
          <p:nvPr/>
        </p:nvSpPr>
        <p:spPr>
          <a:xfrm>
            <a:off x="2755914" y="3736903"/>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0" name="矩形 129">
            <a:extLst>
              <a:ext uri="{FF2B5EF4-FFF2-40B4-BE49-F238E27FC236}">
                <a16:creationId xmlns:a16="http://schemas.microsoft.com/office/drawing/2014/main" id="{C4B9D01B-C370-6BAD-64A6-22B42D66EDD3}"/>
              </a:ext>
            </a:extLst>
          </p:cNvPr>
          <p:cNvSpPr/>
          <p:nvPr/>
        </p:nvSpPr>
        <p:spPr>
          <a:xfrm>
            <a:off x="2928140" y="3736903"/>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1" name="矩形 130">
            <a:extLst>
              <a:ext uri="{FF2B5EF4-FFF2-40B4-BE49-F238E27FC236}">
                <a16:creationId xmlns:a16="http://schemas.microsoft.com/office/drawing/2014/main" id="{7C01C3DC-2A13-4C00-5FE4-DDE536DB138C}"/>
              </a:ext>
            </a:extLst>
          </p:cNvPr>
          <p:cNvSpPr/>
          <p:nvPr/>
        </p:nvSpPr>
        <p:spPr>
          <a:xfrm>
            <a:off x="3100366" y="3736903"/>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2" name="矩形 131">
            <a:extLst>
              <a:ext uri="{FF2B5EF4-FFF2-40B4-BE49-F238E27FC236}">
                <a16:creationId xmlns:a16="http://schemas.microsoft.com/office/drawing/2014/main" id="{497E452F-569D-4595-BC61-21B9AC8D47A9}"/>
              </a:ext>
            </a:extLst>
          </p:cNvPr>
          <p:cNvSpPr/>
          <p:nvPr/>
        </p:nvSpPr>
        <p:spPr>
          <a:xfrm>
            <a:off x="3272592" y="3736903"/>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3" name="矩形 132">
            <a:extLst>
              <a:ext uri="{FF2B5EF4-FFF2-40B4-BE49-F238E27FC236}">
                <a16:creationId xmlns:a16="http://schemas.microsoft.com/office/drawing/2014/main" id="{52A7D297-E871-B55A-1974-199B25FEE57C}"/>
              </a:ext>
            </a:extLst>
          </p:cNvPr>
          <p:cNvSpPr/>
          <p:nvPr/>
        </p:nvSpPr>
        <p:spPr>
          <a:xfrm>
            <a:off x="3444818" y="3736903"/>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4" name="矩形 133">
            <a:extLst>
              <a:ext uri="{FF2B5EF4-FFF2-40B4-BE49-F238E27FC236}">
                <a16:creationId xmlns:a16="http://schemas.microsoft.com/office/drawing/2014/main" id="{86C72220-5D4E-5DC7-AC75-897088400B34}"/>
              </a:ext>
            </a:extLst>
          </p:cNvPr>
          <p:cNvSpPr/>
          <p:nvPr/>
        </p:nvSpPr>
        <p:spPr>
          <a:xfrm>
            <a:off x="1380763" y="3909129"/>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5" name="矩形 134">
            <a:extLst>
              <a:ext uri="{FF2B5EF4-FFF2-40B4-BE49-F238E27FC236}">
                <a16:creationId xmlns:a16="http://schemas.microsoft.com/office/drawing/2014/main" id="{020A7786-822B-7A7B-1EE3-08BF2B401FDA}"/>
              </a:ext>
            </a:extLst>
          </p:cNvPr>
          <p:cNvSpPr/>
          <p:nvPr/>
        </p:nvSpPr>
        <p:spPr>
          <a:xfrm>
            <a:off x="1552989" y="3909129"/>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6" name="矩形 135">
            <a:extLst>
              <a:ext uri="{FF2B5EF4-FFF2-40B4-BE49-F238E27FC236}">
                <a16:creationId xmlns:a16="http://schemas.microsoft.com/office/drawing/2014/main" id="{D6AA0645-E3DB-5779-BFDF-348F95619280}"/>
              </a:ext>
            </a:extLst>
          </p:cNvPr>
          <p:cNvSpPr/>
          <p:nvPr/>
        </p:nvSpPr>
        <p:spPr>
          <a:xfrm>
            <a:off x="1725215" y="3909129"/>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7" name="矩形 136">
            <a:extLst>
              <a:ext uri="{FF2B5EF4-FFF2-40B4-BE49-F238E27FC236}">
                <a16:creationId xmlns:a16="http://schemas.microsoft.com/office/drawing/2014/main" id="{89A082D2-A50F-06E8-C825-ED4984ACCCAB}"/>
              </a:ext>
            </a:extLst>
          </p:cNvPr>
          <p:cNvSpPr/>
          <p:nvPr/>
        </p:nvSpPr>
        <p:spPr>
          <a:xfrm>
            <a:off x="1897441" y="3909129"/>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8" name="矩形 137">
            <a:extLst>
              <a:ext uri="{FF2B5EF4-FFF2-40B4-BE49-F238E27FC236}">
                <a16:creationId xmlns:a16="http://schemas.microsoft.com/office/drawing/2014/main" id="{EF70800E-BFFC-B36B-6F5C-FC19F7CD86AD}"/>
              </a:ext>
            </a:extLst>
          </p:cNvPr>
          <p:cNvSpPr/>
          <p:nvPr/>
        </p:nvSpPr>
        <p:spPr>
          <a:xfrm>
            <a:off x="2069667" y="3909129"/>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9" name="矩形 138">
            <a:extLst>
              <a:ext uri="{FF2B5EF4-FFF2-40B4-BE49-F238E27FC236}">
                <a16:creationId xmlns:a16="http://schemas.microsoft.com/office/drawing/2014/main" id="{877D6A5E-A803-9451-5A1D-7D1C376A5062}"/>
              </a:ext>
            </a:extLst>
          </p:cNvPr>
          <p:cNvSpPr/>
          <p:nvPr/>
        </p:nvSpPr>
        <p:spPr>
          <a:xfrm>
            <a:off x="2241893" y="3909129"/>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0" name="矩形 139">
            <a:extLst>
              <a:ext uri="{FF2B5EF4-FFF2-40B4-BE49-F238E27FC236}">
                <a16:creationId xmlns:a16="http://schemas.microsoft.com/office/drawing/2014/main" id="{AB9FAAD3-8012-082F-7566-DCE2BFC9636F}"/>
              </a:ext>
            </a:extLst>
          </p:cNvPr>
          <p:cNvSpPr/>
          <p:nvPr/>
        </p:nvSpPr>
        <p:spPr>
          <a:xfrm>
            <a:off x="2414119" y="3909129"/>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1" name="矩形 140">
            <a:extLst>
              <a:ext uri="{FF2B5EF4-FFF2-40B4-BE49-F238E27FC236}">
                <a16:creationId xmlns:a16="http://schemas.microsoft.com/office/drawing/2014/main" id="{41DA6681-B03A-E64D-4422-098696C84245}"/>
              </a:ext>
            </a:extLst>
          </p:cNvPr>
          <p:cNvSpPr/>
          <p:nvPr/>
        </p:nvSpPr>
        <p:spPr>
          <a:xfrm>
            <a:off x="2583688" y="3909129"/>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2" name="矩形 141">
            <a:extLst>
              <a:ext uri="{FF2B5EF4-FFF2-40B4-BE49-F238E27FC236}">
                <a16:creationId xmlns:a16="http://schemas.microsoft.com/office/drawing/2014/main" id="{827D3D81-A2A1-5ACE-99A0-3FCF7F2FF0C1}"/>
              </a:ext>
            </a:extLst>
          </p:cNvPr>
          <p:cNvSpPr/>
          <p:nvPr/>
        </p:nvSpPr>
        <p:spPr>
          <a:xfrm>
            <a:off x="2755914" y="3909129"/>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3" name="矩形 142">
            <a:extLst>
              <a:ext uri="{FF2B5EF4-FFF2-40B4-BE49-F238E27FC236}">
                <a16:creationId xmlns:a16="http://schemas.microsoft.com/office/drawing/2014/main" id="{68D49AD4-2E7A-6E8B-3CBC-058EA8EAAFCA}"/>
              </a:ext>
            </a:extLst>
          </p:cNvPr>
          <p:cNvSpPr/>
          <p:nvPr/>
        </p:nvSpPr>
        <p:spPr>
          <a:xfrm>
            <a:off x="2928140" y="3909129"/>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4" name="矩形 143">
            <a:extLst>
              <a:ext uri="{FF2B5EF4-FFF2-40B4-BE49-F238E27FC236}">
                <a16:creationId xmlns:a16="http://schemas.microsoft.com/office/drawing/2014/main" id="{8269F83E-60D6-6804-D27D-E1B4741DB703}"/>
              </a:ext>
            </a:extLst>
          </p:cNvPr>
          <p:cNvSpPr/>
          <p:nvPr/>
        </p:nvSpPr>
        <p:spPr>
          <a:xfrm>
            <a:off x="3100366" y="3909129"/>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5" name="矩形 144">
            <a:extLst>
              <a:ext uri="{FF2B5EF4-FFF2-40B4-BE49-F238E27FC236}">
                <a16:creationId xmlns:a16="http://schemas.microsoft.com/office/drawing/2014/main" id="{152C485F-7DC4-406D-018B-159080FA17DA}"/>
              </a:ext>
            </a:extLst>
          </p:cNvPr>
          <p:cNvSpPr/>
          <p:nvPr/>
        </p:nvSpPr>
        <p:spPr>
          <a:xfrm>
            <a:off x="3272592" y="3909129"/>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6" name="矩形 145">
            <a:extLst>
              <a:ext uri="{FF2B5EF4-FFF2-40B4-BE49-F238E27FC236}">
                <a16:creationId xmlns:a16="http://schemas.microsoft.com/office/drawing/2014/main" id="{FCA511D1-3C08-FF9E-F784-9AB07B0F24E9}"/>
              </a:ext>
            </a:extLst>
          </p:cNvPr>
          <p:cNvSpPr/>
          <p:nvPr/>
        </p:nvSpPr>
        <p:spPr>
          <a:xfrm>
            <a:off x="3444818" y="3909129"/>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7" name="矩形 146">
            <a:extLst>
              <a:ext uri="{FF2B5EF4-FFF2-40B4-BE49-F238E27FC236}">
                <a16:creationId xmlns:a16="http://schemas.microsoft.com/office/drawing/2014/main" id="{66E1C2D5-F0BE-01CC-410B-1E13983D32C5}"/>
              </a:ext>
            </a:extLst>
          </p:cNvPr>
          <p:cNvSpPr/>
          <p:nvPr/>
        </p:nvSpPr>
        <p:spPr>
          <a:xfrm>
            <a:off x="1380763" y="4081355"/>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8" name="矩形 147">
            <a:extLst>
              <a:ext uri="{FF2B5EF4-FFF2-40B4-BE49-F238E27FC236}">
                <a16:creationId xmlns:a16="http://schemas.microsoft.com/office/drawing/2014/main" id="{3B304C7D-F2B4-044B-777B-43E0F187BFE9}"/>
              </a:ext>
            </a:extLst>
          </p:cNvPr>
          <p:cNvSpPr/>
          <p:nvPr/>
        </p:nvSpPr>
        <p:spPr>
          <a:xfrm>
            <a:off x="1552989" y="408135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9" name="矩形 148">
            <a:extLst>
              <a:ext uri="{FF2B5EF4-FFF2-40B4-BE49-F238E27FC236}">
                <a16:creationId xmlns:a16="http://schemas.microsoft.com/office/drawing/2014/main" id="{60B9F42B-79D2-8759-BB32-B01297AAC4BF}"/>
              </a:ext>
            </a:extLst>
          </p:cNvPr>
          <p:cNvSpPr/>
          <p:nvPr/>
        </p:nvSpPr>
        <p:spPr>
          <a:xfrm>
            <a:off x="1725215" y="408135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0" name="矩形 149">
            <a:extLst>
              <a:ext uri="{FF2B5EF4-FFF2-40B4-BE49-F238E27FC236}">
                <a16:creationId xmlns:a16="http://schemas.microsoft.com/office/drawing/2014/main" id="{D0866309-1319-272C-11BA-BBF4C58DD844}"/>
              </a:ext>
            </a:extLst>
          </p:cNvPr>
          <p:cNvSpPr/>
          <p:nvPr/>
        </p:nvSpPr>
        <p:spPr>
          <a:xfrm>
            <a:off x="1897441" y="408135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1" name="矩形 150">
            <a:extLst>
              <a:ext uri="{FF2B5EF4-FFF2-40B4-BE49-F238E27FC236}">
                <a16:creationId xmlns:a16="http://schemas.microsoft.com/office/drawing/2014/main" id="{16020E3C-5716-645C-197E-348FA77CF7FD}"/>
              </a:ext>
            </a:extLst>
          </p:cNvPr>
          <p:cNvSpPr/>
          <p:nvPr/>
        </p:nvSpPr>
        <p:spPr>
          <a:xfrm>
            <a:off x="2069667" y="408135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2" name="矩形 151">
            <a:extLst>
              <a:ext uri="{FF2B5EF4-FFF2-40B4-BE49-F238E27FC236}">
                <a16:creationId xmlns:a16="http://schemas.microsoft.com/office/drawing/2014/main" id="{F7AE0937-9463-0948-8D0B-1C8F5BD00D55}"/>
              </a:ext>
            </a:extLst>
          </p:cNvPr>
          <p:cNvSpPr/>
          <p:nvPr/>
        </p:nvSpPr>
        <p:spPr>
          <a:xfrm>
            <a:off x="2241893" y="408135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3" name="矩形 152">
            <a:extLst>
              <a:ext uri="{FF2B5EF4-FFF2-40B4-BE49-F238E27FC236}">
                <a16:creationId xmlns:a16="http://schemas.microsoft.com/office/drawing/2014/main" id="{BB0A91E2-8D28-5203-1A9F-D5B26A46E3D0}"/>
              </a:ext>
            </a:extLst>
          </p:cNvPr>
          <p:cNvSpPr/>
          <p:nvPr/>
        </p:nvSpPr>
        <p:spPr>
          <a:xfrm>
            <a:off x="2414119" y="408135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4" name="矩形 153">
            <a:extLst>
              <a:ext uri="{FF2B5EF4-FFF2-40B4-BE49-F238E27FC236}">
                <a16:creationId xmlns:a16="http://schemas.microsoft.com/office/drawing/2014/main" id="{709AC1B4-5121-724A-E2C4-0218FEBBCC23}"/>
              </a:ext>
            </a:extLst>
          </p:cNvPr>
          <p:cNvSpPr/>
          <p:nvPr/>
        </p:nvSpPr>
        <p:spPr>
          <a:xfrm>
            <a:off x="2583688" y="408135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5" name="矩形 154">
            <a:extLst>
              <a:ext uri="{FF2B5EF4-FFF2-40B4-BE49-F238E27FC236}">
                <a16:creationId xmlns:a16="http://schemas.microsoft.com/office/drawing/2014/main" id="{69C793EA-92B3-F5C0-8110-87AA56A25645}"/>
              </a:ext>
            </a:extLst>
          </p:cNvPr>
          <p:cNvSpPr/>
          <p:nvPr/>
        </p:nvSpPr>
        <p:spPr>
          <a:xfrm>
            <a:off x="2755914" y="408135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6" name="矩形 155">
            <a:extLst>
              <a:ext uri="{FF2B5EF4-FFF2-40B4-BE49-F238E27FC236}">
                <a16:creationId xmlns:a16="http://schemas.microsoft.com/office/drawing/2014/main" id="{814AADCD-1DD4-3BB0-0680-AD903E745EE5}"/>
              </a:ext>
            </a:extLst>
          </p:cNvPr>
          <p:cNvSpPr/>
          <p:nvPr/>
        </p:nvSpPr>
        <p:spPr>
          <a:xfrm>
            <a:off x="2928140" y="408135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7" name="矩形 156">
            <a:extLst>
              <a:ext uri="{FF2B5EF4-FFF2-40B4-BE49-F238E27FC236}">
                <a16:creationId xmlns:a16="http://schemas.microsoft.com/office/drawing/2014/main" id="{BF337A78-6971-C922-6597-BB34DB61E9C4}"/>
              </a:ext>
            </a:extLst>
          </p:cNvPr>
          <p:cNvSpPr/>
          <p:nvPr/>
        </p:nvSpPr>
        <p:spPr>
          <a:xfrm>
            <a:off x="3100366" y="408135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8" name="矩形 157">
            <a:extLst>
              <a:ext uri="{FF2B5EF4-FFF2-40B4-BE49-F238E27FC236}">
                <a16:creationId xmlns:a16="http://schemas.microsoft.com/office/drawing/2014/main" id="{D3CB0F8A-D430-03C4-E402-29EC8C18ECE7}"/>
              </a:ext>
            </a:extLst>
          </p:cNvPr>
          <p:cNvSpPr/>
          <p:nvPr/>
        </p:nvSpPr>
        <p:spPr>
          <a:xfrm>
            <a:off x="3272592" y="408135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9" name="矩形 158">
            <a:extLst>
              <a:ext uri="{FF2B5EF4-FFF2-40B4-BE49-F238E27FC236}">
                <a16:creationId xmlns:a16="http://schemas.microsoft.com/office/drawing/2014/main" id="{A3FD30CC-71AF-A8AB-15FE-009AF7F93572}"/>
              </a:ext>
            </a:extLst>
          </p:cNvPr>
          <p:cNvSpPr/>
          <p:nvPr/>
        </p:nvSpPr>
        <p:spPr>
          <a:xfrm>
            <a:off x="3444818" y="4081355"/>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0" name="矩形 159">
            <a:extLst>
              <a:ext uri="{FF2B5EF4-FFF2-40B4-BE49-F238E27FC236}">
                <a16:creationId xmlns:a16="http://schemas.microsoft.com/office/drawing/2014/main" id="{BAB72921-B5F2-099A-DAAC-38D9C81AF1F8}"/>
              </a:ext>
            </a:extLst>
          </p:cNvPr>
          <p:cNvSpPr/>
          <p:nvPr/>
        </p:nvSpPr>
        <p:spPr>
          <a:xfrm>
            <a:off x="1380763" y="4253581"/>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1" name="矩形 160">
            <a:extLst>
              <a:ext uri="{FF2B5EF4-FFF2-40B4-BE49-F238E27FC236}">
                <a16:creationId xmlns:a16="http://schemas.microsoft.com/office/drawing/2014/main" id="{033AC686-E7C3-588A-17CE-BC1B1459C040}"/>
              </a:ext>
            </a:extLst>
          </p:cNvPr>
          <p:cNvSpPr/>
          <p:nvPr/>
        </p:nvSpPr>
        <p:spPr>
          <a:xfrm>
            <a:off x="1552989" y="4253581"/>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2" name="矩形 161">
            <a:extLst>
              <a:ext uri="{FF2B5EF4-FFF2-40B4-BE49-F238E27FC236}">
                <a16:creationId xmlns:a16="http://schemas.microsoft.com/office/drawing/2014/main" id="{93DD2BFD-FDC8-582E-0504-5005CE9E7760}"/>
              </a:ext>
            </a:extLst>
          </p:cNvPr>
          <p:cNvSpPr/>
          <p:nvPr/>
        </p:nvSpPr>
        <p:spPr>
          <a:xfrm>
            <a:off x="1725215" y="4253581"/>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3" name="矩形 162">
            <a:extLst>
              <a:ext uri="{FF2B5EF4-FFF2-40B4-BE49-F238E27FC236}">
                <a16:creationId xmlns:a16="http://schemas.microsoft.com/office/drawing/2014/main" id="{D4829F31-4979-2A53-9080-3F2D230DE4F5}"/>
              </a:ext>
            </a:extLst>
          </p:cNvPr>
          <p:cNvSpPr/>
          <p:nvPr/>
        </p:nvSpPr>
        <p:spPr>
          <a:xfrm>
            <a:off x="1897441" y="4253581"/>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4" name="矩形 163">
            <a:extLst>
              <a:ext uri="{FF2B5EF4-FFF2-40B4-BE49-F238E27FC236}">
                <a16:creationId xmlns:a16="http://schemas.microsoft.com/office/drawing/2014/main" id="{6F5507D6-1CE7-4A0B-3BE0-E6092CAB9D99}"/>
              </a:ext>
            </a:extLst>
          </p:cNvPr>
          <p:cNvSpPr/>
          <p:nvPr/>
        </p:nvSpPr>
        <p:spPr>
          <a:xfrm>
            <a:off x="2069667" y="4253581"/>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5" name="矩形 164">
            <a:extLst>
              <a:ext uri="{FF2B5EF4-FFF2-40B4-BE49-F238E27FC236}">
                <a16:creationId xmlns:a16="http://schemas.microsoft.com/office/drawing/2014/main" id="{818E606C-CBE7-4069-2B15-AE39F6F85BAF}"/>
              </a:ext>
            </a:extLst>
          </p:cNvPr>
          <p:cNvSpPr/>
          <p:nvPr/>
        </p:nvSpPr>
        <p:spPr>
          <a:xfrm>
            <a:off x="2241893" y="4253581"/>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6" name="矩形 165">
            <a:extLst>
              <a:ext uri="{FF2B5EF4-FFF2-40B4-BE49-F238E27FC236}">
                <a16:creationId xmlns:a16="http://schemas.microsoft.com/office/drawing/2014/main" id="{AB0BE7FC-D82F-7461-5F12-9377B4BC41CC}"/>
              </a:ext>
            </a:extLst>
          </p:cNvPr>
          <p:cNvSpPr/>
          <p:nvPr/>
        </p:nvSpPr>
        <p:spPr>
          <a:xfrm>
            <a:off x="2414119" y="4253581"/>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7" name="矩形 166">
            <a:extLst>
              <a:ext uri="{FF2B5EF4-FFF2-40B4-BE49-F238E27FC236}">
                <a16:creationId xmlns:a16="http://schemas.microsoft.com/office/drawing/2014/main" id="{8A0AF737-059D-779C-057D-9C679860C9EF}"/>
              </a:ext>
            </a:extLst>
          </p:cNvPr>
          <p:cNvSpPr/>
          <p:nvPr/>
        </p:nvSpPr>
        <p:spPr>
          <a:xfrm>
            <a:off x="2583688" y="4253581"/>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8" name="矩形 167">
            <a:extLst>
              <a:ext uri="{FF2B5EF4-FFF2-40B4-BE49-F238E27FC236}">
                <a16:creationId xmlns:a16="http://schemas.microsoft.com/office/drawing/2014/main" id="{3B13A5F8-7E44-AF74-AC20-2F3A597F3570}"/>
              </a:ext>
            </a:extLst>
          </p:cNvPr>
          <p:cNvSpPr/>
          <p:nvPr/>
        </p:nvSpPr>
        <p:spPr>
          <a:xfrm>
            <a:off x="2755914" y="4253581"/>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9" name="矩形 168">
            <a:extLst>
              <a:ext uri="{FF2B5EF4-FFF2-40B4-BE49-F238E27FC236}">
                <a16:creationId xmlns:a16="http://schemas.microsoft.com/office/drawing/2014/main" id="{17A34B79-78D2-0301-74CD-200E5664BC92}"/>
              </a:ext>
            </a:extLst>
          </p:cNvPr>
          <p:cNvSpPr/>
          <p:nvPr/>
        </p:nvSpPr>
        <p:spPr>
          <a:xfrm>
            <a:off x="2928140" y="4253581"/>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0" name="矩形 169">
            <a:extLst>
              <a:ext uri="{FF2B5EF4-FFF2-40B4-BE49-F238E27FC236}">
                <a16:creationId xmlns:a16="http://schemas.microsoft.com/office/drawing/2014/main" id="{CB2DDACD-5976-222F-458F-87886710BF07}"/>
              </a:ext>
            </a:extLst>
          </p:cNvPr>
          <p:cNvSpPr/>
          <p:nvPr/>
        </p:nvSpPr>
        <p:spPr>
          <a:xfrm>
            <a:off x="3100366" y="4253581"/>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1" name="矩形 170">
            <a:extLst>
              <a:ext uri="{FF2B5EF4-FFF2-40B4-BE49-F238E27FC236}">
                <a16:creationId xmlns:a16="http://schemas.microsoft.com/office/drawing/2014/main" id="{3AD2918C-A5FE-69E6-B125-6E25E4E77ECD}"/>
              </a:ext>
            </a:extLst>
          </p:cNvPr>
          <p:cNvSpPr/>
          <p:nvPr/>
        </p:nvSpPr>
        <p:spPr>
          <a:xfrm>
            <a:off x="3272592" y="4253581"/>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2" name="矩形 171">
            <a:extLst>
              <a:ext uri="{FF2B5EF4-FFF2-40B4-BE49-F238E27FC236}">
                <a16:creationId xmlns:a16="http://schemas.microsoft.com/office/drawing/2014/main" id="{D2C3C532-3C54-F784-87C7-D9484E2582E8}"/>
              </a:ext>
            </a:extLst>
          </p:cNvPr>
          <p:cNvSpPr/>
          <p:nvPr/>
        </p:nvSpPr>
        <p:spPr>
          <a:xfrm>
            <a:off x="3444818" y="4253581"/>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43" name="矩形 342">
            <a:extLst>
              <a:ext uri="{FF2B5EF4-FFF2-40B4-BE49-F238E27FC236}">
                <a16:creationId xmlns:a16="http://schemas.microsoft.com/office/drawing/2014/main" id="{159FD3FC-7FF3-5437-4FC0-4764EC2EE0B5}"/>
              </a:ext>
            </a:extLst>
          </p:cNvPr>
          <p:cNvSpPr/>
          <p:nvPr/>
        </p:nvSpPr>
        <p:spPr>
          <a:xfrm>
            <a:off x="4761917" y="2186869"/>
            <a:ext cx="2236281" cy="2238938"/>
          </a:xfrm>
          <a:prstGeom prst="rect">
            <a:avLst/>
          </a:prstGeom>
          <a:solidFill>
            <a:schemeClr val="bg1"/>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344" name="Picture 2" descr="Pop! Wall-E (Facet) — Double Boxed Toys">
            <a:extLst>
              <a:ext uri="{FF2B5EF4-FFF2-40B4-BE49-F238E27FC236}">
                <a16:creationId xmlns:a16="http://schemas.microsoft.com/office/drawing/2014/main" id="{A6AB62F5-B596-5886-3EB6-625869773281}"/>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2782" t="8914" r="12960" b="8907"/>
          <a:stretch/>
        </p:blipFill>
        <p:spPr bwMode="auto">
          <a:xfrm>
            <a:off x="3254355" y="2985421"/>
            <a:ext cx="205778" cy="227729"/>
          </a:xfrm>
          <a:prstGeom prst="rect">
            <a:avLst/>
          </a:prstGeom>
          <a:noFill/>
          <a:extLst>
            <a:ext uri="{909E8E84-426E-40DD-AFC4-6F175D3DCCD1}">
              <a14:hiddenFill xmlns:a14="http://schemas.microsoft.com/office/drawing/2010/main">
                <a:solidFill>
                  <a:srgbClr val="FFFFFF"/>
                </a:solidFill>
              </a14:hiddenFill>
            </a:ext>
          </a:extLst>
        </p:spPr>
      </p:pic>
      <p:sp>
        <p:nvSpPr>
          <p:cNvPr id="345" name="文本框 344">
            <a:extLst>
              <a:ext uri="{FF2B5EF4-FFF2-40B4-BE49-F238E27FC236}">
                <a16:creationId xmlns:a16="http://schemas.microsoft.com/office/drawing/2014/main" id="{D2C51B07-BA17-39AE-512F-FF125BEB29C9}"/>
              </a:ext>
            </a:extLst>
          </p:cNvPr>
          <p:cNvSpPr txBox="1"/>
          <p:nvPr/>
        </p:nvSpPr>
        <p:spPr>
          <a:xfrm>
            <a:off x="1878044" y="4478016"/>
            <a:ext cx="1222322" cy="338554"/>
          </a:xfrm>
          <a:prstGeom prst="rect">
            <a:avLst/>
          </a:prstGeom>
          <a:noFill/>
        </p:spPr>
        <p:txBody>
          <a:bodyPr wrap="none" rtlCol="0">
            <a:spAutoFit/>
          </a:bodyPr>
          <a:lstStyle/>
          <a:p>
            <a:r>
              <a:rPr lang="en-GB" sz="1600" dirty="0">
                <a:solidFill>
                  <a:srgbClr val="003399"/>
                </a:solidFill>
              </a:rPr>
              <a:t>real</a:t>
            </a:r>
            <a:r>
              <a:rPr lang="zh-CN" altLang="en-US" sz="1600" dirty="0">
                <a:solidFill>
                  <a:srgbClr val="003399"/>
                </a:solidFill>
              </a:rPr>
              <a:t> </a:t>
            </a:r>
            <a:r>
              <a:rPr lang="en-GB" altLang="zh-CN" sz="1600" dirty="0">
                <a:solidFill>
                  <a:srgbClr val="003399"/>
                </a:solidFill>
              </a:rPr>
              <a:t>position</a:t>
            </a:r>
            <a:endParaRPr lang="en-GB" sz="1600" dirty="0">
              <a:solidFill>
                <a:srgbClr val="003399"/>
              </a:solidFill>
            </a:endParaRPr>
          </a:p>
        </p:txBody>
      </p:sp>
      <p:sp>
        <p:nvSpPr>
          <p:cNvPr id="346" name="文本框 345">
            <a:extLst>
              <a:ext uri="{FF2B5EF4-FFF2-40B4-BE49-F238E27FC236}">
                <a16:creationId xmlns:a16="http://schemas.microsoft.com/office/drawing/2014/main" id="{20BCBE74-165B-4D8F-38F9-262BAA500AC5}"/>
              </a:ext>
            </a:extLst>
          </p:cNvPr>
          <p:cNvSpPr txBox="1"/>
          <p:nvPr/>
        </p:nvSpPr>
        <p:spPr>
          <a:xfrm>
            <a:off x="4260153" y="4478016"/>
            <a:ext cx="3233642" cy="338554"/>
          </a:xfrm>
          <a:prstGeom prst="rect">
            <a:avLst/>
          </a:prstGeom>
          <a:noFill/>
        </p:spPr>
        <p:txBody>
          <a:bodyPr wrap="none" rtlCol="0">
            <a:spAutoFit/>
          </a:bodyPr>
          <a:lstStyle/>
          <a:p>
            <a:r>
              <a:rPr lang="en-GB" sz="1600" dirty="0">
                <a:solidFill>
                  <a:schemeClr val="accent4"/>
                </a:solidFill>
              </a:rPr>
              <a:t>estimated</a:t>
            </a:r>
            <a:r>
              <a:rPr lang="zh-CN" altLang="en-US" sz="1600" dirty="0">
                <a:solidFill>
                  <a:schemeClr val="accent4"/>
                </a:solidFill>
              </a:rPr>
              <a:t> </a:t>
            </a:r>
            <a:r>
              <a:rPr lang="en-GB" altLang="zh-CN" sz="1600" dirty="0">
                <a:solidFill>
                  <a:schemeClr val="accent4"/>
                </a:solidFill>
              </a:rPr>
              <a:t>positions and orientations</a:t>
            </a:r>
            <a:endParaRPr lang="en-GB" sz="1600" dirty="0">
              <a:solidFill>
                <a:schemeClr val="accent4"/>
              </a:solidFill>
            </a:endParaRPr>
          </a:p>
        </p:txBody>
      </p:sp>
      <p:grpSp>
        <p:nvGrpSpPr>
          <p:cNvPr id="394" name="组合 393">
            <a:extLst>
              <a:ext uri="{FF2B5EF4-FFF2-40B4-BE49-F238E27FC236}">
                <a16:creationId xmlns:a16="http://schemas.microsoft.com/office/drawing/2014/main" id="{0B5791E6-907E-167C-0541-2080D527DBC6}"/>
              </a:ext>
            </a:extLst>
          </p:cNvPr>
          <p:cNvGrpSpPr/>
          <p:nvPr/>
        </p:nvGrpSpPr>
        <p:grpSpPr>
          <a:xfrm>
            <a:off x="6781601" y="3097944"/>
            <a:ext cx="172800" cy="172800"/>
            <a:chOff x="7320995" y="2649866"/>
            <a:chExt cx="172800" cy="172800"/>
          </a:xfrm>
        </p:grpSpPr>
        <p:sp>
          <p:nvSpPr>
            <p:cNvPr id="376" name="椭圆 375">
              <a:extLst>
                <a:ext uri="{FF2B5EF4-FFF2-40B4-BE49-F238E27FC236}">
                  <a16:creationId xmlns:a16="http://schemas.microsoft.com/office/drawing/2014/main" id="{EC655ED9-B11E-0343-1EAC-25D6026C3634}"/>
                </a:ext>
              </a:extLst>
            </p:cNvPr>
            <p:cNvSpPr/>
            <p:nvPr/>
          </p:nvSpPr>
          <p:spPr>
            <a:xfrm>
              <a:off x="7320995" y="2649866"/>
              <a:ext cx="172800" cy="172800"/>
            </a:xfrm>
            <a:prstGeom prst="ellipse">
              <a:avLst/>
            </a:prstGeom>
            <a:solidFill>
              <a:schemeClr val="bg1">
                <a:alpha val="1196"/>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800" dirty="0">
                  <a:solidFill>
                    <a:schemeClr val="bg1"/>
                  </a:solidFill>
                </a:rPr>
                <a:t>2</a:t>
              </a:r>
            </a:p>
          </p:txBody>
        </p:sp>
        <p:cxnSp>
          <p:nvCxnSpPr>
            <p:cNvPr id="377" name="直线箭头连接符 376">
              <a:extLst>
                <a:ext uri="{FF2B5EF4-FFF2-40B4-BE49-F238E27FC236}">
                  <a16:creationId xmlns:a16="http://schemas.microsoft.com/office/drawing/2014/main" id="{DE1ABF68-9BBC-08A5-33A0-CFAF86BC9F00}"/>
                </a:ext>
              </a:extLst>
            </p:cNvPr>
            <p:cNvCxnSpPr>
              <a:cxnSpLocks/>
            </p:cNvCxnSpPr>
            <p:nvPr/>
          </p:nvCxnSpPr>
          <p:spPr>
            <a:xfrm flipV="1">
              <a:off x="7403000" y="2664266"/>
              <a:ext cx="0" cy="144000"/>
            </a:xfrm>
            <a:prstGeom prst="straightConnector1">
              <a:avLst/>
            </a:prstGeom>
            <a:ln w="22225">
              <a:solidFill>
                <a:schemeClr val="accent4">
                  <a:alpha val="65880"/>
                </a:schemeClr>
              </a:solidFill>
              <a:tailEnd type="triangle"/>
            </a:ln>
          </p:spPr>
          <p:style>
            <a:lnRef idx="1">
              <a:schemeClr val="accent1"/>
            </a:lnRef>
            <a:fillRef idx="0">
              <a:schemeClr val="accent1"/>
            </a:fillRef>
            <a:effectRef idx="0">
              <a:schemeClr val="accent1"/>
            </a:effectRef>
            <a:fontRef idx="minor">
              <a:schemeClr val="tx1"/>
            </a:fontRef>
          </p:style>
        </p:cxnSp>
      </p:grpSp>
      <p:grpSp>
        <p:nvGrpSpPr>
          <p:cNvPr id="400" name="组合 399">
            <a:extLst>
              <a:ext uri="{FF2B5EF4-FFF2-40B4-BE49-F238E27FC236}">
                <a16:creationId xmlns:a16="http://schemas.microsoft.com/office/drawing/2014/main" id="{65D256A4-CE87-C73D-E492-68279B9815F7}"/>
              </a:ext>
            </a:extLst>
          </p:cNvPr>
          <p:cNvGrpSpPr/>
          <p:nvPr/>
        </p:nvGrpSpPr>
        <p:grpSpPr>
          <a:xfrm rot="6885687">
            <a:off x="6353299" y="2718566"/>
            <a:ext cx="172800" cy="172800"/>
            <a:chOff x="7320995" y="3944427"/>
            <a:chExt cx="172800" cy="172800"/>
          </a:xfrm>
        </p:grpSpPr>
        <p:sp>
          <p:nvSpPr>
            <p:cNvPr id="388" name="椭圆 387">
              <a:extLst>
                <a:ext uri="{FF2B5EF4-FFF2-40B4-BE49-F238E27FC236}">
                  <a16:creationId xmlns:a16="http://schemas.microsoft.com/office/drawing/2014/main" id="{5ADF800D-F7A2-85A9-DA40-6CFBEC83FE17}"/>
                </a:ext>
              </a:extLst>
            </p:cNvPr>
            <p:cNvSpPr/>
            <p:nvPr/>
          </p:nvSpPr>
          <p:spPr>
            <a:xfrm>
              <a:off x="7320995" y="3944427"/>
              <a:ext cx="172800" cy="172800"/>
            </a:xfrm>
            <a:prstGeom prst="ellipse">
              <a:avLst/>
            </a:prstGeom>
            <a:solidFill>
              <a:schemeClr val="bg1">
                <a:alpha val="1196"/>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800" dirty="0">
                  <a:solidFill>
                    <a:schemeClr val="bg1"/>
                  </a:solidFill>
                </a:rPr>
                <a:t>8</a:t>
              </a:r>
            </a:p>
          </p:txBody>
        </p:sp>
        <p:cxnSp>
          <p:nvCxnSpPr>
            <p:cNvPr id="389" name="直线箭头连接符 388">
              <a:extLst>
                <a:ext uri="{FF2B5EF4-FFF2-40B4-BE49-F238E27FC236}">
                  <a16:creationId xmlns:a16="http://schemas.microsoft.com/office/drawing/2014/main" id="{5610D492-93C6-E40D-BA4B-EDBD702D2A98}"/>
                </a:ext>
              </a:extLst>
            </p:cNvPr>
            <p:cNvCxnSpPr>
              <a:cxnSpLocks/>
            </p:cNvCxnSpPr>
            <p:nvPr/>
          </p:nvCxnSpPr>
          <p:spPr>
            <a:xfrm flipV="1">
              <a:off x="7403000" y="3958827"/>
              <a:ext cx="0" cy="144000"/>
            </a:xfrm>
            <a:prstGeom prst="straightConnector1">
              <a:avLst/>
            </a:prstGeom>
            <a:ln w="22225">
              <a:solidFill>
                <a:schemeClr val="accent4">
                  <a:alpha val="56497"/>
                </a:schemeClr>
              </a:solidFill>
              <a:tailEnd type="triangle"/>
            </a:ln>
          </p:spPr>
          <p:style>
            <a:lnRef idx="1">
              <a:schemeClr val="accent1"/>
            </a:lnRef>
            <a:fillRef idx="0">
              <a:schemeClr val="accent1"/>
            </a:fillRef>
            <a:effectRef idx="0">
              <a:schemeClr val="accent1"/>
            </a:effectRef>
            <a:fontRef idx="minor">
              <a:schemeClr val="tx1"/>
            </a:fontRef>
          </p:style>
        </p:cxnSp>
      </p:grpSp>
      <p:grpSp>
        <p:nvGrpSpPr>
          <p:cNvPr id="189" name="组合 188">
            <a:extLst>
              <a:ext uri="{FF2B5EF4-FFF2-40B4-BE49-F238E27FC236}">
                <a16:creationId xmlns:a16="http://schemas.microsoft.com/office/drawing/2014/main" id="{E0E82CA9-508F-3681-5C95-B9C616A14E7B}"/>
              </a:ext>
            </a:extLst>
          </p:cNvPr>
          <p:cNvGrpSpPr/>
          <p:nvPr/>
        </p:nvGrpSpPr>
        <p:grpSpPr>
          <a:xfrm rot="19600186">
            <a:off x="5387465" y="2399274"/>
            <a:ext cx="172800" cy="172800"/>
            <a:chOff x="7654798" y="3240893"/>
            <a:chExt cx="172800" cy="172800"/>
          </a:xfrm>
        </p:grpSpPr>
        <p:sp>
          <p:nvSpPr>
            <p:cNvPr id="175" name="椭圆 174">
              <a:extLst>
                <a:ext uri="{FF2B5EF4-FFF2-40B4-BE49-F238E27FC236}">
                  <a16:creationId xmlns:a16="http://schemas.microsoft.com/office/drawing/2014/main" id="{A3D9EB0D-9865-924E-02F5-422CDB3166A0}"/>
                </a:ext>
              </a:extLst>
            </p:cNvPr>
            <p:cNvSpPr/>
            <p:nvPr/>
          </p:nvSpPr>
          <p:spPr>
            <a:xfrm>
              <a:off x="7654798" y="3240893"/>
              <a:ext cx="172800" cy="172800"/>
            </a:xfrm>
            <a:prstGeom prst="ellipse">
              <a:avLst/>
            </a:prstGeom>
            <a:solidFill>
              <a:schemeClr val="bg1">
                <a:alpha val="1196"/>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bg1"/>
                  </a:solidFill>
                </a:rPr>
                <a:t>a</a:t>
              </a:r>
              <a:endParaRPr lang="en-GB" sz="800" dirty="0">
                <a:solidFill>
                  <a:schemeClr val="bg1"/>
                </a:solidFill>
              </a:endParaRPr>
            </a:p>
          </p:txBody>
        </p:sp>
        <p:cxnSp>
          <p:nvCxnSpPr>
            <p:cNvPr id="176" name="直线箭头连接符 175">
              <a:extLst>
                <a:ext uri="{FF2B5EF4-FFF2-40B4-BE49-F238E27FC236}">
                  <a16:creationId xmlns:a16="http://schemas.microsoft.com/office/drawing/2014/main" id="{63790B0A-205A-B269-1100-3F78655E02C0}"/>
                </a:ext>
              </a:extLst>
            </p:cNvPr>
            <p:cNvCxnSpPr>
              <a:cxnSpLocks/>
            </p:cNvCxnSpPr>
            <p:nvPr/>
          </p:nvCxnSpPr>
          <p:spPr>
            <a:xfrm flipV="1">
              <a:off x="7736045" y="3255293"/>
              <a:ext cx="0" cy="144000"/>
            </a:xfrm>
            <a:prstGeom prst="straightConnector1">
              <a:avLst/>
            </a:prstGeom>
            <a:ln w="22225">
              <a:solidFill>
                <a:schemeClr val="accent4"/>
              </a:solidFill>
              <a:tailEnd type="triangle"/>
            </a:ln>
          </p:spPr>
          <p:style>
            <a:lnRef idx="1">
              <a:schemeClr val="accent1"/>
            </a:lnRef>
            <a:fillRef idx="0">
              <a:schemeClr val="accent1"/>
            </a:fillRef>
            <a:effectRef idx="0">
              <a:schemeClr val="accent1"/>
            </a:effectRef>
            <a:fontRef idx="minor">
              <a:schemeClr val="tx1"/>
            </a:fontRef>
          </p:style>
        </p:cxnSp>
      </p:grpSp>
      <p:grpSp>
        <p:nvGrpSpPr>
          <p:cNvPr id="190" name="组合 189">
            <a:extLst>
              <a:ext uri="{FF2B5EF4-FFF2-40B4-BE49-F238E27FC236}">
                <a16:creationId xmlns:a16="http://schemas.microsoft.com/office/drawing/2014/main" id="{CA8F45B8-B3D9-8FA8-C84A-747D589FB917}"/>
              </a:ext>
            </a:extLst>
          </p:cNvPr>
          <p:cNvGrpSpPr/>
          <p:nvPr/>
        </p:nvGrpSpPr>
        <p:grpSpPr>
          <a:xfrm rot="21140556">
            <a:off x="5099584" y="2987070"/>
            <a:ext cx="172800" cy="172800"/>
            <a:chOff x="7654798" y="3513943"/>
            <a:chExt cx="172800" cy="172800"/>
          </a:xfrm>
        </p:grpSpPr>
        <p:sp>
          <p:nvSpPr>
            <p:cNvPr id="179" name="椭圆 178">
              <a:extLst>
                <a:ext uri="{FF2B5EF4-FFF2-40B4-BE49-F238E27FC236}">
                  <a16:creationId xmlns:a16="http://schemas.microsoft.com/office/drawing/2014/main" id="{273CEB21-611B-1AA4-8ACE-21FF5EE2EF7D}"/>
                </a:ext>
              </a:extLst>
            </p:cNvPr>
            <p:cNvSpPr/>
            <p:nvPr/>
          </p:nvSpPr>
          <p:spPr>
            <a:xfrm>
              <a:off x="7654798" y="3513943"/>
              <a:ext cx="172800" cy="172800"/>
            </a:xfrm>
            <a:prstGeom prst="ellipse">
              <a:avLst/>
            </a:prstGeom>
            <a:solidFill>
              <a:schemeClr val="bg1">
                <a:alpha val="1196"/>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bg1"/>
                  </a:solidFill>
                </a:rPr>
                <a:t>b</a:t>
              </a:r>
              <a:endParaRPr lang="en-GB" sz="800" dirty="0">
                <a:solidFill>
                  <a:schemeClr val="bg1"/>
                </a:solidFill>
              </a:endParaRPr>
            </a:p>
          </p:txBody>
        </p:sp>
        <p:cxnSp>
          <p:nvCxnSpPr>
            <p:cNvPr id="180" name="直线箭头连接符 179">
              <a:extLst>
                <a:ext uri="{FF2B5EF4-FFF2-40B4-BE49-F238E27FC236}">
                  <a16:creationId xmlns:a16="http://schemas.microsoft.com/office/drawing/2014/main" id="{BA472A58-1DA0-78ED-6F7F-87A93084F43D}"/>
                </a:ext>
              </a:extLst>
            </p:cNvPr>
            <p:cNvCxnSpPr>
              <a:cxnSpLocks/>
            </p:cNvCxnSpPr>
            <p:nvPr/>
          </p:nvCxnSpPr>
          <p:spPr>
            <a:xfrm flipV="1">
              <a:off x="7736045" y="3528343"/>
              <a:ext cx="0" cy="144000"/>
            </a:xfrm>
            <a:prstGeom prst="straightConnector1">
              <a:avLst/>
            </a:prstGeom>
            <a:ln w="22225">
              <a:solidFill>
                <a:schemeClr val="accent4">
                  <a:alpha val="56728"/>
                </a:schemeClr>
              </a:solidFill>
              <a:tailEnd type="triangle"/>
            </a:ln>
          </p:spPr>
          <p:style>
            <a:lnRef idx="1">
              <a:schemeClr val="accent1"/>
            </a:lnRef>
            <a:fillRef idx="0">
              <a:schemeClr val="accent1"/>
            </a:fillRef>
            <a:effectRef idx="0">
              <a:schemeClr val="accent1"/>
            </a:effectRef>
            <a:fontRef idx="minor">
              <a:schemeClr val="tx1"/>
            </a:fontRef>
          </p:style>
        </p:cxnSp>
      </p:grpSp>
      <p:grpSp>
        <p:nvGrpSpPr>
          <p:cNvPr id="191" name="组合 190">
            <a:extLst>
              <a:ext uri="{FF2B5EF4-FFF2-40B4-BE49-F238E27FC236}">
                <a16:creationId xmlns:a16="http://schemas.microsoft.com/office/drawing/2014/main" id="{9AE1A813-92D7-900C-205E-97EC97F3EB8D}"/>
              </a:ext>
            </a:extLst>
          </p:cNvPr>
          <p:cNvGrpSpPr/>
          <p:nvPr/>
        </p:nvGrpSpPr>
        <p:grpSpPr>
          <a:xfrm rot="15333532">
            <a:off x="5436117" y="2194024"/>
            <a:ext cx="172800" cy="172800"/>
            <a:chOff x="7654798" y="3780643"/>
            <a:chExt cx="172800" cy="172800"/>
          </a:xfrm>
        </p:grpSpPr>
        <p:sp>
          <p:nvSpPr>
            <p:cNvPr id="181" name="椭圆 180">
              <a:extLst>
                <a:ext uri="{FF2B5EF4-FFF2-40B4-BE49-F238E27FC236}">
                  <a16:creationId xmlns:a16="http://schemas.microsoft.com/office/drawing/2014/main" id="{062CF207-36C3-08C3-CEEF-1EE060FEC620}"/>
                </a:ext>
              </a:extLst>
            </p:cNvPr>
            <p:cNvSpPr/>
            <p:nvPr/>
          </p:nvSpPr>
          <p:spPr>
            <a:xfrm>
              <a:off x="7654798" y="3780643"/>
              <a:ext cx="172800" cy="172800"/>
            </a:xfrm>
            <a:prstGeom prst="ellipse">
              <a:avLst/>
            </a:prstGeom>
            <a:solidFill>
              <a:schemeClr val="bg1">
                <a:alpha val="1196"/>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bg1"/>
                  </a:solidFill>
                </a:rPr>
                <a:t>c</a:t>
              </a:r>
              <a:endParaRPr lang="en-GB" sz="800" dirty="0">
                <a:solidFill>
                  <a:schemeClr val="bg1"/>
                </a:solidFill>
              </a:endParaRPr>
            </a:p>
          </p:txBody>
        </p:sp>
        <p:cxnSp>
          <p:nvCxnSpPr>
            <p:cNvPr id="182" name="直线箭头连接符 181">
              <a:extLst>
                <a:ext uri="{FF2B5EF4-FFF2-40B4-BE49-F238E27FC236}">
                  <a16:creationId xmlns:a16="http://schemas.microsoft.com/office/drawing/2014/main" id="{57A8EBEF-A1E3-1634-AD87-AE471C72965C}"/>
                </a:ext>
              </a:extLst>
            </p:cNvPr>
            <p:cNvCxnSpPr>
              <a:cxnSpLocks/>
            </p:cNvCxnSpPr>
            <p:nvPr/>
          </p:nvCxnSpPr>
          <p:spPr>
            <a:xfrm flipV="1">
              <a:off x="7736045" y="3795043"/>
              <a:ext cx="0" cy="144000"/>
            </a:xfrm>
            <a:prstGeom prst="straightConnector1">
              <a:avLst/>
            </a:prstGeom>
            <a:ln w="22225">
              <a:solidFill>
                <a:schemeClr val="accent4"/>
              </a:solidFill>
              <a:tailEnd type="triangle"/>
            </a:ln>
          </p:spPr>
          <p:style>
            <a:lnRef idx="1">
              <a:schemeClr val="accent1"/>
            </a:lnRef>
            <a:fillRef idx="0">
              <a:schemeClr val="accent1"/>
            </a:fillRef>
            <a:effectRef idx="0">
              <a:schemeClr val="accent1"/>
            </a:effectRef>
            <a:fontRef idx="minor">
              <a:schemeClr val="tx1"/>
            </a:fontRef>
          </p:style>
        </p:cxnSp>
      </p:grpSp>
      <p:grpSp>
        <p:nvGrpSpPr>
          <p:cNvPr id="320" name="组合 319">
            <a:extLst>
              <a:ext uri="{FF2B5EF4-FFF2-40B4-BE49-F238E27FC236}">
                <a16:creationId xmlns:a16="http://schemas.microsoft.com/office/drawing/2014/main" id="{29A975E5-D470-7BFB-82AC-63045E280404}"/>
              </a:ext>
            </a:extLst>
          </p:cNvPr>
          <p:cNvGrpSpPr/>
          <p:nvPr/>
        </p:nvGrpSpPr>
        <p:grpSpPr>
          <a:xfrm rot="8113073">
            <a:off x="6212991" y="2555513"/>
            <a:ext cx="172800" cy="172800"/>
            <a:chOff x="7654798" y="3994955"/>
            <a:chExt cx="172800" cy="172800"/>
          </a:xfrm>
        </p:grpSpPr>
        <p:sp>
          <p:nvSpPr>
            <p:cNvPr id="183" name="椭圆 182">
              <a:extLst>
                <a:ext uri="{FF2B5EF4-FFF2-40B4-BE49-F238E27FC236}">
                  <a16:creationId xmlns:a16="http://schemas.microsoft.com/office/drawing/2014/main" id="{A4B6E834-15E1-C738-F9D4-44756864FCC3}"/>
                </a:ext>
              </a:extLst>
            </p:cNvPr>
            <p:cNvSpPr/>
            <p:nvPr/>
          </p:nvSpPr>
          <p:spPr>
            <a:xfrm>
              <a:off x="7654798" y="3994955"/>
              <a:ext cx="172800" cy="172800"/>
            </a:xfrm>
            <a:prstGeom prst="ellipse">
              <a:avLst/>
            </a:prstGeom>
            <a:solidFill>
              <a:schemeClr val="bg1">
                <a:alpha val="1196"/>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bg1"/>
                  </a:solidFill>
                </a:rPr>
                <a:t>d</a:t>
              </a:r>
              <a:endParaRPr lang="en-GB" sz="800" dirty="0">
                <a:solidFill>
                  <a:schemeClr val="bg1"/>
                </a:solidFill>
              </a:endParaRPr>
            </a:p>
          </p:txBody>
        </p:sp>
        <p:cxnSp>
          <p:nvCxnSpPr>
            <p:cNvPr id="184" name="直线箭头连接符 183">
              <a:extLst>
                <a:ext uri="{FF2B5EF4-FFF2-40B4-BE49-F238E27FC236}">
                  <a16:creationId xmlns:a16="http://schemas.microsoft.com/office/drawing/2014/main" id="{7503FA6A-65EA-3660-A80C-F4DC652675D8}"/>
                </a:ext>
              </a:extLst>
            </p:cNvPr>
            <p:cNvCxnSpPr>
              <a:cxnSpLocks/>
            </p:cNvCxnSpPr>
            <p:nvPr/>
          </p:nvCxnSpPr>
          <p:spPr>
            <a:xfrm flipV="1">
              <a:off x="7736045" y="4009355"/>
              <a:ext cx="0" cy="144000"/>
            </a:xfrm>
            <a:prstGeom prst="straightConnector1">
              <a:avLst/>
            </a:prstGeom>
            <a:ln w="22225">
              <a:solidFill>
                <a:schemeClr val="accent4">
                  <a:alpha val="52000"/>
                </a:schemeClr>
              </a:solidFill>
              <a:tailEnd type="triangle"/>
            </a:ln>
          </p:spPr>
          <p:style>
            <a:lnRef idx="1">
              <a:schemeClr val="accent1"/>
            </a:lnRef>
            <a:fillRef idx="0">
              <a:schemeClr val="accent1"/>
            </a:fillRef>
            <a:effectRef idx="0">
              <a:schemeClr val="accent1"/>
            </a:effectRef>
            <a:fontRef idx="minor">
              <a:schemeClr val="tx1"/>
            </a:fontRef>
          </p:style>
        </p:cxnSp>
      </p:grpSp>
      <p:grpSp>
        <p:nvGrpSpPr>
          <p:cNvPr id="322" name="组合 321">
            <a:extLst>
              <a:ext uri="{FF2B5EF4-FFF2-40B4-BE49-F238E27FC236}">
                <a16:creationId xmlns:a16="http://schemas.microsoft.com/office/drawing/2014/main" id="{4EDC97D2-0F76-C24B-6F52-52BAFEBC61E5}"/>
              </a:ext>
            </a:extLst>
          </p:cNvPr>
          <p:cNvGrpSpPr/>
          <p:nvPr/>
        </p:nvGrpSpPr>
        <p:grpSpPr>
          <a:xfrm rot="1797858">
            <a:off x="6376831" y="2853905"/>
            <a:ext cx="172800" cy="172800"/>
            <a:chOff x="7654798" y="4498300"/>
            <a:chExt cx="172800" cy="172800"/>
          </a:xfrm>
        </p:grpSpPr>
        <p:sp>
          <p:nvSpPr>
            <p:cNvPr id="187" name="椭圆 186">
              <a:extLst>
                <a:ext uri="{FF2B5EF4-FFF2-40B4-BE49-F238E27FC236}">
                  <a16:creationId xmlns:a16="http://schemas.microsoft.com/office/drawing/2014/main" id="{E1494207-75DF-B4AE-F7A5-9D698A4BD658}"/>
                </a:ext>
              </a:extLst>
            </p:cNvPr>
            <p:cNvSpPr/>
            <p:nvPr/>
          </p:nvSpPr>
          <p:spPr>
            <a:xfrm>
              <a:off x="7654798" y="4498300"/>
              <a:ext cx="172800" cy="172800"/>
            </a:xfrm>
            <a:prstGeom prst="ellipse">
              <a:avLst/>
            </a:prstGeom>
            <a:solidFill>
              <a:schemeClr val="bg1">
                <a:alpha val="1196"/>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bg1"/>
                  </a:solidFill>
                </a:rPr>
                <a:t>f</a:t>
              </a:r>
              <a:endParaRPr lang="en-GB" sz="800" dirty="0">
                <a:solidFill>
                  <a:schemeClr val="bg1"/>
                </a:solidFill>
              </a:endParaRPr>
            </a:p>
          </p:txBody>
        </p:sp>
        <p:cxnSp>
          <p:nvCxnSpPr>
            <p:cNvPr id="188" name="直线箭头连接符 187">
              <a:extLst>
                <a:ext uri="{FF2B5EF4-FFF2-40B4-BE49-F238E27FC236}">
                  <a16:creationId xmlns:a16="http://schemas.microsoft.com/office/drawing/2014/main" id="{8CBF1FB8-DE08-972D-B9E9-12A6B4995969}"/>
                </a:ext>
              </a:extLst>
            </p:cNvPr>
            <p:cNvCxnSpPr>
              <a:cxnSpLocks/>
            </p:cNvCxnSpPr>
            <p:nvPr/>
          </p:nvCxnSpPr>
          <p:spPr>
            <a:xfrm flipV="1">
              <a:off x="7736045" y="4512700"/>
              <a:ext cx="0" cy="144000"/>
            </a:xfrm>
            <a:prstGeom prst="straightConnector1">
              <a:avLst/>
            </a:prstGeom>
            <a:ln w="22225">
              <a:solidFill>
                <a:schemeClr val="accent4"/>
              </a:solidFill>
              <a:tailEnd type="triangle"/>
            </a:ln>
          </p:spPr>
          <p:style>
            <a:lnRef idx="1">
              <a:schemeClr val="accent1"/>
            </a:lnRef>
            <a:fillRef idx="0">
              <a:schemeClr val="accent1"/>
            </a:fillRef>
            <a:effectRef idx="0">
              <a:schemeClr val="accent1"/>
            </a:effectRef>
            <a:fontRef idx="minor">
              <a:schemeClr val="tx1"/>
            </a:fontRef>
          </p:style>
        </p:cxnSp>
      </p:grpSp>
      <p:grpSp>
        <p:nvGrpSpPr>
          <p:cNvPr id="328" name="组合 327">
            <a:extLst>
              <a:ext uri="{FF2B5EF4-FFF2-40B4-BE49-F238E27FC236}">
                <a16:creationId xmlns:a16="http://schemas.microsoft.com/office/drawing/2014/main" id="{73983E1C-6ADC-2920-CD9E-1A0C44A73F2F}"/>
              </a:ext>
            </a:extLst>
          </p:cNvPr>
          <p:cNvGrpSpPr/>
          <p:nvPr/>
        </p:nvGrpSpPr>
        <p:grpSpPr>
          <a:xfrm rot="2098412">
            <a:off x="6292820" y="2778699"/>
            <a:ext cx="172800" cy="172800"/>
            <a:chOff x="7512128" y="2537529"/>
            <a:chExt cx="172800" cy="172800"/>
          </a:xfrm>
        </p:grpSpPr>
        <p:sp>
          <p:nvSpPr>
            <p:cNvPr id="178" name="椭圆 177">
              <a:extLst>
                <a:ext uri="{FF2B5EF4-FFF2-40B4-BE49-F238E27FC236}">
                  <a16:creationId xmlns:a16="http://schemas.microsoft.com/office/drawing/2014/main" id="{DD6770EB-53E0-1EFF-6ADD-4E237F506763}"/>
                </a:ext>
              </a:extLst>
            </p:cNvPr>
            <p:cNvSpPr/>
            <p:nvPr/>
          </p:nvSpPr>
          <p:spPr>
            <a:xfrm>
              <a:off x="7512128" y="2537529"/>
              <a:ext cx="172800" cy="172800"/>
            </a:xfrm>
            <a:prstGeom prst="ellipse">
              <a:avLst/>
            </a:prstGeom>
            <a:solidFill>
              <a:schemeClr val="bg1">
                <a:alpha val="1196"/>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bg1"/>
                  </a:solidFill>
                </a:rPr>
                <a:t>g</a:t>
              </a:r>
              <a:endParaRPr lang="en-GB" sz="800" dirty="0">
                <a:solidFill>
                  <a:schemeClr val="bg1"/>
                </a:solidFill>
              </a:endParaRPr>
            </a:p>
          </p:txBody>
        </p:sp>
        <p:cxnSp>
          <p:nvCxnSpPr>
            <p:cNvPr id="323" name="直线箭头连接符 322">
              <a:extLst>
                <a:ext uri="{FF2B5EF4-FFF2-40B4-BE49-F238E27FC236}">
                  <a16:creationId xmlns:a16="http://schemas.microsoft.com/office/drawing/2014/main" id="{80D62A63-CA74-971F-FB25-829F7773C73A}"/>
                </a:ext>
              </a:extLst>
            </p:cNvPr>
            <p:cNvCxnSpPr>
              <a:cxnSpLocks/>
            </p:cNvCxnSpPr>
            <p:nvPr/>
          </p:nvCxnSpPr>
          <p:spPr>
            <a:xfrm flipV="1">
              <a:off x="7596550" y="2551929"/>
              <a:ext cx="0" cy="144000"/>
            </a:xfrm>
            <a:prstGeom prst="straightConnector1">
              <a:avLst/>
            </a:prstGeom>
            <a:ln w="22225">
              <a:solidFill>
                <a:schemeClr val="accent4"/>
              </a:solidFill>
              <a:tailEnd type="triangle"/>
            </a:ln>
          </p:spPr>
          <p:style>
            <a:lnRef idx="1">
              <a:schemeClr val="accent1"/>
            </a:lnRef>
            <a:fillRef idx="0">
              <a:schemeClr val="accent1"/>
            </a:fillRef>
            <a:effectRef idx="0">
              <a:schemeClr val="accent1"/>
            </a:effectRef>
            <a:fontRef idx="minor">
              <a:schemeClr val="tx1"/>
            </a:fontRef>
          </p:style>
        </p:cxnSp>
      </p:grpSp>
      <p:grpSp>
        <p:nvGrpSpPr>
          <p:cNvPr id="329" name="组合 328">
            <a:extLst>
              <a:ext uri="{FF2B5EF4-FFF2-40B4-BE49-F238E27FC236}">
                <a16:creationId xmlns:a16="http://schemas.microsoft.com/office/drawing/2014/main" id="{6A51F544-2AA1-2B50-3C88-955430EDC1E1}"/>
              </a:ext>
            </a:extLst>
          </p:cNvPr>
          <p:cNvGrpSpPr/>
          <p:nvPr/>
        </p:nvGrpSpPr>
        <p:grpSpPr>
          <a:xfrm rot="691553">
            <a:off x="6619368" y="3100023"/>
            <a:ext cx="172800" cy="172800"/>
            <a:chOff x="7512128" y="2729772"/>
            <a:chExt cx="172800" cy="172800"/>
          </a:xfrm>
        </p:grpSpPr>
        <p:sp>
          <p:nvSpPr>
            <p:cNvPr id="324" name="椭圆 323">
              <a:extLst>
                <a:ext uri="{FF2B5EF4-FFF2-40B4-BE49-F238E27FC236}">
                  <a16:creationId xmlns:a16="http://schemas.microsoft.com/office/drawing/2014/main" id="{73DF1284-2760-47B4-62BA-4E111B7C23D5}"/>
                </a:ext>
              </a:extLst>
            </p:cNvPr>
            <p:cNvSpPr/>
            <p:nvPr/>
          </p:nvSpPr>
          <p:spPr>
            <a:xfrm>
              <a:off x="7512128" y="2729772"/>
              <a:ext cx="172800" cy="172800"/>
            </a:xfrm>
            <a:prstGeom prst="ellipse">
              <a:avLst/>
            </a:prstGeom>
            <a:solidFill>
              <a:schemeClr val="bg1">
                <a:alpha val="1196"/>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bg1"/>
                  </a:solidFill>
                </a:rPr>
                <a:t>h</a:t>
              </a:r>
              <a:endParaRPr lang="en-GB" sz="800" dirty="0">
                <a:solidFill>
                  <a:schemeClr val="bg1"/>
                </a:solidFill>
              </a:endParaRPr>
            </a:p>
          </p:txBody>
        </p:sp>
        <p:cxnSp>
          <p:nvCxnSpPr>
            <p:cNvPr id="325" name="直线箭头连接符 324">
              <a:extLst>
                <a:ext uri="{FF2B5EF4-FFF2-40B4-BE49-F238E27FC236}">
                  <a16:creationId xmlns:a16="http://schemas.microsoft.com/office/drawing/2014/main" id="{3C4DA53D-27D9-6F2B-5FA5-72B2B5D5FF05}"/>
                </a:ext>
              </a:extLst>
            </p:cNvPr>
            <p:cNvCxnSpPr>
              <a:cxnSpLocks/>
            </p:cNvCxnSpPr>
            <p:nvPr/>
          </p:nvCxnSpPr>
          <p:spPr>
            <a:xfrm flipV="1">
              <a:off x="7596550" y="2744172"/>
              <a:ext cx="0" cy="144000"/>
            </a:xfrm>
            <a:prstGeom prst="straightConnector1">
              <a:avLst/>
            </a:prstGeom>
            <a:ln w="22225">
              <a:solidFill>
                <a:schemeClr val="accent4"/>
              </a:solidFill>
              <a:tailEnd type="triangle"/>
            </a:ln>
          </p:spPr>
          <p:style>
            <a:lnRef idx="1">
              <a:schemeClr val="accent1"/>
            </a:lnRef>
            <a:fillRef idx="0">
              <a:schemeClr val="accent1"/>
            </a:fillRef>
            <a:effectRef idx="0">
              <a:schemeClr val="accent1"/>
            </a:effectRef>
            <a:fontRef idx="minor">
              <a:schemeClr val="tx1"/>
            </a:fontRef>
          </p:style>
        </p:cxnSp>
      </p:grpSp>
      <p:grpSp>
        <p:nvGrpSpPr>
          <p:cNvPr id="330" name="组合 329">
            <a:extLst>
              <a:ext uri="{FF2B5EF4-FFF2-40B4-BE49-F238E27FC236}">
                <a16:creationId xmlns:a16="http://schemas.microsoft.com/office/drawing/2014/main" id="{C3F3C51B-B090-58BA-1884-6982E005AE42}"/>
              </a:ext>
            </a:extLst>
          </p:cNvPr>
          <p:cNvGrpSpPr/>
          <p:nvPr/>
        </p:nvGrpSpPr>
        <p:grpSpPr>
          <a:xfrm rot="17665710">
            <a:off x="5208873" y="2573017"/>
            <a:ext cx="172800" cy="172800"/>
            <a:chOff x="7512128" y="2950622"/>
            <a:chExt cx="172800" cy="172800"/>
          </a:xfrm>
        </p:grpSpPr>
        <p:sp>
          <p:nvSpPr>
            <p:cNvPr id="326" name="椭圆 325">
              <a:extLst>
                <a:ext uri="{FF2B5EF4-FFF2-40B4-BE49-F238E27FC236}">
                  <a16:creationId xmlns:a16="http://schemas.microsoft.com/office/drawing/2014/main" id="{58093022-080A-C5F8-0140-2A167BCD831C}"/>
                </a:ext>
              </a:extLst>
            </p:cNvPr>
            <p:cNvSpPr/>
            <p:nvPr/>
          </p:nvSpPr>
          <p:spPr>
            <a:xfrm>
              <a:off x="7512128" y="2950622"/>
              <a:ext cx="172800" cy="172800"/>
            </a:xfrm>
            <a:prstGeom prst="ellipse">
              <a:avLst/>
            </a:prstGeom>
            <a:solidFill>
              <a:schemeClr val="bg1">
                <a:alpha val="1196"/>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err="1">
                  <a:solidFill>
                    <a:schemeClr val="bg1"/>
                  </a:solidFill>
                </a:rPr>
                <a:t>i</a:t>
              </a:r>
              <a:endParaRPr lang="en-GB" sz="800" dirty="0">
                <a:solidFill>
                  <a:schemeClr val="bg1"/>
                </a:solidFill>
              </a:endParaRPr>
            </a:p>
          </p:txBody>
        </p:sp>
        <p:cxnSp>
          <p:nvCxnSpPr>
            <p:cNvPr id="327" name="直线箭头连接符 326">
              <a:extLst>
                <a:ext uri="{FF2B5EF4-FFF2-40B4-BE49-F238E27FC236}">
                  <a16:creationId xmlns:a16="http://schemas.microsoft.com/office/drawing/2014/main" id="{EF460A9B-CF76-F220-36EA-1FB6CA64E3A0}"/>
                </a:ext>
              </a:extLst>
            </p:cNvPr>
            <p:cNvCxnSpPr>
              <a:cxnSpLocks/>
            </p:cNvCxnSpPr>
            <p:nvPr/>
          </p:nvCxnSpPr>
          <p:spPr>
            <a:xfrm flipV="1">
              <a:off x="7596550" y="2965022"/>
              <a:ext cx="0" cy="144000"/>
            </a:xfrm>
            <a:prstGeom prst="straightConnector1">
              <a:avLst/>
            </a:prstGeom>
            <a:ln w="22225">
              <a:solidFill>
                <a:schemeClr val="accent4"/>
              </a:solidFill>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71019177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a:extLst>
              <a:ext uri="{FF2B5EF4-FFF2-40B4-BE49-F238E27FC236}">
                <a16:creationId xmlns:a16="http://schemas.microsoft.com/office/drawing/2014/main" id="{03256ED2-4223-6A1D-072D-54E65220E18C}"/>
              </a:ext>
            </a:extLst>
          </p:cNvPr>
          <p:cNvSpPr>
            <a:spLocks noGrp="1"/>
          </p:cNvSpPr>
          <p:nvPr>
            <p:ph type="title"/>
          </p:nvPr>
        </p:nvSpPr>
        <p:spPr>
          <a:xfrm>
            <a:off x="628649" y="559420"/>
            <a:ext cx="7732925" cy="630335"/>
          </a:xfrm>
        </p:spPr>
        <p:txBody>
          <a:bodyPr>
            <a:normAutofit/>
          </a:bodyPr>
          <a:lstStyle/>
          <a:p>
            <a:r>
              <a:rPr lang="en-GB" altLang="zh-CN" dirty="0"/>
              <a:t>Particle Filter </a:t>
            </a:r>
            <a:endParaRPr lang="en-GB" dirty="0"/>
          </a:p>
        </p:txBody>
      </p:sp>
      <p:sp>
        <p:nvSpPr>
          <p:cNvPr id="8" name="文本占位符 7">
            <a:extLst>
              <a:ext uri="{FF2B5EF4-FFF2-40B4-BE49-F238E27FC236}">
                <a16:creationId xmlns:a16="http://schemas.microsoft.com/office/drawing/2014/main" id="{0B6FC092-5E58-96E8-586D-0B8818581D04}"/>
              </a:ext>
            </a:extLst>
          </p:cNvPr>
          <p:cNvSpPr>
            <a:spLocks noGrp="1"/>
          </p:cNvSpPr>
          <p:nvPr>
            <p:ph type="body" sz="quarter" idx="10"/>
          </p:nvPr>
        </p:nvSpPr>
        <p:spPr>
          <a:xfrm>
            <a:off x="628650" y="1465730"/>
            <a:ext cx="7732924" cy="548913"/>
          </a:xfrm>
        </p:spPr>
        <p:txBody>
          <a:bodyPr/>
          <a:lstStyle/>
          <a:p>
            <a:r>
              <a:rPr lang="en-GB" dirty="0"/>
              <a:t>We repeat this step</a:t>
            </a:r>
            <a:endParaRPr lang="en-GB" dirty="0">
              <a:solidFill>
                <a:schemeClr val="bg1">
                  <a:lumMod val="75000"/>
                </a:schemeClr>
              </a:solidFill>
            </a:endParaRPr>
          </a:p>
        </p:txBody>
      </p:sp>
      <p:sp>
        <p:nvSpPr>
          <p:cNvPr id="2" name="矩形 1">
            <a:extLst>
              <a:ext uri="{FF2B5EF4-FFF2-40B4-BE49-F238E27FC236}">
                <a16:creationId xmlns:a16="http://schemas.microsoft.com/office/drawing/2014/main" id="{7599C378-77A0-11D0-A279-0BE6E291A066}"/>
              </a:ext>
            </a:extLst>
          </p:cNvPr>
          <p:cNvSpPr/>
          <p:nvPr/>
        </p:nvSpPr>
        <p:spPr>
          <a:xfrm>
            <a:off x="1380763" y="2186869"/>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 name="矩形 2">
            <a:extLst>
              <a:ext uri="{FF2B5EF4-FFF2-40B4-BE49-F238E27FC236}">
                <a16:creationId xmlns:a16="http://schemas.microsoft.com/office/drawing/2014/main" id="{49693471-DDC4-6385-FE78-BA109C3115BB}"/>
              </a:ext>
            </a:extLst>
          </p:cNvPr>
          <p:cNvSpPr/>
          <p:nvPr/>
        </p:nvSpPr>
        <p:spPr>
          <a:xfrm>
            <a:off x="1552989" y="2186869"/>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 name="矩形 3">
            <a:extLst>
              <a:ext uri="{FF2B5EF4-FFF2-40B4-BE49-F238E27FC236}">
                <a16:creationId xmlns:a16="http://schemas.microsoft.com/office/drawing/2014/main" id="{067420A0-0697-F454-D967-A89DAA0831F4}"/>
              </a:ext>
            </a:extLst>
          </p:cNvPr>
          <p:cNvSpPr/>
          <p:nvPr/>
        </p:nvSpPr>
        <p:spPr>
          <a:xfrm>
            <a:off x="1725215" y="2186869"/>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矩形 5">
            <a:extLst>
              <a:ext uri="{FF2B5EF4-FFF2-40B4-BE49-F238E27FC236}">
                <a16:creationId xmlns:a16="http://schemas.microsoft.com/office/drawing/2014/main" id="{FEEC8C95-3C1C-7487-D4AA-DE5CF36A3150}"/>
              </a:ext>
            </a:extLst>
          </p:cNvPr>
          <p:cNvSpPr/>
          <p:nvPr/>
        </p:nvSpPr>
        <p:spPr>
          <a:xfrm>
            <a:off x="1897441" y="2186869"/>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矩形 6">
            <a:extLst>
              <a:ext uri="{FF2B5EF4-FFF2-40B4-BE49-F238E27FC236}">
                <a16:creationId xmlns:a16="http://schemas.microsoft.com/office/drawing/2014/main" id="{8EF14F72-B7B2-9424-0538-073428F40EFD}"/>
              </a:ext>
            </a:extLst>
          </p:cNvPr>
          <p:cNvSpPr/>
          <p:nvPr/>
        </p:nvSpPr>
        <p:spPr>
          <a:xfrm>
            <a:off x="2069667" y="2186869"/>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矩形 8">
            <a:extLst>
              <a:ext uri="{FF2B5EF4-FFF2-40B4-BE49-F238E27FC236}">
                <a16:creationId xmlns:a16="http://schemas.microsoft.com/office/drawing/2014/main" id="{04B1434E-A23B-04C4-53A5-24D4F65A7DE0}"/>
              </a:ext>
            </a:extLst>
          </p:cNvPr>
          <p:cNvSpPr/>
          <p:nvPr/>
        </p:nvSpPr>
        <p:spPr>
          <a:xfrm>
            <a:off x="2241893" y="2186869"/>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 name="矩形 9">
            <a:extLst>
              <a:ext uri="{FF2B5EF4-FFF2-40B4-BE49-F238E27FC236}">
                <a16:creationId xmlns:a16="http://schemas.microsoft.com/office/drawing/2014/main" id="{59C44CAA-4F7D-4B7B-2AB5-4CCFA81F11B8}"/>
              </a:ext>
            </a:extLst>
          </p:cNvPr>
          <p:cNvSpPr/>
          <p:nvPr/>
        </p:nvSpPr>
        <p:spPr>
          <a:xfrm>
            <a:off x="2414119" y="2186869"/>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矩形 10">
            <a:extLst>
              <a:ext uri="{FF2B5EF4-FFF2-40B4-BE49-F238E27FC236}">
                <a16:creationId xmlns:a16="http://schemas.microsoft.com/office/drawing/2014/main" id="{DE7ED3AB-3690-E47F-A781-E2A16B1EB8B7}"/>
              </a:ext>
            </a:extLst>
          </p:cNvPr>
          <p:cNvSpPr/>
          <p:nvPr/>
        </p:nvSpPr>
        <p:spPr>
          <a:xfrm>
            <a:off x="2583688" y="2186869"/>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矩形 11">
            <a:extLst>
              <a:ext uri="{FF2B5EF4-FFF2-40B4-BE49-F238E27FC236}">
                <a16:creationId xmlns:a16="http://schemas.microsoft.com/office/drawing/2014/main" id="{651984E6-7585-0B22-F7CA-CA1E42597058}"/>
              </a:ext>
            </a:extLst>
          </p:cNvPr>
          <p:cNvSpPr/>
          <p:nvPr/>
        </p:nvSpPr>
        <p:spPr>
          <a:xfrm>
            <a:off x="2755914" y="2186869"/>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矩形 12">
            <a:extLst>
              <a:ext uri="{FF2B5EF4-FFF2-40B4-BE49-F238E27FC236}">
                <a16:creationId xmlns:a16="http://schemas.microsoft.com/office/drawing/2014/main" id="{C7F364B2-590F-3127-9075-EF655739F858}"/>
              </a:ext>
            </a:extLst>
          </p:cNvPr>
          <p:cNvSpPr/>
          <p:nvPr/>
        </p:nvSpPr>
        <p:spPr>
          <a:xfrm>
            <a:off x="2928140" y="2186869"/>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矩形 13">
            <a:extLst>
              <a:ext uri="{FF2B5EF4-FFF2-40B4-BE49-F238E27FC236}">
                <a16:creationId xmlns:a16="http://schemas.microsoft.com/office/drawing/2014/main" id="{BDC6E661-CEE5-F7F7-2C82-9701FC59FA05}"/>
              </a:ext>
            </a:extLst>
          </p:cNvPr>
          <p:cNvSpPr/>
          <p:nvPr/>
        </p:nvSpPr>
        <p:spPr>
          <a:xfrm>
            <a:off x="3100366" y="2186869"/>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 name="矩形 14">
            <a:extLst>
              <a:ext uri="{FF2B5EF4-FFF2-40B4-BE49-F238E27FC236}">
                <a16:creationId xmlns:a16="http://schemas.microsoft.com/office/drawing/2014/main" id="{F27071CC-6028-E1E6-2E3F-BACF1F9F3C61}"/>
              </a:ext>
            </a:extLst>
          </p:cNvPr>
          <p:cNvSpPr/>
          <p:nvPr/>
        </p:nvSpPr>
        <p:spPr>
          <a:xfrm>
            <a:off x="3272592" y="2186869"/>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 name="矩形 15">
            <a:extLst>
              <a:ext uri="{FF2B5EF4-FFF2-40B4-BE49-F238E27FC236}">
                <a16:creationId xmlns:a16="http://schemas.microsoft.com/office/drawing/2014/main" id="{C0437C2E-6740-B535-7DC9-7B32F8E35958}"/>
              </a:ext>
            </a:extLst>
          </p:cNvPr>
          <p:cNvSpPr/>
          <p:nvPr/>
        </p:nvSpPr>
        <p:spPr>
          <a:xfrm>
            <a:off x="3444818" y="2186869"/>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 name="矩形 16">
            <a:extLst>
              <a:ext uri="{FF2B5EF4-FFF2-40B4-BE49-F238E27FC236}">
                <a16:creationId xmlns:a16="http://schemas.microsoft.com/office/drawing/2014/main" id="{EE1234A6-F370-C872-C153-BB4E7041BEB1}"/>
              </a:ext>
            </a:extLst>
          </p:cNvPr>
          <p:cNvSpPr/>
          <p:nvPr/>
        </p:nvSpPr>
        <p:spPr>
          <a:xfrm>
            <a:off x="1380763" y="2359095"/>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8" name="矩形 17">
            <a:extLst>
              <a:ext uri="{FF2B5EF4-FFF2-40B4-BE49-F238E27FC236}">
                <a16:creationId xmlns:a16="http://schemas.microsoft.com/office/drawing/2014/main" id="{24352DA7-CFCF-1F59-4BAC-A60B941711A9}"/>
              </a:ext>
            </a:extLst>
          </p:cNvPr>
          <p:cNvSpPr/>
          <p:nvPr/>
        </p:nvSpPr>
        <p:spPr>
          <a:xfrm>
            <a:off x="1552989" y="235909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9" name="矩形 18">
            <a:extLst>
              <a:ext uri="{FF2B5EF4-FFF2-40B4-BE49-F238E27FC236}">
                <a16:creationId xmlns:a16="http://schemas.microsoft.com/office/drawing/2014/main" id="{9322569A-BACF-A398-B439-6A328047B26B}"/>
              </a:ext>
            </a:extLst>
          </p:cNvPr>
          <p:cNvSpPr/>
          <p:nvPr/>
        </p:nvSpPr>
        <p:spPr>
          <a:xfrm>
            <a:off x="1725215" y="235909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0" name="矩形 19">
            <a:extLst>
              <a:ext uri="{FF2B5EF4-FFF2-40B4-BE49-F238E27FC236}">
                <a16:creationId xmlns:a16="http://schemas.microsoft.com/office/drawing/2014/main" id="{E65DE771-3170-DD03-5186-D4D72A7E4677}"/>
              </a:ext>
            </a:extLst>
          </p:cNvPr>
          <p:cNvSpPr/>
          <p:nvPr/>
        </p:nvSpPr>
        <p:spPr>
          <a:xfrm>
            <a:off x="1897441" y="235909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1" name="矩形 20">
            <a:extLst>
              <a:ext uri="{FF2B5EF4-FFF2-40B4-BE49-F238E27FC236}">
                <a16:creationId xmlns:a16="http://schemas.microsoft.com/office/drawing/2014/main" id="{BE496E70-3C78-B2EE-0D4E-C498A968C1DA}"/>
              </a:ext>
            </a:extLst>
          </p:cNvPr>
          <p:cNvSpPr/>
          <p:nvPr/>
        </p:nvSpPr>
        <p:spPr>
          <a:xfrm>
            <a:off x="2069667" y="235909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2" name="矩形 21">
            <a:extLst>
              <a:ext uri="{FF2B5EF4-FFF2-40B4-BE49-F238E27FC236}">
                <a16:creationId xmlns:a16="http://schemas.microsoft.com/office/drawing/2014/main" id="{A29D950D-74A7-37AD-A05E-EC840DB9C8E0}"/>
              </a:ext>
            </a:extLst>
          </p:cNvPr>
          <p:cNvSpPr/>
          <p:nvPr/>
        </p:nvSpPr>
        <p:spPr>
          <a:xfrm>
            <a:off x="2241893" y="235909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3" name="矩形 22">
            <a:extLst>
              <a:ext uri="{FF2B5EF4-FFF2-40B4-BE49-F238E27FC236}">
                <a16:creationId xmlns:a16="http://schemas.microsoft.com/office/drawing/2014/main" id="{DACEBF72-5697-E65A-5904-544B651D9B15}"/>
              </a:ext>
            </a:extLst>
          </p:cNvPr>
          <p:cNvSpPr/>
          <p:nvPr/>
        </p:nvSpPr>
        <p:spPr>
          <a:xfrm>
            <a:off x="2414119" y="235909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4" name="矩形 23">
            <a:extLst>
              <a:ext uri="{FF2B5EF4-FFF2-40B4-BE49-F238E27FC236}">
                <a16:creationId xmlns:a16="http://schemas.microsoft.com/office/drawing/2014/main" id="{A0C2E749-D825-98BE-9715-96C9A9964372}"/>
              </a:ext>
            </a:extLst>
          </p:cNvPr>
          <p:cNvSpPr/>
          <p:nvPr/>
        </p:nvSpPr>
        <p:spPr>
          <a:xfrm>
            <a:off x="2583688" y="235909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5" name="矩形 24">
            <a:extLst>
              <a:ext uri="{FF2B5EF4-FFF2-40B4-BE49-F238E27FC236}">
                <a16:creationId xmlns:a16="http://schemas.microsoft.com/office/drawing/2014/main" id="{B9C7B059-3933-5309-7878-2AFACA8F45BA}"/>
              </a:ext>
            </a:extLst>
          </p:cNvPr>
          <p:cNvSpPr/>
          <p:nvPr/>
        </p:nvSpPr>
        <p:spPr>
          <a:xfrm>
            <a:off x="2755914" y="235909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6" name="矩形 25">
            <a:extLst>
              <a:ext uri="{FF2B5EF4-FFF2-40B4-BE49-F238E27FC236}">
                <a16:creationId xmlns:a16="http://schemas.microsoft.com/office/drawing/2014/main" id="{38052AC5-BEE1-4481-0855-18EBEF44662A}"/>
              </a:ext>
            </a:extLst>
          </p:cNvPr>
          <p:cNvSpPr/>
          <p:nvPr/>
        </p:nvSpPr>
        <p:spPr>
          <a:xfrm>
            <a:off x="2928140" y="235909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7" name="矩形 26">
            <a:extLst>
              <a:ext uri="{FF2B5EF4-FFF2-40B4-BE49-F238E27FC236}">
                <a16:creationId xmlns:a16="http://schemas.microsoft.com/office/drawing/2014/main" id="{964DD161-0770-A271-58B5-D604E7E97952}"/>
              </a:ext>
            </a:extLst>
          </p:cNvPr>
          <p:cNvSpPr/>
          <p:nvPr/>
        </p:nvSpPr>
        <p:spPr>
          <a:xfrm>
            <a:off x="3100366" y="235909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8" name="矩形 27">
            <a:extLst>
              <a:ext uri="{FF2B5EF4-FFF2-40B4-BE49-F238E27FC236}">
                <a16:creationId xmlns:a16="http://schemas.microsoft.com/office/drawing/2014/main" id="{13FDE255-22BB-5421-C721-9F0097643E3B}"/>
              </a:ext>
            </a:extLst>
          </p:cNvPr>
          <p:cNvSpPr/>
          <p:nvPr/>
        </p:nvSpPr>
        <p:spPr>
          <a:xfrm>
            <a:off x="3272592" y="235909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9" name="矩形 28">
            <a:extLst>
              <a:ext uri="{FF2B5EF4-FFF2-40B4-BE49-F238E27FC236}">
                <a16:creationId xmlns:a16="http://schemas.microsoft.com/office/drawing/2014/main" id="{D99DEBC0-4D19-0ABD-97ED-75B6ACB45FDC}"/>
              </a:ext>
            </a:extLst>
          </p:cNvPr>
          <p:cNvSpPr/>
          <p:nvPr/>
        </p:nvSpPr>
        <p:spPr>
          <a:xfrm>
            <a:off x="3444818" y="2359095"/>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 name="矩形 29">
            <a:extLst>
              <a:ext uri="{FF2B5EF4-FFF2-40B4-BE49-F238E27FC236}">
                <a16:creationId xmlns:a16="http://schemas.microsoft.com/office/drawing/2014/main" id="{49DD3AED-F370-44A1-4F2E-36C1039F50E8}"/>
              </a:ext>
            </a:extLst>
          </p:cNvPr>
          <p:cNvSpPr/>
          <p:nvPr/>
        </p:nvSpPr>
        <p:spPr>
          <a:xfrm>
            <a:off x="1380763" y="2531321"/>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1" name="矩形 30">
            <a:extLst>
              <a:ext uri="{FF2B5EF4-FFF2-40B4-BE49-F238E27FC236}">
                <a16:creationId xmlns:a16="http://schemas.microsoft.com/office/drawing/2014/main" id="{1036A575-1DFC-D3CD-ABCB-9D2ED98AB344}"/>
              </a:ext>
            </a:extLst>
          </p:cNvPr>
          <p:cNvSpPr/>
          <p:nvPr/>
        </p:nvSpPr>
        <p:spPr>
          <a:xfrm>
            <a:off x="1552989" y="2531321"/>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2" name="矩形 31">
            <a:extLst>
              <a:ext uri="{FF2B5EF4-FFF2-40B4-BE49-F238E27FC236}">
                <a16:creationId xmlns:a16="http://schemas.microsoft.com/office/drawing/2014/main" id="{19A0742B-04D8-5A54-3C4D-723F487BDA08}"/>
              </a:ext>
            </a:extLst>
          </p:cNvPr>
          <p:cNvSpPr/>
          <p:nvPr/>
        </p:nvSpPr>
        <p:spPr>
          <a:xfrm>
            <a:off x="1725215" y="2531321"/>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3" name="矩形 32">
            <a:extLst>
              <a:ext uri="{FF2B5EF4-FFF2-40B4-BE49-F238E27FC236}">
                <a16:creationId xmlns:a16="http://schemas.microsoft.com/office/drawing/2014/main" id="{7CA10EB4-A5E0-65EF-EDAA-9FB4BD989A4D}"/>
              </a:ext>
            </a:extLst>
          </p:cNvPr>
          <p:cNvSpPr/>
          <p:nvPr/>
        </p:nvSpPr>
        <p:spPr>
          <a:xfrm>
            <a:off x="1897441" y="2531321"/>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4" name="矩形 33">
            <a:extLst>
              <a:ext uri="{FF2B5EF4-FFF2-40B4-BE49-F238E27FC236}">
                <a16:creationId xmlns:a16="http://schemas.microsoft.com/office/drawing/2014/main" id="{B59391C9-D388-1E07-5645-43946A9337CE}"/>
              </a:ext>
            </a:extLst>
          </p:cNvPr>
          <p:cNvSpPr/>
          <p:nvPr/>
        </p:nvSpPr>
        <p:spPr>
          <a:xfrm>
            <a:off x="2069667" y="2531321"/>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5" name="矩形 34">
            <a:extLst>
              <a:ext uri="{FF2B5EF4-FFF2-40B4-BE49-F238E27FC236}">
                <a16:creationId xmlns:a16="http://schemas.microsoft.com/office/drawing/2014/main" id="{67CC173F-F6D6-0C04-75E3-067D78A43EAB}"/>
              </a:ext>
            </a:extLst>
          </p:cNvPr>
          <p:cNvSpPr/>
          <p:nvPr/>
        </p:nvSpPr>
        <p:spPr>
          <a:xfrm>
            <a:off x="2241893" y="2531321"/>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6" name="矩形 35">
            <a:extLst>
              <a:ext uri="{FF2B5EF4-FFF2-40B4-BE49-F238E27FC236}">
                <a16:creationId xmlns:a16="http://schemas.microsoft.com/office/drawing/2014/main" id="{C1CF3864-516D-7918-E779-9D0CB66FDF1A}"/>
              </a:ext>
            </a:extLst>
          </p:cNvPr>
          <p:cNvSpPr/>
          <p:nvPr/>
        </p:nvSpPr>
        <p:spPr>
          <a:xfrm>
            <a:off x="2414119" y="2531321"/>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7" name="矩形 36">
            <a:extLst>
              <a:ext uri="{FF2B5EF4-FFF2-40B4-BE49-F238E27FC236}">
                <a16:creationId xmlns:a16="http://schemas.microsoft.com/office/drawing/2014/main" id="{19E4E77F-C50D-5A5E-573A-15155CBEEE07}"/>
              </a:ext>
            </a:extLst>
          </p:cNvPr>
          <p:cNvSpPr/>
          <p:nvPr/>
        </p:nvSpPr>
        <p:spPr>
          <a:xfrm>
            <a:off x="2583688" y="2531321"/>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8" name="矩形 37">
            <a:extLst>
              <a:ext uri="{FF2B5EF4-FFF2-40B4-BE49-F238E27FC236}">
                <a16:creationId xmlns:a16="http://schemas.microsoft.com/office/drawing/2014/main" id="{C79C9F98-CFFA-60F0-D27F-F4C266796415}"/>
              </a:ext>
            </a:extLst>
          </p:cNvPr>
          <p:cNvSpPr/>
          <p:nvPr/>
        </p:nvSpPr>
        <p:spPr>
          <a:xfrm>
            <a:off x="2755914" y="2531321"/>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9" name="矩形 38">
            <a:extLst>
              <a:ext uri="{FF2B5EF4-FFF2-40B4-BE49-F238E27FC236}">
                <a16:creationId xmlns:a16="http://schemas.microsoft.com/office/drawing/2014/main" id="{83470B26-50E4-E45A-A778-605685E6C967}"/>
              </a:ext>
            </a:extLst>
          </p:cNvPr>
          <p:cNvSpPr/>
          <p:nvPr/>
        </p:nvSpPr>
        <p:spPr>
          <a:xfrm>
            <a:off x="2928140" y="2531321"/>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0" name="矩形 39">
            <a:extLst>
              <a:ext uri="{FF2B5EF4-FFF2-40B4-BE49-F238E27FC236}">
                <a16:creationId xmlns:a16="http://schemas.microsoft.com/office/drawing/2014/main" id="{0A54888E-19DE-8D54-B933-A79472BF54DD}"/>
              </a:ext>
            </a:extLst>
          </p:cNvPr>
          <p:cNvSpPr/>
          <p:nvPr/>
        </p:nvSpPr>
        <p:spPr>
          <a:xfrm>
            <a:off x="3100366" y="2531321"/>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1" name="矩形 40">
            <a:extLst>
              <a:ext uri="{FF2B5EF4-FFF2-40B4-BE49-F238E27FC236}">
                <a16:creationId xmlns:a16="http://schemas.microsoft.com/office/drawing/2014/main" id="{FDAFEB3E-481F-2C1D-6D34-7E0CF1083E93}"/>
              </a:ext>
            </a:extLst>
          </p:cNvPr>
          <p:cNvSpPr/>
          <p:nvPr/>
        </p:nvSpPr>
        <p:spPr>
          <a:xfrm>
            <a:off x="3272592" y="2531321"/>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2" name="矩形 41">
            <a:extLst>
              <a:ext uri="{FF2B5EF4-FFF2-40B4-BE49-F238E27FC236}">
                <a16:creationId xmlns:a16="http://schemas.microsoft.com/office/drawing/2014/main" id="{ECF20106-10DE-3519-A984-2336AAAEF8A9}"/>
              </a:ext>
            </a:extLst>
          </p:cNvPr>
          <p:cNvSpPr/>
          <p:nvPr/>
        </p:nvSpPr>
        <p:spPr>
          <a:xfrm>
            <a:off x="3444818" y="2531321"/>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3" name="矩形 42">
            <a:extLst>
              <a:ext uri="{FF2B5EF4-FFF2-40B4-BE49-F238E27FC236}">
                <a16:creationId xmlns:a16="http://schemas.microsoft.com/office/drawing/2014/main" id="{6EC9D342-6070-36BB-0D51-C6A2C218E4C9}"/>
              </a:ext>
            </a:extLst>
          </p:cNvPr>
          <p:cNvSpPr/>
          <p:nvPr/>
        </p:nvSpPr>
        <p:spPr>
          <a:xfrm>
            <a:off x="1380763" y="2703547"/>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4" name="矩形 43">
            <a:extLst>
              <a:ext uri="{FF2B5EF4-FFF2-40B4-BE49-F238E27FC236}">
                <a16:creationId xmlns:a16="http://schemas.microsoft.com/office/drawing/2014/main" id="{2D514C45-7261-6A42-F59E-84BAB35DC1A1}"/>
              </a:ext>
            </a:extLst>
          </p:cNvPr>
          <p:cNvSpPr/>
          <p:nvPr/>
        </p:nvSpPr>
        <p:spPr>
          <a:xfrm>
            <a:off x="1552989" y="2703547"/>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5" name="矩形 44">
            <a:extLst>
              <a:ext uri="{FF2B5EF4-FFF2-40B4-BE49-F238E27FC236}">
                <a16:creationId xmlns:a16="http://schemas.microsoft.com/office/drawing/2014/main" id="{05BD8A9E-936F-5162-B4E7-25560F11BBF6}"/>
              </a:ext>
            </a:extLst>
          </p:cNvPr>
          <p:cNvSpPr/>
          <p:nvPr/>
        </p:nvSpPr>
        <p:spPr>
          <a:xfrm>
            <a:off x="1725215" y="2703547"/>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6" name="矩形 45">
            <a:extLst>
              <a:ext uri="{FF2B5EF4-FFF2-40B4-BE49-F238E27FC236}">
                <a16:creationId xmlns:a16="http://schemas.microsoft.com/office/drawing/2014/main" id="{6521E27B-3E29-4911-BA61-AEE5E1F94535}"/>
              </a:ext>
            </a:extLst>
          </p:cNvPr>
          <p:cNvSpPr/>
          <p:nvPr/>
        </p:nvSpPr>
        <p:spPr>
          <a:xfrm>
            <a:off x="1897441" y="2703547"/>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7" name="矩形 46">
            <a:extLst>
              <a:ext uri="{FF2B5EF4-FFF2-40B4-BE49-F238E27FC236}">
                <a16:creationId xmlns:a16="http://schemas.microsoft.com/office/drawing/2014/main" id="{9B59D496-35CF-0346-78DE-869917AECC36}"/>
              </a:ext>
            </a:extLst>
          </p:cNvPr>
          <p:cNvSpPr/>
          <p:nvPr/>
        </p:nvSpPr>
        <p:spPr>
          <a:xfrm>
            <a:off x="2069667" y="2703547"/>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8" name="矩形 47">
            <a:extLst>
              <a:ext uri="{FF2B5EF4-FFF2-40B4-BE49-F238E27FC236}">
                <a16:creationId xmlns:a16="http://schemas.microsoft.com/office/drawing/2014/main" id="{3BED6036-243B-E53F-8C0E-E9353D95CB02}"/>
              </a:ext>
            </a:extLst>
          </p:cNvPr>
          <p:cNvSpPr/>
          <p:nvPr/>
        </p:nvSpPr>
        <p:spPr>
          <a:xfrm>
            <a:off x="2241893" y="2703547"/>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9" name="矩形 48">
            <a:extLst>
              <a:ext uri="{FF2B5EF4-FFF2-40B4-BE49-F238E27FC236}">
                <a16:creationId xmlns:a16="http://schemas.microsoft.com/office/drawing/2014/main" id="{B692793B-4EF9-747E-C298-C11E6296B8D2}"/>
              </a:ext>
            </a:extLst>
          </p:cNvPr>
          <p:cNvSpPr/>
          <p:nvPr/>
        </p:nvSpPr>
        <p:spPr>
          <a:xfrm>
            <a:off x="2414119" y="2703547"/>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0" name="矩形 49">
            <a:extLst>
              <a:ext uri="{FF2B5EF4-FFF2-40B4-BE49-F238E27FC236}">
                <a16:creationId xmlns:a16="http://schemas.microsoft.com/office/drawing/2014/main" id="{FC20D3D9-1B39-F5F6-3987-AD82EE9B9450}"/>
              </a:ext>
            </a:extLst>
          </p:cNvPr>
          <p:cNvSpPr/>
          <p:nvPr/>
        </p:nvSpPr>
        <p:spPr>
          <a:xfrm>
            <a:off x="2583688" y="2703547"/>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1" name="矩形 50">
            <a:extLst>
              <a:ext uri="{FF2B5EF4-FFF2-40B4-BE49-F238E27FC236}">
                <a16:creationId xmlns:a16="http://schemas.microsoft.com/office/drawing/2014/main" id="{D1A4CB09-7B73-8270-7552-F3E3260A0313}"/>
              </a:ext>
            </a:extLst>
          </p:cNvPr>
          <p:cNvSpPr/>
          <p:nvPr/>
        </p:nvSpPr>
        <p:spPr>
          <a:xfrm>
            <a:off x="2755914" y="2703547"/>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2" name="矩形 51">
            <a:extLst>
              <a:ext uri="{FF2B5EF4-FFF2-40B4-BE49-F238E27FC236}">
                <a16:creationId xmlns:a16="http://schemas.microsoft.com/office/drawing/2014/main" id="{D6D82D46-1BD5-5541-3B72-0C4BD6D614A5}"/>
              </a:ext>
            </a:extLst>
          </p:cNvPr>
          <p:cNvSpPr/>
          <p:nvPr/>
        </p:nvSpPr>
        <p:spPr>
          <a:xfrm>
            <a:off x="2928140" y="2703547"/>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3" name="矩形 52">
            <a:extLst>
              <a:ext uri="{FF2B5EF4-FFF2-40B4-BE49-F238E27FC236}">
                <a16:creationId xmlns:a16="http://schemas.microsoft.com/office/drawing/2014/main" id="{1D60C1C6-3614-3840-90FE-09CF5394636C}"/>
              </a:ext>
            </a:extLst>
          </p:cNvPr>
          <p:cNvSpPr/>
          <p:nvPr/>
        </p:nvSpPr>
        <p:spPr>
          <a:xfrm>
            <a:off x="3100366" y="2703547"/>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4" name="矩形 53">
            <a:extLst>
              <a:ext uri="{FF2B5EF4-FFF2-40B4-BE49-F238E27FC236}">
                <a16:creationId xmlns:a16="http://schemas.microsoft.com/office/drawing/2014/main" id="{FC7B5F01-6D01-B28B-E7D4-AD2D6049EF68}"/>
              </a:ext>
            </a:extLst>
          </p:cNvPr>
          <p:cNvSpPr/>
          <p:nvPr/>
        </p:nvSpPr>
        <p:spPr>
          <a:xfrm>
            <a:off x="3272592" y="2703547"/>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5" name="矩形 54">
            <a:extLst>
              <a:ext uri="{FF2B5EF4-FFF2-40B4-BE49-F238E27FC236}">
                <a16:creationId xmlns:a16="http://schemas.microsoft.com/office/drawing/2014/main" id="{A88B07F5-0025-82F3-3BC5-A607A8427A35}"/>
              </a:ext>
            </a:extLst>
          </p:cNvPr>
          <p:cNvSpPr/>
          <p:nvPr/>
        </p:nvSpPr>
        <p:spPr>
          <a:xfrm>
            <a:off x="3444818" y="2703547"/>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6" name="矩形 55">
            <a:extLst>
              <a:ext uri="{FF2B5EF4-FFF2-40B4-BE49-F238E27FC236}">
                <a16:creationId xmlns:a16="http://schemas.microsoft.com/office/drawing/2014/main" id="{C8B51F15-7DC3-96B9-92BD-BA27AF65AFEF}"/>
              </a:ext>
            </a:extLst>
          </p:cNvPr>
          <p:cNvSpPr/>
          <p:nvPr/>
        </p:nvSpPr>
        <p:spPr>
          <a:xfrm>
            <a:off x="1380763" y="2875773"/>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7" name="矩形 56">
            <a:extLst>
              <a:ext uri="{FF2B5EF4-FFF2-40B4-BE49-F238E27FC236}">
                <a16:creationId xmlns:a16="http://schemas.microsoft.com/office/drawing/2014/main" id="{A0AC9A25-2B36-C5AE-8DF0-D85EBC0FD124}"/>
              </a:ext>
            </a:extLst>
          </p:cNvPr>
          <p:cNvSpPr/>
          <p:nvPr/>
        </p:nvSpPr>
        <p:spPr>
          <a:xfrm>
            <a:off x="1552989" y="2875773"/>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8" name="矩形 57">
            <a:extLst>
              <a:ext uri="{FF2B5EF4-FFF2-40B4-BE49-F238E27FC236}">
                <a16:creationId xmlns:a16="http://schemas.microsoft.com/office/drawing/2014/main" id="{9E97AF70-7CF2-7242-112E-529B59F202B1}"/>
              </a:ext>
            </a:extLst>
          </p:cNvPr>
          <p:cNvSpPr/>
          <p:nvPr/>
        </p:nvSpPr>
        <p:spPr>
          <a:xfrm>
            <a:off x="1725215" y="2875773"/>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9" name="矩形 58">
            <a:extLst>
              <a:ext uri="{FF2B5EF4-FFF2-40B4-BE49-F238E27FC236}">
                <a16:creationId xmlns:a16="http://schemas.microsoft.com/office/drawing/2014/main" id="{D83958A2-8EC5-6879-A5CA-3C9C84A40D55}"/>
              </a:ext>
            </a:extLst>
          </p:cNvPr>
          <p:cNvSpPr/>
          <p:nvPr/>
        </p:nvSpPr>
        <p:spPr>
          <a:xfrm>
            <a:off x="1897441" y="2875773"/>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0" name="矩形 59">
            <a:extLst>
              <a:ext uri="{FF2B5EF4-FFF2-40B4-BE49-F238E27FC236}">
                <a16:creationId xmlns:a16="http://schemas.microsoft.com/office/drawing/2014/main" id="{149833A5-9459-EF6C-45BF-FB9BA3E70367}"/>
              </a:ext>
            </a:extLst>
          </p:cNvPr>
          <p:cNvSpPr/>
          <p:nvPr/>
        </p:nvSpPr>
        <p:spPr>
          <a:xfrm>
            <a:off x="2069667" y="2875773"/>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1" name="矩形 60">
            <a:extLst>
              <a:ext uri="{FF2B5EF4-FFF2-40B4-BE49-F238E27FC236}">
                <a16:creationId xmlns:a16="http://schemas.microsoft.com/office/drawing/2014/main" id="{4513E24F-B029-FCA1-750D-D3C05FD47CEB}"/>
              </a:ext>
            </a:extLst>
          </p:cNvPr>
          <p:cNvSpPr/>
          <p:nvPr/>
        </p:nvSpPr>
        <p:spPr>
          <a:xfrm>
            <a:off x="2241893" y="2875773"/>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2" name="矩形 61">
            <a:extLst>
              <a:ext uri="{FF2B5EF4-FFF2-40B4-BE49-F238E27FC236}">
                <a16:creationId xmlns:a16="http://schemas.microsoft.com/office/drawing/2014/main" id="{8757D409-2897-2CF1-10B9-F24584AC05F1}"/>
              </a:ext>
            </a:extLst>
          </p:cNvPr>
          <p:cNvSpPr/>
          <p:nvPr/>
        </p:nvSpPr>
        <p:spPr>
          <a:xfrm>
            <a:off x="2414119" y="2875773"/>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3" name="矩形 62">
            <a:extLst>
              <a:ext uri="{FF2B5EF4-FFF2-40B4-BE49-F238E27FC236}">
                <a16:creationId xmlns:a16="http://schemas.microsoft.com/office/drawing/2014/main" id="{38A9FEAD-7E02-70F6-0B19-12230CC4A103}"/>
              </a:ext>
            </a:extLst>
          </p:cNvPr>
          <p:cNvSpPr/>
          <p:nvPr/>
        </p:nvSpPr>
        <p:spPr>
          <a:xfrm>
            <a:off x="2583688" y="2875773"/>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4" name="矩形 63">
            <a:extLst>
              <a:ext uri="{FF2B5EF4-FFF2-40B4-BE49-F238E27FC236}">
                <a16:creationId xmlns:a16="http://schemas.microsoft.com/office/drawing/2014/main" id="{FB7813AA-69D6-FA4D-517A-DEAD66987C21}"/>
              </a:ext>
            </a:extLst>
          </p:cNvPr>
          <p:cNvSpPr/>
          <p:nvPr/>
        </p:nvSpPr>
        <p:spPr>
          <a:xfrm>
            <a:off x="2755914" y="2875773"/>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5" name="矩形 64">
            <a:extLst>
              <a:ext uri="{FF2B5EF4-FFF2-40B4-BE49-F238E27FC236}">
                <a16:creationId xmlns:a16="http://schemas.microsoft.com/office/drawing/2014/main" id="{C3B24D1F-B2DE-BEF9-7494-5B069616FB87}"/>
              </a:ext>
            </a:extLst>
          </p:cNvPr>
          <p:cNvSpPr/>
          <p:nvPr/>
        </p:nvSpPr>
        <p:spPr>
          <a:xfrm>
            <a:off x="2928140" y="2875773"/>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6" name="矩形 65">
            <a:extLst>
              <a:ext uri="{FF2B5EF4-FFF2-40B4-BE49-F238E27FC236}">
                <a16:creationId xmlns:a16="http://schemas.microsoft.com/office/drawing/2014/main" id="{D5C362F3-9573-A702-569F-D77C94E7A322}"/>
              </a:ext>
            </a:extLst>
          </p:cNvPr>
          <p:cNvSpPr/>
          <p:nvPr/>
        </p:nvSpPr>
        <p:spPr>
          <a:xfrm>
            <a:off x="3100366" y="2875773"/>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7" name="矩形 66">
            <a:extLst>
              <a:ext uri="{FF2B5EF4-FFF2-40B4-BE49-F238E27FC236}">
                <a16:creationId xmlns:a16="http://schemas.microsoft.com/office/drawing/2014/main" id="{64DEE404-FFCB-757B-9BBE-41E300EED6DE}"/>
              </a:ext>
            </a:extLst>
          </p:cNvPr>
          <p:cNvSpPr/>
          <p:nvPr/>
        </p:nvSpPr>
        <p:spPr>
          <a:xfrm>
            <a:off x="3272592" y="2875773"/>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8" name="矩形 67">
            <a:extLst>
              <a:ext uri="{FF2B5EF4-FFF2-40B4-BE49-F238E27FC236}">
                <a16:creationId xmlns:a16="http://schemas.microsoft.com/office/drawing/2014/main" id="{E0FFB837-ABED-56CB-8F44-A47D05651143}"/>
              </a:ext>
            </a:extLst>
          </p:cNvPr>
          <p:cNvSpPr/>
          <p:nvPr/>
        </p:nvSpPr>
        <p:spPr>
          <a:xfrm>
            <a:off x="3444818" y="2875773"/>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9" name="矩形 68">
            <a:extLst>
              <a:ext uri="{FF2B5EF4-FFF2-40B4-BE49-F238E27FC236}">
                <a16:creationId xmlns:a16="http://schemas.microsoft.com/office/drawing/2014/main" id="{F996CDBA-4892-B5CB-D0C8-6C8D3B34BB66}"/>
              </a:ext>
            </a:extLst>
          </p:cNvPr>
          <p:cNvSpPr/>
          <p:nvPr/>
        </p:nvSpPr>
        <p:spPr>
          <a:xfrm>
            <a:off x="1380763" y="3047999"/>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0" name="矩形 69">
            <a:extLst>
              <a:ext uri="{FF2B5EF4-FFF2-40B4-BE49-F238E27FC236}">
                <a16:creationId xmlns:a16="http://schemas.microsoft.com/office/drawing/2014/main" id="{A1A669EE-440F-1101-C6BD-6F96E7B65466}"/>
              </a:ext>
            </a:extLst>
          </p:cNvPr>
          <p:cNvSpPr/>
          <p:nvPr/>
        </p:nvSpPr>
        <p:spPr>
          <a:xfrm>
            <a:off x="1552989" y="3047999"/>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1" name="矩形 70">
            <a:extLst>
              <a:ext uri="{FF2B5EF4-FFF2-40B4-BE49-F238E27FC236}">
                <a16:creationId xmlns:a16="http://schemas.microsoft.com/office/drawing/2014/main" id="{17FF2095-0F8A-509D-CA16-45F0BDA923D3}"/>
              </a:ext>
            </a:extLst>
          </p:cNvPr>
          <p:cNvSpPr/>
          <p:nvPr/>
        </p:nvSpPr>
        <p:spPr>
          <a:xfrm>
            <a:off x="1725215" y="3047999"/>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2" name="矩形 71">
            <a:extLst>
              <a:ext uri="{FF2B5EF4-FFF2-40B4-BE49-F238E27FC236}">
                <a16:creationId xmlns:a16="http://schemas.microsoft.com/office/drawing/2014/main" id="{6102DCD0-8F01-F7F7-AFEF-2837BA24C88A}"/>
              </a:ext>
            </a:extLst>
          </p:cNvPr>
          <p:cNvSpPr/>
          <p:nvPr/>
        </p:nvSpPr>
        <p:spPr>
          <a:xfrm>
            <a:off x="1897441" y="3047999"/>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3" name="矩形 72">
            <a:extLst>
              <a:ext uri="{FF2B5EF4-FFF2-40B4-BE49-F238E27FC236}">
                <a16:creationId xmlns:a16="http://schemas.microsoft.com/office/drawing/2014/main" id="{95DDF70C-1EB1-FCAB-603F-D6BAC9DDBE98}"/>
              </a:ext>
            </a:extLst>
          </p:cNvPr>
          <p:cNvSpPr/>
          <p:nvPr/>
        </p:nvSpPr>
        <p:spPr>
          <a:xfrm>
            <a:off x="2069667" y="3047999"/>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4" name="矩形 73">
            <a:extLst>
              <a:ext uri="{FF2B5EF4-FFF2-40B4-BE49-F238E27FC236}">
                <a16:creationId xmlns:a16="http://schemas.microsoft.com/office/drawing/2014/main" id="{E3BDB3EE-F2F0-69F3-2FEF-8DB606D6C81B}"/>
              </a:ext>
            </a:extLst>
          </p:cNvPr>
          <p:cNvSpPr/>
          <p:nvPr/>
        </p:nvSpPr>
        <p:spPr>
          <a:xfrm>
            <a:off x="2241893" y="3047999"/>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5" name="矩形 74">
            <a:extLst>
              <a:ext uri="{FF2B5EF4-FFF2-40B4-BE49-F238E27FC236}">
                <a16:creationId xmlns:a16="http://schemas.microsoft.com/office/drawing/2014/main" id="{C0C20C5B-82C1-78F4-5C99-4132A0E9901C}"/>
              </a:ext>
            </a:extLst>
          </p:cNvPr>
          <p:cNvSpPr/>
          <p:nvPr/>
        </p:nvSpPr>
        <p:spPr>
          <a:xfrm>
            <a:off x="2414119" y="3047999"/>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6" name="矩形 75">
            <a:extLst>
              <a:ext uri="{FF2B5EF4-FFF2-40B4-BE49-F238E27FC236}">
                <a16:creationId xmlns:a16="http://schemas.microsoft.com/office/drawing/2014/main" id="{ABA60A55-8C14-72E5-D9D3-F1F494332A5A}"/>
              </a:ext>
            </a:extLst>
          </p:cNvPr>
          <p:cNvSpPr/>
          <p:nvPr/>
        </p:nvSpPr>
        <p:spPr>
          <a:xfrm>
            <a:off x="2583688" y="3047999"/>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7" name="矩形 76">
            <a:extLst>
              <a:ext uri="{FF2B5EF4-FFF2-40B4-BE49-F238E27FC236}">
                <a16:creationId xmlns:a16="http://schemas.microsoft.com/office/drawing/2014/main" id="{75141441-4D52-4027-6A14-D7CB7EF4169A}"/>
              </a:ext>
            </a:extLst>
          </p:cNvPr>
          <p:cNvSpPr/>
          <p:nvPr/>
        </p:nvSpPr>
        <p:spPr>
          <a:xfrm>
            <a:off x="2755914" y="3047999"/>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8" name="矩形 77">
            <a:extLst>
              <a:ext uri="{FF2B5EF4-FFF2-40B4-BE49-F238E27FC236}">
                <a16:creationId xmlns:a16="http://schemas.microsoft.com/office/drawing/2014/main" id="{514DAC0B-A132-E28B-E5A2-1A5CCCAB03C8}"/>
              </a:ext>
            </a:extLst>
          </p:cNvPr>
          <p:cNvSpPr/>
          <p:nvPr/>
        </p:nvSpPr>
        <p:spPr>
          <a:xfrm>
            <a:off x="2928140" y="3047999"/>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9" name="矩形 78">
            <a:extLst>
              <a:ext uri="{FF2B5EF4-FFF2-40B4-BE49-F238E27FC236}">
                <a16:creationId xmlns:a16="http://schemas.microsoft.com/office/drawing/2014/main" id="{5A87865A-23EE-A9A8-D9AF-6E6B96128C22}"/>
              </a:ext>
            </a:extLst>
          </p:cNvPr>
          <p:cNvSpPr/>
          <p:nvPr/>
        </p:nvSpPr>
        <p:spPr>
          <a:xfrm>
            <a:off x="3100366" y="3047999"/>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0" name="矩形 79">
            <a:extLst>
              <a:ext uri="{FF2B5EF4-FFF2-40B4-BE49-F238E27FC236}">
                <a16:creationId xmlns:a16="http://schemas.microsoft.com/office/drawing/2014/main" id="{561B5AD6-D925-7C3A-55E1-5C812F12AA02}"/>
              </a:ext>
            </a:extLst>
          </p:cNvPr>
          <p:cNvSpPr/>
          <p:nvPr/>
        </p:nvSpPr>
        <p:spPr>
          <a:xfrm>
            <a:off x="3272592" y="3047999"/>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1" name="矩形 80">
            <a:extLst>
              <a:ext uri="{FF2B5EF4-FFF2-40B4-BE49-F238E27FC236}">
                <a16:creationId xmlns:a16="http://schemas.microsoft.com/office/drawing/2014/main" id="{EC60ECD5-374C-12E0-762D-593DAF5896F9}"/>
              </a:ext>
            </a:extLst>
          </p:cNvPr>
          <p:cNvSpPr/>
          <p:nvPr/>
        </p:nvSpPr>
        <p:spPr>
          <a:xfrm>
            <a:off x="3444818" y="3047999"/>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2" name="矩形 81">
            <a:extLst>
              <a:ext uri="{FF2B5EF4-FFF2-40B4-BE49-F238E27FC236}">
                <a16:creationId xmlns:a16="http://schemas.microsoft.com/office/drawing/2014/main" id="{ADFB2E7D-7F71-C143-9B67-34FFB0650F39}"/>
              </a:ext>
            </a:extLst>
          </p:cNvPr>
          <p:cNvSpPr/>
          <p:nvPr/>
        </p:nvSpPr>
        <p:spPr>
          <a:xfrm>
            <a:off x="1380763" y="3220225"/>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3" name="矩形 82">
            <a:extLst>
              <a:ext uri="{FF2B5EF4-FFF2-40B4-BE49-F238E27FC236}">
                <a16:creationId xmlns:a16="http://schemas.microsoft.com/office/drawing/2014/main" id="{BB68230A-7046-CE55-BDE0-936EFB96C38C}"/>
              </a:ext>
            </a:extLst>
          </p:cNvPr>
          <p:cNvSpPr/>
          <p:nvPr/>
        </p:nvSpPr>
        <p:spPr>
          <a:xfrm>
            <a:off x="1552989" y="322022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4" name="矩形 83">
            <a:extLst>
              <a:ext uri="{FF2B5EF4-FFF2-40B4-BE49-F238E27FC236}">
                <a16:creationId xmlns:a16="http://schemas.microsoft.com/office/drawing/2014/main" id="{AA27CF29-19F3-28DD-DD60-721B19DE8830}"/>
              </a:ext>
            </a:extLst>
          </p:cNvPr>
          <p:cNvSpPr/>
          <p:nvPr/>
        </p:nvSpPr>
        <p:spPr>
          <a:xfrm>
            <a:off x="1725215" y="322022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5" name="矩形 84">
            <a:extLst>
              <a:ext uri="{FF2B5EF4-FFF2-40B4-BE49-F238E27FC236}">
                <a16:creationId xmlns:a16="http://schemas.microsoft.com/office/drawing/2014/main" id="{98B4F2B0-D35D-2419-4D5A-3C99D5F62193}"/>
              </a:ext>
            </a:extLst>
          </p:cNvPr>
          <p:cNvSpPr/>
          <p:nvPr/>
        </p:nvSpPr>
        <p:spPr>
          <a:xfrm>
            <a:off x="1897441" y="322022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6" name="矩形 85">
            <a:extLst>
              <a:ext uri="{FF2B5EF4-FFF2-40B4-BE49-F238E27FC236}">
                <a16:creationId xmlns:a16="http://schemas.microsoft.com/office/drawing/2014/main" id="{16CA2E64-F9AE-BF2D-243C-782DA7BDF8F6}"/>
              </a:ext>
            </a:extLst>
          </p:cNvPr>
          <p:cNvSpPr/>
          <p:nvPr/>
        </p:nvSpPr>
        <p:spPr>
          <a:xfrm>
            <a:off x="2069667" y="322022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7" name="矩形 86">
            <a:extLst>
              <a:ext uri="{FF2B5EF4-FFF2-40B4-BE49-F238E27FC236}">
                <a16:creationId xmlns:a16="http://schemas.microsoft.com/office/drawing/2014/main" id="{ED52C4D1-A162-2936-ECC8-FB25972E029D}"/>
              </a:ext>
            </a:extLst>
          </p:cNvPr>
          <p:cNvSpPr/>
          <p:nvPr/>
        </p:nvSpPr>
        <p:spPr>
          <a:xfrm>
            <a:off x="2241893" y="322022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8" name="矩形 87">
            <a:extLst>
              <a:ext uri="{FF2B5EF4-FFF2-40B4-BE49-F238E27FC236}">
                <a16:creationId xmlns:a16="http://schemas.microsoft.com/office/drawing/2014/main" id="{E8A13E55-5BF2-07C2-E72B-478C0DFC501F}"/>
              </a:ext>
            </a:extLst>
          </p:cNvPr>
          <p:cNvSpPr/>
          <p:nvPr/>
        </p:nvSpPr>
        <p:spPr>
          <a:xfrm>
            <a:off x="2414119" y="322022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9" name="矩形 88">
            <a:extLst>
              <a:ext uri="{FF2B5EF4-FFF2-40B4-BE49-F238E27FC236}">
                <a16:creationId xmlns:a16="http://schemas.microsoft.com/office/drawing/2014/main" id="{0E5F4762-5840-BAC1-65AB-6C47EEE99A6B}"/>
              </a:ext>
            </a:extLst>
          </p:cNvPr>
          <p:cNvSpPr/>
          <p:nvPr/>
        </p:nvSpPr>
        <p:spPr>
          <a:xfrm>
            <a:off x="2583688" y="322022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0" name="矩形 89">
            <a:extLst>
              <a:ext uri="{FF2B5EF4-FFF2-40B4-BE49-F238E27FC236}">
                <a16:creationId xmlns:a16="http://schemas.microsoft.com/office/drawing/2014/main" id="{BA4445AB-B588-25A9-E76C-1EB5F08DBCB3}"/>
              </a:ext>
            </a:extLst>
          </p:cNvPr>
          <p:cNvSpPr/>
          <p:nvPr/>
        </p:nvSpPr>
        <p:spPr>
          <a:xfrm>
            <a:off x="2755914" y="322022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1" name="矩形 90">
            <a:extLst>
              <a:ext uri="{FF2B5EF4-FFF2-40B4-BE49-F238E27FC236}">
                <a16:creationId xmlns:a16="http://schemas.microsoft.com/office/drawing/2014/main" id="{6AE2BC2E-B749-7835-993F-8691BC0C3A83}"/>
              </a:ext>
            </a:extLst>
          </p:cNvPr>
          <p:cNvSpPr/>
          <p:nvPr/>
        </p:nvSpPr>
        <p:spPr>
          <a:xfrm>
            <a:off x="2928140" y="322022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2" name="矩形 91">
            <a:extLst>
              <a:ext uri="{FF2B5EF4-FFF2-40B4-BE49-F238E27FC236}">
                <a16:creationId xmlns:a16="http://schemas.microsoft.com/office/drawing/2014/main" id="{28E0B3E8-C8C3-0BDB-F9A1-256CE7FE8663}"/>
              </a:ext>
            </a:extLst>
          </p:cNvPr>
          <p:cNvSpPr/>
          <p:nvPr/>
        </p:nvSpPr>
        <p:spPr>
          <a:xfrm>
            <a:off x="3100366" y="322022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3" name="矩形 92">
            <a:extLst>
              <a:ext uri="{FF2B5EF4-FFF2-40B4-BE49-F238E27FC236}">
                <a16:creationId xmlns:a16="http://schemas.microsoft.com/office/drawing/2014/main" id="{68B8EC71-661B-3C9D-EE90-0E1300E9A43D}"/>
              </a:ext>
            </a:extLst>
          </p:cNvPr>
          <p:cNvSpPr/>
          <p:nvPr/>
        </p:nvSpPr>
        <p:spPr>
          <a:xfrm>
            <a:off x="3272592" y="322022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4" name="矩形 93">
            <a:extLst>
              <a:ext uri="{FF2B5EF4-FFF2-40B4-BE49-F238E27FC236}">
                <a16:creationId xmlns:a16="http://schemas.microsoft.com/office/drawing/2014/main" id="{F6ECDA48-4374-C048-20D7-03A236D5E27C}"/>
              </a:ext>
            </a:extLst>
          </p:cNvPr>
          <p:cNvSpPr/>
          <p:nvPr/>
        </p:nvSpPr>
        <p:spPr>
          <a:xfrm>
            <a:off x="3444818" y="322022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5" name="矩形 94">
            <a:extLst>
              <a:ext uri="{FF2B5EF4-FFF2-40B4-BE49-F238E27FC236}">
                <a16:creationId xmlns:a16="http://schemas.microsoft.com/office/drawing/2014/main" id="{EA182D14-0E2F-8EE3-E7B9-3D0A74E7B94A}"/>
              </a:ext>
            </a:extLst>
          </p:cNvPr>
          <p:cNvSpPr/>
          <p:nvPr/>
        </p:nvSpPr>
        <p:spPr>
          <a:xfrm>
            <a:off x="1380763" y="3392451"/>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6" name="矩形 95">
            <a:extLst>
              <a:ext uri="{FF2B5EF4-FFF2-40B4-BE49-F238E27FC236}">
                <a16:creationId xmlns:a16="http://schemas.microsoft.com/office/drawing/2014/main" id="{75DFDC08-E152-045A-AC2F-171C4F4AE256}"/>
              </a:ext>
            </a:extLst>
          </p:cNvPr>
          <p:cNvSpPr/>
          <p:nvPr/>
        </p:nvSpPr>
        <p:spPr>
          <a:xfrm>
            <a:off x="1552989" y="3392451"/>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7" name="矩形 96">
            <a:extLst>
              <a:ext uri="{FF2B5EF4-FFF2-40B4-BE49-F238E27FC236}">
                <a16:creationId xmlns:a16="http://schemas.microsoft.com/office/drawing/2014/main" id="{44E2E77F-0F7C-38FF-BC5D-C26EA46FFCC4}"/>
              </a:ext>
            </a:extLst>
          </p:cNvPr>
          <p:cNvSpPr/>
          <p:nvPr/>
        </p:nvSpPr>
        <p:spPr>
          <a:xfrm>
            <a:off x="1725215" y="3392451"/>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8" name="矩形 97">
            <a:extLst>
              <a:ext uri="{FF2B5EF4-FFF2-40B4-BE49-F238E27FC236}">
                <a16:creationId xmlns:a16="http://schemas.microsoft.com/office/drawing/2014/main" id="{97ED243B-54ED-7869-8B1D-B796107A2456}"/>
              </a:ext>
            </a:extLst>
          </p:cNvPr>
          <p:cNvSpPr/>
          <p:nvPr/>
        </p:nvSpPr>
        <p:spPr>
          <a:xfrm>
            <a:off x="1897441" y="3392451"/>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9" name="矩形 98">
            <a:extLst>
              <a:ext uri="{FF2B5EF4-FFF2-40B4-BE49-F238E27FC236}">
                <a16:creationId xmlns:a16="http://schemas.microsoft.com/office/drawing/2014/main" id="{1E4ED45D-2F90-47EA-6FB7-B8C1B5AAC08B}"/>
              </a:ext>
            </a:extLst>
          </p:cNvPr>
          <p:cNvSpPr/>
          <p:nvPr/>
        </p:nvSpPr>
        <p:spPr>
          <a:xfrm>
            <a:off x="2069667" y="3392451"/>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0" name="矩形 99">
            <a:extLst>
              <a:ext uri="{FF2B5EF4-FFF2-40B4-BE49-F238E27FC236}">
                <a16:creationId xmlns:a16="http://schemas.microsoft.com/office/drawing/2014/main" id="{54D3EF42-8E44-1E29-C94A-FBCCDB621236}"/>
              </a:ext>
            </a:extLst>
          </p:cNvPr>
          <p:cNvSpPr/>
          <p:nvPr/>
        </p:nvSpPr>
        <p:spPr>
          <a:xfrm>
            <a:off x="2241893" y="3392451"/>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1" name="矩形 100">
            <a:extLst>
              <a:ext uri="{FF2B5EF4-FFF2-40B4-BE49-F238E27FC236}">
                <a16:creationId xmlns:a16="http://schemas.microsoft.com/office/drawing/2014/main" id="{76EAA53D-6CB1-7926-B58D-86E1F294C49B}"/>
              </a:ext>
            </a:extLst>
          </p:cNvPr>
          <p:cNvSpPr/>
          <p:nvPr/>
        </p:nvSpPr>
        <p:spPr>
          <a:xfrm>
            <a:off x="2414119" y="3392451"/>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2" name="矩形 101">
            <a:extLst>
              <a:ext uri="{FF2B5EF4-FFF2-40B4-BE49-F238E27FC236}">
                <a16:creationId xmlns:a16="http://schemas.microsoft.com/office/drawing/2014/main" id="{7A45F07A-29D7-0DC5-B3CD-D049D591FDBA}"/>
              </a:ext>
            </a:extLst>
          </p:cNvPr>
          <p:cNvSpPr/>
          <p:nvPr/>
        </p:nvSpPr>
        <p:spPr>
          <a:xfrm>
            <a:off x="2583688" y="3392451"/>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3" name="矩形 102">
            <a:extLst>
              <a:ext uri="{FF2B5EF4-FFF2-40B4-BE49-F238E27FC236}">
                <a16:creationId xmlns:a16="http://schemas.microsoft.com/office/drawing/2014/main" id="{20B1D3B1-BD8F-DFBA-53AF-B6033CCE241A}"/>
              </a:ext>
            </a:extLst>
          </p:cNvPr>
          <p:cNvSpPr/>
          <p:nvPr/>
        </p:nvSpPr>
        <p:spPr>
          <a:xfrm>
            <a:off x="2755914" y="3392451"/>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4" name="矩形 103">
            <a:extLst>
              <a:ext uri="{FF2B5EF4-FFF2-40B4-BE49-F238E27FC236}">
                <a16:creationId xmlns:a16="http://schemas.microsoft.com/office/drawing/2014/main" id="{87953971-347B-2545-6959-CA791B959E20}"/>
              </a:ext>
            </a:extLst>
          </p:cNvPr>
          <p:cNvSpPr/>
          <p:nvPr/>
        </p:nvSpPr>
        <p:spPr>
          <a:xfrm>
            <a:off x="2928140" y="3392451"/>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5" name="矩形 104">
            <a:extLst>
              <a:ext uri="{FF2B5EF4-FFF2-40B4-BE49-F238E27FC236}">
                <a16:creationId xmlns:a16="http://schemas.microsoft.com/office/drawing/2014/main" id="{3BEEBEE3-0481-17DA-A2C7-24514CCAD46B}"/>
              </a:ext>
            </a:extLst>
          </p:cNvPr>
          <p:cNvSpPr/>
          <p:nvPr/>
        </p:nvSpPr>
        <p:spPr>
          <a:xfrm>
            <a:off x="3100366" y="3392451"/>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6" name="矩形 105">
            <a:extLst>
              <a:ext uri="{FF2B5EF4-FFF2-40B4-BE49-F238E27FC236}">
                <a16:creationId xmlns:a16="http://schemas.microsoft.com/office/drawing/2014/main" id="{114CB088-6D61-7C26-69CE-40CA4039E70F}"/>
              </a:ext>
            </a:extLst>
          </p:cNvPr>
          <p:cNvSpPr/>
          <p:nvPr/>
        </p:nvSpPr>
        <p:spPr>
          <a:xfrm>
            <a:off x="3272592" y="3392451"/>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7" name="矩形 106">
            <a:extLst>
              <a:ext uri="{FF2B5EF4-FFF2-40B4-BE49-F238E27FC236}">
                <a16:creationId xmlns:a16="http://schemas.microsoft.com/office/drawing/2014/main" id="{47F2FC4D-D3ED-4DC1-F958-C7BAC9078F7E}"/>
              </a:ext>
            </a:extLst>
          </p:cNvPr>
          <p:cNvSpPr/>
          <p:nvPr/>
        </p:nvSpPr>
        <p:spPr>
          <a:xfrm>
            <a:off x="3444818" y="3392451"/>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8" name="矩形 107">
            <a:extLst>
              <a:ext uri="{FF2B5EF4-FFF2-40B4-BE49-F238E27FC236}">
                <a16:creationId xmlns:a16="http://schemas.microsoft.com/office/drawing/2014/main" id="{7A992C1F-1C52-AE2B-D9D6-D1140958ED54}"/>
              </a:ext>
            </a:extLst>
          </p:cNvPr>
          <p:cNvSpPr/>
          <p:nvPr/>
        </p:nvSpPr>
        <p:spPr>
          <a:xfrm>
            <a:off x="1380763" y="3564677"/>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9" name="矩形 108">
            <a:extLst>
              <a:ext uri="{FF2B5EF4-FFF2-40B4-BE49-F238E27FC236}">
                <a16:creationId xmlns:a16="http://schemas.microsoft.com/office/drawing/2014/main" id="{AEAA0099-7062-1C86-D75A-84D15A0E0AC9}"/>
              </a:ext>
            </a:extLst>
          </p:cNvPr>
          <p:cNvSpPr/>
          <p:nvPr/>
        </p:nvSpPr>
        <p:spPr>
          <a:xfrm>
            <a:off x="1552989" y="3564677"/>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0" name="矩形 109">
            <a:extLst>
              <a:ext uri="{FF2B5EF4-FFF2-40B4-BE49-F238E27FC236}">
                <a16:creationId xmlns:a16="http://schemas.microsoft.com/office/drawing/2014/main" id="{64CEE337-ECAB-7A80-E14B-C95E97E7F2FE}"/>
              </a:ext>
            </a:extLst>
          </p:cNvPr>
          <p:cNvSpPr/>
          <p:nvPr/>
        </p:nvSpPr>
        <p:spPr>
          <a:xfrm>
            <a:off x="1725215" y="3564677"/>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1" name="矩形 110">
            <a:extLst>
              <a:ext uri="{FF2B5EF4-FFF2-40B4-BE49-F238E27FC236}">
                <a16:creationId xmlns:a16="http://schemas.microsoft.com/office/drawing/2014/main" id="{276A35BA-D2A9-7E79-6590-F27DB899A252}"/>
              </a:ext>
            </a:extLst>
          </p:cNvPr>
          <p:cNvSpPr/>
          <p:nvPr/>
        </p:nvSpPr>
        <p:spPr>
          <a:xfrm>
            <a:off x="1897441" y="3564677"/>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2" name="矩形 111">
            <a:extLst>
              <a:ext uri="{FF2B5EF4-FFF2-40B4-BE49-F238E27FC236}">
                <a16:creationId xmlns:a16="http://schemas.microsoft.com/office/drawing/2014/main" id="{4382EF53-B3C3-67C6-FA58-C0DCAA40B554}"/>
              </a:ext>
            </a:extLst>
          </p:cNvPr>
          <p:cNvSpPr/>
          <p:nvPr/>
        </p:nvSpPr>
        <p:spPr>
          <a:xfrm>
            <a:off x="2069667" y="3564677"/>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3" name="矩形 112">
            <a:extLst>
              <a:ext uri="{FF2B5EF4-FFF2-40B4-BE49-F238E27FC236}">
                <a16:creationId xmlns:a16="http://schemas.microsoft.com/office/drawing/2014/main" id="{0F034D03-ADDA-9425-C812-E0BA266B5CEB}"/>
              </a:ext>
            </a:extLst>
          </p:cNvPr>
          <p:cNvSpPr/>
          <p:nvPr/>
        </p:nvSpPr>
        <p:spPr>
          <a:xfrm>
            <a:off x="2241893" y="3564677"/>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4" name="矩形 113">
            <a:extLst>
              <a:ext uri="{FF2B5EF4-FFF2-40B4-BE49-F238E27FC236}">
                <a16:creationId xmlns:a16="http://schemas.microsoft.com/office/drawing/2014/main" id="{5CD5E806-1B92-2817-A5CB-8E1B5BEB38BB}"/>
              </a:ext>
            </a:extLst>
          </p:cNvPr>
          <p:cNvSpPr/>
          <p:nvPr/>
        </p:nvSpPr>
        <p:spPr>
          <a:xfrm>
            <a:off x="2414119" y="3564677"/>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5" name="矩形 114">
            <a:extLst>
              <a:ext uri="{FF2B5EF4-FFF2-40B4-BE49-F238E27FC236}">
                <a16:creationId xmlns:a16="http://schemas.microsoft.com/office/drawing/2014/main" id="{0F53A320-A023-1882-439D-405A6534AA39}"/>
              </a:ext>
            </a:extLst>
          </p:cNvPr>
          <p:cNvSpPr/>
          <p:nvPr/>
        </p:nvSpPr>
        <p:spPr>
          <a:xfrm>
            <a:off x="2583688" y="3564677"/>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6" name="矩形 115">
            <a:extLst>
              <a:ext uri="{FF2B5EF4-FFF2-40B4-BE49-F238E27FC236}">
                <a16:creationId xmlns:a16="http://schemas.microsoft.com/office/drawing/2014/main" id="{8234FB30-1758-B0E6-D504-346497C90CB8}"/>
              </a:ext>
            </a:extLst>
          </p:cNvPr>
          <p:cNvSpPr/>
          <p:nvPr/>
        </p:nvSpPr>
        <p:spPr>
          <a:xfrm>
            <a:off x="2755914" y="3564677"/>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7" name="矩形 116">
            <a:extLst>
              <a:ext uri="{FF2B5EF4-FFF2-40B4-BE49-F238E27FC236}">
                <a16:creationId xmlns:a16="http://schemas.microsoft.com/office/drawing/2014/main" id="{5D4F47D2-21FF-D24A-0669-071FBAA1757D}"/>
              </a:ext>
            </a:extLst>
          </p:cNvPr>
          <p:cNvSpPr/>
          <p:nvPr/>
        </p:nvSpPr>
        <p:spPr>
          <a:xfrm>
            <a:off x="2928140" y="3564677"/>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8" name="矩形 117">
            <a:extLst>
              <a:ext uri="{FF2B5EF4-FFF2-40B4-BE49-F238E27FC236}">
                <a16:creationId xmlns:a16="http://schemas.microsoft.com/office/drawing/2014/main" id="{B5E9F27F-F12D-79E3-941C-0E25D28692A0}"/>
              </a:ext>
            </a:extLst>
          </p:cNvPr>
          <p:cNvSpPr/>
          <p:nvPr/>
        </p:nvSpPr>
        <p:spPr>
          <a:xfrm>
            <a:off x="3100366" y="3564677"/>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9" name="矩形 118">
            <a:extLst>
              <a:ext uri="{FF2B5EF4-FFF2-40B4-BE49-F238E27FC236}">
                <a16:creationId xmlns:a16="http://schemas.microsoft.com/office/drawing/2014/main" id="{D2898D7E-B8B6-B2FF-5382-39D2B53E84D1}"/>
              </a:ext>
            </a:extLst>
          </p:cNvPr>
          <p:cNvSpPr/>
          <p:nvPr/>
        </p:nvSpPr>
        <p:spPr>
          <a:xfrm>
            <a:off x="3272592" y="3564677"/>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0" name="矩形 119">
            <a:extLst>
              <a:ext uri="{FF2B5EF4-FFF2-40B4-BE49-F238E27FC236}">
                <a16:creationId xmlns:a16="http://schemas.microsoft.com/office/drawing/2014/main" id="{360ED9AF-76D2-8C97-A577-C3FB7FC7F5A7}"/>
              </a:ext>
            </a:extLst>
          </p:cNvPr>
          <p:cNvSpPr/>
          <p:nvPr/>
        </p:nvSpPr>
        <p:spPr>
          <a:xfrm>
            <a:off x="3444818" y="3564677"/>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1" name="矩形 120">
            <a:extLst>
              <a:ext uri="{FF2B5EF4-FFF2-40B4-BE49-F238E27FC236}">
                <a16:creationId xmlns:a16="http://schemas.microsoft.com/office/drawing/2014/main" id="{C2F184E0-B4E8-5BFC-0F0A-6AB0B8B04131}"/>
              </a:ext>
            </a:extLst>
          </p:cNvPr>
          <p:cNvSpPr/>
          <p:nvPr/>
        </p:nvSpPr>
        <p:spPr>
          <a:xfrm>
            <a:off x="1380763" y="3736903"/>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2" name="矩形 121">
            <a:extLst>
              <a:ext uri="{FF2B5EF4-FFF2-40B4-BE49-F238E27FC236}">
                <a16:creationId xmlns:a16="http://schemas.microsoft.com/office/drawing/2014/main" id="{940F56A2-117E-5011-5601-C69DDB69EA78}"/>
              </a:ext>
            </a:extLst>
          </p:cNvPr>
          <p:cNvSpPr/>
          <p:nvPr/>
        </p:nvSpPr>
        <p:spPr>
          <a:xfrm>
            <a:off x="1552989" y="3736903"/>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3" name="矩形 122">
            <a:extLst>
              <a:ext uri="{FF2B5EF4-FFF2-40B4-BE49-F238E27FC236}">
                <a16:creationId xmlns:a16="http://schemas.microsoft.com/office/drawing/2014/main" id="{D30D48CD-AAA8-DE5A-AC17-00606F01E160}"/>
              </a:ext>
            </a:extLst>
          </p:cNvPr>
          <p:cNvSpPr/>
          <p:nvPr/>
        </p:nvSpPr>
        <p:spPr>
          <a:xfrm>
            <a:off x="1725215" y="3736903"/>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4" name="矩形 123">
            <a:extLst>
              <a:ext uri="{FF2B5EF4-FFF2-40B4-BE49-F238E27FC236}">
                <a16:creationId xmlns:a16="http://schemas.microsoft.com/office/drawing/2014/main" id="{2BF910DD-326B-985F-E120-865476FCF51B}"/>
              </a:ext>
            </a:extLst>
          </p:cNvPr>
          <p:cNvSpPr/>
          <p:nvPr/>
        </p:nvSpPr>
        <p:spPr>
          <a:xfrm>
            <a:off x="1897441" y="3736903"/>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5" name="矩形 124">
            <a:extLst>
              <a:ext uri="{FF2B5EF4-FFF2-40B4-BE49-F238E27FC236}">
                <a16:creationId xmlns:a16="http://schemas.microsoft.com/office/drawing/2014/main" id="{1A619BC5-2EE8-0C37-6B53-8B31CD604C54}"/>
              </a:ext>
            </a:extLst>
          </p:cNvPr>
          <p:cNvSpPr/>
          <p:nvPr/>
        </p:nvSpPr>
        <p:spPr>
          <a:xfrm>
            <a:off x="2069667" y="3736903"/>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6" name="矩形 125">
            <a:extLst>
              <a:ext uri="{FF2B5EF4-FFF2-40B4-BE49-F238E27FC236}">
                <a16:creationId xmlns:a16="http://schemas.microsoft.com/office/drawing/2014/main" id="{6D2D4F86-7614-0AB4-DD9C-394977B984A9}"/>
              </a:ext>
            </a:extLst>
          </p:cNvPr>
          <p:cNvSpPr/>
          <p:nvPr/>
        </p:nvSpPr>
        <p:spPr>
          <a:xfrm>
            <a:off x="2241893" y="3736903"/>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7" name="矩形 126">
            <a:extLst>
              <a:ext uri="{FF2B5EF4-FFF2-40B4-BE49-F238E27FC236}">
                <a16:creationId xmlns:a16="http://schemas.microsoft.com/office/drawing/2014/main" id="{17F8F455-8206-A5A6-A1FE-2AE3EA0315E3}"/>
              </a:ext>
            </a:extLst>
          </p:cNvPr>
          <p:cNvSpPr/>
          <p:nvPr/>
        </p:nvSpPr>
        <p:spPr>
          <a:xfrm>
            <a:off x="2414119" y="3736903"/>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8" name="矩形 127">
            <a:extLst>
              <a:ext uri="{FF2B5EF4-FFF2-40B4-BE49-F238E27FC236}">
                <a16:creationId xmlns:a16="http://schemas.microsoft.com/office/drawing/2014/main" id="{F152EA95-BFEF-EBAD-9290-10EEF44FBE99}"/>
              </a:ext>
            </a:extLst>
          </p:cNvPr>
          <p:cNvSpPr/>
          <p:nvPr/>
        </p:nvSpPr>
        <p:spPr>
          <a:xfrm>
            <a:off x="2583688" y="3736903"/>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9" name="矩形 128">
            <a:extLst>
              <a:ext uri="{FF2B5EF4-FFF2-40B4-BE49-F238E27FC236}">
                <a16:creationId xmlns:a16="http://schemas.microsoft.com/office/drawing/2014/main" id="{6213E422-FBEF-0B90-9E34-9286A054A795}"/>
              </a:ext>
            </a:extLst>
          </p:cNvPr>
          <p:cNvSpPr/>
          <p:nvPr/>
        </p:nvSpPr>
        <p:spPr>
          <a:xfrm>
            <a:off x="2755914" y="3736903"/>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0" name="矩形 129">
            <a:extLst>
              <a:ext uri="{FF2B5EF4-FFF2-40B4-BE49-F238E27FC236}">
                <a16:creationId xmlns:a16="http://schemas.microsoft.com/office/drawing/2014/main" id="{C4B9D01B-C370-6BAD-64A6-22B42D66EDD3}"/>
              </a:ext>
            </a:extLst>
          </p:cNvPr>
          <p:cNvSpPr/>
          <p:nvPr/>
        </p:nvSpPr>
        <p:spPr>
          <a:xfrm>
            <a:off x="2928140" y="3736903"/>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1" name="矩形 130">
            <a:extLst>
              <a:ext uri="{FF2B5EF4-FFF2-40B4-BE49-F238E27FC236}">
                <a16:creationId xmlns:a16="http://schemas.microsoft.com/office/drawing/2014/main" id="{7C01C3DC-2A13-4C00-5FE4-DDE536DB138C}"/>
              </a:ext>
            </a:extLst>
          </p:cNvPr>
          <p:cNvSpPr/>
          <p:nvPr/>
        </p:nvSpPr>
        <p:spPr>
          <a:xfrm>
            <a:off x="3100366" y="3736903"/>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2" name="矩形 131">
            <a:extLst>
              <a:ext uri="{FF2B5EF4-FFF2-40B4-BE49-F238E27FC236}">
                <a16:creationId xmlns:a16="http://schemas.microsoft.com/office/drawing/2014/main" id="{497E452F-569D-4595-BC61-21B9AC8D47A9}"/>
              </a:ext>
            </a:extLst>
          </p:cNvPr>
          <p:cNvSpPr/>
          <p:nvPr/>
        </p:nvSpPr>
        <p:spPr>
          <a:xfrm>
            <a:off x="3272592" y="3736903"/>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3" name="矩形 132">
            <a:extLst>
              <a:ext uri="{FF2B5EF4-FFF2-40B4-BE49-F238E27FC236}">
                <a16:creationId xmlns:a16="http://schemas.microsoft.com/office/drawing/2014/main" id="{52A7D297-E871-B55A-1974-199B25FEE57C}"/>
              </a:ext>
            </a:extLst>
          </p:cNvPr>
          <p:cNvSpPr/>
          <p:nvPr/>
        </p:nvSpPr>
        <p:spPr>
          <a:xfrm>
            <a:off x="3444818" y="3736903"/>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4" name="矩形 133">
            <a:extLst>
              <a:ext uri="{FF2B5EF4-FFF2-40B4-BE49-F238E27FC236}">
                <a16:creationId xmlns:a16="http://schemas.microsoft.com/office/drawing/2014/main" id="{86C72220-5D4E-5DC7-AC75-897088400B34}"/>
              </a:ext>
            </a:extLst>
          </p:cNvPr>
          <p:cNvSpPr/>
          <p:nvPr/>
        </p:nvSpPr>
        <p:spPr>
          <a:xfrm>
            <a:off x="1380763" y="3909129"/>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5" name="矩形 134">
            <a:extLst>
              <a:ext uri="{FF2B5EF4-FFF2-40B4-BE49-F238E27FC236}">
                <a16:creationId xmlns:a16="http://schemas.microsoft.com/office/drawing/2014/main" id="{020A7786-822B-7A7B-1EE3-08BF2B401FDA}"/>
              </a:ext>
            </a:extLst>
          </p:cNvPr>
          <p:cNvSpPr/>
          <p:nvPr/>
        </p:nvSpPr>
        <p:spPr>
          <a:xfrm>
            <a:off x="1552989" y="3909129"/>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6" name="矩形 135">
            <a:extLst>
              <a:ext uri="{FF2B5EF4-FFF2-40B4-BE49-F238E27FC236}">
                <a16:creationId xmlns:a16="http://schemas.microsoft.com/office/drawing/2014/main" id="{D6AA0645-E3DB-5779-BFDF-348F95619280}"/>
              </a:ext>
            </a:extLst>
          </p:cNvPr>
          <p:cNvSpPr/>
          <p:nvPr/>
        </p:nvSpPr>
        <p:spPr>
          <a:xfrm>
            <a:off x="1725215" y="3909129"/>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7" name="矩形 136">
            <a:extLst>
              <a:ext uri="{FF2B5EF4-FFF2-40B4-BE49-F238E27FC236}">
                <a16:creationId xmlns:a16="http://schemas.microsoft.com/office/drawing/2014/main" id="{89A082D2-A50F-06E8-C825-ED4984ACCCAB}"/>
              </a:ext>
            </a:extLst>
          </p:cNvPr>
          <p:cNvSpPr/>
          <p:nvPr/>
        </p:nvSpPr>
        <p:spPr>
          <a:xfrm>
            <a:off x="1897441" y="3909129"/>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8" name="矩形 137">
            <a:extLst>
              <a:ext uri="{FF2B5EF4-FFF2-40B4-BE49-F238E27FC236}">
                <a16:creationId xmlns:a16="http://schemas.microsoft.com/office/drawing/2014/main" id="{EF70800E-BFFC-B36B-6F5C-FC19F7CD86AD}"/>
              </a:ext>
            </a:extLst>
          </p:cNvPr>
          <p:cNvSpPr/>
          <p:nvPr/>
        </p:nvSpPr>
        <p:spPr>
          <a:xfrm>
            <a:off x="2069667" y="3909129"/>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9" name="矩形 138">
            <a:extLst>
              <a:ext uri="{FF2B5EF4-FFF2-40B4-BE49-F238E27FC236}">
                <a16:creationId xmlns:a16="http://schemas.microsoft.com/office/drawing/2014/main" id="{877D6A5E-A803-9451-5A1D-7D1C376A5062}"/>
              </a:ext>
            </a:extLst>
          </p:cNvPr>
          <p:cNvSpPr/>
          <p:nvPr/>
        </p:nvSpPr>
        <p:spPr>
          <a:xfrm>
            <a:off x="2241893" y="3909129"/>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0" name="矩形 139">
            <a:extLst>
              <a:ext uri="{FF2B5EF4-FFF2-40B4-BE49-F238E27FC236}">
                <a16:creationId xmlns:a16="http://schemas.microsoft.com/office/drawing/2014/main" id="{AB9FAAD3-8012-082F-7566-DCE2BFC9636F}"/>
              </a:ext>
            </a:extLst>
          </p:cNvPr>
          <p:cNvSpPr/>
          <p:nvPr/>
        </p:nvSpPr>
        <p:spPr>
          <a:xfrm>
            <a:off x="2414119" y="3909129"/>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1" name="矩形 140">
            <a:extLst>
              <a:ext uri="{FF2B5EF4-FFF2-40B4-BE49-F238E27FC236}">
                <a16:creationId xmlns:a16="http://schemas.microsoft.com/office/drawing/2014/main" id="{41DA6681-B03A-E64D-4422-098696C84245}"/>
              </a:ext>
            </a:extLst>
          </p:cNvPr>
          <p:cNvSpPr/>
          <p:nvPr/>
        </p:nvSpPr>
        <p:spPr>
          <a:xfrm>
            <a:off x="2583688" y="3909129"/>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2" name="矩形 141">
            <a:extLst>
              <a:ext uri="{FF2B5EF4-FFF2-40B4-BE49-F238E27FC236}">
                <a16:creationId xmlns:a16="http://schemas.microsoft.com/office/drawing/2014/main" id="{827D3D81-A2A1-5ACE-99A0-3FCF7F2FF0C1}"/>
              </a:ext>
            </a:extLst>
          </p:cNvPr>
          <p:cNvSpPr/>
          <p:nvPr/>
        </p:nvSpPr>
        <p:spPr>
          <a:xfrm>
            <a:off x="2755914" y="3909129"/>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3" name="矩形 142">
            <a:extLst>
              <a:ext uri="{FF2B5EF4-FFF2-40B4-BE49-F238E27FC236}">
                <a16:creationId xmlns:a16="http://schemas.microsoft.com/office/drawing/2014/main" id="{68D49AD4-2E7A-6E8B-3CBC-058EA8EAAFCA}"/>
              </a:ext>
            </a:extLst>
          </p:cNvPr>
          <p:cNvSpPr/>
          <p:nvPr/>
        </p:nvSpPr>
        <p:spPr>
          <a:xfrm>
            <a:off x="2928140" y="3909129"/>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4" name="矩形 143">
            <a:extLst>
              <a:ext uri="{FF2B5EF4-FFF2-40B4-BE49-F238E27FC236}">
                <a16:creationId xmlns:a16="http://schemas.microsoft.com/office/drawing/2014/main" id="{8269F83E-60D6-6804-D27D-E1B4741DB703}"/>
              </a:ext>
            </a:extLst>
          </p:cNvPr>
          <p:cNvSpPr/>
          <p:nvPr/>
        </p:nvSpPr>
        <p:spPr>
          <a:xfrm>
            <a:off x="3100366" y="3909129"/>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5" name="矩形 144">
            <a:extLst>
              <a:ext uri="{FF2B5EF4-FFF2-40B4-BE49-F238E27FC236}">
                <a16:creationId xmlns:a16="http://schemas.microsoft.com/office/drawing/2014/main" id="{152C485F-7DC4-406D-018B-159080FA17DA}"/>
              </a:ext>
            </a:extLst>
          </p:cNvPr>
          <p:cNvSpPr/>
          <p:nvPr/>
        </p:nvSpPr>
        <p:spPr>
          <a:xfrm>
            <a:off x="3272592" y="3909129"/>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6" name="矩形 145">
            <a:extLst>
              <a:ext uri="{FF2B5EF4-FFF2-40B4-BE49-F238E27FC236}">
                <a16:creationId xmlns:a16="http://schemas.microsoft.com/office/drawing/2014/main" id="{FCA511D1-3C08-FF9E-F784-9AB07B0F24E9}"/>
              </a:ext>
            </a:extLst>
          </p:cNvPr>
          <p:cNvSpPr/>
          <p:nvPr/>
        </p:nvSpPr>
        <p:spPr>
          <a:xfrm>
            <a:off x="3444818" y="3909129"/>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7" name="矩形 146">
            <a:extLst>
              <a:ext uri="{FF2B5EF4-FFF2-40B4-BE49-F238E27FC236}">
                <a16:creationId xmlns:a16="http://schemas.microsoft.com/office/drawing/2014/main" id="{66E1C2D5-F0BE-01CC-410B-1E13983D32C5}"/>
              </a:ext>
            </a:extLst>
          </p:cNvPr>
          <p:cNvSpPr/>
          <p:nvPr/>
        </p:nvSpPr>
        <p:spPr>
          <a:xfrm>
            <a:off x="1380763" y="4081355"/>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8" name="矩形 147">
            <a:extLst>
              <a:ext uri="{FF2B5EF4-FFF2-40B4-BE49-F238E27FC236}">
                <a16:creationId xmlns:a16="http://schemas.microsoft.com/office/drawing/2014/main" id="{3B304C7D-F2B4-044B-777B-43E0F187BFE9}"/>
              </a:ext>
            </a:extLst>
          </p:cNvPr>
          <p:cNvSpPr/>
          <p:nvPr/>
        </p:nvSpPr>
        <p:spPr>
          <a:xfrm>
            <a:off x="1552989" y="408135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9" name="矩形 148">
            <a:extLst>
              <a:ext uri="{FF2B5EF4-FFF2-40B4-BE49-F238E27FC236}">
                <a16:creationId xmlns:a16="http://schemas.microsoft.com/office/drawing/2014/main" id="{60B9F42B-79D2-8759-BB32-B01297AAC4BF}"/>
              </a:ext>
            </a:extLst>
          </p:cNvPr>
          <p:cNvSpPr/>
          <p:nvPr/>
        </p:nvSpPr>
        <p:spPr>
          <a:xfrm>
            <a:off x="1725215" y="408135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0" name="矩形 149">
            <a:extLst>
              <a:ext uri="{FF2B5EF4-FFF2-40B4-BE49-F238E27FC236}">
                <a16:creationId xmlns:a16="http://schemas.microsoft.com/office/drawing/2014/main" id="{D0866309-1319-272C-11BA-BBF4C58DD844}"/>
              </a:ext>
            </a:extLst>
          </p:cNvPr>
          <p:cNvSpPr/>
          <p:nvPr/>
        </p:nvSpPr>
        <p:spPr>
          <a:xfrm>
            <a:off x="1897441" y="408135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1" name="矩形 150">
            <a:extLst>
              <a:ext uri="{FF2B5EF4-FFF2-40B4-BE49-F238E27FC236}">
                <a16:creationId xmlns:a16="http://schemas.microsoft.com/office/drawing/2014/main" id="{16020E3C-5716-645C-197E-348FA77CF7FD}"/>
              </a:ext>
            </a:extLst>
          </p:cNvPr>
          <p:cNvSpPr/>
          <p:nvPr/>
        </p:nvSpPr>
        <p:spPr>
          <a:xfrm>
            <a:off x="2069667" y="408135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2" name="矩形 151">
            <a:extLst>
              <a:ext uri="{FF2B5EF4-FFF2-40B4-BE49-F238E27FC236}">
                <a16:creationId xmlns:a16="http://schemas.microsoft.com/office/drawing/2014/main" id="{F7AE0937-9463-0948-8D0B-1C8F5BD00D55}"/>
              </a:ext>
            </a:extLst>
          </p:cNvPr>
          <p:cNvSpPr/>
          <p:nvPr/>
        </p:nvSpPr>
        <p:spPr>
          <a:xfrm>
            <a:off x="2241893" y="408135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3" name="矩形 152">
            <a:extLst>
              <a:ext uri="{FF2B5EF4-FFF2-40B4-BE49-F238E27FC236}">
                <a16:creationId xmlns:a16="http://schemas.microsoft.com/office/drawing/2014/main" id="{BB0A91E2-8D28-5203-1A9F-D5B26A46E3D0}"/>
              </a:ext>
            </a:extLst>
          </p:cNvPr>
          <p:cNvSpPr/>
          <p:nvPr/>
        </p:nvSpPr>
        <p:spPr>
          <a:xfrm>
            <a:off x="2414119" y="408135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4" name="矩形 153">
            <a:extLst>
              <a:ext uri="{FF2B5EF4-FFF2-40B4-BE49-F238E27FC236}">
                <a16:creationId xmlns:a16="http://schemas.microsoft.com/office/drawing/2014/main" id="{709AC1B4-5121-724A-E2C4-0218FEBBCC23}"/>
              </a:ext>
            </a:extLst>
          </p:cNvPr>
          <p:cNvSpPr/>
          <p:nvPr/>
        </p:nvSpPr>
        <p:spPr>
          <a:xfrm>
            <a:off x="2583688" y="408135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5" name="矩形 154">
            <a:extLst>
              <a:ext uri="{FF2B5EF4-FFF2-40B4-BE49-F238E27FC236}">
                <a16:creationId xmlns:a16="http://schemas.microsoft.com/office/drawing/2014/main" id="{69C793EA-92B3-F5C0-8110-87AA56A25645}"/>
              </a:ext>
            </a:extLst>
          </p:cNvPr>
          <p:cNvSpPr/>
          <p:nvPr/>
        </p:nvSpPr>
        <p:spPr>
          <a:xfrm>
            <a:off x="2755914" y="408135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6" name="矩形 155">
            <a:extLst>
              <a:ext uri="{FF2B5EF4-FFF2-40B4-BE49-F238E27FC236}">
                <a16:creationId xmlns:a16="http://schemas.microsoft.com/office/drawing/2014/main" id="{814AADCD-1DD4-3BB0-0680-AD903E745EE5}"/>
              </a:ext>
            </a:extLst>
          </p:cNvPr>
          <p:cNvSpPr/>
          <p:nvPr/>
        </p:nvSpPr>
        <p:spPr>
          <a:xfrm>
            <a:off x="2928140" y="408135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7" name="矩形 156">
            <a:extLst>
              <a:ext uri="{FF2B5EF4-FFF2-40B4-BE49-F238E27FC236}">
                <a16:creationId xmlns:a16="http://schemas.microsoft.com/office/drawing/2014/main" id="{BF337A78-6971-C922-6597-BB34DB61E9C4}"/>
              </a:ext>
            </a:extLst>
          </p:cNvPr>
          <p:cNvSpPr/>
          <p:nvPr/>
        </p:nvSpPr>
        <p:spPr>
          <a:xfrm>
            <a:off x="3100366" y="408135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8" name="矩形 157">
            <a:extLst>
              <a:ext uri="{FF2B5EF4-FFF2-40B4-BE49-F238E27FC236}">
                <a16:creationId xmlns:a16="http://schemas.microsoft.com/office/drawing/2014/main" id="{D3CB0F8A-D430-03C4-E402-29EC8C18ECE7}"/>
              </a:ext>
            </a:extLst>
          </p:cNvPr>
          <p:cNvSpPr/>
          <p:nvPr/>
        </p:nvSpPr>
        <p:spPr>
          <a:xfrm>
            <a:off x="3272592" y="408135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9" name="矩形 158">
            <a:extLst>
              <a:ext uri="{FF2B5EF4-FFF2-40B4-BE49-F238E27FC236}">
                <a16:creationId xmlns:a16="http://schemas.microsoft.com/office/drawing/2014/main" id="{A3FD30CC-71AF-A8AB-15FE-009AF7F93572}"/>
              </a:ext>
            </a:extLst>
          </p:cNvPr>
          <p:cNvSpPr/>
          <p:nvPr/>
        </p:nvSpPr>
        <p:spPr>
          <a:xfrm>
            <a:off x="3444818" y="4081355"/>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0" name="矩形 159">
            <a:extLst>
              <a:ext uri="{FF2B5EF4-FFF2-40B4-BE49-F238E27FC236}">
                <a16:creationId xmlns:a16="http://schemas.microsoft.com/office/drawing/2014/main" id="{BAB72921-B5F2-099A-DAAC-38D9C81AF1F8}"/>
              </a:ext>
            </a:extLst>
          </p:cNvPr>
          <p:cNvSpPr/>
          <p:nvPr/>
        </p:nvSpPr>
        <p:spPr>
          <a:xfrm>
            <a:off x="1380763" y="4253581"/>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1" name="矩形 160">
            <a:extLst>
              <a:ext uri="{FF2B5EF4-FFF2-40B4-BE49-F238E27FC236}">
                <a16:creationId xmlns:a16="http://schemas.microsoft.com/office/drawing/2014/main" id="{033AC686-E7C3-588A-17CE-BC1B1459C040}"/>
              </a:ext>
            </a:extLst>
          </p:cNvPr>
          <p:cNvSpPr/>
          <p:nvPr/>
        </p:nvSpPr>
        <p:spPr>
          <a:xfrm>
            <a:off x="1552989" y="4253581"/>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2" name="矩形 161">
            <a:extLst>
              <a:ext uri="{FF2B5EF4-FFF2-40B4-BE49-F238E27FC236}">
                <a16:creationId xmlns:a16="http://schemas.microsoft.com/office/drawing/2014/main" id="{93DD2BFD-FDC8-582E-0504-5005CE9E7760}"/>
              </a:ext>
            </a:extLst>
          </p:cNvPr>
          <p:cNvSpPr/>
          <p:nvPr/>
        </p:nvSpPr>
        <p:spPr>
          <a:xfrm>
            <a:off x="1725215" y="4253581"/>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3" name="矩形 162">
            <a:extLst>
              <a:ext uri="{FF2B5EF4-FFF2-40B4-BE49-F238E27FC236}">
                <a16:creationId xmlns:a16="http://schemas.microsoft.com/office/drawing/2014/main" id="{D4829F31-4979-2A53-9080-3F2D230DE4F5}"/>
              </a:ext>
            </a:extLst>
          </p:cNvPr>
          <p:cNvSpPr/>
          <p:nvPr/>
        </p:nvSpPr>
        <p:spPr>
          <a:xfrm>
            <a:off x="1897441" y="4253581"/>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4" name="矩形 163">
            <a:extLst>
              <a:ext uri="{FF2B5EF4-FFF2-40B4-BE49-F238E27FC236}">
                <a16:creationId xmlns:a16="http://schemas.microsoft.com/office/drawing/2014/main" id="{6F5507D6-1CE7-4A0B-3BE0-E6092CAB9D99}"/>
              </a:ext>
            </a:extLst>
          </p:cNvPr>
          <p:cNvSpPr/>
          <p:nvPr/>
        </p:nvSpPr>
        <p:spPr>
          <a:xfrm>
            <a:off x="2069667" y="4253581"/>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5" name="矩形 164">
            <a:extLst>
              <a:ext uri="{FF2B5EF4-FFF2-40B4-BE49-F238E27FC236}">
                <a16:creationId xmlns:a16="http://schemas.microsoft.com/office/drawing/2014/main" id="{818E606C-CBE7-4069-2B15-AE39F6F85BAF}"/>
              </a:ext>
            </a:extLst>
          </p:cNvPr>
          <p:cNvSpPr/>
          <p:nvPr/>
        </p:nvSpPr>
        <p:spPr>
          <a:xfrm>
            <a:off x="2241893" y="4253581"/>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6" name="矩形 165">
            <a:extLst>
              <a:ext uri="{FF2B5EF4-FFF2-40B4-BE49-F238E27FC236}">
                <a16:creationId xmlns:a16="http://schemas.microsoft.com/office/drawing/2014/main" id="{AB0BE7FC-D82F-7461-5F12-9377B4BC41CC}"/>
              </a:ext>
            </a:extLst>
          </p:cNvPr>
          <p:cNvSpPr/>
          <p:nvPr/>
        </p:nvSpPr>
        <p:spPr>
          <a:xfrm>
            <a:off x="2414119" y="4253581"/>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7" name="矩形 166">
            <a:extLst>
              <a:ext uri="{FF2B5EF4-FFF2-40B4-BE49-F238E27FC236}">
                <a16:creationId xmlns:a16="http://schemas.microsoft.com/office/drawing/2014/main" id="{8A0AF737-059D-779C-057D-9C679860C9EF}"/>
              </a:ext>
            </a:extLst>
          </p:cNvPr>
          <p:cNvSpPr/>
          <p:nvPr/>
        </p:nvSpPr>
        <p:spPr>
          <a:xfrm>
            <a:off x="2583688" y="4253581"/>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8" name="矩形 167">
            <a:extLst>
              <a:ext uri="{FF2B5EF4-FFF2-40B4-BE49-F238E27FC236}">
                <a16:creationId xmlns:a16="http://schemas.microsoft.com/office/drawing/2014/main" id="{3B13A5F8-7E44-AF74-AC20-2F3A597F3570}"/>
              </a:ext>
            </a:extLst>
          </p:cNvPr>
          <p:cNvSpPr/>
          <p:nvPr/>
        </p:nvSpPr>
        <p:spPr>
          <a:xfrm>
            <a:off x="2755914" y="4253581"/>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9" name="矩形 168">
            <a:extLst>
              <a:ext uri="{FF2B5EF4-FFF2-40B4-BE49-F238E27FC236}">
                <a16:creationId xmlns:a16="http://schemas.microsoft.com/office/drawing/2014/main" id="{17A34B79-78D2-0301-74CD-200E5664BC92}"/>
              </a:ext>
            </a:extLst>
          </p:cNvPr>
          <p:cNvSpPr/>
          <p:nvPr/>
        </p:nvSpPr>
        <p:spPr>
          <a:xfrm>
            <a:off x="2928140" y="4253581"/>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0" name="矩形 169">
            <a:extLst>
              <a:ext uri="{FF2B5EF4-FFF2-40B4-BE49-F238E27FC236}">
                <a16:creationId xmlns:a16="http://schemas.microsoft.com/office/drawing/2014/main" id="{CB2DDACD-5976-222F-458F-87886710BF07}"/>
              </a:ext>
            </a:extLst>
          </p:cNvPr>
          <p:cNvSpPr/>
          <p:nvPr/>
        </p:nvSpPr>
        <p:spPr>
          <a:xfrm>
            <a:off x="3100366" y="4253581"/>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1" name="矩形 170">
            <a:extLst>
              <a:ext uri="{FF2B5EF4-FFF2-40B4-BE49-F238E27FC236}">
                <a16:creationId xmlns:a16="http://schemas.microsoft.com/office/drawing/2014/main" id="{3AD2918C-A5FE-69E6-B125-6E25E4E77ECD}"/>
              </a:ext>
            </a:extLst>
          </p:cNvPr>
          <p:cNvSpPr/>
          <p:nvPr/>
        </p:nvSpPr>
        <p:spPr>
          <a:xfrm>
            <a:off x="3272592" y="4253581"/>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2" name="矩形 171">
            <a:extLst>
              <a:ext uri="{FF2B5EF4-FFF2-40B4-BE49-F238E27FC236}">
                <a16:creationId xmlns:a16="http://schemas.microsoft.com/office/drawing/2014/main" id="{D2C3C532-3C54-F784-87C7-D9484E2582E8}"/>
              </a:ext>
            </a:extLst>
          </p:cNvPr>
          <p:cNvSpPr/>
          <p:nvPr/>
        </p:nvSpPr>
        <p:spPr>
          <a:xfrm>
            <a:off x="3444818" y="4253581"/>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43" name="矩形 342">
            <a:extLst>
              <a:ext uri="{FF2B5EF4-FFF2-40B4-BE49-F238E27FC236}">
                <a16:creationId xmlns:a16="http://schemas.microsoft.com/office/drawing/2014/main" id="{159FD3FC-7FF3-5437-4FC0-4764EC2EE0B5}"/>
              </a:ext>
            </a:extLst>
          </p:cNvPr>
          <p:cNvSpPr/>
          <p:nvPr/>
        </p:nvSpPr>
        <p:spPr>
          <a:xfrm>
            <a:off x="4761917" y="2186869"/>
            <a:ext cx="2236281" cy="2238938"/>
          </a:xfrm>
          <a:prstGeom prst="rect">
            <a:avLst/>
          </a:prstGeom>
          <a:solidFill>
            <a:schemeClr val="bg1"/>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344" name="Picture 2" descr="Pop! Wall-E (Facet) — Double Boxed Toys">
            <a:extLst>
              <a:ext uri="{FF2B5EF4-FFF2-40B4-BE49-F238E27FC236}">
                <a16:creationId xmlns:a16="http://schemas.microsoft.com/office/drawing/2014/main" id="{A6AB62F5-B596-5886-3EB6-625869773281}"/>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2782" t="8914" r="12960" b="8907"/>
          <a:stretch/>
        </p:blipFill>
        <p:spPr bwMode="auto">
          <a:xfrm>
            <a:off x="3254355" y="2985421"/>
            <a:ext cx="205778" cy="227729"/>
          </a:xfrm>
          <a:prstGeom prst="rect">
            <a:avLst/>
          </a:prstGeom>
          <a:noFill/>
          <a:extLst>
            <a:ext uri="{909E8E84-426E-40DD-AFC4-6F175D3DCCD1}">
              <a14:hiddenFill xmlns:a14="http://schemas.microsoft.com/office/drawing/2010/main">
                <a:solidFill>
                  <a:srgbClr val="FFFFFF"/>
                </a:solidFill>
              </a14:hiddenFill>
            </a:ext>
          </a:extLst>
        </p:spPr>
      </p:pic>
      <p:sp>
        <p:nvSpPr>
          <p:cNvPr id="345" name="文本框 344">
            <a:extLst>
              <a:ext uri="{FF2B5EF4-FFF2-40B4-BE49-F238E27FC236}">
                <a16:creationId xmlns:a16="http://schemas.microsoft.com/office/drawing/2014/main" id="{D2C51B07-BA17-39AE-512F-FF125BEB29C9}"/>
              </a:ext>
            </a:extLst>
          </p:cNvPr>
          <p:cNvSpPr txBox="1"/>
          <p:nvPr/>
        </p:nvSpPr>
        <p:spPr>
          <a:xfrm>
            <a:off x="1878044" y="4478016"/>
            <a:ext cx="1222322" cy="338554"/>
          </a:xfrm>
          <a:prstGeom prst="rect">
            <a:avLst/>
          </a:prstGeom>
          <a:noFill/>
        </p:spPr>
        <p:txBody>
          <a:bodyPr wrap="none" rtlCol="0">
            <a:spAutoFit/>
          </a:bodyPr>
          <a:lstStyle/>
          <a:p>
            <a:r>
              <a:rPr lang="en-GB" sz="1600" dirty="0">
                <a:solidFill>
                  <a:srgbClr val="003399"/>
                </a:solidFill>
              </a:rPr>
              <a:t>real</a:t>
            </a:r>
            <a:r>
              <a:rPr lang="zh-CN" altLang="en-US" sz="1600" dirty="0">
                <a:solidFill>
                  <a:srgbClr val="003399"/>
                </a:solidFill>
              </a:rPr>
              <a:t> </a:t>
            </a:r>
            <a:r>
              <a:rPr lang="en-GB" altLang="zh-CN" sz="1600" dirty="0">
                <a:solidFill>
                  <a:srgbClr val="003399"/>
                </a:solidFill>
              </a:rPr>
              <a:t>position</a:t>
            </a:r>
            <a:endParaRPr lang="en-GB" sz="1600" dirty="0">
              <a:solidFill>
                <a:srgbClr val="003399"/>
              </a:solidFill>
            </a:endParaRPr>
          </a:p>
        </p:txBody>
      </p:sp>
      <p:sp>
        <p:nvSpPr>
          <p:cNvPr id="346" name="文本框 345">
            <a:extLst>
              <a:ext uri="{FF2B5EF4-FFF2-40B4-BE49-F238E27FC236}">
                <a16:creationId xmlns:a16="http://schemas.microsoft.com/office/drawing/2014/main" id="{20BCBE74-165B-4D8F-38F9-262BAA500AC5}"/>
              </a:ext>
            </a:extLst>
          </p:cNvPr>
          <p:cNvSpPr txBox="1"/>
          <p:nvPr/>
        </p:nvSpPr>
        <p:spPr>
          <a:xfrm>
            <a:off x="4260153" y="4478016"/>
            <a:ext cx="3233642" cy="338554"/>
          </a:xfrm>
          <a:prstGeom prst="rect">
            <a:avLst/>
          </a:prstGeom>
          <a:noFill/>
        </p:spPr>
        <p:txBody>
          <a:bodyPr wrap="none" rtlCol="0">
            <a:spAutoFit/>
          </a:bodyPr>
          <a:lstStyle/>
          <a:p>
            <a:r>
              <a:rPr lang="en-GB" sz="1600" dirty="0">
                <a:solidFill>
                  <a:schemeClr val="accent4"/>
                </a:solidFill>
              </a:rPr>
              <a:t>estimated</a:t>
            </a:r>
            <a:r>
              <a:rPr lang="zh-CN" altLang="en-US" sz="1600" dirty="0">
                <a:solidFill>
                  <a:schemeClr val="accent4"/>
                </a:solidFill>
              </a:rPr>
              <a:t> </a:t>
            </a:r>
            <a:r>
              <a:rPr lang="en-GB" altLang="zh-CN" sz="1600" dirty="0">
                <a:solidFill>
                  <a:schemeClr val="accent4"/>
                </a:solidFill>
              </a:rPr>
              <a:t>positions and orientations</a:t>
            </a:r>
            <a:endParaRPr lang="en-GB" sz="1600" dirty="0">
              <a:solidFill>
                <a:schemeClr val="accent4"/>
              </a:solidFill>
            </a:endParaRPr>
          </a:p>
        </p:txBody>
      </p:sp>
      <p:grpSp>
        <p:nvGrpSpPr>
          <p:cNvPr id="394" name="组合 393">
            <a:extLst>
              <a:ext uri="{FF2B5EF4-FFF2-40B4-BE49-F238E27FC236}">
                <a16:creationId xmlns:a16="http://schemas.microsoft.com/office/drawing/2014/main" id="{0B5791E6-907E-167C-0541-2080D527DBC6}"/>
              </a:ext>
            </a:extLst>
          </p:cNvPr>
          <p:cNvGrpSpPr/>
          <p:nvPr/>
        </p:nvGrpSpPr>
        <p:grpSpPr>
          <a:xfrm>
            <a:off x="6781601" y="3097944"/>
            <a:ext cx="172800" cy="172800"/>
            <a:chOff x="7320995" y="2649866"/>
            <a:chExt cx="172800" cy="172800"/>
          </a:xfrm>
        </p:grpSpPr>
        <p:sp>
          <p:nvSpPr>
            <p:cNvPr id="376" name="椭圆 375">
              <a:extLst>
                <a:ext uri="{FF2B5EF4-FFF2-40B4-BE49-F238E27FC236}">
                  <a16:creationId xmlns:a16="http://schemas.microsoft.com/office/drawing/2014/main" id="{EC655ED9-B11E-0343-1EAC-25D6026C3634}"/>
                </a:ext>
              </a:extLst>
            </p:cNvPr>
            <p:cNvSpPr/>
            <p:nvPr/>
          </p:nvSpPr>
          <p:spPr>
            <a:xfrm>
              <a:off x="7320995" y="2649866"/>
              <a:ext cx="172800" cy="172800"/>
            </a:xfrm>
            <a:prstGeom prst="ellipse">
              <a:avLst/>
            </a:prstGeom>
            <a:solidFill>
              <a:schemeClr val="bg1">
                <a:alpha val="1196"/>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800" dirty="0">
                  <a:solidFill>
                    <a:schemeClr val="bg1"/>
                  </a:solidFill>
                </a:rPr>
                <a:t>2</a:t>
              </a:r>
            </a:p>
          </p:txBody>
        </p:sp>
        <p:cxnSp>
          <p:nvCxnSpPr>
            <p:cNvPr id="377" name="直线箭头连接符 376">
              <a:extLst>
                <a:ext uri="{FF2B5EF4-FFF2-40B4-BE49-F238E27FC236}">
                  <a16:creationId xmlns:a16="http://schemas.microsoft.com/office/drawing/2014/main" id="{DE1ABF68-9BBC-08A5-33A0-CFAF86BC9F00}"/>
                </a:ext>
              </a:extLst>
            </p:cNvPr>
            <p:cNvCxnSpPr>
              <a:cxnSpLocks/>
            </p:cNvCxnSpPr>
            <p:nvPr/>
          </p:nvCxnSpPr>
          <p:spPr>
            <a:xfrm flipV="1">
              <a:off x="7403000" y="2664266"/>
              <a:ext cx="0" cy="144000"/>
            </a:xfrm>
            <a:prstGeom prst="straightConnector1">
              <a:avLst/>
            </a:prstGeom>
            <a:ln w="22225">
              <a:solidFill>
                <a:schemeClr val="accent4">
                  <a:alpha val="78000"/>
                </a:schemeClr>
              </a:solidFill>
              <a:tailEnd type="triangle"/>
            </a:ln>
          </p:spPr>
          <p:style>
            <a:lnRef idx="1">
              <a:schemeClr val="accent1"/>
            </a:lnRef>
            <a:fillRef idx="0">
              <a:schemeClr val="accent1"/>
            </a:fillRef>
            <a:effectRef idx="0">
              <a:schemeClr val="accent1"/>
            </a:effectRef>
            <a:fontRef idx="minor">
              <a:schemeClr val="tx1"/>
            </a:fontRef>
          </p:style>
        </p:cxnSp>
      </p:grpSp>
      <p:grpSp>
        <p:nvGrpSpPr>
          <p:cNvPr id="400" name="组合 399">
            <a:extLst>
              <a:ext uri="{FF2B5EF4-FFF2-40B4-BE49-F238E27FC236}">
                <a16:creationId xmlns:a16="http://schemas.microsoft.com/office/drawing/2014/main" id="{65D256A4-CE87-C73D-E492-68279B9815F7}"/>
              </a:ext>
            </a:extLst>
          </p:cNvPr>
          <p:cNvGrpSpPr/>
          <p:nvPr/>
        </p:nvGrpSpPr>
        <p:grpSpPr>
          <a:xfrm rot="6885687">
            <a:off x="6353299" y="2718566"/>
            <a:ext cx="172800" cy="172800"/>
            <a:chOff x="7320995" y="3944427"/>
            <a:chExt cx="172800" cy="172800"/>
          </a:xfrm>
        </p:grpSpPr>
        <p:sp>
          <p:nvSpPr>
            <p:cNvPr id="388" name="椭圆 387">
              <a:extLst>
                <a:ext uri="{FF2B5EF4-FFF2-40B4-BE49-F238E27FC236}">
                  <a16:creationId xmlns:a16="http://schemas.microsoft.com/office/drawing/2014/main" id="{5ADF800D-F7A2-85A9-DA40-6CFBEC83FE17}"/>
                </a:ext>
              </a:extLst>
            </p:cNvPr>
            <p:cNvSpPr/>
            <p:nvPr/>
          </p:nvSpPr>
          <p:spPr>
            <a:xfrm>
              <a:off x="7320995" y="3944427"/>
              <a:ext cx="172800" cy="172800"/>
            </a:xfrm>
            <a:prstGeom prst="ellipse">
              <a:avLst/>
            </a:prstGeom>
            <a:solidFill>
              <a:schemeClr val="bg1">
                <a:alpha val="1196"/>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800" dirty="0">
                  <a:solidFill>
                    <a:schemeClr val="bg1"/>
                  </a:solidFill>
                </a:rPr>
                <a:t>8</a:t>
              </a:r>
            </a:p>
          </p:txBody>
        </p:sp>
        <p:cxnSp>
          <p:nvCxnSpPr>
            <p:cNvPr id="389" name="直线箭头连接符 388">
              <a:extLst>
                <a:ext uri="{FF2B5EF4-FFF2-40B4-BE49-F238E27FC236}">
                  <a16:creationId xmlns:a16="http://schemas.microsoft.com/office/drawing/2014/main" id="{5610D492-93C6-E40D-BA4B-EDBD702D2A98}"/>
                </a:ext>
              </a:extLst>
            </p:cNvPr>
            <p:cNvCxnSpPr>
              <a:cxnSpLocks/>
            </p:cNvCxnSpPr>
            <p:nvPr/>
          </p:nvCxnSpPr>
          <p:spPr>
            <a:xfrm flipV="1">
              <a:off x="7403000" y="3958827"/>
              <a:ext cx="0" cy="144000"/>
            </a:xfrm>
            <a:prstGeom prst="straightConnector1">
              <a:avLst/>
            </a:prstGeom>
            <a:ln w="22225">
              <a:solidFill>
                <a:schemeClr val="accent4">
                  <a:alpha val="36433"/>
                </a:schemeClr>
              </a:solidFill>
              <a:tailEnd type="triangle"/>
            </a:ln>
          </p:spPr>
          <p:style>
            <a:lnRef idx="1">
              <a:schemeClr val="accent1"/>
            </a:lnRef>
            <a:fillRef idx="0">
              <a:schemeClr val="accent1"/>
            </a:fillRef>
            <a:effectRef idx="0">
              <a:schemeClr val="accent1"/>
            </a:effectRef>
            <a:fontRef idx="minor">
              <a:schemeClr val="tx1"/>
            </a:fontRef>
          </p:style>
        </p:cxnSp>
      </p:grpSp>
      <p:grpSp>
        <p:nvGrpSpPr>
          <p:cNvPr id="189" name="组合 188">
            <a:extLst>
              <a:ext uri="{FF2B5EF4-FFF2-40B4-BE49-F238E27FC236}">
                <a16:creationId xmlns:a16="http://schemas.microsoft.com/office/drawing/2014/main" id="{E0E82CA9-508F-3681-5C95-B9C616A14E7B}"/>
              </a:ext>
            </a:extLst>
          </p:cNvPr>
          <p:cNvGrpSpPr/>
          <p:nvPr/>
        </p:nvGrpSpPr>
        <p:grpSpPr>
          <a:xfrm rot="19600186">
            <a:off x="5387465" y="2399274"/>
            <a:ext cx="172800" cy="172800"/>
            <a:chOff x="7654798" y="3240893"/>
            <a:chExt cx="172800" cy="172800"/>
          </a:xfrm>
        </p:grpSpPr>
        <p:sp>
          <p:nvSpPr>
            <p:cNvPr id="175" name="椭圆 174">
              <a:extLst>
                <a:ext uri="{FF2B5EF4-FFF2-40B4-BE49-F238E27FC236}">
                  <a16:creationId xmlns:a16="http://schemas.microsoft.com/office/drawing/2014/main" id="{A3D9EB0D-9865-924E-02F5-422CDB3166A0}"/>
                </a:ext>
              </a:extLst>
            </p:cNvPr>
            <p:cNvSpPr/>
            <p:nvPr/>
          </p:nvSpPr>
          <p:spPr>
            <a:xfrm>
              <a:off x="7654798" y="3240893"/>
              <a:ext cx="172800" cy="172800"/>
            </a:xfrm>
            <a:prstGeom prst="ellipse">
              <a:avLst/>
            </a:prstGeom>
            <a:solidFill>
              <a:schemeClr val="bg1">
                <a:alpha val="1196"/>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bg1"/>
                  </a:solidFill>
                </a:rPr>
                <a:t>a</a:t>
              </a:r>
              <a:endParaRPr lang="en-GB" sz="800" dirty="0">
                <a:solidFill>
                  <a:schemeClr val="bg1"/>
                </a:solidFill>
              </a:endParaRPr>
            </a:p>
          </p:txBody>
        </p:sp>
        <p:cxnSp>
          <p:nvCxnSpPr>
            <p:cNvPr id="176" name="直线箭头连接符 175">
              <a:extLst>
                <a:ext uri="{FF2B5EF4-FFF2-40B4-BE49-F238E27FC236}">
                  <a16:creationId xmlns:a16="http://schemas.microsoft.com/office/drawing/2014/main" id="{63790B0A-205A-B269-1100-3F78655E02C0}"/>
                </a:ext>
              </a:extLst>
            </p:cNvPr>
            <p:cNvCxnSpPr>
              <a:cxnSpLocks/>
            </p:cNvCxnSpPr>
            <p:nvPr/>
          </p:nvCxnSpPr>
          <p:spPr>
            <a:xfrm flipV="1">
              <a:off x="7736045" y="3255293"/>
              <a:ext cx="0" cy="144000"/>
            </a:xfrm>
            <a:prstGeom prst="straightConnector1">
              <a:avLst/>
            </a:prstGeom>
            <a:ln w="22225">
              <a:solidFill>
                <a:schemeClr val="accent4">
                  <a:alpha val="14585"/>
                </a:schemeClr>
              </a:solidFill>
              <a:tailEnd type="triangle"/>
            </a:ln>
          </p:spPr>
          <p:style>
            <a:lnRef idx="1">
              <a:schemeClr val="accent1"/>
            </a:lnRef>
            <a:fillRef idx="0">
              <a:schemeClr val="accent1"/>
            </a:fillRef>
            <a:effectRef idx="0">
              <a:schemeClr val="accent1"/>
            </a:effectRef>
            <a:fontRef idx="minor">
              <a:schemeClr val="tx1"/>
            </a:fontRef>
          </p:style>
        </p:cxnSp>
      </p:grpSp>
      <p:grpSp>
        <p:nvGrpSpPr>
          <p:cNvPr id="190" name="组合 189">
            <a:extLst>
              <a:ext uri="{FF2B5EF4-FFF2-40B4-BE49-F238E27FC236}">
                <a16:creationId xmlns:a16="http://schemas.microsoft.com/office/drawing/2014/main" id="{CA8F45B8-B3D9-8FA8-C84A-747D589FB917}"/>
              </a:ext>
            </a:extLst>
          </p:cNvPr>
          <p:cNvGrpSpPr/>
          <p:nvPr/>
        </p:nvGrpSpPr>
        <p:grpSpPr>
          <a:xfrm rot="21140556">
            <a:off x="5099584" y="2987070"/>
            <a:ext cx="172800" cy="172800"/>
            <a:chOff x="7654798" y="3513943"/>
            <a:chExt cx="172800" cy="172800"/>
          </a:xfrm>
        </p:grpSpPr>
        <p:sp>
          <p:nvSpPr>
            <p:cNvPr id="179" name="椭圆 178">
              <a:extLst>
                <a:ext uri="{FF2B5EF4-FFF2-40B4-BE49-F238E27FC236}">
                  <a16:creationId xmlns:a16="http://schemas.microsoft.com/office/drawing/2014/main" id="{273CEB21-611B-1AA4-8ACE-21FF5EE2EF7D}"/>
                </a:ext>
              </a:extLst>
            </p:cNvPr>
            <p:cNvSpPr/>
            <p:nvPr/>
          </p:nvSpPr>
          <p:spPr>
            <a:xfrm>
              <a:off x="7654798" y="3513943"/>
              <a:ext cx="172800" cy="172800"/>
            </a:xfrm>
            <a:prstGeom prst="ellipse">
              <a:avLst/>
            </a:prstGeom>
            <a:solidFill>
              <a:schemeClr val="bg1">
                <a:alpha val="1196"/>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bg1"/>
                  </a:solidFill>
                </a:rPr>
                <a:t>b</a:t>
              </a:r>
              <a:endParaRPr lang="en-GB" sz="800" dirty="0">
                <a:solidFill>
                  <a:schemeClr val="bg1"/>
                </a:solidFill>
              </a:endParaRPr>
            </a:p>
          </p:txBody>
        </p:sp>
        <p:cxnSp>
          <p:nvCxnSpPr>
            <p:cNvPr id="180" name="直线箭头连接符 179">
              <a:extLst>
                <a:ext uri="{FF2B5EF4-FFF2-40B4-BE49-F238E27FC236}">
                  <a16:creationId xmlns:a16="http://schemas.microsoft.com/office/drawing/2014/main" id="{BA472A58-1DA0-78ED-6F7F-87A93084F43D}"/>
                </a:ext>
              </a:extLst>
            </p:cNvPr>
            <p:cNvCxnSpPr>
              <a:cxnSpLocks/>
            </p:cNvCxnSpPr>
            <p:nvPr/>
          </p:nvCxnSpPr>
          <p:spPr>
            <a:xfrm flipV="1">
              <a:off x="7736045" y="3528343"/>
              <a:ext cx="0" cy="144000"/>
            </a:xfrm>
            <a:prstGeom prst="straightConnector1">
              <a:avLst/>
            </a:prstGeom>
            <a:ln w="22225">
              <a:solidFill>
                <a:schemeClr val="accent4">
                  <a:alpha val="43894"/>
                </a:schemeClr>
              </a:solidFill>
              <a:tailEnd type="triangle"/>
            </a:ln>
          </p:spPr>
          <p:style>
            <a:lnRef idx="1">
              <a:schemeClr val="accent1"/>
            </a:lnRef>
            <a:fillRef idx="0">
              <a:schemeClr val="accent1"/>
            </a:fillRef>
            <a:effectRef idx="0">
              <a:schemeClr val="accent1"/>
            </a:effectRef>
            <a:fontRef idx="minor">
              <a:schemeClr val="tx1"/>
            </a:fontRef>
          </p:style>
        </p:cxnSp>
      </p:grpSp>
      <p:grpSp>
        <p:nvGrpSpPr>
          <p:cNvPr id="191" name="组合 190">
            <a:extLst>
              <a:ext uri="{FF2B5EF4-FFF2-40B4-BE49-F238E27FC236}">
                <a16:creationId xmlns:a16="http://schemas.microsoft.com/office/drawing/2014/main" id="{9AE1A813-92D7-900C-205E-97EC97F3EB8D}"/>
              </a:ext>
            </a:extLst>
          </p:cNvPr>
          <p:cNvGrpSpPr/>
          <p:nvPr/>
        </p:nvGrpSpPr>
        <p:grpSpPr>
          <a:xfrm rot="15333532">
            <a:off x="5436117" y="2194024"/>
            <a:ext cx="172800" cy="172800"/>
            <a:chOff x="7654798" y="3780643"/>
            <a:chExt cx="172800" cy="172800"/>
          </a:xfrm>
        </p:grpSpPr>
        <p:sp>
          <p:nvSpPr>
            <p:cNvPr id="181" name="椭圆 180">
              <a:extLst>
                <a:ext uri="{FF2B5EF4-FFF2-40B4-BE49-F238E27FC236}">
                  <a16:creationId xmlns:a16="http://schemas.microsoft.com/office/drawing/2014/main" id="{062CF207-36C3-08C3-CEEF-1EE060FEC620}"/>
                </a:ext>
              </a:extLst>
            </p:cNvPr>
            <p:cNvSpPr/>
            <p:nvPr/>
          </p:nvSpPr>
          <p:spPr>
            <a:xfrm>
              <a:off x="7654798" y="3780643"/>
              <a:ext cx="172800" cy="172800"/>
            </a:xfrm>
            <a:prstGeom prst="ellipse">
              <a:avLst/>
            </a:prstGeom>
            <a:solidFill>
              <a:schemeClr val="bg1">
                <a:alpha val="1196"/>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bg1"/>
                  </a:solidFill>
                </a:rPr>
                <a:t>c</a:t>
              </a:r>
              <a:endParaRPr lang="en-GB" sz="800" dirty="0">
                <a:solidFill>
                  <a:schemeClr val="bg1"/>
                </a:solidFill>
              </a:endParaRPr>
            </a:p>
          </p:txBody>
        </p:sp>
        <p:cxnSp>
          <p:nvCxnSpPr>
            <p:cNvPr id="182" name="直线箭头连接符 181">
              <a:extLst>
                <a:ext uri="{FF2B5EF4-FFF2-40B4-BE49-F238E27FC236}">
                  <a16:creationId xmlns:a16="http://schemas.microsoft.com/office/drawing/2014/main" id="{57A8EBEF-A1E3-1634-AD87-AE471C72965C}"/>
                </a:ext>
              </a:extLst>
            </p:cNvPr>
            <p:cNvCxnSpPr>
              <a:cxnSpLocks/>
            </p:cNvCxnSpPr>
            <p:nvPr/>
          </p:nvCxnSpPr>
          <p:spPr>
            <a:xfrm flipV="1">
              <a:off x="7736045" y="3795043"/>
              <a:ext cx="0" cy="144000"/>
            </a:xfrm>
            <a:prstGeom prst="straightConnector1">
              <a:avLst/>
            </a:prstGeom>
            <a:ln w="22225">
              <a:solidFill>
                <a:schemeClr val="accent4">
                  <a:alpha val="13078"/>
                </a:schemeClr>
              </a:solidFill>
              <a:tailEnd type="triangle"/>
            </a:ln>
          </p:spPr>
          <p:style>
            <a:lnRef idx="1">
              <a:schemeClr val="accent1"/>
            </a:lnRef>
            <a:fillRef idx="0">
              <a:schemeClr val="accent1"/>
            </a:fillRef>
            <a:effectRef idx="0">
              <a:schemeClr val="accent1"/>
            </a:effectRef>
            <a:fontRef idx="minor">
              <a:schemeClr val="tx1"/>
            </a:fontRef>
          </p:style>
        </p:cxnSp>
      </p:grpSp>
      <p:grpSp>
        <p:nvGrpSpPr>
          <p:cNvPr id="320" name="组合 319">
            <a:extLst>
              <a:ext uri="{FF2B5EF4-FFF2-40B4-BE49-F238E27FC236}">
                <a16:creationId xmlns:a16="http://schemas.microsoft.com/office/drawing/2014/main" id="{29A975E5-D470-7BFB-82AC-63045E280404}"/>
              </a:ext>
            </a:extLst>
          </p:cNvPr>
          <p:cNvGrpSpPr/>
          <p:nvPr/>
        </p:nvGrpSpPr>
        <p:grpSpPr>
          <a:xfrm rot="8113073">
            <a:off x="6212991" y="2555513"/>
            <a:ext cx="172800" cy="172800"/>
            <a:chOff x="7654798" y="3994955"/>
            <a:chExt cx="172800" cy="172800"/>
          </a:xfrm>
        </p:grpSpPr>
        <p:sp>
          <p:nvSpPr>
            <p:cNvPr id="183" name="椭圆 182">
              <a:extLst>
                <a:ext uri="{FF2B5EF4-FFF2-40B4-BE49-F238E27FC236}">
                  <a16:creationId xmlns:a16="http://schemas.microsoft.com/office/drawing/2014/main" id="{A4B6E834-15E1-C738-F9D4-44756864FCC3}"/>
                </a:ext>
              </a:extLst>
            </p:cNvPr>
            <p:cNvSpPr/>
            <p:nvPr/>
          </p:nvSpPr>
          <p:spPr>
            <a:xfrm>
              <a:off x="7654798" y="3994955"/>
              <a:ext cx="172800" cy="172800"/>
            </a:xfrm>
            <a:prstGeom prst="ellipse">
              <a:avLst/>
            </a:prstGeom>
            <a:solidFill>
              <a:schemeClr val="bg1">
                <a:alpha val="1196"/>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bg1"/>
                  </a:solidFill>
                </a:rPr>
                <a:t>d</a:t>
              </a:r>
              <a:endParaRPr lang="en-GB" sz="800" dirty="0">
                <a:solidFill>
                  <a:schemeClr val="bg1"/>
                </a:solidFill>
              </a:endParaRPr>
            </a:p>
          </p:txBody>
        </p:sp>
        <p:cxnSp>
          <p:nvCxnSpPr>
            <p:cNvPr id="184" name="直线箭头连接符 183">
              <a:extLst>
                <a:ext uri="{FF2B5EF4-FFF2-40B4-BE49-F238E27FC236}">
                  <a16:creationId xmlns:a16="http://schemas.microsoft.com/office/drawing/2014/main" id="{7503FA6A-65EA-3660-A80C-F4DC652675D8}"/>
                </a:ext>
              </a:extLst>
            </p:cNvPr>
            <p:cNvCxnSpPr>
              <a:cxnSpLocks/>
            </p:cNvCxnSpPr>
            <p:nvPr/>
          </p:nvCxnSpPr>
          <p:spPr>
            <a:xfrm flipV="1">
              <a:off x="7736045" y="4009355"/>
              <a:ext cx="0" cy="144000"/>
            </a:xfrm>
            <a:prstGeom prst="straightConnector1">
              <a:avLst/>
            </a:prstGeom>
            <a:ln w="22225">
              <a:solidFill>
                <a:schemeClr val="accent4">
                  <a:alpha val="19726"/>
                </a:schemeClr>
              </a:solidFill>
              <a:tailEnd type="triangle"/>
            </a:ln>
          </p:spPr>
          <p:style>
            <a:lnRef idx="1">
              <a:schemeClr val="accent1"/>
            </a:lnRef>
            <a:fillRef idx="0">
              <a:schemeClr val="accent1"/>
            </a:fillRef>
            <a:effectRef idx="0">
              <a:schemeClr val="accent1"/>
            </a:effectRef>
            <a:fontRef idx="minor">
              <a:schemeClr val="tx1"/>
            </a:fontRef>
          </p:style>
        </p:cxnSp>
      </p:grpSp>
      <p:grpSp>
        <p:nvGrpSpPr>
          <p:cNvPr id="322" name="组合 321">
            <a:extLst>
              <a:ext uri="{FF2B5EF4-FFF2-40B4-BE49-F238E27FC236}">
                <a16:creationId xmlns:a16="http://schemas.microsoft.com/office/drawing/2014/main" id="{4EDC97D2-0F76-C24B-6F52-52BAFEBC61E5}"/>
              </a:ext>
            </a:extLst>
          </p:cNvPr>
          <p:cNvGrpSpPr/>
          <p:nvPr/>
        </p:nvGrpSpPr>
        <p:grpSpPr>
          <a:xfrm rot="1797858">
            <a:off x="6376831" y="2853905"/>
            <a:ext cx="172800" cy="172800"/>
            <a:chOff x="7654798" y="4498300"/>
            <a:chExt cx="172800" cy="172800"/>
          </a:xfrm>
        </p:grpSpPr>
        <p:sp>
          <p:nvSpPr>
            <p:cNvPr id="187" name="椭圆 186">
              <a:extLst>
                <a:ext uri="{FF2B5EF4-FFF2-40B4-BE49-F238E27FC236}">
                  <a16:creationId xmlns:a16="http://schemas.microsoft.com/office/drawing/2014/main" id="{E1494207-75DF-B4AE-F7A5-9D698A4BD658}"/>
                </a:ext>
              </a:extLst>
            </p:cNvPr>
            <p:cNvSpPr/>
            <p:nvPr/>
          </p:nvSpPr>
          <p:spPr>
            <a:xfrm>
              <a:off x="7654798" y="4498300"/>
              <a:ext cx="172800" cy="172800"/>
            </a:xfrm>
            <a:prstGeom prst="ellipse">
              <a:avLst/>
            </a:prstGeom>
            <a:solidFill>
              <a:schemeClr val="bg1">
                <a:alpha val="1196"/>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bg1"/>
                  </a:solidFill>
                </a:rPr>
                <a:t>f</a:t>
              </a:r>
              <a:endParaRPr lang="en-GB" sz="800" dirty="0">
                <a:solidFill>
                  <a:schemeClr val="bg1"/>
                </a:solidFill>
              </a:endParaRPr>
            </a:p>
          </p:txBody>
        </p:sp>
        <p:cxnSp>
          <p:nvCxnSpPr>
            <p:cNvPr id="188" name="直线箭头连接符 187">
              <a:extLst>
                <a:ext uri="{FF2B5EF4-FFF2-40B4-BE49-F238E27FC236}">
                  <a16:creationId xmlns:a16="http://schemas.microsoft.com/office/drawing/2014/main" id="{8CBF1FB8-DE08-972D-B9E9-12A6B4995969}"/>
                </a:ext>
              </a:extLst>
            </p:cNvPr>
            <p:cNvCxnSpPr>
              <a:cxnSpLocks/>
            </p:cNvCxnSpPr>
            <p:nvPr/>
          </p:nvCxnSpPr>
          <p:spPr>
            <a:xfrm flipV="1">
              <a:off x="7736045" y="4512700"/>
              <a:ext cx="0" cy="144000"/>
            </a:xfrm>
            <a:prstGeom prst="straightConnector1">
              <a:avLst/>
            </a:prstGeom>
            <a:ln w="22225">
              <a:solidFill>
                <a:schemeClr val="accent4">
                  <a:alpha val="18000"/>
                </a:schemeClr>
              </a:solidFill>
              <a:tailEnd type="triangle"/>
            </a:ln>
          </p:spPr>
          <p:style>
            <a:lnRef idx="1">
              <a:schemeClr val="accent1"/>
            </a:lnRef>
            <a:fillRef idx="0">
              <a:schemeClr val="accent1"/>
            </a:fillRef>
            <a:effectRef idx="0">
              <a:schemeClr val="accent1"/>
            </a:effectRef>
            <a:fontRef idx="minor">
              <a:schemeClr val="tx1"/>
            </a:fontRef>
          </p:style>
        </p:cxnSp>
      </p:grpSp>
      <p:grpSp>
        <p:nvGrpSpPr>
          <p:cNvPr id="328" name="组合 327">
            <a:extLst>
              <a:ext uri="{FF2B5EF4-FFF2-40B4-BE49-F238E27FC236}">
                <a16:creationId xmlns:a16="http://schemas.microsoft.com/office/drawing/2014/main" id="{73983E1C-6ADC-2920-CD9E-1A0C44A73F2F}"/>
              </a:ext>
            </a:extLst>
          </p:cNvPr>
          <p:cNvGrpSpPr/>
          <p:nvPr/>
        </p:nvGrpSpPr>
        <p:grpSpPr>
          <a:xfrm rot="2098412">
            <a:off x="6292820" y="2778699"/>
            <a:ext cx="172800" cy="172800"/>
            <a:chOff x="7512128" y="2537529"/>
            <a:chExt cx="172800" cy="172800"/>
          </a:xfrm>
        </p:grpSpPr>
        <p:sp>
          <p:nvSpPr>
            <p:cNvPr id="178" name="椭圆 177">
              <a:extLst>
                <a:ext uri="{FF2B5EF4-FFF2-40B4-BE49-F238E27FC236}">
                  <a16:creationId xmlns:a16="http://schemas.microsoft.com/office/drawing/2014/main" id="{DD6770EB-53E0-1EFF-6ADD-4E237F506763}"/>
                </a:ext>
              </a:extLst>
            </p:cNvPr>
            <p:cNvSpPr/>
            <p:nvPr/>
          </p:nvSpPr>
          <p:spPr>
            <a:xfrm>
              <a:off x="7512128" y="2537529"/>
              <a:ext cx="172800" cy="172800"/>
            </a:xfrm>
            <a:prstGeom prst="ellipse">
              <a:avLst/>
            </a:prstGeom>
            <a:solidFill>
              <a:schemeClr val="bg1">
                <a:alpha val="1196"/>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bg1"/>
                  </a:solidFill>
                </a:rPr>
                <a:t>g</a:t>
              </a:r>
              <a:endParaRPr lang="en-GB" sz="800" dirty="0">
                <a:solidFill>
                  <a:schemeClr val="bg1"/>
                </a:solidFill>
              </a:endParaRPr>
            </a:p>
          </p:txBody>
        </p:sp>
        <p:cxnSp>
          <p:nvCxnSpPr>
            <p:cNvPr id="323" name="直线箭头连接符 322">
              <a:extLst>
                <a:ext uri="{FF2B5EF4-FFF2-40B4-BE49-F238E27FC236}">
                  <a16:creationId xmlns:a16="http://schemas.microsoft.com/office/drawing/2014/main" id="{80D62A63-CA74-971F-FB25-829F7773C73A}"/>
                </a:ext>
              </a:extLst>
            </p:cNvPr>
            <p:cNvCxnSpPr>
              <a:cxnSpLocks/>
            </p:cNvCxnSpPr>
            <p:nvPr/>
          </p:nvCxnSpPr>
          <p:spPr>
            <a:xfrm flipV="1">
              <a:off x="7596550" y="2551929"/>
              <a:ext cx="0" cy="144000"/>
            </a:xfrm>
            <a:prstGeom prst="straightConnector1">
              <a:avLst/>
            </a:prstGeom>
            <a:ln w="22225">
              <a:solidFill>
                <a:schemeClr val="accent4">
                  <a:alpha val="18953"/>
                </a:schemeClr>
              </a:solidFill>
              <a:tailEnd type="triangle"/>
            </a:ln>
          </p:spPr>
          <p:style>
            <a:lnRef idx="1">
              <a:schemeClr val="accent1"/>
            </a:lnRef>
            <a:fillRef idx="0">
              <a:schemeClr val="accent1"/>
            </a:fillRef>
            <a:effectRef idx="0">
              <a:schemeClr val="accent1"/>
            </a:effectRef>
            <a:fontRef idx="minor">
              <a:schemeClr val="tx1"/>
            </a:fontRef>
          </p:style>
        </p:cxnSp>
      </p:grpSp>
      <p:grpSp>
        <p:nvGrpSpPr>
          <p:cNvPr id="329" name="组合 328">
            <a:extLst>
              <a:ext uri="{FF2B5EF4-FFF2-40B4-BE49-F238E27FC236}">
                <a16:creationId xmlns:a16="http://schemas.microsoft.com/office/drawing/2014/main" id="{6A51F544-2AA1-2B50-3C88-955430EDC1E1}"/>
              </a:ext>
            </a:extLst>
          </p:cNvPr>
          <p:cNvGrpSpPr/>
          <p:nvPr/>
        </p:nvGrpSpPr>
        <p:grpSpPr>
          <a:xfrm rot="691553">
            <a:off x="6619368" y="3100023"/>
            <a:ext cx="172800" cy="172800"/>
            <a:chOff x="7512128" y="2729772"/>
            <a:chExt cx="172800" cy="172800"/>
          </a:xfrm>
        </p:grpSpPr>
        <p:sp>
          <p:nvSpPr>
            <p:cNvPr id="324" name="椭圆 323">
              <a:extLst>
                <a:ext uri="{FF2B5EF4-FFF2-40B4-BE49-F238E27FC236}">
                  <a16:creationId xmlns:a16="http://schemas.microsoft.com/office/drawing/2014/main" id="{73DF1284-2760-47B4-62BA-4E111B7C23D5}"/>
                </a:ext>
              </a:extLst>
            </p:cNvPr>
            <p:cNvSpPr/>
            <p:nvPr/>
          </p:nvSpPr>
          <p:spPr>
            <a:xfrm>
              <a:off x="7512128" y="2729772"/>
              <a:ext cx="172800" cy="172800"/>
            </a:xfrm>
            <a:prstGeom prst="ellipse">
              <a:avLst/>
            </a:prstGeom>
            <a:solidFill>
              <a:schemeClr val="bg1">
                <a:alpha val="1196"/>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bg1"/>
                  </a:solidFill>
                </a:rPr>
                <a:t>h</a:t>
              </a:r>
              <a:endParaRPr lang="en-GB" sz="800" dirty="0">
                <a:solidFill>
                  <a:schemeClr val="bg1"/>
                </a:solidFill>
              </a:endParaRPr>
            </a:p>
          </p:txBody>
        </p:sp>
        <p:cxnSp>
          <p:nvCxnSpPr>
            <p:cNvPr id="325" name="直线箭头连接符 324">
              <a:extLst>
                <a:ext uri="{FF2B5EF4-FFF2-40B4-BE49-F238E27FC236}">
                  <a16:creationId xmlns:a16="http://schemas.microsoft.com/office/drawing/2014/main" id="{3C4DA53D-27D9-6F2B-5FA5-72B2B5D5FF05}"/>
                </a:ext>
              </a:extLst>
            </p:cNvPr>
            <p:cNvCxnSpPr>
              <a:cxnSpLocks/>
            </p:cNvCxnSpPr>
            <p:nvPr/>
          </p:nvCxnSpPr>
          <p:spPr>
            <a:xfrm flipV="1">
              <a:off x="7596550" y="2744172"/>
              <a:ext cx="0" cy="144000"/>
            </a:xfrm>
            <a:prstGeom prst="straightConnector1">
              <a:avLst/>
            </a:prstGeom>
            <a:ln w="22225">
              <a:solidFill>
                <a:schemeClr val="accent4">
                  <a:alpha val="65828"/>
                </a:schemeClr>
              </a:solidFill>
              <a:tailEnd type="triangle"/>
            </a:ln>
          </p:spPr>
          <p:style>
            <a:lnRef idx="1">
              <a:schemeClr val="accent1"/>
            </a:lnRef>
            <a:fillRef idx="0">
              <a:schemeClr val="accent1"/>
            </a:fillRef>
            <a:effectRef idx="0">
              <a:schemeClr val="accent1"/>
            </a:effectRef>
            <a:fontRef idx="minor">
              <a:schemeClr val="tx1"/>
            </a:fontRef>
          </p:style>
        </p:cxnSp>
      </p:grpSp>
      <p:grpSp>
        <p:nvGrpSpPr>
          <p:cNvPr id="330" name="组合 329">
            <a:extLst>
              <a:ext uri="{FF2B5EF4-FFF2-40B4-BE49-F238E27FC236}">
                <a16:creationId xmlns:a16="http://schemas.microsoft.com/office/drawing/2014/main" id="{C3F3C51B-B090-58BA-1884-6982E005AE42}"/>
              </a:ext>
            </a:extLst>
          </p:cNvPr>
          <p:cNvGrpSpPr/>
          <p:nvPr/>
        </p:nvGrpSpPr>
        <p:grpSpPr>
          <a:xfrm rot="17665710">
            <a:off x="5208873" y="2573017"/>
            <a:ext cx="172800" cy="172800"/>
            <a:chOff x="7512128" y="2950622"/>
            <a:chExt cx="172800" cy="172800"/>
          </a:xfrm>
        </p:grpSpPr>
        <p:sp>
          <p:nvSpPr>
            <p:cNvPr id="326" name="椭圆 325">
              <a:extLst>
                <a:ext uri="{FF2B5EF4-FFF2-40B4-BE49-F238E27FC236}">
                  <a16:creationId xmlns:a16="http://schemas.microsoft.com/office/drawing/2014/main" id="{58093022-080A-C5F8-0140-2A167BCD831C}"/>
                </a:ext>
              </a:extLst>
            </p:cNvPr>
            <p:cNvSpPr/>
            <p:nvPr/>
          </p:nvSpPr>
          <p:spPr>
            <a:xfrm>
              <a:off x="7512128" y="2950622"/>
              <a:ext cx="172800" cy="172800"/>
            </a:xfrm>
            <a:prstGeom prst="ellipse">
              <a:avLst/>
            </a:prstGeom>
            <a:solidFill>
              <a:schemeClr val="bg1">
                <a:alpha val="1196"/>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err="1">
                  <a:solidFill>
                    <a:schemeClr val="bg1"/>
                  </a:solidFill>
                </a:rPr>
                <a:t>i</a:t>
              </a:r>
              <a:endParaRPr lang="en-GB" sz="800" dirty="0">
                <a:solidFill>
                  <a:schemeClr val="bg1"/>
                </a:solidFill>
              </a:endParaRPr>
            </a:p>
          </p:txBody>
        </p:sp>
        <p:cxnSp>
          <p:nvCxnSpPr>
            <p:cNvPr id="327" name="直线箭头连接符 326">
              <a:extLst>
                <a:ext uri="{FF2B5EF4-FFF2-40B4-BE49-F238E27FC236}">
                  <a16:creationId xmlns:a16="http://schemas.microsoft.com/office/drawing/2014/main" id="{EF460A9B-CF76-F220-36EA-1FB6CA64E3A0}"/>
                </a:ext>
              </a:extLst>
            </p:cNvPr>
            <p:cNvCxnSpPr>
              <a:cxnSpLocks/>
            </p:cNvCxnSpPr>
            <p:nvPr/>
          </p:nvCxnSpPr>
          <p:spPr>
            <a:xfrm flipV="1">
              <a:off x="7596550" y="2965022"/>
              <a:ext cx="0" cy="144000"/>
            </a:xfrm>
            <a:prstGeom prst="straightConnector1">
              <a:avLst/>
            </a:prstGeom>
            <a:ln w="22225">
              <a:solidFill>
                <a:schemeClr val="accent4">
                  <a:alpha val="13000"/>
                </a:schemeClr>
              </a:solidFill>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32140260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a:extLst>
              <a:ext uri="{FF2B5EF4-FFF2-40B4-BE49-F238E27FC236}">
                <a16:creationId xmlns:a16="http://schemas.microsoft.com/office/drawing/2014/main" id="{03256ED2-4223-6A1D-072D-54E65220E18C}"/>
              </a:ext>
            </a:extLst>
          </p:cNvPr>
          <p:cNvSpPr>
            <a:spLocks noGrp="1"/>
          </p:cNvSpPr>
          <p:nvPr>
            <p:ph type="title"/>
          </p:nvPr>
        </p:nvSpPr>
        <p:spPr>
          <a:xfrm>
            <a:off x="628649" y="559420"/>
            <a:ext cx="7732925" cy="630335"/>
          </a:xfrm>
        </p:spPr>
        <p:txBody>
          <a:bodyPr>
            <a:normAutofit/>
          </a:bodyPr>
          <a:lstStyle/>
          <a:p>
            <a:r>
              <a:rPr lang="en-GB" altLang="zh-CN" dirty="0"/>
              <a:t>Particle Filter </a:t>
            </a:r>
            <a:endParaRPr lang="en-GB" dirty="0"/>
          </a:p>
        </p:txBody>
      </p:sp>
      <p:sp>
        <p:nvSpPr>
          <p:cNvPr id="8" name="文本占位符 7">
            <a:extLst>
              <a:ext uri="{FF2B5EF4-FFF2-40B4-BE49-F238E27FC236}">
                <a16:creationId xmlns:a16="http://schemas.microsoft.com/office/drawing/2014/main" id="{0B6FC092-5E58-96E8-586D-0B8818581D04}"/>
              </a:ext>
            </a:extLst>
          </p:cNvPr>
          <p:cNvSpPr>
            <a:spLocks noGrp="1"/>
          </p:cNvSpPr>
          <p:nvPr>
            <p:ph type="body" sz="quarter" idx="10"/>
          </p:nvPr>
        </p:nvSpPr>
        <p:spPr>
          <a:xfrm>
            <a:off x="628650" y="1465730"/>
            <a:ext cx="7732924" cy="548913"/>
          </a:xfrm>
        </p:spPr>
        <p:txBody>
          <a:bodyPr/>
          <a:lstStyle/>
          <a:p>
            <a:r>
              <a:rPr lang="en-GB" dirty="0"/>
              <a:t>After a few more observations, most examples will be located near the correct location of the robot.</a:t>
            </a:r>
            <a:endParaRPr lang="en-GB" dirty="0">
              <a:solidFill>
                <a:schemeClr val="bg1">
                  <a:lumMod val="75000"/>
                </a:schemeClr>
              </a:solidFill>
            </a:endParaRPr>
          </a:p>
        </p:txBody>
      </p:sp>
      <p:sp>
        <p:nvSpPr>
          <p:cNvPr id="2" name="矩形 1">
            <a:extLst>
              <a:ext uri="{FF2B5EF4-FFF2-40B4-BE49-F238E27FC236}">
                <a16:creationId xmlns:a16="http://schemas.microsoft.com/office/drawing/2014/main" id="{7599C378-77A0-11D0-A279-0BE6E291A066}"/>
              </a:ext>
            </a:extLst>
          </p:cNvPr>
          <p:cNvSpPr/>
          <p:nvPr/>
        </p:nvSpPr>
        <p:spPr>
          <a:xfrm>
            <a:off x="1380763" y="2186869"/>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 name="矩形 2">
            <a:extLst>
              <a:ext uri="{FF2B5EF4-FFF2-40B4-BE49-F238E27FC236}">
                <a16:creationId xmlns:a16="http://schemas.microsoft.com/office/drawing/2014/main" id="{49693471-DDC4-6385-FE78-BA109C3115BB}"/>
              </a:ext>
            </a:extLst>
          </p:cNvPr>
          <p:cNvSpPr/>
          <p:nvPr/>
        </p:nvSpPr>
        <p:spPr>
          <a:xfrm>
            <a:off x="1552989" y="2186869"/>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 name="矩形 3">
            <a:extLst>
              <a:ext uri="{FF2B5EF4-FFF2-40B4-BE49-F238E27FC236}">
                <a16:creationId xmlns:a16="http://schemas.microsoft.com/office/drawing/2014/main" id="{067420A0-0697-F454-D967-A89DAA0831F4}"/>
              </a:ext>
            </a:extLst>
          </p:cNvPr>
          <p:cNvSpPr/>
          <p:nvPr/>
        </p:nvSpPr>
        <p:spPr>
          <a:xfrm>
            <a:off x="1725215" y="2186869"/>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矩形 5">
            <a:extLst>
              <a:ext uri="{FF2B5EF4-FFF2-40B4-BE49-F238E27FC236}">
                <a16:creationId xmlns:a16="http://schemas.microsoft.com/office/drawing/2014/main" id="{FEEC8C95-3C1C-7487-D4AA-DE5CF36A3150}"/>
              </a:ext>
            </a:extLst>
          </p:cNvPr>
          <p:cNvSpPr/>
          <p:nvPr/>
        </p:nvSpPr>
        <p:spPr>
          <a:xfrm>
            <a:off x="1897441" y="2186869"/>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矩形 6">
            <a:extLst>
              <a:ext uri="{FF2B5EF4-FFF2-40B4-BE49-F238E27FC236}">
                <a16:creationId xmlns:a16="http://schemas.microsoft.com/office/drawing/2014/main" id="{8EF14F72-B7B2-9424-0538-073428F40EFD}"/>
              </a:ext>
            </a:extLst>
          </p:cNvPr>
          <p:cNvSpPr/>
          <p:nvPr/>
        </p:nvSpPr>
        <p:spPr>
          <a:xfrm>
            <a:off x="2069667" y="2186869"/>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矩形 8">
            <a:extLst>
              <a:ext uri="{FF2B5EF4-FFF2-40B4-BE49-F238E27FC236}">
                <a16:creationId xmlns:a16="http://schemas.microsoft.com/office/drawing/2014/main" id="{04B1434E-A23B-04C4-53A5-24D4F65A7DE0}"/>
              </a:ext>
            </a:extLst>
          </p:cNvPr>
          <p:cNvSpPr/>
          <p:nvPr/>
        </p:nvSpPr>
        <p:spPr>
          <a:xfrm>
            <a:off x="2241893" y="2186869"/>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 name="矩形 9">
            <a:extLst>
              <a:ext uri="{FF2B5EF4-FFF2-40B4-BE49-F238E27FC236}">
                <a16:creationId xmlns:a16="http://schemas.microsoft.com/office/drawing/2014/main" id="{59C44CAA-4F7D-4B7B-2AB5-4CCFA81F11B8}"/>
              </a:ext>
            </a:extLst>
          </p:cNvPr>
          <p:cNvSpPr/>
          <p:nvPr/>
        </p:nvSpPr>
        <p:spPr>
          <a:xfrm>
            <a:off x="2414119" y="2186869"/>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矩形 10">
            <a:extLst>
              <a:ext uri="{FF2B5EF4-FFF2-40B4-BE49-F238E27FC236}">
                <a16:creationId xmlns:a16="http://schemas.microsoft.com/office/drawing/2014/main" id="{DE7ED3AB-3690-E47F-A781-E2A16B1EB8B7}"/>
              </a:ext>
            </a:extLst>
          </p:cNvPr>
          <p:cNvSpPr/>
          <p:nvPr/>
        </p:nvSpPr>
        <p:spPr>
          <a:xfrm>
            <a:off x="2583688" y="2186869"/>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矩形 11">
            <a:extLst>
              <a:ext uri="{FF2B5EF4-FFF2-40B4-BE49-F238E27FC236}">
                <a16:creationId xmlns:a16="http://schemas.microsoft.com/office/drawing/2014/main" id="{651984E6-7585-0B22-F7CA-CA1E42597058}"/>
              </a:ext>
            </a:extLst>
          </p:cNvPr>
          <p:cNvSpPr/>
          <p:nvPr/>
        </p:nvSpPr>
        <p:spPr>
          <a:xfrm>
            <a:off x="2755914" y="2186869"/>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矩形 12">
            <a:extLst>
              <a:ext uri="{FF2B5EF4-FFF2-40B4-BE49-F238E27FC236}">
                <a16:creationId xmlns:a16="http://schemas.microsoft.com/office/drawing/2014/main" id="{C7F364B2-590F-3127-9075-EF655739F858}"/>
              </a:ext>
            </a:extLst>
          </p:cNvPr>
          <p:cNvSpPr/>
          <p:nvPr/>
        </p:nvSpPr>
        <p:spPr>
          <a:xfrm>
            <a:off x="2928140" y="2186869"/>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矩形 13">
            <a:extLst>
              <a:ext uri="{FF2B5EF4-FFF2-40B4-BE49-F238E27FC236}">
                <a16:creationId xmlns:a16="http://schemas.microsoft.com/office/drawing/2014/main" id="{BDC6E661-CEE5-F7F7-2C82-9701FC59FA05}"/>
              </a:ext>
            </a:extLst>
          </p:cNvPr>
          <p:cNvSpPr/>
          <p:nvPr/>
        </p:nvSpPr>
        <p:spPr>
          <a:xfrm>
            <a:off x="3100366" y="2186869"/>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 name="矩形 14">
            <a:extLst>
              <a:ext uri="{FF2B5EF4-FFF2-40B4-BE49-F238E27FC236}">
                <a16:creationId xmlns:a16="http://schemas.microsoft.com/office/drawing/2014/main" id="{F27071CC-6028-E1E6-2E3F-BACF1F9F3C61}"/>
              </a:ext>
            </a:extLst>
          </p:cNvPr>
          <p:cNvSpPr/>
          <p:nvPr/>
        </p:nvSpPr>
        <p:spPr>
          <a:xfrm>
            <a:off x="3272592" y="2186869"/>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 name="矩形 15">
            <a:extLst>
              <a:ext uri="{FF2B5EF4-FFF2-40B4-BE49-F238E27FC236}">
                <a16:creationId xmlns:a16="http://schemas.microsoft.com/office/drawing/2014/main" id="{C0437C2E-6740-B535-7DC9-7B32F8E35958}"/>
              </a:ext>
            </a:extLst>
          </p:cNvPr>
          <p:cNvSpPr/>
          <p:nvPr/>
        </p:nvSpPr>
        <p:spPr>
          <a:xfrm>
            <a:off x="3444818" y="2186869"/>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 name="矩形 16">
            <a:extLst>
              <a:ext uri="{FF2B5EF4-FFF2-40B4-BE49-F238E27FC236}">
                <a16:creationId xmlns:a16="http://schemas.microsoft.com/office/drawing/2014/main" id="{EE1234A6-F370-C872-C153-BB4E7041BEB1}"/>
              </a:ext>
            </a:extLst>
          </p:cNvPr>
          <p:cNvSpPr/>
          <p:nvPr/>
        </p:nvSpPr>
        <p:spPr>
          <a:xfrm>
            <a:off x="1380763" y="2359095"/>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8" name="矩形 17">
            <a:extLst>
              <a:ext uri="{FF2B5EF4-FFF2-40B4-BE49-F238E27FC236}">
                <a16:creationId xmlns:a16="http://schemas.microsoft.com/office/drawing/2014/main" id="{24352DA7-CFCF-1F59-4BAC-A60B941711A9}"/>
              </a:ext>
            </a:extLst>
          </p:cNvPr>
          <p:cNvSpPr/>
          <p:nvPr/>
        </p:nvSpPr>
        <p:spPr>
          <a:xfrm>
            <a:off x="1552989" y="235909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9" name="矩形 18">
            <a:extLst>
              <a:ext uri="{FF2B5EF4-FFF2-40B4-BE49-F238E27FC236}">
                <a16:creationId xmlns:a16="http://schemas.microsoft.com/office/drawing/2014/main" id="{9322569A-BACF-A398-B439-6A328047B26B}"/>
              </a:ext>
            </a:extLst>
          </p:cNvPr>
          <p:cNvSpPr/>
          <p:nvPr/>
        </p:nvSpPr>
        <p:spPr>
          <a:xfrm>
            <a:off x="1725215" y="235909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0" name="矩形 19">
            <a:extLst>
              <a:ext uri="{FF2B5EF4-FFF2-40B4-BE49-F238E27FC236}">
                <a16:creationId xmlns:a16="http://schemas.microsoft.com/office/drawing/2014/main" id="{E65DE771-3170-DD03-5186-D4D72A7E4677}"/>
              </a:ext>
            </a:extLst>
          </p:cNvPr>
          <p:cNvSpPr/>
          <p:nvPr/>
        </p:nvSpPr>
        <p:spPr>
          <a:xfrm>
            <a:off x="1897441" y="235909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1" name="矩形 20">
            <a:extLst>
              <a:ext uri="{FF2B5EF4-FFF2-40B4-BE49-F238E27FC236}">
                <a16:creationId xmlns:a16="http://schemas.microsoft.com/office/drawing/2014/main" id="{BE496E70-3C78-B2EE-0D4E-C498A968C1DA}"/>
              </a:ext>
            </a:extLst>
          </p:cNvPr>
          <p:cNvSpPr/>
          <p:nvPr/>
        </p:nvSpPr>
        <p:spPr>
          <a:xfrm>
            <a:off x="2069667" y="235909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2" name="矩形 21">
            <a:extLst>
              <a:ext uri="{FF2B5EF4-FFF2-40B4-BE49-F238E27FC236}">
                <a16:creationId xmlns:a16="http://schemas.microsoft.com/office/drawing/2014/main" id="{A29D950D-74A7-37AD-A05E-EC840DB9C8E0}"/>
              </a:ext>
            </a:extLst>
          </p:cNvPr>
          <p:cNvSpPr/>
          <p:nvPr/>
        </p:nvSpPr>
        <p:spPr>
          <a:xfrm>
            <a:off x="2241893" y="235909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3" name="矩形 22">
            <a:extLst>
              <a:ext uri="{FF2B5EF4-FFF2-40B4-BE49-F238E27FC236}">
                <a16:creationId xmlns:a16="http://schemas.microsoft.com/office/drawing/2014/main" id="{DACEBF72-5697-E65A-5904-544B651D9B15}"/>
              </a:ext>
            </a:extLst>
          </p:cNvPr>
          <p:cNvSpPr/>
          <p:nvPr/>
        </p:nvSpPr>
        <p:spPr>
          <a:xfrm>
            <a:off x="2414119" y="235909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4" name="矩形 23">
            <a:extLst>
              <a:ext uri="{FF2B5EF4-FFF2-40B4-BE49-F238E27FC236}">
                <a16:creationId xmlns:a16="http://schemas.microsoft.com/office/drawing/2014/main" id="{A0C2E749-D825-98BE-9715-96C9A9964372}"/>
              </a:ext>
            </a:extLst>
          </p:cNvPr>
          <p:cNvSpPr/>
          <p:nvPr/>
        </p:nvSpPr>
        <p:spPr>
          <a:xfrm>
            <a:off x="2583688" y="235909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5" name="矩形 24">
            <a:extLst>
              <a:ext uri="{FF2B5EF4-FFF2-40B4-BE49-F238E27FC236}">
                <a16:creationId xmlns:a16="http://schemas.microsoft.com/office/drawing/2014/main" id="{B9C7B059-3933-5309-7878-2AFACA8F45BA}"/>
              </a:ext>
            </a:extLst>
          </p:cNvPr>
          <p:cNvSpPr/>
          <p:nvPr/>
        </p:nvSpPr>
        <p:spPr>
          <a:xfrm>
            <a:off x="2755914" y="235909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6" name="矩形 25">
            <a:extLst>
              <a:ext uri="{FF2B5EF4-FFF2-40B4-BE49-F238E27FC236}">
                <a16:creationId xmlns:a16="http://schemas.microsoft.com/office/drawing/2014/main" id="{38052AC5-BEE1-4481-0855-18EBEF44662A}"/>
              </a:ext>
            </a:extLst>
          </p:cNvPr>
          <p:cNvSpPr/>
          <p:nvPr/>
        </p:nvSpPr>
        <p:spPr>
          <a:xfrm>
            <a:off x="2928140" y="235909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7" name="矩形 26">
            <a:extLst>
              <a:ext uri="{FF2B5EF4-FFF2-40B4-BE49-F238E27FC236}">
                <a16:creationId xmlns:a16="http://schemas.microsoft.com/office/drawing/2014/main" id="{964DD161-0770-A271-58B5-D604E7E97952}"/>
              </a:ext>
            </a:extLst>
          </p:cNvPr>
          <p:cNvSpPr/>
          <p:nvPr/>
        </p:nvSpPr>
        <p:spPr>
          <a:xfrm>
            <a:off x="3100366" y="235909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8" name="矩形 27">
            <a:extLst>
              <a:ext uri="{FF2B5EF4-FFF2-40B4-BE49-F238E27FC236}">
                <a16:creationId xmlns:a16="http://schemas.microsoft.com/office/drawing/2014/main" id="{13FDE255-22BB-5421-C721-9F0097643E3B}"/>
              </a:ext>
            </a:extLst>
          </p:cNvPr>
          <p:cNvSpPr/>
          <p:nvPr/>
        </p:nvSpPr>
        <p:spPr>
          <a:xfrm>
            <a:off x="3272592" y="235909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9" name="矩形 28">
            <a:extLst>
              <a:ext uri="{FF2B5EF4-FFF2-40B4-BE49-F238E27FC236}">
                <a16:creationId xmlns:a16="http://schemas.microsoft.com/office/drawing/2014/main" id="{D99DEBC0-4D19-0ABD-97ED-75B6ACB45FDC}"/>
              </a:ext>
            </a:extLst>
          </p:cNvPr>
          <p:cNvSpPr/>
          <p:nvPr/>
        </p:nvSpPr>
        <p:spPr>
          <a:xfrm>
            <a:off x="3444818" y="2359095"/>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 name="矩形 29">
            <a:extLst>
              <a:ext uri="{FF2B5EF4-FFF2-40B4-BE49-F238E27FC236}">
                <a16:creationId xmlns:a16="http://schemas.microsoft.com/office/drawing/2014/main" id="{49DD3AED-F370-44A1-4F2E-36C1039F50E8}"/>
              </a:ext>
            </a:extLst>
          </p:cNvPr>
          <p:cNvSpPr/>
          <p:nvPr/>
        </p:nvSpPr>
        <p:spPr>
          <a:xfrm>
            <a:off x="1380763" y="2531321"/>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1" name="矩形 30">
            <a:extLst>
              <a:ext uri="{FF2B5EF4-FFF2-40B4-BE49-F238E27FC236}">
                <a16:creationId xmlns:a16="http://schemas.microsoft.com/office/drawing/2014/main" id="{1036A575-1DFC-D3CD-ABCB-9D2ED98AB344}"/>
              </a:ext>
            </a:extLst>
          </p:cNvPr>
          <p:cNvSpPr/>
          <p:nvPr/>
        </p:nvSpPr>
        <p:spPr>
          <a:xfrm>
            <a:off x="1552989" y="2531321"/>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2" name="矩形 31">
            <a:extLst>
              <a:ext uri="{FF2B5EF4-FFF2-40B4-BE49-F238E27FC236}">
                <a16:creationId xmlns:a16="http://schemas.microsoft.com/office/drawing/2014/main" id="{19A0742B-04D8-5A54-3C4D-723F487BDA08}"/>
              </a:ext>
            </a:extLst>
          </p:cNvPr>
          <p:cNvSpPr/>
          <p:nvPr/>
        </p:nvSpPr>
        <p:spPr>
          <a:xfrm>
            <a:off x="1725215" y="2531321"/>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3" name="矩形 32">
            <a:extLst>
              <a:ext uri="{FF2B5EF4-FFF2-40B4-BE49-F238E27FC236}">
                <a16:creationId xmlns:a16="http://schemas.microsoft.com/office/drawing/2014/main" id="{7CA10EB4-A5E0-65EF-EDAA-9FB4BD989A4D}"/>
              </a:ext>
            </a:extLst>
          </p:cNvPr>
          <p:cNvSpPr/>
          <p:nvPr/>
        </p:nvSpPr>
        <p:spPr>
          <a:xfrm>
            <a:off x="1897441" y="2531321"/>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4" name="矩形 33">
            <a:extLst>
              <a:ext uri="{FF2B5EF4-FFF2-40B4-BE49-F238E27FC236}">
                <a16:creationId xmlns:a16="http://schemas.microsoft.com/office/drawing/2014/main" id="{B59391C9-D388-1E07-5645-43946A9337CE}"/>
              </a:ext>
            </a:extLst>
          </p:cNvPr>
          <p:cNvSpPr/>
          <p:nvPr/>
        </p:nvSpPr>
        <p:spPr>
          <a:xfrm>
            <a:off x="2069667" y="2531321"/>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5" name="矩形 34">
            <a:extLst>
              <a:ext uri="{FF2B5EF4-FFF2-40B4-BE49-F238E27FC236}">
                <a16:creationId xmlns:a16="http://schemas.microsoft.com/office/drawing/2014/main" id="{67CC173F-F6D6-0C04-75E3-067D78A43EAB}"/>
              </a:ext>
            </a:extLst>
          </p:cNvPr>
          <p:cNvSpPr/>
          <p:nvPr/>
        </p:nvSpPr>
        <p:spPr>
          <a:xfrm>
            <a:off x="2241893" y="2531321"/>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6" name="矩形 35">
            <a:extLst>
              <a:ext uri="{FF2B5EF4-FFF2-40B4-BE49-F238E27FC236}">
                <a16:creationId xmlns:a16="http://schemas.microsoft.com/office/drawing/2014/main" id="{C1CF3864-516D-7918-E779-9D0CB66FDF1A}"/>
              </a:ext>
            </a:extLst>
          </p:cNvPr>
          <p:cNvSpPr/>
          <p:nvPr/>
        </p:nvSpPr>
        <p:spPr>
          <a:xfrm>
            <a:off x="2414119" y="2531321"/>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7" name="矩形 36">
            <a:extLst>
              <a:ext uri="{FF2B5EF4-FFF2-40B4-BE49-F238E27FC236}">
                <a16:creationId xmlns:a16="http://schemas.microsoft.com/office/drawing/2014/main" id="{19E4E77F-C50D-5A5E-573A-15155CBEEE07}"/>
              </a:ext>
            </a:extLst>
          </p:cNvPr>
          <p:cNvSpPr/>
          <p:nvPr/>
        </p:nvSpPr>
        <p:spPr>
          <a:xfrm>
            <a:off x="2583688" y="2531321"/>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8" name="矩形 37">
            <a:extLst>
              <a:ext uri="{FF2B5EF4-FFF2-40B4-BE49-F238E27FC236}">
                <a16:creationId xmlns:a16="http://schemas.microsoft.com/office/drawing/2014/main" id="{C79C9F98-CFFA-60F0-D27F-F4C266796415}"/>
              </a:ext>
            </a:extLst>
          </p:cNvPr>
          <p:cNvSpPr/>
          <p:nvPr/>
        </p:nvSpPr>
        <p:spPr>
          <a:xfrm>
            <a:off x="2755914" y="2531321"/>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9" name="矩形 38">
            <a:extLst>
              <a:ext uri="{FF2B5EF4-FFF2-40B4-BE49-F238E27FC236}">
                <a16:creationId xmlns:a16="http://schemas.microsoft.com/office/drawing/2014/main" id="{83470B26-50E4-E45A-A778-605685E6C967}"/>
              </a:ext>
            </a:extLst>
          </p:cNvPr>
          <p:cNvSpPr/>
          <p:nvPr/>
        </p:nvSpPr>
        <p:spPr>
          <a:xfrm>
            <a:off x="2928140" y="2531321"/>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0" name="矩形 39">
            <a:extLst>
              <a:ext uri="{FF2B5EF4-FFF2-40B4-BE49-F238E27FC236}">
                <a16:creationId xmlns:a16="http://schemas.microsoft.com/office/drawing/2014/main" id="{0A54888E-19DE-8D54-B933-A79472BF54DD}"/>
              </a:ext>
            </a:extLst>
          </p:cNvPr>
          <p:cNvSpPr/>
          <p:nvPr/>
        </p:nvSpPr>
        <p:spPr>
          <a:xfrm>
            <a:off x="3100366" y="2531321"/>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1" name="矩形 40">
            <a:extLst>
              <a:ext uri="{FF2B5EF4-FFF2-40B4-BE49-F238E27FC236}">
                <a16:creationId xmlns:a16="http://schemas.microsoft.com/office/drawing/2014/main" id="{FDAFEB3E-481F-2C1D-6D34-7E0CF1083E93}"/>
              </a:ext>
            </a:extLst>
          </p:cNvPr>
          <p:cNvSpPr/>
          <p:nvPr/>
        </p:nvSpPr>
        <p:spPr>
          <a:xfrm>
            <a:off x="3272592" y="2531321"/>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2" name="矩形 41">
            <a:extLst>
              <a:ext uri="{FF2B5EF4-FFF2-40B4-BE49-F238E27FC236}">
                <a16:creationId xmlns:a16="http://schemas.microsoft.com/office/drawing/2014/main" id="{ECF20106-10DE-3519-A984-2336AAAEF8A9}"/>
              </a:ext>
            </a:extLst>
          </p:cNvPr>
          <p:cNvSpPr/>
          <p:nvPr/>
        </p:nvSpPr>
        <p:spPr>
          <a:xfrm>
            <a:off x="3444818" y="2531321"/>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3" name="矩形 42">
            <a:extLst>
              <a:ext uri="{FF2B5EF4-FFF2-40B4-BE49-F238E27FC236}">
                <a16:creationId xmlns:a16="http://schemas.microsoft.com/office/drawing/2014/main" id="{6EC9D342-6070-36BB-0D51-C6A2C218E4C9}"/>
              </a:ext>
            </a:extLst>
          </p:cNvPr>
          <p:cNvSpPr/>
          <p:nvPr/>
        </p:nvSpPr>
        <p:spPr>
          <a:xfrm>
            <a:off x="1380763" y="2703547"/>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4" name="矩形 43">
            <a:extLst>
              <a:ext uri="{FF2B5EF4-FFF2-40B4-BE49-F238E27FC236}">
                <a16:creationId xmlns:a16="http://schemas.microsoft.com/office/drawing/2014/main" id="{2D514C45-7261-6A42-F59E-84BAB35DC1A1}"/>
              </a:ext>
            </a:extLst>
          </p:cNvPr>
          <p:cNvSpPr/>
          <p:nvPr/>
        </p:nvSpPr>
        <p:spPr>
          <a:xfrm>
            <a:off x="1552989" y="2703547"/>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5" name="矩形 44">
            <a:extLst>
              <a:ext uri="{FF2B5EF4-FFF2-40B4-BE49-F238E27FC236}">
                <a16:creationId xmlns:a16="http://schemas.microsoft.com/office/drawing/2014/main" id="{05BD8A9E-936F-5162-B4E7-25560F11BBF6}"/>
              </a:ext>
            </a:extLst>
          </p:cNvPr>
          <p:cNvSpPr/>
          <p:nvPr/>
        </p:nvSpPr>
        <p:spPr>
          <a:xfrm>
            <a:off x="1725215" y="2703547"/>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6" name="矩形 45">
            <a:extLst>
              <a:ext uri="{FF2B5EF4-FFF2-40B4-BE49-F238E27FC236}">
                <a16:creationId xmlns:a16="http://schemas.microsoft.com/office/drawing/2014/main" id="{6521E27B-3E29-4911-BA61-AEE5E1F94535}"/>
              </a:ext>
            </a:extLst>
          </p:cNvPr>
          <p:cNvSpPr/>
          <p:nvPr/>
        </p:nvSpPr>
        <p:spPr>
          <a:xfrm>
            <a:off x="1897441" y="2703547"/>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7" name="矩形 46">
            <a:extLst>
              <a:ext uri="{FF2B5EF4-FFF2-40B4-BE49-F238E27FC236}">
                <a16:creationId xmlns:a16="http://schemas.microsoft.com/office/drawing/2014/main" id="{9B59D496-35CF-0346-78DE-869917AECC36}"/>
              </a:ext>
            </a:extLst>
          </p:cNvPr>
          <p:cNvSpPr/>
          <p:nvPr/>
        </p:nvSpPr>
        <p:spPr>
          <a:xfrm>
            <a:off x="2069667" y="2703547"/>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8" name="矩形 47">
            <a:extLst>
              <a:ext uri="{FF2B5EF4-FFF2-40B4-BE49-F238E27FC236}">
                <a16:creationId xmlns:a16="http://schemas.microsoft.com/office/drawing/2014/main" id="{3BED6036-243B-E53F-8C0E-E9353D95CB02}"/>
              </a:ext>
            </a:extLst>
          </p:cNvPr>
          <p:cNvSpPr/>
          <p:nvPr/>
        </p:nvSpPr>
        <p:spPr>
          <a:xfrm>
            <a:off x="2241893" y="2703547"/>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9" name="矩形 48">
            <a:extLst>
              <a:ext uri="{FF2B5EF4-FFF2-40B4-BE49-F238E27FC236}">
                <a16:creationId xmlns:a16="http://schemas.microsoft.com/office/drawing/2014/main" id="{B692793B-4EF9-747E-C298-C11E6296B8D2}"/>
              </a:ext>
            </a:extLst>
          </p:cNvPr>
          <p:cNvSpPr/>
          <p:nvPr/>
        </p:nvSpPr>
        <p:spPr>
          <a:xfrm>
            <a:off x="2414119" y="2703547"/>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0" name="矩形 49">
            <a:extLst>
              <a:ext uri="{FF2B5EF4-FFF2-40B4-BE49-F238E27FC236}">
                <a16:creationId xmlns:a16="http://schemas.microsoft.com/office/drawing/2014/main" id="{FC20D3D9-1B39-F5F6-3987-AD82EE9B9450}"/>
              </a:ext>
            </a:extLst>
          </p:cNvPr>
          <p:cNvSpPr/>
          <p:nvPr/>
        </p:nvSpPr>
        <p:spPr>
          <a:xfrm>
            <a:off x="2583688" y="2703547"/>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1" name="矩形 50">
            <a:extLst>
              <a:ext uri="{FF2B5EF4-FFF2-40B4-BE49-F238E27FC236}">
                <a16:creationId xmlns:a16="http://schemas.microsoft.com/office/drawing/2014/main" id="{D1A4CB09-7B73-8270-7552-F3E3260A0313}"/>
              </a:ext>
            </a:extLst>
          </p:cNvPr>
          <p:cNvSpPr/>
          <p:nvPr/>
        </p:nvSpPr>
        <p:spPr>
          <a:xfrm>
            <a:off x="2755914" y="2703547"/>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2" name="矩形 51">
            <a:extLst>
              <a:ext uri="{FF2B5EF4-FFF2-40B4-BE49-F238E27FC236}">
                <a16:creationId xmlns:a16="http://schemas.microsoft.com/office/drawing/2014/main" id="{D6D82D46-1BD5-5541-3B72-0C4BD6D614A5}"/>
              </a:ext>
            </a:extLst>
          </p:cNvPr>
          <p:cNvSpPr/>
          <p:nvPr/>
        </p:nvSpPr>
        <p:spPr>
          <a:xfrm>
            <a:off x="2928140" y="2703547"/>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3" name="矩形 52">
            <a:extLst>
              <a:ext uri="{FF2B5EF4-FFF2-40B4-BE49-F238E27FC236}">
                <a16:creationId xmlns:a16="http://schemas.microsoft.com/office/drawing/2014/main" id="{1D60C1C6-3614-3840-90FE-09CF5394636C}"/>
              </a:ext>
            </a:extLst>
          </p:cNvPr>
          <p:cNvSpPr/>
          <p:nvPr/>
        </p:nvSpPr>
        <p:spPr>
          <a:xfrm>
            <a:off x="3100366" y="2703547"/>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4" name="矩形 53">
            <a:extLst>
              <a:ext uri="{FF2B5EF4-FFF2-40B4-BE49-F238E27FC236}">
                <a16:creationId xmlns:a16="http://schemas.microsoft.com/office/drawing/2014/main" id="{FC7B5F01-6D01-B28B-E7D4-AD2D6049EF68}"/>
              </a:ext>
            </a:extLst>
          </p:cNvPr>
          <p:cNvSpPr/>
          <p:nvPr/>
        </p:nvSpPr>
        <p:spPr>
          <a:xfrm>
            <a:off x="3272592" y="2703547"/>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5" name="矩形 54">
            <a:extLst>
              <a:ext uri="{FF2B5EF4-FFF2-40B4-BE49-F238E27FC236}">
                <a16:creationId xmlns:a16="http://schemas.microsoft.com/office/drawing/2014/main" id="{A88B07F5-0025-82F3-3BC5-A607A8427A35}"/>
              </a:ext>
            </a:extLst>
          </p:cNvPr>
          <p:cNvSpPr/>
          <p:nvPr/>
        </p:nvSpPr>
        <p:spPr>
          <a:xfrm>
            <a:off x="3444818" y="2703547"/>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6" name="矩形 55">
            <a:extLst>
              <a:ext uri="{FF2B5EF4-FFF2-40B4-BE49-F238E27FC236}">
                <a16:creationId xmlns:a16="http://schemas.microsoft.com/office/drawing/2014/main" id="{C8B51F15-7DC3-96B9-92BD-BA27AF65AFEF}"/>
              </a:ext>
            </a:extLst>
          </p:cNvPr>
          <p:cNvSpPr/>
          <p:nvPr/>
        </p:nvSpPr>
        <p:spPr>
          <a:xfrm>
            <a:off x="1380763" y="2875773"/>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7" name="矩形 56">
            <a:extLst>
              <a:ext uri="{FF2B5EF4-FFF2-40B4-BE49-F238E27FC236}">
                <a16:creationId xmlns:a16="http://schemas.microsoft.com/office/drawing/2014/main" id="{A0AC9A25-2B36-C5AE-8DF0-D85EBC0FD124}"/>
              </a:ext>
            </a:extLst>
          </p:cNvPr>
          <p:cNvSpPr/>
          <p:nvPr/>
        </p:nvSpPr>
        <p:spPr>
          <a:xfrm>
            <a:off x="1552989" y="2875773"/>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8" name="矩形 57">
            <a:extLst>
              <a:ext uri="{FF2B5EF4-FFF2-40B4-BE49-F238E27FC236}">
                <a16:creationId xmlns:a16="http://schemas.microsoft.com/office/drawing/2014/main" id="{9E97AF70-7CF2-7242-112E-529B59F202B1}"/>
              </a:ext>
            </a:extLst>
          </p:cNvPr>
          <p:cNvSpPr/>
          <p:nvPr/>
        </p:nvSpPr>
        <p:spPr>
          <a:xfrm>
            <a:off x="1725215" y="2875773"/>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9" name="矩形 58">
            <a:extLst>
              <a:ext uri="{FF2B5EF4-FFF2-40B4-BE49-F238E27FC236}">
                <a16:creationId xmlns:a16="http://schemas.microsoft.com/office/drawing/2014/main" id="{D83958A2-8EC5-6879-A5CA-3C9C84A40D55}"/>
              </a:ext>
            </a:extLst>
          </p:cNvPr>
          <p:cNvSpPr/>
          <p:nvPr/>
        </p:nvSpPr>
        <p:spPr>
          <a:xfrm>
            <a:off x="1897441" y="2875773"/>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0" name="矩形 59">
            <a:extLst>
              <a:ext uri="{FF2B5EF4-FFF2-40B4-BE49-F238E27FC236}">
                <a16:creationId xmlns:a16="http://schemas.microsoft.com/office/drawing/2014/main" id="{149833A5-9459-EF6C-45BF-FB9BA3E70367}"/>
              </a:ext>
            </a:extLst>
          </p:cNvPr>
          <p:cNvSpPr/>
          <p:nvPr/>
        </p:nvSpPr>
        <p:spPr>
          <a:xfrm>
            <a:off x="2069667" y="2875773"/>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1" name="矩形 60">
            <a:extLst>
              <a:ext uri="{FF2B5EF4-FFF2-40B4-BE49-F238E27FC236}">
                <a16:creationId xmlns:a16="http://schemas.microsoft.com/office/drawing/2014/main" id="{4513E24F-B029-FCA1-750D-D3C05FD47CEB}"/>
              </a:ext>
            </a:extLst>
          </p:cNvPr>
          <p:cNvSpPr/>
          <p:nvPr/>
        </p:nvSpPr>
        <p:spPr>
          <a:xfrm>
            <a:off x="2241893" y="2875773"/>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2" name="矩形 61">
            <a:extLst>
              <a:ext uri="{FF2B5EF4-FFF2-40B4-BE49-F238E27FC236}">
                <a16:creationId xmlns:a16="http://schemas.microsoft.com/office/drawing/2014/main" id="{8757D409-2897-2CF1-10B9-F24584AC05F1}"/>
              </a:ext>
            </a:extLst>
          </p:cNvPr>
          <p:cNvSpPr/>
          <p:nvPr/>
        </p:nvSpPr>
        <p:spPr>
          <a:xfrm>
            <a:off x="2414119" y="2875773"/>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3" name="矩形 62">
            <a:extLst>
              <a:ext uri="{FF2B5EF4-FFF2-40B4-BE49-F238E27FC236}">
                <a16:creationId xmlns:a16="http://schemas.microsoft.com/office/drawing/2014/main" id="{38A9FEAD-7E02-70F6-0B19-12230CC4A103}"/>
              </a:ext>
            </a:extLst>
          </p:cNvPr>
          <p:cNvSpPr/>
          <p:nvPr/>
        </p:nvSpPr>
        <p:spPr>
          <a:xfrm>
            <a:off x="2583688" y="2875773"/>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4" name="矩形 63">
            <a:extLst>
              <a:ext uri="{FF2B5EF4-FFF2-40B4-BE49-F238E27FC236}">
                <a16:creationId xmlns:a16="http://schemas.microsoft.com/office/drawing/2014/main" id="{FB7813AA-69D6-FA4D-517A-DEAD66987C21}"/>
              </a:ext>
            </a:extLst>
          </p:cNvPr>
          <p:cNvSpPr/>
          <p:nvPr/>
        </p:nvSpPr>
        <p:spPr>
          <a:xfrm>
            <a:off x="2755914" y="2875773"/>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5" name="矩形 64">
            <a:extLst>
              <a:ext uri="{FF2B5EF4-FFF2-40B4-BE49-F238E27FC236}">
                <a16:creationId xmlns:a16="http://schemas.microsoft.com/office/drawing/2014/main" id="{C3B24D1F-B2DE-BEF9-7494-5B069616FB87}"/>
              </a:ext>
            </a:extLst>
          </p:cNvPr>
          <p:cNvSpPr/>
          <p:nvPr/>
        </p:nvSpPr>
        <p:spPr>
          <a:xfrm>
            <a:off x="2928140" y="2875773"/>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6" name="矩形 65">
            <a:extLst>
              <a:ext uri="{FF2B5EF4-FFF2-40B4-BE49-F238E27FC236}">
                <a16:creationId xmlns:a16="http://schemas.microsoft.com/office/drawing/2014/main" id="{D5C362F3-9573-A702-569F-D77C94E7A322}"/>
              </a:ext>
            </a:extLst>
          </p:cNvPr>
          <p:cNvSpPr/>
          <p:nvPr/>
        </p:nvSpPr>
        <p:spPr>
          <a:xfrm>
            <a:off x="3100366" y="2875773"/>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7" name="矩形 66">
            <a:extLst>
              <a:ext uri="{FF2B5EF4-FFF2-40B4-BE49-F238E27FC236}">
                <a16:creationId xmlns:a16="http://schemas.microsoft.com/office/drawing/2014/main" id="{64DEE404-FFCB-757B-9BBE-41E300EED6DE}"/>
              </a:ext>
            </a:extLst>
          </p:cNvPr>
          <p:cNvSpPr/>
          <p:nvPr/>
        </p:nvSpPr>
        <p:spPr>
          <a:xfrm>
            <a:off x="3272592" y="2875773"/>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8" name="矩形 67">
            <a:extLst>
              <a:ext uri="{FF2B5EF4-FFF2-40B4-BE49-F238E27FC236}">
                <a16:creationId xmlns:a16="http://schemas.microsoft.com/office/drawing/2014/main" id="{E0FFB837-ABED-56CB-8F44-A47D05651143}"/>
              </a:ext>
            </a:extLst>
          </p:cNvPr>
          <p:cNvSpPr/>
          <p:nvPr/>
        </p:nvSpPr>
        <p:spPr>
          <a:xfrm>
            <a:off x="3444818" y="2875773"/>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9" name="矩形 68">
            <a:extLst>
              <a:ext uri="{FF2B5EF4-FFF2-40B4-BE49-F238E27FC236}">
                <a16:creationId xmlns:a16="http://schemas.microsoft.com/office/drawing/2014/main" id="{F996CDBA-4892-B5CB-D0C8-6C8D3B34BB66}"/>
              </a:ext>
            </a:extLst>
          </p:cNvPr>
          <p:cNvSpPr/>
          <p:nvPr/>
        </p:nvSpPr>
        <p:spPr>
          <a:xfrm>
            <a:off x="1380763" y="3047999"/>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0" name="矩形 69">
            <a:extLst>
              <a:ext uri="{FF2B5EF4-FFF2-40B4-BE49-F238E27FC236}">
                <a16:creationId xmlns:a16="http://schemas.microsoft.com/office/drawing/2014/main" id="{A1A669EE-440F-1101-C6BD-6F96E7B65466}"/>
              </a:ext>
            </a:extLst>
          </p:cNvPr>
          <p:cNvSpPr/>
          <p:nvPr/>
        </p:nvSpPr>
        <p:spPr>
          <a:xfrm>
            <a:off x="1552989" y="3047999"/>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1" name="矩形 70">
            <a:extLst>
              <a:ext uri="{FF2B5EF4-FFF2-40B4-BE49-F238E27FC236}">
                <a16:creationId xmlns:a16="http://schemas.microsoft.com/office/drawing/2014/main" id="{17FF2095-0F8A-509D-CA16-45F0BDA923D3}"/>
              </a:ext>
            </a:extLst>
          </p:cNvPr>
          <p:cNvSpPr/>
          <p:nvPr/>
        </p:nvSpPr>
        <p:spPr>
          <a:xfrm>
            <a:off x="1725215" y="3047999"/>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2" name="矩形 71">
            <a:extLst>
              <a:ext uri="{FF2B5EF4-FFF2-40B4-BE49-F238E27FC236}">
                <a16:creationId xmlns:a16="http://schemas.microsoft.com/office/drawing/2014/main" id="{6102DCD0-8F01-F7F7-AFEF-2837BA24C88A}"/>
              </a:ext>
            </a:extLst>
          </p:cNvPr>
          <p:cNvSpPr/>
          <p:nvPr/>
        </p:nvSpPr>
        <p:spPr>
          <a:xfrm>
            <a:off x="1897441" y="3047999"/>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3" name="矩形 72">
            <a:extLst>
              <a:ext uri="{FF2B5EF4-FFF2-40B4-BE49-F238E27FC236}">
                <a16:creationId xmlns:a16="http://schemas.microsoft.com/office/drawing/2014/main" id="{95DDF70C-1EB1-FCAB-603F-D6BAC9DDBE98}"/>
              </a:ext>
            </a:extLst>
          </p:cNvPr>
          <p:cNvSpPr/>
          <p:nvPr/>
        </p:nvSpPr>
        <p:spPr>
          <a:xfrm>
            <a:off x="2069667" y="3047999"/>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4" name="矩形 73">
            <a:extLst>
              <a:ext uri="{FF2B5EF4-FFF2-40B4-BE49-F238E27FC236}">
                <a16:creationId xmlns:a16="http://schemas.microsoft.com/office/drawing/2014/main" id="{E3BDB3EE-F2F0-69F3-2FEF-8DB606D6C81B}"/>
              </a:ext>
            </a:extLst>
          </p:cNvPr>
          <p:cNvSpPr/>
          <p:nvPr/>
        </p:nvSpPr>
        <p:spPr>
          <a:xfrm>
            <a:off x="2241893" y="3047999"/>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5" name="矩形 74">
            <a:extLst>
              <a:ext uri="{FF2B5EF4-FFF2-40B4-BE49-F238E27FC236}">
                <a16:creationId xmlns:a16="http://schemas.microsoft.com/office/drawing/2014/main" id="{C0C20C5B-82C1-78F4-5C99-4132A0E9901C}"/>
              </a:ext>
            </a:extLst>
          </p:cNvPr>
          <p:cNvSpPr/>
          <p:nvPr/>
        </p:nvSpPr>
        <p:spPr>
          <a:xfrm>
            <a:off x="2414119" y="3047999"/>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6" name="矩形 75">
            <a:extLst>
              <a:ext uri="{FF2B5EF4-FFF2-40B4-BE49-F238E27FC236}">
                <a16:creationId xmlns:a16="http://schemas.microsoft.com/office/drawing/2014/main" id="{ABA60A55-8C14-72E5-D9D3-F1F494332A5A}"/>
              </a:ext>
            </a:extLst>
          </p:cNvPr>
          <p:cNvSpPr/>
          <p:nvPr/>
        </p:nvSpPr>
        <p:spPr>
          <a:xfrm>
            <a:off x="2583688" y="3047999"/>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7" name="矩形 76">
            <a:extLst>
              <a:ext uri="{FF2B5EF4-FFF2-40B4-BE49-F238E27FC236}">
                <a16:creationId xmlns:a16="http://schemas.microsoft.com/office/drawing/2014/main" id="{75141441-4D52-4027-6A14-D7CB7EF4169A}"/>
              </a:ext>
            </a:extLst>
          </p:cNvPr>
          <p:cNvSpPr/>
          <p:nvPr/>
        </p:nvSpPr>
        <p:spPr>
          <a:xfrm>
            <a:off x="2755914" y="3047999"/>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8" name="矩形 77">
            <a:extLst>
              <a:ext uri="{FF2B5EF4-FFF2-40B4-BE49-F238E27FC236}">
                <a16:creationId xmlns:a16="http://schemas.microsoft.com/office/drawing/2014/main" id="{514DAC0B-A132-E28B-E5A2-1A5CCCAB03C8}"/>
              </a:ext>
            </a:extLst>
          </p:cNvPr>
          <p:cNvSpPr/>
          <p:nvPr/>
        </p:nvSpPr>
        <p:spPr>
          <a:xfrm>
            <a:off x="2928140" y="3047999"/>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9" name="矩形 78">
            <a:extLst>
              <a:ext uri="{FF2B5EF4-FFF2-40B4-BE49-F238E27FC236}">
                <a16:creationId xmlns:a16="http://schemas.microsoft.com/office/drawing/2014/main" id="{5A87865A-23EE-A9A8-D9AF-6E6B96128C22}"/>
              </a:ext>
            </a:extLst>
          </p:cNvPr>
          <p:cNvSpPr/>
          <p:nvPr/>
        </p:nvSpPr>
        <p:spPr>
          <a:xfrm>
            <a:off x="3100366" y="3047999"/>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0" name="矩形 79">
            <a:extLst>
              <a:ext uri="{FF2B5EF4-FFF2-40B4-BE49-F238E27FC236}">
                <a16:creationId xmlns:a16="http://schemas.microsoft.com/office/drawing/2014/main" id="{561B5AD6-D925-7C3A-55E1-5C812F12AA02}"/>
              </a:ext>
            </a:extLst>
          </p:cNvPr>
          <p:cNvSpPr/>
          <p:nvPr/>
        </p:nvSpPr>
        <p:spPr>
          <a:xfrm>
            <a:off x="3272592" y="3047999"/>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1" name="矩形 80">
            <a:extLst>
              <a:ext uri="{FF2B5EF4-FFF2-40B4-BE49-F238E27FC236}">
                <a16:creationId xmlns:a16="http://schemas.microsoft.com/office/drawing/2014/main" id="{EC60ECD5-374C-12E0-762D-593DAF5896F9}"/>
              </a:ext>
            </a:extLst>
          </p:cNvPr>
          <p:cNvSpPr/>
          <p:nvPr/>
        </p:nvSpPr>
        <p:spPr>
          <a:xfrm>
            <a:off x="3444818" y="3047999"/>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2" name="矩形 81">
            <a:extLst>
              <a:ext uri="{FF2B5EF4-FFF2-40B4-BE49-F238E27FC236}">
                <a16:creationId xmlns:a16="http://schemas.microsoft.com/office/drawing/2014/main" id="{ADFB2E7D-7F71-C143-9B67-34FFB0650F39}"/>
              </a:ext>
            </a:extLst>
          </p:cNvPr>
          <p:cNvSpPr/>
          <p:nvPr/>
        </p:nvSpPr>
        <p:spPr>
          <a:xfrm>
            <a:off x="1380763" y="3220225"/>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3" name="矩形 82">
            <a:extLst>
              <a:ext uri="{FF2B5EF4-FFF2-40B4-BE49-F238E27FC236}">
                <a16:creationId xmlns:a16="http://schemas.microsoft.com/office/drawing/2014/main" id="{BB68230A-7046-CE55-BDE0-936EFB96C38C}"/>
              </a:ext>
            </a:extLst>
          </p:cNvPr>
          <p:cNvSpPr/>
          <p:nvPr/>
        </p:nvSpPr>
        <p:spPr>
          <a:xfrm>
            <a:off x="1552989" y="322022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4" name="矩形 83">
            <a:extLst>
              <a:ext uri="{FF2B5EF4-FFF2-40B4-BE49-F238E27FC236}">
                <a16:creationId xmlns:a16="http://schemas.microsoft.com/office/drawing/2014/main" id="{AA27CF29-19F3-28DD-DD60-721B19DE8830}"/>
              </a:ext>
            </a:extLst>
          </p:cNvPr>
          <p:cNvSpPr/>
          <p:nvPr/>
        </p:nvSpPr>
        <p:spPr>
          <a:xfrm>
            <a:off x="1725215" y="322022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5" name="矩形 84">
            <a:extLst>
              <a:ext uri="{FF2B5EF4-FFF2-40B4-BE49-F238E27FC236}">
                <a16:creationId xmlns:a16="http://schemas.microsoft.com/office/drawing/2014/main" id="{98B4F2B0-D35D-2419-4D5A-3C99D5F62193}"/>
              </a:ext>
            </a:extLst>
          </p:cNvPr>
          <p:cNvSpPr/>
          <p:nvPr/>
        </p:nvSpPr>
        <p:spPr>
          <a:xfrm>
            <a:off x="1897441" y="322022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6" name="矩形 85">
            <a:extLst>
              <a:ext uri="{FF2B5EF4-FFF2-40B4-BE49-F238E27FC236}">
                <a16:creationId xmlns:a16="http://schemas.microsoft.com/office/drawing/2014/main" id="{16CA2E64-F9AE-BF2D-243C-782DA7BDF8F6}"/>
              </a:ext>
            </a:extLst>
          </p:cNvPr>
          <p:cNvSpPr/>
          <p:nvPr/>
        </p:nvSpPr>
        <p:spPr>
          <a:xfrm>
            <a:off x="2069667" y="322022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7" name="矩形 86">
            <a:extLst>
              <a:ext uri="{FF2B5EF4-FFF2-40B4-BE49-F238E27FC236}">
                <a16:creationId xmlns:a16="http://schemas.microsoft.com/office/drawing/2014/main" id="{ED52C4D1-A162-2936-ECC8-FB25972E029D}"/>
              </a:ext>
            </a:extLst>
          </p:cNvPr>
          <p:cNvSpPr/>
          <p:nvPr/>
        </p:nvSpPr>
        <p:spPr>
          <a:xfrm>
            <a:off x="2241893" y="322022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8" name="矩形 87">
            <a:extLst>
              <a:ext uri="{FF2B5EF4-FFF2-40B4-BE49-F238E27FC236}">
                <a16:creationId xmlns:a16="http://schemas.microsoft.com/office/drawing/2014/main" id="{E8A13E55-5BF2-07C2-E72B-478C0DFC501F}"/>
              </a:ext>
            </a:extLst>
          </p:cNvPr>
          <p:cNvSpPr/>
          <p:nvPr/>
        </p:nvSpPr>
        <p:spPr>
          <a:xfrm>
            <a:off x="2414119" y="322022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9" name="矩形 88">
            <a:extLst>
              <a:ext uri="{FF2B5EF4-FFF2-40B4-BE49-F238E27FC236}">
                <a16:creationId xmlns:a16="http://schemas.microsoft.com/office/drawing/2014/main" id="{0E5F4762-5840-BAC1-65AB-6C47EEE99A6B}"/>
              </a:ext>
            </a:extLst>
          </p:cNvPr>
          <p:cNvSpPr/>
          <p:nvPr/>
        </p:nvSpPr>
        <p:spPr>
          <a:xfrm>
            <a:off x="2583688" y="322022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0" name="矩形 89">
            <a:extLst>
              <a:ext uri="{FF2B5EF4-FFF2-40B4-BE49-F238E27FC236}">
                <a16:creationId xmlns:a16="http://schemas.microsoft.com/office/drawing/2014/main" id="{BA4445AB-B588-25A9-E76C-1EB5F08DBCB3}"/>
              </a:ext>
            </a:extLst>
          </p:cNvPr>
          <p:cNvSpPr/>
          <p:nvPr/>
        </p:nvSpPr>
        <p:spPr>
          <a:xfrm>
            <a:off x="2755914" y="322022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1" name="矩形 90">
            <a:extLst>
              <a:ext uri="{FF2B5EF4-FFF2-40B4-BE49-F238E27FC236}">
                <a16:creationId xmlns:a16="http://schemas.microsoft.com/office/drawing/2014/main" id="{6AE2BC2E-B749-7835-993F-8691BC0C3A83}"/>
              </a:ext>
            </a:extLst>
          </p:cNvPr>
          <p:cNvSpPr/>
          <p:nvPr/>
        </p:nvSpPr>
        <p:spPr>
          <a:xfrm>
            <a:off x="2928140" y="322022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2" name="矩形 91">
            <a:extLst>
              <a:ext uri="{FF2B5EF4-FFF2-40B4-BE49-F238E27FC236}">
                <a16:creationId xmlns:a16="http://schemas.microsoft.com/office/drawing/2014/main" id="{28E0B3E8-C8C3-0BDB-F9A1-256CE7FE8663}"/>
              </a:ext>
            </a:extLst>
          </p:cNvPr>
          <p:cNvSpPr/>
          <p:nvPr/>
        </p:nvSpPr>
        <p:spPr>
          <a:xfrm>
            <a:off x="3100366" y="322022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3" name="矩形 92">
            <a:extLst>
              <a:ext uri="{FF2B5EF4-FFF2-40B4-BE49-F238E27FC236}">
                <a16:creationId xmlns:a16="http://schemas.microsoft.com/office/drawing/2014/main" id="{68B8EC71-661B-3C9D-EE90-0E1300E9A43D}"/>
              </a:ext>
            </a:extLst>
          </p:cNvPr>
          <p:cNvSpPr/>
          <p:nvPr/>
        </p:nvSpPr>
        <p:spPr>
          <a:xfrm>
            <a:off x="3272592" y="322022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4" name="矩形 93">
            <a:extLst>
              <a:ext uri="{FF2B5EF4-FFF2-40B4-BE49-F238E27FC236}">
                <a16:creationId xmlns:a16="http://schemas.microsoft.com/office/drawing/2014/main" id="{F6ECDA48-4374-C048-20D7-03A236D5E27C}"/>
              </a:ext>
            </a:extLst>
          </p:cNvPr>
          <p:cNvSpPr/>
          <p:nvPr/>
        </p:nvSpPr>
        <p:spPr>
          <a:xfrm>
            <a:off x="3444818" y="322022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5" name="矩形 94">
            <a:extLst>
              <a:ext uri="{FF2B5EF4-FFF2-40B4-BE49-F238E27FC236}">
                <a16:creationId xmlns:a16="http://schemas.microsoft.com/office/drawing/2014/main" id="{EA182D14-0E2F-8EE3-E7B9-3D0A74E7B94A}"/>
              </a:ext>
            </a:extLst>
          </p:cNvPr>
          <p:cNvSpPr/>
          <p:nvPr/>
        </p:nvSpPr>
        <p:spPr>
          <a:xfrm>
            <a:off x="1380763" y="3392451"/>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6" name="矩形 95">
            <a:extLst>
              <a:ext uri="{FF2B5EF4-FFF2-40B4-BE49-F238E27FC236}">
                <a16:creationId xmlns:a16="http://schemas.microsoft.com/office/drawing/2014/main" id="{75DFDC08-E152-045A-AC2F-171C4F4AE256}"/>
              </a:ext>
            </a:extLst>
          </p:cNvPr>
          <p:cNvSpPr/>
          <p:nvPr/>
        </p:nvSpPr>
        <p:spPr>
          <a:xfrm>
            <a:off x="1552989" y="3392451"/>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7" name="矩形 96">
            <a:extLst>
              <a:ext uri="{FF2B5EF4-FFF2-40B4-BE49-F238E27FC236}">
                <a16:creationId xmlns:a16="http://schemas.microsoft.com/office/drawing/2014/main" id="{44E2E77F-0F7C-38FF-BC5D-C26EA46FFCC4}"/>
              </a:ext>
            </a:extLst>
          </p:cNvPr>
          <p:cNvSpPr/>
          <p:nvPr/>
        </p:nvSpPr>
        <p:spPr>
          <a:xfrm>
            <a:off x="1725215" y="3392451"/>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8" name="矩形 97">
            <a:extLst>
              <a:ext uri="{FF2B5EF4-FFF2-40B4-BE49-F238E27FC236}">
                <a16:creationId xmlns:a16="http://schemas.microsoft.com/office/drawing/2014/main" id="{97ED243B-54ED-7869-8B1D-B796107A2456}"/>
              </a:ext>
            </a:extLst>
          </p:cNvPr>
          <p:cNvSpPr/>
          <p:nvPr/>
        </p:nvSpPr>
        <p:spPr>
          <a:xfrm>
            <a:off x="1897441" y="3392451"/>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9" name="矩形 98">
            <a:extLst>
              <a:ext uri="{FF2B5EF4-FFF2-40B4-BE49-F238E27FC236}">
                <a16:creationId xmlns:a16="http://schemas.microsoft.com/office/drawing/2014/main" id="{1E4ED45D-2F90-47EA-6FB7-B8C1B5AAC08B}"/>
              </a:ext>
            </a:extLst>
          </p:cNvPr>
          <p:cNvSpPr/>
          <p:nvPr/>
        </p:nvSpPr>
        <p:spPr>
          <a:xfrm>
            <a:off x="2069667" y="3392451"/>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0" name="矩形 99">
            <a:extLst>
              <a:ext uri="{FF2B5EF4-FFF2-40B4-BE49-F238E27FC236}">
                <a16:creationId xmlns:a16="http://schemas.microsoft.com/office/drawing/2014/main" id="{54D3EF42-8E44-1E29-C94A-FBCCDB621236}"/>
              </a:ext>
            </a:extLst>
          </p:cNvPr>
          <p:cNvSpPr/>
          <p:nvPr/>
        </p:nvSpPr>
        <p:spPr>
          <a:xfrm>
            <a:off x="2241893" y="3392451"/>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1" name="矩形 100">
            <a:extLst>
              <a:ext uri="{FF2B5EF4-FFF2-40B4-BE49-F238E27FC236}">
                <a16:creationId xmlns:a16="http://schemas.microsoft.com/office/drawing/2014/main" id="{76EAA53D-6CB1-7926-B58D-86E1F294C49B}"/>
              </a:ext>
            </a:extLst>
          </p:cNvPr>
          <p:cNvSpPr/>
          <p:nvPr/>
        </p:nvSpPr>
        <p:spPr>
          <a:xfrm>
            <a:off x="2414119" y="3392451"/>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2" name="矩形 101">
            <a:extLst>
              <a:ext uri="{FF2B5EF4-FFF2-40B4-BE49-F238E27FC236}">
                <a16:creationId xmlns:a16="http://schemas.microsoft.com/office/drawing/2014/main" id="{7A45F07A-29D7-0DC5-B3CD-D049D591FDBA}"/>
              </a:ext>
            </a:extLst>
          </p:cNvPr>
          <p:cNvSpPr/>
          <p:nvPr/>
        </p:nvSpPr>
        <p:spPr>
          <a:xfrm>
            <a:off x="2583688" y="3392451"/>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3" name="矩形 102">
            <a:extLst>
              <a:ext uri="{FF2B5EF4-FFF2-40B4-BE49-F238E27FC236}">
                <a16:creationId xmlns:a16="http://schemas.microsoft.com/office/drawing/2014/main" id="{20B1D3B1-BD8F-DFBA-53AF-B6033CCE241A}"/>
              </a:ext>
            </a:extLst>
          </p:cNvPr>
          <p:cNvSpPr/>
          <p:nvPr/>
        </p:nvSpPr>
        <p:spPr>
          <a:xfrm>
            <a:off x="2755914" y="3392451"/>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4" name="矩形 103">
            <a:extLst>
              <a:ext uri="{FF2B5EF4-FFF2-40B4-BE49-F238E27FC236}">
                <a16:creationId xmlns:a16="http://schemas.microsoft.com/office/drawing/2014/main" id="{87953971-347B-2545-6959-CA791B959E20}"/>
              </a:ext>
            </a:extLst>
          </p:cNvPr>
          <p:cNvSpPr/>
          <p:nvPr/>
        </p:nvSpPr>
        <p:spPr>
          <a:xfrm>
            <a:off x="2928140" y="3392451"/>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5" name="矩形 104">
            <a:extLst>
              <a:ext uri="{FF2B5EF4-FFF2-40B4-BE49-F238E27FC236}">
                <a16:creationId xmlns:a16="http://schemas.microsoft.com/office/drawing/2014/main" id="{3BEEBEE3-0481-17DA-A2C7-24514CCAD46B}"/>
              </a:ext>
            </a:extLst>
          </p:cNvPr>
          <p:cNvSpPr/>
          <p:nvPr/>
        </p:nvSpPr>
        <p:spPr>
          <a:xfrm>
            <a:off x="3100366" y="3392451"/>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6" name="矩形 105">
            <a:extLst>
              <a:ext uri="{FF2B5EF4-FFF2-40B4-BE49-F238E27FC236}">
                <a16:creationId xmlns:a16="http://schemas.microsoft.com/office/drawing/2014/main" id="{114CB088-6D61-7C26-69CE-40CA4039E70F}"/>
              </a:ext>
            </a:extLst>
          </p:cNvPr>
          <p:cNvSpPr/>
          <p:nvPr/>
        </p:nvSpPr>
        <p:spPr>
          <a:xfrm>
            <a:off x="3272592" y="3392451"/>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7" name="矩形 106">
            <a:extLst>
              <a:ext uri="{FF2B5EF4-FFF2-40B4-BE49-F238E27FC236}">
                <a16:creationId xmlns:a16="http://schemas.microsoft.com/office/drawing/2014/main" id="{47F2FC4D-D3ED-4DC1-F958-C7BAC9078F7E}"/>
              </a:ext>
            </a:extLst>
          </p:cNvPr>
          <p:cNvSpPr/>
          <p:nvPr/>
        </p:nvSpPr>
        <p:spPr>
          <a:xfrm>
            <a:off x="3444818" y="3392451"/>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8" name="矩形 107">
            <a:extLst>
              <a:ext uri="{FF2B5EF4-FFF2-40B4-BE49-F238E27FC236}">
                <a16:creationId xmlns:a16="http://schemas.microsoft.com/office/drawing/2014/main" id="{7A992C1F-1C52-AE2B-D9D6-D1140958ED54}"/>
              </a:ext>
            </a:extLst>
          </p:cNvPr>
          <p:cNvSpPr/>
          <p:nvPr/>
        </p:nvSpPr>
        <p:spPr>
          <a:xfrm>
            <a:off x="1380763" y="3564677"/>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9" name="矩形 108">
            <a:extLst>
              <a:ext uri="{FF2B5EF4-FFF2-40B4-BE49-F238E27FC236}">
                <a16:creationId xmlns:a16="http://schemas.microsoft.com/office/drawing/2014/main" id="{AEAA0099-7062-1C86-D75A-84D15A0E0AC9}"/>
              </a:ext>
            </a:extLst>
          </p:cNvPr>
          <p:cNvSpPr/>
          <p:nvPr/>
        </p:nvSpPr>
        <p:spPr>
          <a:xfrm>
            <a:off x="1552989" y="3564677"/>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0" name="矩形 109">
            <a:extLst>
              <a:ext uri="{FF2B5EF4-FFF2-40B4-BE49-F238E27FC236}">
                <a16:creationId xmlns:a16="http://schemas.microsoft.com/office/drawing/2014/main" id="{64CEE337-ECAB-7A80-E14B-C95E97E7F2FE}"/>
              </a:ext>
            </a:extLst>
          </p:cNvPr>
          <p:cNvSpPr/>
          <p:nvPr/>
        </p:nvSpPr>
        <p:spPr>
          <a:xfrm>
            <a:off x="1725215" y="3564677"/>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1" name="矩形 110">
            <a:extLst>
              <a:ext uri="{FF2B5EF4-FFF2-40B4-BE49-F238E27FC236}">
                <a16:creationId xmlns:a16="http://schemas.microsoft.com/office/drawing/2014/main" id="{276A35BA-D2A9-7E79-6590-F27DB899A252}"/>
              </a:ext>
            </a:extLst>
          </p:cNvPr>
          <p:cNvSpPr/>
          <p:nvPr/>
        </p:nvSpPr>
        <p:spPr>
          <a:xfrm>
            <a:off x="1897441" y="3564677"/>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2" name="矩形 111">
            <a:extLst>
              <a:ext uri="{FF2B5EF4-FFF2-40B4-BE49-F238E27FC236}">
                <a16:creationId xmlns:a16="http://schemas.microsoft.com/office/drawing/2014/main" id="{4382EF53-B3C3-67C6-FA58-C0DCAA40B554}"/>
              </a:ext>
            </a:extLst>
          </p:cNvPr>
          <p:cNvSpPr/>
          <p:nvPr/>
        </p:nvSpPr>
        <p:spPr>
          <a:xfrm>
            <a:off x="2069667" y="3564677"/>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3" name="矩形 112">
            <a:extLst>
              <a:ext uri="{FF2B5EF4-FFF2-40B4-BE49-F238E27FC236}">
                <a16:creationId xmlns:a16="http://schemas.microsoft.com/office/drawing/2014/main" id="{0F034D03-ADDA-9425-C812-E0BA266B5CEB}"/>
              </a:ext>
            </a:extLst>
          </p:cNvPr>
          <p:cNvSpPr/>
          <p:nvPr/>
        </p:nvSpPr>
        <p:spPr>
          <a:xfrm>
            <a:off x="2241893" y="3564677"/>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4" name="矩形 113">
            <a:extLst>
              <a:ext uri="{FF2B5EF4-FFF2-40B4-BE49-F238E27FC236}">
                <a16:creationId xmlns:a16="http://schemas.microsoft.com/office/drawing/2014/main" id="{5CD5E806-1B92-2817-A5CB-8E1B5BEB38BB}"/>
              </a:ext>
            </a:extLst>
          </p:cNvPr>
          <p:cNvSpPr/>
          <p:nvPr/>
        </p:nvSpPr>
        <p:spPr>
          <a:xfrm>
            <a:off x="2414119" y="3564677"/>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5" name="矩形 114">
            <a:extLst>
              <a:ext uri="{FF2B5EF4-FFF2-40B4-BE49-F238E27FC236}">
                <a16:creationId xmlns:a16="http://schemas.microsoft.com/office/drawing/2014/main" id="{0F53A320-A023-1882-439D-405A6534AA39}"/>
              </a:ext>
            </a:extLst>
          </p:cNvPr>
          <p:cNvSpPr/>
          <p:nvPr/>
        </p:nvSpPr>
        <p:spPr>
          <a:xfrm>
            <a:off x="2583688" y="3564677"/>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6" name="矩形 115">
            <a:extLst>
              <a:ext uri="{FF2B5EF4-FFF2-40B4-BE49-F238E27FC236}">
                <a16:creationId xmlns:a16="http://schemas.microsoft.com/office/drawing/2014/main" id="{8234FB30-1758-B0E6-D504-346497C90CB8}"/>
              </a:ext>
            </a:extLst>
          </p:cNvPr>
          <p:cNvSpPr/>
          <p:nvPr/>
        </p:nvSpPr>
        <p:spPr>
          <a:xfrm>
            <a:off x="2755914" y="3564677"/>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7" name="矩形 116">
            <a:extLst>
              <a:ext uri="{FF2B5EF4-FFF2-40B4-BE49-F238E27FC236}">
                <a16:creationId xmlns:a16="http://schemas.microsoft.com/office/drawing/2014/main" id="{5D4F47D2-21FF-D24A-0669-071FBAA1757D}"/>
              </a:ext>
            </a:extLst>
          </p:cNvPr>
          <p:cNvSpPr/>
          <p:nvPr/>
        </p:nvSpPr>
        <p:spPr>
          <a:xfrm>
            <a:off x="2928140" y="3564677"/>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8" name="矩形 117">
            <a:extLst>
              <a:ext uri="{FF2B5EF4-FFF2-40B4-BE49-F238E27FC236}">
                <a16:creationId xmlns:a16="http://schemas.microsoft.com/office/drawing/2014/main" id="{B5E9F27F-F12D-79E3-941C-0E25D28692A0}"/>
              </a:ext>
            </a:extLst>
          </p:cNvPr>
          <p:cNvSpPr/>
          <p:nvPr/>
        </p:nvSpPr>
        <p:spPr>
          <a:xfrm>
            <a:off x="3100366" y="3564677"/>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9" name="矩形 118">
            <a:extLst>
              <a:ext uri="{FF2B5EF4-FFF2-40B4-BE49-F238E27FC236}">
                <a16:creationId xmlns:a16="http://schemas.microsoft.com/office/drawing/2014/main" id="{D2898D7E-B8B6-B2FF-5382-39D2B53E84D1}"/>
              </a:ext>
            </a:extLst>
          </p:cNvPr>
          <p:cNvSpPr/>
          <p:nvPr/>
        </p:nvSpPr>
        <p:spPr>
          <a:xfrm>
            <a:off x="3272592" y="3564677"/>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0" name="矩形 119">
            <a:extLst>
              <a:ext uri="{FF2B5EF4-FFF2-40B4-BE49-F238E27FC236}">
                <a16:creationId xmlns:a16="http://schemas.microsoft.com/office/drawing/2014/main" id="{360ED9AF-76D2-8C97-A577-C3FB7FC7F5A7}"/>
              </a:ext>
            </a:extLst>
          </p:cNvPr>
          <p:cNvSpPr/>
          <p:nvPr/>
        </p:nvSpPr>
        <p:spPr>
          <a:xfrm>
            <a:off x="3444818" y="3564677"/>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1" name="矩形 120">
            <a:extLst>
              <a:ext uri="{FF2B5EF4-FFF2-40B4-BE49-F238E27FC236}">
                <a16:creationId xmlns:a16="http://schemas.microsoft.com/office/drawing/2014/main" id="{C2F184E0-B4E8-5BFC-0F0A-6AB0B8B04131}"/>
              </a:ext>
            </a:extLst>
          </p:cNvPr>
          <p:cNvSpPr/>
          <p:nvPr/>
        </p:nvSpPr>
        <p:spPr>
          <a:xfrm>
            <a:off x="1380763" y="3736903"/>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2" name="矩形 121">
            <a:extLst>
              <a:ext uri="{FF2B5EF4-FFF2-40B4-BE49-F238E27FC236}">
                <a16:creationId xmlns:a16="http://schemas.microsoft.com/office/drawing/2014/main" id="{940F56A2-117E-5011-5601-C69DDB69EA78}"/>
              </a:ext>
            </a:extLst>
          </p:cNvPr>
          <p:cNvSpPr/>
          <p:nvPr/>
        </p:nvSpPr>
        <p:spPr>
          <a:xfrm>
            <a:off x="1552989" y="3736903"/>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3" name="矩形 122">
            <a:extLst>
              <a:ext uri="{FF2B5EF4-FFF2-40B4-BE49-F238E27FC236}">
                <a16:creationId xmlns:a16="http://schemas.microsoft.com/office/drawing/2014/main" id="{D30D48CD-AAA8-DE5A-AC17-00606F01E160}"/>
              </a:ext>
            </a:extLst>
          </p:cNvPr>
          <p:cNvSpPr/>
          <p:nvPr/>
        </p:nvSpPr>
        <p:spPr>
          <a:xfrm>
            <a:off x="1725215" y="3736903"/>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4" name="矩形 123">
            <a:extLst>
              <a:ext uri="{FF2B5EF4-FFF2-40B4-BE49-F238E27FC236}">
                <a16:creationId xmlns:a16="http://schemas.microsoft.com/office/drawing/2014/main" id="{2BF910DD-326B-985F-E120-865476FCF51B}"/>
              </a:ext>
            </a:extLst>
          </p:cNvPr>
          <p:cNvSpPr/>
          <p:nvPr/>
        </p:nvSpPr>
        <p:spPr>
          <a:xfrm>
            <a:off x="1897441" y="3736903"/>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5" name="矩形 124">
            <a:extLst>
              <a:ext uri="{FF2B5EF4-FFF2-40B4-BE49-F238E27FC236}">
                <a16:creationId xmlns:a16="http://schemas.microsoft.com/office/drawing/2014/main" id="{1A619BC5-2EE8-0C37-6B53-8B31CD604C54}"/>
              </a:ext>
            </a:extLst>
          </p:cNvPr>
          <p:cNvSpPr/>
          <p:nvPr/>
        </p:nvSpPr>
        <p:spPr>
          <a:xfrm>
            <a:off x="2069667" y="3736903"/>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6" name="矩形 125">
            <a:extLst>
              <a:ext uri="{FF2B5EF4-FFF2-40B4-BE49-F238E27FC236}">
                <a16:creationId xmlns:a16="http://schemas.microsoft.com/office/drawing/2014/main" id="{6D2D4F86-7614-0AB4-DD9C-394977B984A9}"/>
              </a:ext>
            </a:extLst>
          </p:cNvPr>
          <p:cNvSpPr/>
          <p:nvPr/>
        </p:nvSpPr>
        <p:spPr>
          <a:xfrm>
            <a:off x="2241893" y="3736903"/>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7" name="矩形 126">
            <a:extLst>
              <a:ext uri="{FF2B5EF4-FFF2-40B4-BE49-F238E27FC236}">
                <a16:creationId xmlns:a16="http://schemas.microsoft.com/office/drawing/2014/main" id="{17F8F455-8206-A5A6-A1FE-2AE3EA0315E3}"/>
              </a:ext>
            </a:extLst>
          </p:cNvPr>
          <p:cNvSpPr/>
          <p:nvPr/>
        </p:nvSpPr>
        <p:spPr>
          <a:xfrm>
            <a:off x="2414119" y="3736903"/>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8" name="矩形 127">
            <a:extLst>
              <a:ext uri="{FF2B5EF4-FFF2-40B4-BE49-F238E27FC236}">
                <a16:creationId xmlns:a16="http://schemas.microsoft.com/office/drawing/2014/main" id="{F152EA95-BFEF-EBAD-9290-10EEF44FBE99}"/>
              </a:ext>
            </a:extLst>
          </p:cNvPr>
          <p:cNvSpPr/>
          <p:nvPr/>
        </p:nvSpPr>
        <p:spPr>
          <a:xfrm>
            <a:off x="2583688" y="3736903"/>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9" name="矩形 128">
            <a:extLst>
              <a:ext uri="{FF2B5EF4-FFF2-40B4-BE49-F238E27FC236}">
                <a16:creationId xmlns:a16="http://schemas.microsoft.com/office/drawing/2014/main" id="{6213E422-FBEF-0B90-9E34-9286A054A795}"/>
              </a:ext>
            </a:extLst>
          </p:cNvPr>
          <p:cNvSpPr/>
          <p:nvPr/>
        </p:nvSpPr>
        <p:spPr>
          <a:xfrm>
            <a:off x="2755914" y="3736903"/>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0" name="矩形 129">
            <a:extLst>
              <a:ext uri="{FF2B5EF4-FFF2-40B4-BE49-F238E27FC236}">
                <a16:creationId xmlns:a16="http://schemas.microsoft.com/office/drawing/2014/main" id="{C4B9D01B-C370-6BAD-64A6-22B42D66EDD3}"/>
              </a:ext>
            </a:extLst>
          </p:cNvPr>
          <p:cNvSpPr/>
          <p:nvPr/>
        </p:nvSpPr>
        <p:spPr>
          <a:xfrm>
            <a:off x="2928140" y="3736903"/>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1" name="矩形 130">
            <a:extLst>
              <a:ext uri="{FF2B5EF4-FFF2-40B4-BE49-F238E27FC236}">
                <a16:creationId xmlns:a16="http://schemas.microsoft.com/office/drawing/2014/main" id="{7C01C3DC-2A13-4C00-5FE4-DDE536DB138C}"/>
              </a:ext>
            </a:extLst>
          </p:cNvPr>
          <p:cNvSpPr/>
          <p:nvPr/>
        </p:nvSpPr>
        <p:spPr>
          <a:xfrm>
            <a:off x="3100366" y="3736903"/>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2" name="矩形 131">
            <a:extLst>
              <a:ext uri="{FF2B5EF4-FFF2-40B4-BE49-F238E27FC236}">
                <a16:creationId xmlns:a16="http://schemas.microsoft.com/office/drawing/2014/main" id="{497E452F-569D-4595-BC61-21B9AC8D47A9}"/>
              </a:ext>
            </a:extLst>
          </p:cNvPr>
          <p:cNvSpPr/>
          <p:nvPr/>
        </p:nvSpPr>
        <p:spPr>
          <a:xfrm>
            <a:off x="3272592" y="3736903"/>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3" name="矩形 132">
            <a:extLst>
              <a:ext uri="{FF2B5EF4-FFF2-40B4-BE49-F238E27FC236}">
                <a16:creationId xmlns:a16="http://schemas.microsoft.com/office/drawing/2014/main" id="{52A7D297-E871-B55A-1974-199B25FEE57C}"/>
              </a:ext>
            </a:extLst>
          </p:cNvPr>
          <p:cNvSpPr/>
          <p:nvPr/>
        </p:nvSpPr>
        <p:spPr>
          <a:xfrm>
            <a:off x="3444818" y="3736903"/>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4" name="矩形 133">
            <a:extLst>
              <a:ext uri="{FF2B5EF4-FFF2-40B4-BE49-F238E27FC236}">
                <a16:creationId xmlns:a16="http://schemas.microsoft.com/office/drawing/2014/main" id="{86C72220-5D4E-5DC7-AC75-897088400B34}"/>
              </a:ext>
            </a:extLst>
          </p:cNvPr>
          <p:cNvSpPr/>
          <p:nvPr/>
        </p:nvSpPr>
        <p:spPr>
          <a:xfrm>
            <a:off x="1380763" y="3909129"/>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5" name="矩形 134">
            <a:extLst>
              <a:ext uri="{FF2B5EF4-FFF2-40B4-BE49-F238E27FC236}">
                <a16:creationId xmlns:a16="http://schemas.microsoft.com/office/drawing/2014/main" id="{020A7786-822B-7A7B-1EE3-08BF2B401FDA}"/>
              </a:ext>
            </a:extLst>
          </p:cNvPr>
          <p:cNvSpPr/>
          <p:nvPr/>
        </p:nvSpPr>
        <p:spPr>
          <a:xfrm>
            <a:off x="1552989" y="3909129"/>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6" name="矩形 135">
            <a:extLst>
              <a:ext uri="{FF2B5EF4-FFF2-40B4-BE49-F238E27FC236}">
                <a16:creationId xmlns:a16="http://schemas.microsoft.com/office/drawing/2014/main" id="{D6AA0645-E3DB-5779-BFDF-348F95619280}"/>
              </a:ext>
            </a:extLst>
          </p:cNvPr>
          <p:cNvSpPr/>
          <p:nvPr/>
        </p:nvSpPr>
        <p:spPr>
          <a:xfrm>
            <a:off x="1725215" y="3909129"/>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7" name="矩形 136">
            <a:extLst>
              <a:ext uri="{FF2B5EF4-FFF2-40B4-BE49-F238E27FC236}">
                <a16:creationId xmlns:a16="http://schemas.microsoft.com/office/drawing/2014/main" id="{89A082D2-A50F-06E8-C825-ED4984ACCCAB}"/>
              </a:ext>
            </a:extLst>
          </p:cNvPr>
          <p:cNvSpPr/>
          <p:nvPr/>
        </p:nvSpPr>
        <p:spPr>
          <a:xfrm>
            <a:off x="1897441" y="3909129"/>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8" name="矩形 137">
            <a:extLst>
              <a:ext uri="{FF2B5EF4-FFF2-40B4-BE49-F238E27FC236}">
                <a16:creationId xmlns:a16="http://schemas.microsoft.com/office/drawing/2014/main" id="{EF70800E-BFFC-B36B-6F5C-FC19F7CD86AD}"/>
              </a:ext>
            </a:extLst>
          </p:cNvPr>
          <p:cNvSpPr/>
          <p:nvPr/>
        </p:nvSpPr>
        <p:spPr>
          <a:xfrm>
            <a:off x="2069667" y="3909129"/>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9" name="矩形 138">
            <a:extLst>
              <a:ext uri="{FF2B5EF4-FFF2-40B4-BE49-F238E27FC236}">
                <a16:creationId xmlns:a16="http://schemas.microsoft.com/office/drawing/2014/main" id="{877D6A5E-A803-9451-5A1D-7D1C376A5062}"/>
              </a:ext>
            </a:extLst>
          </p:cNvPr>
          <p:cNvSpPr/>
          <p:nvPr/>
        </p:nvSpPr>
        <p:spPr>
          <a:xfrm>
            <a:off x="2241893" y="3909129"/>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0" name="矩形 139">
            <a:extLst>
              <a:ext uri="{FF2B5EF4-FFF2-40B4-BE49-F238E27FC236}">
                <a16:creationId xmlns:a16="http://schemas.microsoft.com/office/drawing/2014/main" id="{AB9FAAD3-8012-082F-7566-DCE2BFC9636F}"/>
              </a:ext>
            </a:extLst>
          </p:cNvPr>
          <p:cNvSpPr/>
          <p:nvPr/>
        </p:nvSpPr>
        <p:spPr>
          <a:xfrm>
            <a:off x="2414119" y="3909129"/>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1" name="矩形 140">
            <a:extLst>
              <a:ext uri="{FF2B5EF4-FFF2-40B4-BE49-F238E27FC236}">
                <a16:creationId xmlns:a16="http://schemas.microsoft.com/office/drawing/2014/main" id="{41DA6681-B03A-E64D-4422-098696C84245}"/>
              </a:ext>
            </a:extLst>
          </p:cNvPr>
          <p:cNvSpPr/>
          <p:nvPr/>
        </p:nvSpPr>
        <p:spPr>
          <a:xfrm>
            <a:off x="2583688" y="3909129"/>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2" name="矩形 141">
            <a:extLst>
              <a:ext uri="{FF2B5EF4-FFF2-40B4-BE49-F238E27FC236}">
                <a16:creationId xmlns:a16="http://schemas.microsoft.com/office/drawing/2014/main" id="{827D3D81-A2A1-5ACE-99A0-3FCF7F2FF0C1}"/>
              </a:ext>
            </a:extLst>
          </p:cNvPr>
          <p:cNvSpPr/>
          <p:nvPr/>
        </p:nvSpPr>
        <p:spPr>
          <a:xfrm>
            <a:off x="2755914" y="3909129"/>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3" name="矩形 142">
            <a:extLst>
              <a:ext uri="{FF2B5EF4-FFF2-40B4-BE49-F238E27FC236}">
                <a16:creationId xmlns:a16="http://schemas.microsoft.com/office/drawing/2014/main" id="{68D49AD4-2E7A-6E8B-3CBC-058EA8EAAFCA}"/>
              </a:ext>
            </a:extLst>
          </p:cNvPr>
          <p:cNvSpPr/>
          <p:nvPr/>
        </p:nvSpPr>
        <p:spPr>
          <a:xfrm>
            <a:off x="2928140" y="3909129"/>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4" name="矩形 143">
            <a:extLst>
              <a:ext uri="{FF2B5EF4-FFF2-40B4-BE49-F238E27FC236}">
                <a16:creationId xmlns:a16="http://schemas.microsoft.com/office/drawing/2014/main" id="{8269F83E-60D6-6804-D27D-E1B4741DB703}"/>
              </a:ext>
            </a:extLst>
          </p:cNvPr>
          <p:cNvSpPr/>
          <p:nvPr/>
        </p:nvSpPr>
        <p:spPr>
          <a:xfrm>
            <a:off x="3100366" y="3909129"/>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5" name="矩形 144">
            <a:extLst>
              <a:ext uri="{FF2B5EF4-FFF2-40B4-BE49-F238E27FC236}">
                <a16:creationId xmlns:a16="http://schemas.microsoft.com/office/drawing/2014/main" id="{152C485F-7DC4-406D-018B-159080FA17DA}"/>
              </a:ext>
            </a:extLst>
          </p:cNvPr>
          <p:cNvSpPr/>
          <p:nvPr/>
        </p:nvSpPr>
        <p:spPr>
          <a:xfrm>
            <a:off x="3272592" y="3909129"/>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6" name="矩形 145">
            <a:extLst>
              <a:ext uri="{FF2B5EF4-FFF2-40B4-BE49-F238E27FC236}">
                <a16:creationId xmlns:a16="http://schemas.microsoft.com/office/drawing/2014/main" id="{FCA511D1-3C08-FF9E-F784-9AB07B0F24E9}"/>
              </a:ext>
            </a:extLst>
          </p:cNvPr>
          <p:cNvSpPr/>
          <p:nvPr/>
        </p:nvSpPr>
        <p:spPr>
          <a:xfrm>
            <a:off x="3444818" y="3909129"/>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7" name="矩形 146">
            <a:extLst>
              <a:ext uri="{FF2B5EF4-FFF2-40B4-BE49-F238E27FC236}">
                <a16:creationId xmlns:a16="http://schemas.microsoft.com/office/drawing/2014/main" id="{66E1C2D5-F0BE-01CC-410B-1E13983D32C5}"/>
              </a:ext>
            </a:extLst>
          </p:cNvPr>
          <p:cNvSpPr/>
          <p:nvPr/>
        </p:nvSpPr>
        <p:spPr>
          <a:xfrm>
            <a:off x="1380763" y="4081355"/>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8" name="矩形 147">
            <a:extLst>
              <a:ext uri="{FF2B5EF4-FFF2-40B4-BE49-F238E27FC236}">
                <a16:creationId xmlns:a16="http://schemas.microsoft.com/office/drawing/2014/main" id="{3B304C7D-F2B4-044B-777B-43E0F187BFE9}"/>
              </a:ext>
            </a:extLst>
          </p:cNvPr>
          <p:cNvSpPr/>
          <p:nvPr/>
        </p:nvSpPr>
        <p:spPr>
          <a:xfrm>
            <a:off x="1552989" y="408135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9" name="矩形 148">
            <a:extLst>
              <a:ext uri="{FF2B5EF4-FFF2-40B4-BE49-F238E27FC236}">
                <a16:creationId xmlns:a16="http://schemas.microsoft.com/office/drawing/2014/main" id="{60B9F42B-79D2-8759-BB32-B01297AAC4BF}"/>
              </a:ext>
            </a:extLst>
          </p:cNvPr>
          <p:cNvSpPr/>
          <p:nvPr/>
        </p:nvSpPr>
        <p:spPr>
          <a:xfrm>
            <a:off x="1725215" y="408135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0" name="矩形 149">
            <a:extLst>
              <a:ext uri="{FF2B5EF4-FFF2-40B4-BE49-F238E27FC236}">
                <a16:creationId xmlns:a16="http://schemas.microsoft.com/office/drawing/2014/main" id="{D0866309-1319-272C-11BA-BBF4C58DD844}"/>
              </a:ext>
            </a:extLst>
          </p:cNvPr>
          <p:cNvSpPr/>
          <p:nvPr/>
        </p:nvSpPr>
        <p:spPr>
          <a:xfrm>
            <a:off x="1897441" y="408135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1" name="矩形 150">
            <a:extLst>
              <a:ext uri="{FF2B5EF4-FFF2-40B4-BE49-F238E27FC236}">
                <a16:creationId xmlns:a16="http://schemas.microsoft.com/office/drawing/2014/main" id="{16020E3C-5716-645C-197E-348FA77CF7FD}"/>
              </a:ext>
            </a:extLst>
          </p:cNvPr>
          <p:cNvSpPr/>
          <p:nvPr/>
        </p:nvSpPr>
        <p:spPr>
          <a:xfrm>
            <a:off x="2069667" y="408135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2" name="矩形 151">
            <a:extLst>
              <a:ext uri="{FF2B5EF4-FFF2-40B4-BE49-F238E27FC236}">
                <a16:creationId xmlns:a16="http://schemas.microsoft.com/office/drawing/2014/main" id="{F7AE0937-9463-0948-8D0B-1C8F5BD00D55}"/>
              </a:ext>
            </a:extLst>
          </p:cNvPr>
          <p:cNvSpPr/>
          <p:nvPr/>
        </p:nvSpPr>
        <p:spPr>
          <a:xfrm>
            <a:off x="2241893" y="408135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3" name="矩形 152">
            <a:extLst>
              <a:ext uri="{FF2B5EF4-FFF2-40B4-BE49-F238E27FC236}">
                <a16:creationId xmlns:a16="http://schemas.microsoft.com/office/drawing/2014/main" id="{BB0A91E2-8D28-5203-1A9F-D5B26A46E3D0}"/>
              </a:ext>
            </a:extLst>
          </p:cNvPr>
          <p:cNvSpPr/>
          <p:nvPr/>
        </p:nvSpPr>
        <p:spPr>
          <a:xfrm>
            <a:off x="2414119" y="408135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4" name="矩形 153">
            <a:extLst>
              <a:ext uri="{FF2B5EF4-FFF2-40B4-BE49-F238E27FC236}">
                <a16:creationId xmlns:a16="http://schemas.microsoft.com/office/drawing/2014/main" id="{709AC1B4-5121-724A-E2C4-0218FEBBCC23}"/>
              </a:ext>
            </a:extLst>
          </p:cNvPr>
          <p:cNvSpPr/>
          <p:nvPr/>
        </p:nvSpPr>
        <p:spPr>
          <a:xfrm>
            <a:off x="2583688" y="408135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5" name="矩形 154">
            <a:extLst>
              <a:ext uri="{FF2B5EF4-FFF2-40B4-BE49-F238E27FC236}">
                <a16:creationId xmlns:a16="http://schemas.microsoft.com/office/drawing/2014/main" id="{69C793EA-92B3-F5C0-8110-87AA56A25645}"/>
              </a:ext>
            </a:extLst>
          </p:cNvPr>
          <p:cNvSpPr/>
          <p:nvPr/>
        </p:nvSpPr>
        <p:spPr>
          <a:xfrm>
            <a:off x="2755914" y="408135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6" name="矩形 155">
            <a:extLst>
              <a:ext uri="{FF2B5EF4-FFF2-40B4-BE49-F238E27FC236}">
                <a16:creationId xmlns:a16="http://schemas.microsoft.com/office/drawing/2014/main" id="{814AADCD-1DD4-3BB0-0680-AD903E745EE5}"/>
              </a:ext>
            </a:extLst>
          </p:cNvPr>
          <p:cNvSpPr/>
          <p:nvPr/>
        </p:nvSpPr>
        <p:spPr>
          <a:xfrm>
            <a:off x="2928140" y="408135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7" name="矩形 156">
            <a:extLst>
              <a:ext uri="{FF2B5EF4-FFF2-40B4-BE49-F238E27FC236}">
                <a16:creationId xmlns:a16="http://schemas.microsoft.com/office/drawing/2014/main" id="{BF337A78-6971-C922-6597-BB34DB61E9C4}"/>
              </a:ext>
            </a:extLst>
          </p:cNvPr>
          <p:cNvSpPr/>
          <p:nvPr/>
        </p:nvSpPr>
        <p:spPr>
          <a:xfrm>
            <a:off x="3100366" y="408135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8" name="矩形 157">
            <a:extLst>
              <a:ext uri="{FF2B5EF4-FFF2-40B4-BE49-F238E27FC236}">
                <a16:creationId xmlns:a16="http://schemas.microsoft.com/office/drawing/2014/main" id="{D3CB0F8A-D430-03C4-E402-29EC8C18ECE7}"/>
              </a:ext>
            </a:extLst>
          </p:cNvPr>
          <p:cNvSpPr/>
          <p:nvPr/>
        </p:nvSpPr>
        <p:spPr>
          <a:xfrm>
            <a:off x="3272592" y="4081355"/>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9" name="矩形 158">
            <a:extLst>
              <a:ext uri="{FF2B5EF4-FFF2-40B4-BE49-F238E27FC236}">
                <a16:creationId xmlns:a16="http://schemas.microsoft.com/office/drawing/2014/main" id="{A3FD30CC-71AF-A8AB-15FE-009AF7F93572}"/>
              </a:ext>
            </a:extLst>
          </p:cNvPr>
          <p:cNvSpPr/>
          <p:nvPr/>
        </p:nvSpPr>
        <p:spPr>
          <a:xfrm>
            <a:off x="3444818" y="4081355"/>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0" name="矩形 159">
            <a:extLst>
              <a:ext uri="{FF2B5EF4-FFF2-40B4-BE49-F238E27FC236}">
                <a16:creationId xmlns:a16="http://schemas.microsoft.com/office/drawing/2014/main" id="{BAB72921-B5F2-099A-DAAC-38D9C81AF1F8}"/>
              </a:ext>
            </a:extLst>
          </p:cNvPr>
          <p:cNvSpPr/>
          <p:nvPr/>
        </p:nvSpPr>
        <p:spPr>
          <a:xfrm>
            <a:off x="1380763" y="4253581"/>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1" name="矩形 160">
            <a:extLst>
              <a:ext uri="{FF2B5EF4-FFF2-40B4-BE49-F238E27FC236}">
                <a16:creationId xmlns:a16="http://schemas.microsoft.com/office/drawing/2014/main" id="{033AC686-E7C3-588A-17CE-BC1B1459C040}"/>
              </a:ext>
            </a:extLst>
          </p:cNvPr>
          <p:cNvSpPr/>
          <p:nvPr/>
        </p:nvSpPr>
        <p:spPr>
          <a:xfrm>
            <a:off x="1552989" y="4253581"/>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2" name="矩形 161">
            <a:extLst>
              <a:ext uri="{FF2B5EF4-FFF2-40B4-BE49-F238E27FC236}">
                <a16:creationId xmlns:a16="http://schemas.microsoft.com/office/drawing/2014/main" id="{93DD2BFD-FDC8-582E-0504-5005CE9E7760}"/>
              </a:ext>
            </a:extLst>
          </p:cNvPr>
          <p:cNvSpPr/>
          <p:nvPr/>
        </p:nvSpPr>
        <p:spPr>
          <a:xfrm>
            <a:off x="1725215" y="4253581"/>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3" name="矩形 162">
            <a:extLst>
              <a:ext uri="{FF2B5EF4-FFF2-40B4-BE49-F238E27FC236}">
                <a16:creationId xmlns:a16="http://schemas.microsoft.com/office/drawing/2014/main" id="{D4829F31-4979-2A53-9080-3F2D230DE4F5}"/>
              </a:ext>
            </a:extLst>
          </p:cNvPr>
          <p:cNvSpPr/>
          <p:nvPr/>
        </p:nvSpPr>
        <p:spPr>
          <a:xfrm>
            <a:off x="1897441" y="4253581"/>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4" name="矩形 163">
            <a:extLst>
              <a:ext uri="{FF2B5EF4-FFF2-40B4-BE49-F238E27FC236}">
                <a16:creationId xmlns:a16="http://schemas.microsoft.com/office/drawing/2014/main" id="{6F5507D6-1CE7-4A0B-3BE0-E6092CAB9D99}"/>
              </a:ext>
            </a:extLst>
          </p:cNvPr>
          <p:cNvSpPr/>
          <p:nvPr/>
        </p:nvSpPr>
        <p:spPr>
          <a:xfrm>
            <a:off x="2069667" y="4253581"/>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5" name="矩形 164">
            <a:extLst>
              <a:ext uri="{FF2B5EF4-FFF2-40B4-BE49-F238E27FC236}">
                <a16:creationId xmlns:a16="http://schemas.microsoft.com/office/drawing/2014/main" id="{818E606C-CBE7-4069-2B15-AE39F6F85BAF}"/>
              </a:ext>
            </a:extLst>
          </p:cNvPr>
          <p:cNvSpPr/>
          <p:nvPr/>
        </p:nvSpPr>
        <p:spPr>
          <a:xfrm>
            <a:off x="2241893" y="4253581"/>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6" name="矩形 165">
            <a:extLst>
              <a:ext uri="{FF2B5EF4-FFF2-40B4-BE49-F238E27FC236}">
                <a16:creationId xmlns:a16="http://schemas.microsoft.com/office/drawing/2014/main" id="{AB0BE7FC-D82F-7461-5F12-9377B4BC41CC}"/>
              </a:ext>
            </a:extLst>
          </p:cNvPr>
          <p:cNvSpPr/>
          <p:nvPr/>
        </p:nvSpPr>
        <p:spPr>
          <a:xfrm>
            <a:off x="2414119" y="4253581"/>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7" name="矩形 166">
            <a:extLst>
              <a:ext uri="{FF2B5EF4-FFF2-40B4-BE49-F238E27FC236}">
                <a16:creationId xmlns:a16="http://schemas.microsoft.com/office/drawing/2014/main" id="{8A0AF737-059D-779C-057D-9C679860C9EF}"/>
              </a:ext>
            </a:extLst>
          </p:cNvPr>
          <p:cNvSpPr/>
          <p:nvPr/>
        </p:nvSpPr>
        <p:spPr>
          <a:xfrm>
            <a:off x="2583688" y="4253581"/>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8" name="矩形 167">
            <a:extLst>
              <a:ext uri="{FF2B5EF4-FFF2-40B4-BE49-F238E27FC236}">
                <a16:creationId xmlns:a16="http://schemas.microsoft.com/office/drawing/2014/main" id="{3B13A5F8-7E44-AF74-AC20-2F3A597F3570}"/>
              </a:ext>
            </a:extLst>
          </p:cNvPr>
          <p:cNvSpPr/>
          <p:nvPr/>
        </p:nvSpPr>
        <p:spPr>
          <a:xfrm>
            <a:off x="2755914" y="4253581"/>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9" name="矩形 168">
            <a:extLst>
              <a:ext uri="{FF2B5EF4-FFF2-40B4-BE49-F238E27FC236}">
                <a16:creationId xmlns:a16="http://schemas.microsoft.com/office/drawing/2014/main" id="{17A34B79-78D2-0301-74CD-200E5664BC92}"/>
              </a:ext>
            </a:extLst>
          </p:cNvPr>
          <p:cNvSpPr/>
          <p:nvPr/>
        </p:nvSpPr>
        <p:spPr>
          <a:xfrm>
            <a:off x="2928140" y="4253581"/>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0" name="矩形 169">
            <a:extLst>
              <a:ext uri="{FF2B5EF4-FFF2-40B4-BE49-F238E27FC236}">
                <a16:creationId xmlns:a16="http://schemas.microsoft.com/office/drawing/2014/main" id="{CB2DDACD-5976-222F-458F-87886710BF07}"/>
              </a:ext>
            </a:extLst>
          </p:cNvPr>
          <p:cNvSpPr/>
          <p:nvPr/>
        </p:nvSpPr>
        <p:spPr>
          <a:xfrm>
            <a:off x="3100366" y="4253581"/>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1" name="矩形 170">
            <a:extLst>
              <a:ext uri="{FF2B5EF4-FFF2-40B4-BE49-F238E27FC236}">
                <a16:creationId xmlns:a16="http://schemas.microsoft.com/office/drawing/2014/main" id="{3AD2918C-A5FE-69E6-B125-6E25E4E77ECD}"/>
              </a:ext>
            </a:extLst>
          </p:cNvPr>
          <p:cNvSpPr/>
          <p:nvPr/>
        </p:nvSpPr>
        <p:spPr>
          <a:xfrm>
            <a:off x="3272592" y="4253581"/>
            <a:ext cx="172226" cy="17222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2" name="矩形 171">
            <a:extLst>
              <a:ext uri="{FF2B5EF4-FFF2-40B4-BE49-F238E27FC236}">
                <a16:creationId xmlns:a16="http://schemas.microsoft.com/office/drawing/2014/main" id="{D2C3C532-3C54-F784-87C7-D9484E2582E8}"/>
              </a:ext>
            </a:extLst>
          </p:cNvPr>
          <p:cNvSpPr/>
          <p:nvPr/>
        </p:nvSpPr>
        <p:spPr>
          <a:xfrm>
            <a:off x="3444818" y="4253581"/>
            <a:ext cx="172226" cy="172226"/>
          </a:xfrm>
          <a:prstGeom prst="rect">
            <a:avLst/>
          </a:prstGeom>
          <a:solidFill>
            <a:schemeClr val="accent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43" name="矩形 342">
            <a:extLst>
              <a:ext uri="{FF2B5EF4-FFF2-40B4-BE49-F238E27FC236}">
                <a16:creationId xmlns:a16="http://schemas.microsoft.com/office/drawing/2014/main" id="{159FD3FC-7FF3-5437-4FC0-4764EC2EE0B5}"/>
              </a:ext>
            </a:extLst>
          </p:cNvPr>
          <p:cNvSpPr/>
          <p:nvPr/>
        </p:nvSpPr>
        <p:spPr>
          <a:xfrm>
            <a:off x="4761917" y="2186869"/>
            <a:ext cx="2236281" cy="2238938"/>
          </a:xfrm>
          <a:prstGeom prst="rect">
            <a:avLst/>
          </a:prstGeom>
          <a:solidFill>
            <a:schemeClr val="bg1"/>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344" name="Picture 2" descr="Pop! Wall-E (Facet) — Double Boxed Toys">
            <a:extLst>
              <a:ext uri="{FF2B5EF4-FFF2-40B4-BE49-F238E27FC236}">
                <a16:creationId xmlns:a16="http://schemas.microsoft.com/office/drawing/2014/main" id="{A6AB62F5-B596-5886-3EB6-625869773281}"/>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2782" t="8914" r="12960" b="8907"/>
          <a:stretch/>
        </p:blipFill>
        <p:spPr bwMode="auto">
          <a:xfrm>
            <a:off x="3254355" y="2985421"/>
            <a:ext cx="205778" cy="227729"/>
          </a:xfrm>
          <a:prstGeom prst="rect">
            <a:avLst/>
          </a:prstGeom>
          <a:noFill/>
          <a:extLst>
            <a:ext uri="{909E8E84-426E-40DD-AFC4-6F175D3DCCD1}">
              <a14:hiddenFill xmlns:a14="http://schemas.microsoft.com/office/drawing/2010/main">
                <a:solidFill>
                  <a:srgbClr val="FFFFFF"/>
                </a:solidFill>
              </a14:hiddenFill>
            </a:ext>
          </a:extLst>
        </p:spPr>
      </p:pic>
      <p:sp>
        <p:nvSpPr>
          <p:cNvPr id="345" name="文本框 344">
            <a:extLst>
              <a:ext uri="{FF2B5EF4-FFF2-40B4-BE49-F238E27FC236}">
                <a16:creationId xmlns:a16="http://schemas.microsoft.com/office/drawing/2014/main" id="{D2C51B07-BA17-39AE-512F-FF125BEB29C9}"/>
              </a:ext>
            </a:extLst>
          </p:cNvPr>
          <p:cNvSpPr txBox="1"/>
          <p:nvPr/>
        </p:nvSpPr>
        <p:spPr>
          <a:xfrm>
            <a:off x="1878044" y="4478016"/>
            <a:ext cx="1222322" cy="338554"/>
          </a:xfrm>
          <a:prstGeom prst="rect">
            <a:avLst/>
          </a:prstGeom>
          <a:noFill/>
        </p:spPr>
        <p:txBody>
          <a:bodyPr wrap="none" rtlCol="0">
            <a:spAutoFit/>
          </a:bodyPr>
          <a:lstStyle/>
          <a:p>
            <a:r>
              <a:rPr lang="en-GB" sz="1600" dirty="0">
                <a:solidFill>
                  <a:srgbClr val="003399"/>
                </a:solidFill>
              </a:rPr>
              <a:t>real</a:t>
            </a:r>
            <a:r>
              <a:rPr lang="zh-CN" altLang="en-US" sz="1600" dirty="0">
                <a:solidFill>
                  <a:srgbClr val="003399"/>
                </a:solidFill>
              </a:rPr>
              <a:t> </a:t>
            </a:r>
            <a:r>
              <a:rPr lang="en-GB" altLang="zh-CN" sz="1600" dirty="0">
                <a:solidFill>
                  <a:srgbClr val="003399"/>
                </a:solidFill>
              </a:rPr>
              <a:t>position</a:t>
            </a:r>
            <a:endParaRPr lang="en-GB" sz="1600" dirty="0">
              <a:solidFill>
                <a:srgbClr val="003399"/>
              </a:solidFill>
            </a:endParaRPr>
          </a:p>
        </p:txBody>
      </p:sp>
      <p:sp>
        <p:nvSpPr>
          <p:cNvPr id="346" name="文本框 345">
            <a:extLst>
              <a:ext uri="{FF2B5EF4-FFF2-40B4-BE49-F238E27FC236}">
                <a16:creationId xmlns:a16="http://schemas.microsoft.com/office/drawing/2014/main" id="{20BCBE74-165B-4D8F-38F9-262BAA500AC5}"/>
              </a:ext>
            </a:extLst>
          </p:cNvPr>
          <p:cNvSpPr txBox="1"/>
          <p:nvPr/>
        </p:nvSpPr>
        <p:spPr>
          <a:xfrm>
            <a:off x="4260153" y="4478016"/>
            <a:ext cx="3233642" cy="338554"/>
          </a:xfrm>
          <a:prstGeom prst="rect">
            <a:avLst/>
          </a:prstGeom>
          <a:noFill/>
        </p:spPr>
        <p:txBody>
          <a:bodyPr wrap="none" rtlCol="0">
            <a:spAutoFit/>
          </a:bodyPr>
          <a:lstStyle/>
          <a:p>
            <a:r>
              <a:rPr lang="en-GB" sz="1600" dirty="0">
                <a:solidFill>
                  <a:schemeClr val="accent4"/>
                </a:solidFill>
              </a:rPr>
              <a:t>estimated</a:t>
            </a:r>
            <a:r>
              <a:rPr lang="zh-CN" altLang="en-US" sz="1600" dirty="0">
                <a:solidFill>
                  <a:schemeClr val="accent4"/>
                </a:solidFill>
              </a:rPr>
              <a:t> </a:t>
            </a:r>
            <a:r>
              <a:rPr lang="en-GB" altLang="zh-CN" sz="1600" dirty="0">
                <a:solidFill>
                  <a:schemeClr val="accent4"/>
                </a:solidFill>
              </a:rPr>
              <a:t>positions and orientations</a:t>
            </a:r>
            <a:endParaRPr lang="en-GB" sz="1600" dirty="0">
              <a:solidFill>
                <a:schemeClr val="accent4"/>
              </a:solidFill>
            </a:endParaRPr>
          </a:p>
        </p:txBody>
      </p:sp>
      <p:grpSp>
        <p:nvGrpSpPr>
          <p:cNvPr id="394" name="组合 393">
            <a:extLst>
              <a:ext uri="{FF2B5EF4-FFF2-40B4-BE49-F238E27FC236}">
                <a16:creationId xmlns:a16="http://schemas.microsoft.com/office/drawing/2014/main" id="{0B5791E6-907E-167C-0541-2080D527DBC6}"/>
              </a:ext>
            </a:extLst>
          </p:cNvPr>
          <p:cNvGrpSpPr/>
          <p:nvPr/>
        </p:nvGrpSpPr>
        <p:grpSpPr>
          <a:xfrm>
            <a:off x="6781601" y="3097944"/>
            <a:ext cx="172800" cy="172800"/>
            <a:chOff x="7320995" y="2649866"/>
            <a:chExt cx="172800" cy="172800"/>
          </a:xfrm>
        </p:grpSpPr>
        <p:sp>
          <p:nvSpPr>
            <p:cNvPr id="376" name="椭圆 375">
              <a:extLst>
                <a:ext uri="{FF2B5EF4-FFF2-40B4-BE49-F238E27FC236}">
                  <a16:creationId xmlns:a16="http://schemas.microsoft.com/office/drawing/2014/main" id="{EC655ED9-B11E-0343-1EAC-25D6026C3634}"/>
                </a:ext>
              </a:extLst>
            </p:cNvPr>
            <p:cNvSpPr/>
            <p:nvPr/>
          </p:nvSpPr>
          <p:spPr>
            <a:xfrm>
              <a:off x="7320995" y="2649866"/>
              <a:ext cx="172800" cy="172800"/>
            </a:xfrm>
            <a:prstGeom prst="ellipse">
              <a:avLst/>
            </a:prstGeom>
            <a:solidFill>
              <a:schemeClr val="bg1">
                <a:alpha val="1196"/>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800" dirty="0">
                  <a:solidFill>
                    <a:schemeClr val="bg1"/>
                  </a:solidFill>
                </a:rPr>
                <a:t>2</a:t>
              </a:r>
            </a:p>
          </p:txBody>
        </p:sp>
        <p:cxnSp>
          <p:nvCxnSpPr>
            <p:cNvPr id="377" name="直线箭头连接符 376">
              <a:extLst>
                <a:ext uri="{FF2B5EF4-FFF2-40B4-BE49-F238E27FC236}">
                  <a16:creationId xmlns:a16="http://schemas.microsoft.com/office/drawing/2014/main" id="{DE1ABF68-9BBC-08A5-33A0-CFAF86BC9F00}"/>
                </a:ext>
              </a:extLst>
            </p:cNvPr>
            <p:cNvCxnSpPr>
              <a:cxnSpLocks/>
            </p:cNvCxnSpPr>
            <p:nvPr/>
          </p:nvCxnSpPr>
          <p:spPr>
            <a:xfrm flipV="1">
              <a:off x="7403000" y="2664266"/>
              <a:ext cx="0" cy="144000"/>
            </a:xfrm>
            <a:prstGeom prst="straightConnector1">
              <a:avLst/>
            </a:prstGeom>
            <a:ln w="22225">
              <a:solidFill>
                <a:schemeClr val="accent4">
                  <a:alpha val="78000"/>
                </a:schemeClr>
              </a:solidFill>
              <a:tailEnd type="triangle"/>
            </a:ln>
          </p:spPr>
          <p:style>
            <a:lnRef idx="1">
              <a:schemeClr val="accent1"/>
            </a:lnRef>
            <a:fillRef idx="0">
              <a:schemeClr val="accent1"/>
            </a:fillRef>
            <a:effectRef idx="0">
              <a:schemeClr val="accent1"/>
            </a:effectRef>
            <a:fontRef idx="minor">
              <a:schemeClr val="tx1"/>
            </a:fontRef>
          </p:style>
        </p:cxnSp>
      </p:grpSp>
      <p:grpSp>
        <p:nvGrpSpPr>
          <p:cNvPr id="190" name="组合 189">
            <a:extLst>
              <a:ext uri="{FF2B5EF4-FFF2-40B4-BE49-F238E27FC236}">
                <a16:creationId xmlns:a16="http://schemas.microsoft.com/office/drawing/2014/main" id="{CA8F45B8-B3D9-8FA8-C84A-747D589FB917}"/>
              </a:ext>
            </a:extLst>
          </p:cNvPr>
          <p:cNvGrpSpPr/>
          <p:nvPr/>
        </p:nvGrpSpPr>
        <p:grpSpPr>
          <a:xfrm rot="21140556">
            <a:off x="5099584" y="2987070"/>
            <a:ext cx="172800" cy="172800"/>
            <a:chOff x="7654798" y="3513943"/>
            <a:chExt cx="172800" cy="172800"/>
          </a:xfrm>
        </p:grpSpPr>
        <p:sp>
          <p:nvSpPr>
            <p:cNvPr id="179" name="椭圆 178">
              <a:extLst>
                <a:ext uri="{FF2B5EF4-FFF2-40B4-BE49-F238E27FC236}">
                  <a16:creationId xmlns:a16="http://schemas.microsoft.com/office/drawing/2014/main" id="{273CEB21-611B-1AA4-8ACE-21FF5EE2EF7D}"/>
                </a:ext>
              </a:extLst>
            </p:cNvPr>
            <p:cNvSpPr/>
            <p:nvPr/>
          </p:nvSpPr>
          <p:spPr>
            <a:xfrm>
              <a:off x="7654798" y="3513943"/>
              <a:ext cx="172800" cy="172800"/>
            </a:xfrm>
            <a:prstGeom prst="ellipse">
              <a:avLst/>
            </a:prstGeom>
            <a:solidFill>
              <a:schemeClr val="bg1">
                <a:alpha val="1196"/>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bg1"/>
                  </a:solidFill>
                </a:rPr>
                <a:t>b</a:t>
              </a:r>
              <a:endParaRPr lang="en-GB" sz="800" dirty="0">
                <a:solidFill>
                  <a:schemeClr val="bg1"/>
                </a:solidFill>
              </a:endParaRPr>
            </a:p>
          </p:txBody>
        </p:sp>
        <p:cxnSp>
          <p:nvCxnSpPr>
            <p:cNvPr id="180" name="直线箭头连接符 179">
              <a:extLst>
                <a:ext uri="{FF2B5EF4-FFF2-40B4-BE49-F238E27FC236}">
                  <a16:creationId xmlns:a16="http://schemas.microsoft.com/office/drawing/2014/main" id="{BA472A58-1DA0-78ED-6F7F-87A93084F43D}"/>
                </a:ext>
              </a:extLst>
            </p:cNvPr>
            <p:cNvCxnSpPr>
              <a:cxnSpLocks/>
            </p:cNvCxnSpPr>
            <p:nvPr/>
          </p:nvCxnSpPr>
          <p:spPr>
            <a:xfrm flipV="1">
              <a:off x="7736045" y="3528343"/>
              <a:ext cx="0" cy="144000"/>
            </a:xfrm>
            <a:prstGeom prst="straightConnector1">
              <a:avLst/>
            </a:prstGeom>
            <a:ln w="22225">
              <a:solidFill>
                <a:schemeClr val="accent4">
                  <a:alpha val="43894"/>
                </a:schemeClr>
              </a:solidFill>
              <a:tailEnd type="triangle"/>
            </a:ln>
          </p:spPr>
          <p:style>
            <a:lnRef idx="1">
              <a:schemeClr val="accent1"/>
            </a:lnRef>
            <a:fillRef idx="0">
              <a:schemeClr val="accent1"/>
            </a:fillRef>
            <a:effectRef idx="0">
              <a:schemeClr val="accent1"/>
            </a:effectRef>
            <a:fontRef idx="minor">
              <a:schemeClr val="tx1"/>
            </a:fontRef>
          </p:style>
        </p:cxnSp>
      </p:grpSp>
      <p:grpSp>
        <p:nvGrpSpPr>
          <p:cNvPr id="329" name="组合 328">
            <a:extLst>
              <a:ext uri="{FF2B5EF4-FFF2-40B4-BE49-F238E27FC236}">
                <a16:creationId xmlns:a16="http://schemas.microsoft.com/office/drawing/2014/main" id="{6A51F544-2AA1-2B50-3C88-955430EDC1E1}"/>
              </a:ext>
            </a:extLst>
          </p:cNvPr>
          <p:cNvGrpSpPr/>
          <p:nvPr/>
        </p:nvGrpSpPr>
        <p:grpSpPr>
          <a:xfrm rot="691553">
            <a:off x="6619368" y="3100023"/>
            <a:ext cx="172800" cy="172800"/>
            <a:chOff x="7512128" y="2729772"/>
            <a:chExt cx="172800" cy="172800"/>
          </a:xfrm>
        </p:grpSpPr>
        <p:sp>
          <p:nvSpPr>
            <p:cNvPr id="324" name="椭圆 323">
              <a:extLst>
                <a:ext uri="{FF2B5EF4-FFF2-40B4-BE49-F238E27FC236}">
                  <a16:creationId xmlns:a16="http://schemas.microsoft.com/office/drawing/2014/main" id="{73DF1284-2760-47B4-62BA-4E111B7C23D5}"/>
                </a:ext>
              </a:extLst>
            </p:cNvPr>
            <p:cNvSpPr/>
            <p:nvPr/>
          </p:nvSpPr>
          <p:spPr>
            <a:xfrm>
              <a:off x="7512128" y="2729772"/>
              <a:ext cx="172800" cy="172800"/>
            </a:xfrm>
            <a:prstGeom prst="ellipse">
              <a:avLst/>
            </a:prstGeom>
            <a:solidFill>
              <a:schemeClr val="bg1">
                <a:alpha val="1196"/>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bg1"/>
                  </a:solidFill>
                </a:rPr>
                <a:t>h</a:t>
              </a:r>
              <a:endParaRPr lang="en-GB" sz="800" dirty="0">
                <a:solidFill>
                  <a:schemeClr val="bg1"/>
                </a:solidFill>
              </a:endParaRPr>
            </a:p>
          </p:txBody>
        </p:sp>
        <p:cxnSp>
          <p:nvCxnSpPr>
            <p:cNvPr id="325" name="直线箭头连接符 324">
              <a:extLst>
                <a:ext uri="{FF2B5EF4-FFF2-40B4-BE49-F238E27FC236}">
                  <a16:creationId xmlns:a16="http://schemas.microsoft.com/office/drawing/2014/main" id="{3C4DA53D-27D9-6F2B-5FA5-72B2B5D5FF05}"/>
                </a:ext>
              </a:extLst>
            </p:cNvPr>
            <p:cNvCxnSpPr>
              <a:cxnSpLocks/>
            </p:cNvCxnSpPr>
            <p:nvPr/>
          </p:nvCxnSpPr>
          <p:spPr>
            <a:xfrm flipV="1">
              <a:off x="7596550" y="2744172"/>
              <a:ext cx="0" cy="144000"/>
            </a:xfrm>
            <a:prstGeom prst="straightConnector1">
              <a:avLst/>
            </a:prstGeom>
            <a:ln w="22225">
              <a:solidFill>
                <a:schemeClr val="accent4">
                  <a:alpha val="65828"/>
                </a:schemeClr>
              </a:solidFill>
              <a:tailEnd type="triangle"/>
            </a:ln>
          </p:spPr>
          <p:style>
            <a:lnRef idx="1">
              <a:schemeClr val="accent1"/>
            </a:lnRef>
            <a:fillRef idx="0">
              <a:schemeClr val="accent1"/>
            </a:fillRef>
            <a:effectRef idx="0">
              <a:schemeClr val="accent1"/>
            </a:effectRef>
            <a:fontRef idx="minor">
              <a:schemeClr val="tx1"/>
            </a:fontRef>
          </p:style>
        </p:cxnSp>
      </p:grpSp>
      <p:grpSp>
        <p:nvGrpSpPr>
          <p:cNvPr id="341" name="组合 340">
            <a:extLst>
              <a:ext uri="{FF2B5EF4-FFF2-40B4-BE49-F238E27FC236}">
                <a16:creationId xmlns:a16="http://schemas.microsoft.com/office/drawing/2014/main" id="{BFCB689E-3178-6C4B-5244-4B2B5BEAAA4C}"/>
              </a:ext>
            </a:extLst>
          </p:cNvPr>
          <p:cNvGrpSpPr/>
          <p:nvPr/>
        </p:nvGrpSpPr>
        <p:grpSpPr>
          <a:xfrm rot="1561493">
            <a:off x="6689443" y="2906041"/>
            <a:ext cx="172800" cy="172800"/>
            <a:chOff x="7367138" y="2485350"/>
            <a:chExt cx="172800" cy="172800"/>
          </a:xfrm>
        </p:grpSpPr>
        <p:sp>
          <p:nvSpPr>
            <p:cNvPr id="174" name="椭圆 173">
              <a:extLst>
                <a:ext uri="{FF2B5EF4-FFF2-40B4-BE49-F238E27FC236}">
                  <a16:creationId xmlns:a16="http://schemas.microsoft.com/office/drawing/2014/main" id="{DA228118-139B-8E8F-8D97-3153E0AC578E}"/>
                </a:ext>
              </a:extLst>
            </p:cNvPr>
            <p:cNvSpPr/>
            <p:nvPr/>
          </p:nvSpPr>
          <p:spPr>
            <a:xfrm>
              <a:off x="7367138" y="2485350"/>
              <a:ext cx="172800" cy="172800"/>
            </a:xfrm>
            <a:prstGeom prst="ellipse">
              <a:avLst/>
            </a:prstGeom>
            <a:solidFill>
              <a:schemeClr val="bg1">
                <a:alpha val="1196"/>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800" dirty="0">
                  <a:solidFill>
                    <a:schemeClr val="bg1"/>
                  </a:solidFill>
                </a:rPr>
                <a:t>j</a:t>
              </a:r>
            </a:p>
          </p:txBody>
        </p:sp>
        <p:cxnSp>
          <p:nvCxnSpPr>
            <p:cNvPr id="177" name="直线箭头连接符 176">
              <a:extLst>
                <a:ext uri="{FF2B5EF4-FFF2-40B4-BE49-F238E27FC236}">
                  <a16:creationId xmlns:a16="http://schemas.microsoft.com/office/drawing/2014/main" id="{C8DEF712-D5D0-57C1-0326-48BBA5F9C7D2}"/>
                </a:ext>
              </a:extLst>
            </p:cNvPr>
            <p:cNvCxnSpPr>
              <a:cxnSpLocks/>
            </p:cNvCxnSpPr>
            <p:nvPr/>
          </p:nvCxnSpPr>
          <p:spPr>
            <a:xfrm flipV="1">
              <a:off x="7453153" y="2499750"/>
              <a:ext cx="0" cy="144000"/>
            </a:xfrm>
            <a:prstGeom prst="straightConnector1">
              <a:avLst/>
            </a:prstGeom>
            <a:ln w="22225">
              <a:solidFill>
                <a:schemeClr val="accent4">
                  <a:alpha val="78000"/>
                </a:schemeClr>
              </a:solidFill>
              <a:tailEnd type="triangle"/>
            </a:ln>
          </p:spPr>
          <p:style>
            <a:lnRef idx="1">
              <a:schemeClr val="accent1"/>
            </a:lnRef>
            <a:fillRef idx="0">
              <a:schemeClr val="accent1"/>
            </a:fillRef>
            <a:effectRef idx="0">
              <a:schemeClr val="accent1"/>
            </a:effectRef>
            <a:fontRef idx="minor">
              <a:schemeClr val="tx1"/>
            </a:fontRef>
          </p:style>
        </p:cxnSp>
      </p:grpSp>
      <p:grpSp>
        <p:nvGrpSpPr>
          <p:cNvPr id="342" name="组合 341">
            <a:extLst>
              <a:ext uri="{FF2B5EF4-FFF2-40B4-BE49-F238E27FC236}">
                <a16:creationId xmlns:a16="http://schemas.microsoft.com/office/drawing/2014/main" id="{D1AF62FD-9186-E6D7-E47F-E26BDD1D15AA}"/>
              </a:ext>
            </a:extLst>
          </p:cNvPr>
          <p:cNvGrpSpPr/>
          <p:nvPr/>
        </p:nvGrpSpPr>
        <p:grpSpPr>
          <a:xfrm rot="20763608">
            <a:off x="6819235" y="2798622"/>
            <a:ext cx="172800" cy="172800"/>
            <a:chOff x="7367138" y="2688860"/>
            <a:chExt cx="172800" cy="172800"/>
          </a:xfrm>
        </p:grpSpPr>
        <p:sp>
          <p:nvSpPr>
            <p:cNvPr id="185" name="椭圆 184">
              <a:extLst>
                <a:ext uri="{FF2B5EF4-FFF2-40B4-BE49-F238E27FC236}">
                  <a16:creationId xmlns:a16="http://schemas.microsoft.com/office/drawing/2014/main" id="{7ED4C530-4891-66B0-983D-2FC5AF92B24F}"/>
                </a:ext>
              </a:extLst>
            </p:cNvPr>
            <p:cNvSpPr/>
            <p:nvPr/>
          </p:nvSpPr>
          <p:spPr>
            <a:xfrm>
              <a:off x="7367138" y="2688860"/>
              <a:ext cx="172800" cy="172800"/>
            </a:xfrm>
            <a:prstGeom prst="ellipse">
              <a:avLst/>
            </a:prstGeom>
            <a:solidFill>
              <a:schemeClr val="bg1">
                <a:alpha val="1196"/>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800" dirty="0">
                  <a:solidFill>
                    <a:schemeClr val="bg1"/>
                  </a:solidFill>
                </a:rPr>
                <a:t>k</a:t>
              </a:r>
            </a:p>
          </p:txBody>
        </p:sp>
        <p:cxnSp>
          <p:nvCxnSpPr>
            <p:cNvPr id="186" name="直线箭头连接符 185">
              <a:extLst>
                <a:ext uri="{FF2B5EF4-FFF2-40B4-BE49-F238E27FC236}">
                  <a16:creationId xmlns:a16="http://schemas.microsoft.com/office/drawing/2014/main" id="{9C82E0D2-A120-75C6-6C6D-8AC0E6D0DE9A}"/>
                </a:ext>
              </a:extLst>
            </p:cNvPr>
            <p:cNvCxnSpPr>
              <a:cxnSpLocks/>
            </p:cNvCxnSpPr>
            <p:nvPr/>
          </p:nvCxnSpPr>
          <p:spPr>
            <a:xfrm flipV="1">
              <a:off x="7453153" y="2703260"/>
              <a:ext cx="0" cy="144000"/>
            </a:xfrm>
            <a:prstGeom prst="straightConnector1">
              <a:avLst/>
            </a:prstGeom>
            <a:ln w="22225">
              <a:solidFill>
                <a:schemeClr val="accent4">
                  <a:alpha val="78000"/>
                </a:schemeClr>
              </a:solidFill>
              <a:tailEnd type="triangle"/>
            </a:ln>
          </p:spPr>
          <p:style>
            <a:lnRef idx="1">
              <a:schemeClr val="accent1"/>
            </a:lnRef>
            <a:fillRef idx="0">
              <a:schemeClr val="accent1"/>
            </a:fillRef>
            <a:effectRef idx="0">
              <a:schemeClr val="accent1"/>
            </a:effectRef>
            <a:fontRef idx="minor">
              <a:schemeClr val="tx1"/>
            </a:fontRef>
          </p:style>
        </p:cxnSp>
      </p:grpSp>
      <p:grpSp>
        <p:nvGrpSpPr>
          <p:cNvPr id="347" name="组合 346">
            <a:extLst>
              <a:ext uri="{FF2B5EF4-FFF2-40B4-BE49-F238E27FC236}">
                <a16:creationId xmlns:a16="http://schemas.microsoft.com/office/drawing/2014/main" id="{E52E7044-DB91-DA34-08D9-6C1AE62610F1}"/>
              </a:ext>
            </a:extLst>
          </p:cNvPr>
          <p:cNvGrpSpPr/>
          <p:nvPr/>
        </p:nvGrpSpPr>
        <p:grpSpPr>
          <a:xfrm rot="819079">
            <a:off x="6698274" y="3232923"/>
            <a:ext cx="172800" cy="172800"/>
            <a:chOff x="7367138" y="2889312"/>
            <a:chExt cx="172800" cy="172800"/>
          </a:xfrm>
        </p:grpSpPr>
        <p:sp>
          <p:nvSpPr>
            <p:cNvPr id="321" name="椭圆 320">
              <a:extLst>
                <a:ext uri="{FF2B5EF4-FFF2-40B4-BE49-F238E27FC236}">
                  <a16:creationId xmlns:a16="http://schemas.microsoft.com/office/drawing/2014/main" id="{B2D077D3-01AC-B73F-009F-830278AD6B1F}"/>
                </a:ext>
              </a:extLst>
            </p:cNvPr>
            <p:cNvSpPr/>
            <p:nvPr/>
          </p:nvSpPr>
          <p:spPr>
            <a:xfrm>
              <a:off x="7367138" y="2889312"/>
              <a:ext cx="172800" cy="172800"/>
            </a:xfrm>
            <a:prstGeom prst="ellipse">
              <a:avLst/>
            </a:prstGeom>
            <a:solidFill>
              <a:schemeClr val="bg1">
                <a:alpha val="1196"/>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800" dirty="0">
                  <a:solidFill>
                    <a:schemeClr val="bg1"/>
                  </a:solidFill>
                </a:rPr>
                <a:t>l</a:t>
              </a:r>
            </a:p>
          </p:txBody>
        </p:sp>
        <p:cxnSp>
          <p:nvCxnSpPr>
            <p:cNvPr id="331" name="直线箭头连接符 330">
              <a:extLst>
                <a:ext uri="{FF2B5EF4-FFF2-40B4-BE49-F238E27FC236}">
                  <a16:creationId xmlns:a16="http://schemas.microsoft.com/office/drawing/2014/main" id="{9F945487-8633-3CBA-1FDC-EFBF4D2694A7}"/>
                </a:ext>
              </a:extLst>
            </p:cNvPr>
            <p:cNvCxnSpPr>
              <a:cxnSpLocks/>
            </p:cNvCxnSpPr>
            <p:nvPr/>
          </p:nvCxnSpPr>
          <p:spPr>
            <a:xfrm flipV="1">
              <a:off x="7453153" y="2903712"/>
              <a:ext cx="0" cy="144000"/>
            </a:xfrm>
            <a:prstGeom prst="straightConnector1">
              <a:avLst/>
            </a:prstGeom>
            <a:ln w="22225">
              <a:solidFill>
                <a:schemeClr val="accent4">
                  <a:alpha val="78000"/>
                </a:schemeClr>
              </a:solidFill>
              <a:tailEnd type="triangle"/>
            </a:ln>
          </p:spPr>
          <p:style>
            <a:lnRef idx="1">
              <a:schemeClr val="accent1"/>
            </a:lnRef>
            <a:fillRef idx="0">
              <a:schemeClr val="accent1"/>
            </a:fillRef>
            <a:effectRef idx="0">
              <a:schemeClr val="accent1"/>
            </a:effectRef>
            <a:fontRef idx="minor">
              <a:schemeClr val="tx1"/>
            </a:fontRef>
          </p:style>
        </p:cxnSp>
      </p:grpSp>
      <p:grpSp>
        <p:nvGrpSpPr>
          <p:cNvPr id="348" name="组合 347">
            <a:extLst>
              <a:ext uri="{FF2B5EF4-FFF2-40B4-BE49-F238E27FC236}">
                <a16:creationId xmlns:a16="http://schemas.microsoft.com/office/drawing/2014/main" id="{476BEFAF-A65F-B18A-1D57-AF8618D67EDD}"/>
              </a:ext>
            </a:extLst>
          </p:cNvPr>
          <p:cNvGrpSpPr/>
          <p:nvPr/>
        </p:nvGrpSpPr>
        <p:grpSpPr>
          <a:xfrm rot="20279559">
            <a:off x="6837098" y="3308664"/>
            <a:ext cx="172800" cy="172800"/>
            <a:chOff x="7367138" y="3111806"/>
            <a:chExt cx="172800" cy="172800"/>
          </a:xfrm>
        </p:grpSpPr>
        <p:sp>
          <p:nvSpPr>
            <p:cNvPr id="332" name="椭圆 331">
              <a:extLst>
                <a:ext uri="{FF2B5EF4-FFF2-40B4-BE49-F238E27FC236}">
                  <a16:creationId xmlns:a16="http://schemas.microsoft.com/office/drawing/2014/main" id="{FD08708C-4EA6-4110-BEB8-21AF4AD898A7}"/>
                </a:ext>
              </a:extLst>
            </p:cNvPr>
            <p:cNvSpPr/>
            <p:nvPr/>
          </p:nvSpPr>
          <p:spPr>
            <a:xfrm>
              <a:off x="7367138" y="3111806"/>
              <a:ext cx="172800" cy="172800"/>
            </a:xfrm>
            <a:prstGeom prst="ellipse">
              <a:avLst/>
            </a:prstGeom>
            <a:solidFill>
              <a:schemeClr val="bg1">
                <a:alpha val="1196"/>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800" dirty="0">
                  <a:solidFill>
                    <a:schemeClr val="bg1"/>
                  </a:solidFill>
                </a:rPr>
                <a:t>m</a:t>
              </a:r>
            </a:p>
          </p:txBody>
        </p:sp>
        <p:cxnSp>
          <p:nvCxnSpPr>
            <p:cNvPr id="333" name="直线箭头连接符 332">
              <a:extLst>
                <a:ext uri="{FF2B5EF4-FFF2-40B4-BE49-F238E27FC236}">
                  <a16:creationId xmlns:a16="http://schemas.microsoft.com/office/drawing/2014/main" id="{BE0D1EE5-4CA6-E97F-8547-70E2F680FA99}"/>
                </a:ext>
              </a:extLst>
            </p:cNvPr>
            <p:cNvCxnSpPr>
              <a:cxnSpLocks/>
            </p:cNvCxnSpPr>
            <p:nvPr/>
          </p:nvCxnSpPr>
          <p:spPr>
            <a:xfrm flipV="1">
              <a:off x="7453153" y="3126206"/>
              <a:ext cx="0" cy="144000"/>
            </a:xfrm>
            <a:prstGeom prst="straightConnector1">
              <a:avLst/>
            </a:prstGeom>
            <a:ln w="22225">
              <a:solidFill>
                <a:schemeClr val="accent4">
                  <a:alpha val="78000"/>
                </a:schemeClr>
              </a:solidFill>
              <a:tailEnd type="triangle"/>
            </a:ln>
          </p:spPr>
          <p:style>
            <a:lnRef idx="1">
              <a:schemeClr val="accent1"/>
            </a:lnRef>
            <a:fillRef idx="0">
              <a:schemeClr val="accent1"/>
            </a:fillRef>
            <a:effectRef idx="0">
              <a:schemeClr val="accent1"/>
            </a:effectRef>
            <a:fontRef idx="minor">
              <a:schemeClr val="tx1"/>
            </a:fontRef>
          </p:style>
        </p:cxnSp>
      </p:grpSp>
      <p:grpSp>
        <p:nvGrpSpPr>
          <p:cNvPr id="349" name="组合 348">
            <a:extLst>
              <a:ext uri="{FF2B5EF4-FFF2-40B4-BE49-F238E27FC236}">
                <a16:creationId xmlns:a16="http://schemas.microsoft.com/office/drawing/2014/main" id="{8E1EE403-DECB-1E9D-5A48-D9F4ACEDEA5D}"/>
              </a:ext>
            </a:extLst>
          </p:cNvPr>
          <p:cNvGrpSpPr/>
          <p:nvPr/>
        </p:nvGrpSpPr>
        <p:grpSpPr>
          <a:xfrm rot="1045386">
            <a:off x="6523913" y="2967123"/>
            <a:ext cx="172800" cy="172800"/>
            <a:chOff x="7367138" y="3344147"/>
            <a:chExt cx="172800" cy="172800"/>
          </a:xfrm>
        </p:grpSpPr>
        <p:sp>
          <p:nvSpPr>
            <p:cNvPr id="334" name="椭圆 333">
              <a:extLst>
                <a:ext uri="{FF2B5EF4-FFF2-40B4-BE49-F238E27FC236}">
                  <a16:creationId xmlns:a16="http://schemas.microsoft.com/office/drawing/2014/main" id="{81DD38B4-F038-70B3-5FB6-1A25583AB491}"/>
                </a:ext>
              </a:extLst>
            </p:cNvPr>
            <p:cNvSpPr/>
            <p:nvPr/>
          </p:nvSpPr>
          <p:spPr>
            <a:xfrm>
              <a:off x="7367138" y="3344147"/>
              <a:ext cx="172800" cy="172800"/>
            </a:xfrm>
            <a:prstGeom prst="ellipse">
              <a:avLst/>
            </a:prstGeom>
            <a:solidFill>
              <a:schemeClr val="bg1">
                <a:alpha val="1196"/>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800" dirty="0">
                  <a:solidFill>
                    <a:schemeClr val="bg1"/>
                  </a:solidFill>
                </a:rPr>
                <a:t>n</a:t>
              </a:r>
            </a:p>
          </p:txBody>
        </p:sp>
        <p:cxnSp>
          <p:nvCxnSpPr>
            <p:cNvPr id="335" name="直线箭头连接符 334">
              <a:extLst>
                <a:ext uri="{FF2B5EF4-FFF2-40B4-BE49-F238E27FC236}">
                  <a16:creationId xmlns:a16="http://schemas.microsoft.com/office/drawing/2014/main" id="{EC8AA426-914E-5752-55DB-6D396DC979CB}"/>
                </a:ext>
              </a:extLst>
            </p:cNvPr>
            <p:cNvCxnSpPr>
              <a:cxnSpLocks/>
            </p:cNvCxnSpPr>
            <p:nvPr/>
          </p:nvCxnSpPr>
          <p:spPr>
            <a:xfrm flipV="1">
              <a:off x="7453153" y="3358547"/>
              <a:ext cx="0" cy="144000"/>
            </a:xfrm>
            <a:prstGeom prst="straightConnector1">
              <a:avLst/>
            </a:prstGeom>
            <a:ln w="22225">
              <a:solidFill>
                <a:schemeClr val="accent4">
                  <a:alpha val="78000"/>
                </a:schemeClr>
              </a:solidFill>
              <a:tailEnd type="triangle"/>
            </a:ln>
          </p:spPr>
          <p:style>
            <a:lnRef idx="1">
              <a:schemeClr val="accent1"/>
            </a:lnRef>
            <a:fillRef idx="0">
              <a:schemeClr val="accent1"/>
            </a:fillRef>
            <a:effectRef idx="0">
              <a:schemeClr val="accent1"/>
            </a:effectRef>
            <a:fontRef idx="minor">
              <a:schemeClr val="tx1"/>
            </a:fontRef>
          </p:style>
        </p:cxnSp>
      </p:grpSp>
      <p:grpSp>
        <p:nvGrpSpPr>
          <p:cNvPr id="350" name="组合 349">
            <a:extLst>
              <a:ext uri="{FF2B5EF4-FFF2-40B4-BE49-F238E27FC236}">
                <a16:creationId xmlns:a16="http://schemas.microsoft.com/office/drawing/2014/main" id="{19E811FF-3980-B558-DFE5-2592895ED391}"/>
              </a:ext>
            </a:extLst>
          </p:cNvPr>
          <p:cNvGrpSpPr/>
          <p:nvPr/>
        </p:nvGrpSpPr>
        <p:grpSpPr>
          <a:xfrm rot="20648388">
            <a:off x="6613922" y="3309625"/>
            <a:ext cx="172800" cy="172800"/>
            <a:chOff x="7367138" y="3551910"/>
            <a:chExt cx="172800" cy="172800"/>
          </a:xfrm>
        </p:grpSpPr>
        <p:sp>
          <p:nvSpPr>
            <p:cNvPr id="337" name="椭圆 336">
              <a:extLst>
                <a:ext uri="{FF2B5EF4-FFF2-40B4-BE49-F238E27FC236}">
                  <a16:creationId xmlns:a16="http://schemas.microsoft.com/office/drawing/2014/main" id="{9BD323D8-659B-A75A-80DC-2DEBBFB8B28D}"/>
                </a:ext>
              </a:extLst>
            </p:cNvPr>
            <p:cNvSpPr/>
            <p:nvPr/>
          </p:nvSpPr>
          <p:spPr>
            <a:xfrm>
              <a:off x="7367138" y="3551910"/>
              <a:ext cx="172800" cy="172800"/>
            </a:xfrm>
            <a:prstGeom prst="ellipse">
              <a:avLst/>
            </a:prstGeom>
            <a:solidFill>
              <a:schemeClr val="bg1">
                <a:alpha val="1196"/>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800" dirty="0">
                  <a:solidFill>
                    <a:schemeClr val="bg1"/>
                  </a:solidFill>
                </a:rPr>
                <a:t>o</a:t>
              </a:r>
            </a:p>
          </p:txBody>
        </p:sp>
        <p:cxnSp>
          <p:nvCxnSpPr>
            <p:cNvPr id="338" name="直线箭头连接符 337">
              <a:extLst>
                <a:ext uri="{FF2B5EF4-FFF2-40B4-BE49-F238E27FC236}">
                  <a16:creationId xmlns:a16="http://schemas.microsoft.com/office/drawing/2014/main" id="{60E4F5BF-F61B-2935-FC3A-2585E2F94545}"/>
                </a:ext>
              </a:extLst>
            </p:cNvPr>
            <p:cNvCxnSpPr>
              <a:cxnSpLocks/>
            </p:cNvCxnSpPr>
            <p:nvPr/>
          </p:nvCxnSpPr>
          <p:spPr>
            <a:xfrm flipV="1">
              <a:off x="7453153" y="3566310"/>
              <a:ext cx="0" cy="144000"/>
            </a:xfrm>
            <a:prstGeom prst="straightConnector1">
              <a:avLst/>
            </a:prstGeom>
            <a:ln w="22225">
              <a:solidFill>
                <a:schemeClr val="accent4">
                  <a:alpha val="78000"/>
                </a:schemeClr>
              </a:solidFill>
              <a:tailEnd type="triangle"/>
            </a:ln>
          </p:spPr>
          <p:style>
            <a:lnRef idx="1">
              <a:schemeClr val="accent1"/>
            </a:lnRef>
            <a:fillRef idx="0">
              <a:schemeClr val="accent1"/>
            </a:fillRef>
            <a:effectRef idx="0">
              <a:schemeClr val="accent1"/>
            </a:effectRef>
            <a:fontRef idx="minor">
              <a:schemeClr val="tx1"/>
            </a:fontRef>
          </p:style>
        </p:cxnSp>
      </p:grpSp>
      <p:grpSp>
        <p:nvGrpSpPr>
          <p:cNvPr id="351" name="组合 350">
            <a:extLst>
              <a:ext uri="{FF2B5EF4-FFF2-40B4-BE49-F238E27FC236}">
                <a16:creationId xmlns:a16="http://schemas.microsoft.com/office/drawing/2014/main" id="{30644C6D-1181-337C-73BA-9B53F7F547E7}"/>
              </a:ext>
            </a:extLst>
          </p:cNvPr>
          <p:cNvGrpSpPr/>
          <p:nvPr/>
        </p:nvGrpSpPr>
        <p:grpSpPr>
          <a:xfrm rot="584991">
            <a:off x="4980937" y="2937518"/>
            <a:ext cx="172800" cy="172800"/>
            <a:chOff x="7367138" y="3765160"/>
            <a:chExt cx="172800" cy="172800"/>
          </a:xfrm>
        </p:grpSpPr>
        <p:sp>
          <p:nvSpPr>
            <p:cNvPr id="339" name="椭圆 338">
              <a:extLst>
                <a:ext uri="{FF2B5EF4-FFF2-40B4-BE49-F238E27FC236}">
                  <a16:creationId xmlns:a16="http://schemas.microsoft.com/office/drawing/2014/main" id="{E9F3DD53-F56E-8EBE-BFA0-A0E5C4ECD5A0}"/>
                </a:ext>
              </a:extLst>
            </p:cNvPr>
            <p:cNvSpPr/>
            <p:nvPr/>
          </p:nvSpPr>
          <p:spPr>
            <a:xfrm>
              <a:off x="7367138" y="3765160"/>
              <a:ext cx="172800" cy="172800"/>
            </a:xfrm>
            <a:prstGeom prst="ellipse">
              <a:avLst/>
            </a:prstGeom>
            <a:solidFill>
              <a:schemeClr val="bg1">
                <a:alpha val="1196"/>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800" dirty="0">
                  <a:solidFill>
                    <a:schemeClr val="bg1"/>
                  </a:solidFill>
                </a:rPr>
                <a:t>p</a:t>
              </a:r>
            </a:p>
          </p:txBody>
        </p:sp>
        <p:cxnSp>
          <p:nvCxnSpPr>
            <p:cNvPr id="340" name="直线箭头连接符 339">
              <a:extLst>
                <a:ext uri="{FF2B5EF4-FFF2-40B4-BE49-F238E27FC236}">
                  <a16:creationId xmlns:a16="http://schemas.microsoft.com/office/drawing/2014/main" id="{64C01344-FC55-3D8C-28D3-E9CBC3CF261C}"/>
                </a:ext>
              </a:extLst>
            </p:cNvPr>
            <p:cNvCxnSpPr>
              <a:cxnSpLocks/>
            </p:cNvCxnSpPr>
            <p:nvPr/>
          </p:nvCxnSpPr>
          <p:spPr>
            <a:xfrm flipV="1">
              <a:off x="7453153" y="3779560"/>
              <a:ext cx="0" cy="144000"/>
            </a:xfrm>
            <a:prstGeom prst="straightConnector1">
              <a:avLst/>
            </a:prstGeom>
            <a:ln w="22225">
              <a:solidFill>
                <a:schemeClr val="accent4">
                  <a:alpha val="36016"/>
                </a:schemeClr>
              </a:solidFill>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24683066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a:extLst>
              <a:ext uri="{FF2B5EF4-FFF2-40B4-BE49-F238E27FC236}">
                <a16:creationId xmlns:a16="http://schemas.microsoft.com/office/drawing/2014/main" id="{B1393B01-B468-A100-CFF6-738FD11B6BCB}"/>
              </a:ext>
            </a:extLst>
          </p:cNvPr>
          <p:cNvSpPr>
            <a:spLocks noGrp="1"/>
          </p:cNvSpPr>
          <p:nvPr>
            <p:ph type="title"/>
          </p:nvPr>
        </p:nvSpPr>
        <p:spPr/>
        <p:txBody>
          <a:bodyPr/>
          <a:lstStyle/>
          <a:p>
            <a:r>
              <a:rPr lang="en-GB" altLang="zh-CN" dirty="0"/>
              <a:t>Kalman Filter</a:t>
            </a:r>
            <a:endParaRPr lang="en-GB" dirty="0"/>
          </a:p>
        </p:txBody>
      </p:sp>
      <p:sp>
        <p:nvSpPr>
          <p:cNvPr id="6" name="文本占位符 5">
            <a:extLst>
              <a:ext uri="{FF2B5EF4-FFF2-40B4-BE49-F238E27FC236}">
                <a16:creationId xmlns:a16="http://schemas.microsoft.com/office/drawing/2014/main" id="{2085E47A-0ABD-812C-EEE4-4141518A1AED}"/>
              </a:ext>
            </a:extLst>
          </p:cNvPr>
          <p:cNvSpPr>
            <a:spLocks noGrp="1"/>
          </p:cNvSpPr>
          <p:nvPr>
            <p:ph type="body" sz="quarter" idx="12"/>
          </p:nvPr>
        </p:nvSpPr>
        <p:spPr/>
        <p:txBody>
          <a:bodyPr/>
          <a:lstStyle/>
          <a:p>
            <a:endParaRPr lang="en-GB"/>
          </a:p>
        </p:txBody>
      </p:sp>
      <p:sp>
        <p:nvSpPr>
          <p:cNvPr id="7" name="文本占位符 6">
            <a:extLst>
              <a:ext uri="{FF2B5EF4-FFF2-40B4-BE49-F238E27FC236}">
                <a16:creationId xmlns:a16="http://schemas.microsoft.com/office/drawing/2014/main" id="{8A58FD2F-5E66-868C-0E98-5CF0017153D7}"/>
              </a:ext>
            </a:extLst>
          </p:cNvPr>
          <p:cNvSpPr>
            <a:spLocks noGrp="1"/>
          </p:cNvSpPr>
          <p:nvPr>
            <p:ph type="body" sz="quarter" idx="15"/>
          </p:nvPr>
        </p:nvSpPr>
        <p:spPr/>
        <p:txBody>
          <a:bodyPr/>
          <a:lstStyle/>
          <a:p>
            <a:endParaRPr lang="en-GB"/>
          </a:p>
        </p:txBody>
      </p:sp>
    </p:spTree>
    <p:extLst>
      <p:ext uri="{BB962C8B-B14F-4D97-AF65-F5344CB8AC3E}">
        <p14:creationId xmlns:p14="http://schemas.microsoft.com/office/powerpoint/2010/main" val="210892417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a:extLst>
              <a:ext uri="{FF2B5EF4-FFF2-40B4-BE49-F238E27FC236}">
                <a16:creationId xmlns:a16="http://schemas.microsoft.com/office/drawing/2014/main" id="{81C8A1BD-4FA8-336D-6F45-1B4B35014DB3}"/>
              </a:ext>
            </a:extLst>
          </p:cNvPr>
          <p:cNvSpPr>
            <a:spLocks noGrp="1"/>
          </p:cNvSpPr>
          <p:nvPr>
            <p:ph type="title"/>
          </p:nvPr>
        </p:nvSpPr>
        <p:spPr>
          <a:xfrm>
            <a:off x="628649" y="559420"/>
            <a:ext cx="7732925" cy="630335"/>
          </a:xfrm>
        </p:spPr>
        <p:txBody>
          <a:bodyPr>
            <a:normAutofit/>
          </a:bodyPr>
          <a:lstStyle/>
          <a:p>
            <a:r>
              <a:rPr lang="en-GB" altLang="zh-CN" dirty="0"/>
              <a:t>Kalman Filter </a:t>
            </a:r>
            <a:endParaRPr lang="en-GB" dirty="0"/>
          </a:p>
        </p:txBody>
      </p:sp>
      <p:sp>
        <p:nvSpPr>
          <p:cNvPr id="6" name="文本占位符 5">
            <a:extLst>
              <a:ext uri="{FF2B5EF4-FFF2-40B4-BE49-F238E27FC236}">
                <a16:creationId xmlns:a16="http://schemas.microsoft.com/office/drawing/2014/main" id="{F26AF3AB-F8A7-E5AF-9579-53E06432B134}"/>
              </a:ext>
            </a:extLst>
          </p:cNvPr>
          <p:cNvSpPr>
            <a:spLocks noGrp="1"/>
          </p:cNvSpPr>
          <p:nvPr>
            <p:ph type="body" sz="quarter" idx="10"/>
          </p:nvPr>
        </p:nvSpPr>
        <p:spPr>
          <a:xfrm>
            <a:off x="628650" y="1465729"/>
            <a:ext cx="7732924" cy="2841951"/>
          </a:xfrm>
        </p:spPr>
        <p:txBody>
          <a:bodyPr/>
          <a:lstStyle/>
          <a:p>
            <a:r>
              <a:rPr lang="en-GB"/>
              <a:t>Kalman Filter is an efficient recursive filtering algorithm used for </a:t>
            </a:r>
            <a:r>
              <a:rPr lang="en-GB">
                <a:solidFill>
                  <a:srgbClr val="003399"/>
                </a:solidFill>
              </a:rPr>
              <a:t>state estimation and control of linear systems</a:t>
            </a:r>
            <a:r>
              <a:rPr lang="en-GB"/>
              <a:t>.</a:t>
            </a:r>
          </a:p>
          <a:p>
            <a:r>
              <a:rPr lang="en-GB"/>
              <a:t>The Kalman filter uses a dynamic model of the system, combined with </a:t>
            </a:r>
            <a:r>
              <a:rPr lang="en-GB">
                <a:solidFill>
                  <a:srgbClr val="003399"/>
                </a:solidFill>
              </a:rPr>
              <a:t>past states and current observations</a:t>
            </a:r>
            <a:r>
              <a:rPr lang="en-GB"/>
              <a:t>, to predict the current state and </a:t>
            </a:r>
            <a:r>
              <a:rPr lang="en-GB">
                <a:solidFill>
                  <a:srgbClr val="003399"/>
                </a:solidFill>
              </a:rPr>
              <a:t>update the prediction to more accurately</a:t>
            </a:r>
            <a:r>
              <a:rPr lang="en-GB"/>
              <a:t> reflect the real situation.</a:t>
            </a:r>
            <a:endParaRPr lang="en-GB" dirty="0"/>
          </a:p>
        </p:txBody>
      </p:sp>
    </p:spTree>
    <p:extLst>
      <p:ext uri="{BB962C8B-B14F-4D97-AF65-F5344CB8AC3E}">
        <p14:creationId xmlns:p14="http://schemas.microsoft.com/office/powerpoint/2010/main" val="411385317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a:extLst>
              <a:ext uri="{FF2B5EF4-FFF2-40B4-BE49-F238E27FC236}">
                <a16:creationId xmlns:a16="http://schemas.microsoft.com/office/drawing/2014/main" id="{81C8A1BD-4FA8-336D-6F45-1B4B35014DB3}"/>
              </a:ext>
            </a:extLst>
          </p:cNvPr>
          <p:cNvSpPr>
            <a:spLocks noGrp="1"/>
          </p:cNvSpPr>
          <p:nvPr>
            <p:ph type="title"/>
          </p:nvPr>
        </p:nvSpPr>
        <p:spPr>
          <a:xfrm>
            <a:off x="628649" y="559420"/>
            <a:ext cx="7732925" cy="630335"/>
          </a:xfrm>
        </p:spPr>
        <p:txBody>
          <a:bodyPr>
            <a:normAutofit/>
          </a:bodyPr>
          <a:lstStyle/>
          <a:p>
            <a:r>
              <a:rPr lang="en-GB" altLang="zh-CN" dirty="0"/>
              <a:t>Kalman Filter </a:t>
            </a:r>
            <a:endParaRPr lang="en-GB" dirty="0"/>
          </a:p>
        </p:txBody>
      </p:sp>
      <mc:AlternateContent xmlns:mc="http://schemas.openxmlformats.org/markup-compatibility/2006" xmlns:a14="http://schemas.microsoft.com/office/drawing/2010/main">
        <mc:Choice Requires="a14">
          <p:sp>
            <p:nvSpPr>
              <p:cNvPr id="6" name="文本占位符 5">
                <a:extLst>
                  <a:ext uri="{FF2B5EF4-FFF2-40B4-BE49-F238E27FC236}">
                    <a16:creationId xmlns:a16="http://schemas.microsoft.com/office/drawing/2014/main" id="{F26AF3AB-F8A7-E5AF-9579-53E06432B134}"/>
                  </a:ext>
                </a:extLst>
              </p:cNvPr>
              <p:cNvSpPr>
                <a:spLocks noGrp="1"/>
              </p:cNvSpPr>
              <p:nvPr>
                <p:ph type="body" sz="quarter" idx="10"/>
              </p:nvPr>
            </p:nvSpPr>
            <p:spPr>
              <a:xfrm>
                <a:off x="628650" y="1465264"/>
                <a:ext cx="7732713" cy="2149194"/>
              </a:xfrm>
            </p:spPr>
            <p:txBody>
              <a:bodyPr/>
              <a:lstStyle/>
              <a:p>
                <a:r>
                  <a:rPr lang="en-GB" dirty="0"/>
                  <a:t>The action prediction step looks as follows: </a:t>
                </a:r>
              </a:p>
              <a:p>
                <a:pPr algn="ctr"/>
                <a14:m>
                  <m:oMath xmlns:m="http://schemas.openxmlformats.org/officeDocument/2006/math">
                    <m:sSub>
                      <m:sSubPr>
                        <m:ctrlPr>
                          <a:rPr lang="en-GB" b="0" i="1" smtClean="0">
                            <a:latin typeface="Cambria Math" panose="02040503050406030204" pitchFamily="18" charset="0"/>
                          </a:rPr>
                        </m:ctrlPr>
                      </m:sSubPr>
                      <m:e>
                        <m:acc>
                          <m:accPr>
                            <m:chr m:val="̂"/>
                            <m:ctrlPr>
                              <a:rPr lang="en-GB" i="1" smtClean="0">
                                <a:latin typeface="Cambria Math" panose="02040503050406030204" pitchFamily="18" charset="0"/>
                              </a:rPr>
                            </m:ctrlPr>
                          </m:accPr>
                          <m:e>
                            <m:r>
                              <a:rPr lang="en-GB" b="0" i="1" smtClean="0">
                                <a:latin typeface="Cambria Math" panose="02040503050406030204" pitchFamily="18" charset="0"/>
                              </a:rPr>
                              <m:t>𝑥</m:t>
                            </m:r>
                          </m:e>
                        </m:acc>
                      </m:e>
                      <m:sub>
                        <m:r>
                          <a:rPr lang="en-GB" b="0" i="1" smtClean="0">
                            <a:latin typeface="Cambria Math" panose="02040503050406030204" pitchFamily="18" charset="0"/>
                          </a:rPr>
                          <m:t>𝑘</m:t>
                        </m:r>
                      </m:sub>
                    </m:sSub>
                    <m:r>
                      <a:rPr lang="en-GB" b="0" i="1" smtClean="0">
                        <a:latin typeface="Cambria Math" panose="02040503050406030204" pitchFamily="18" charset="0"/>
                      </a:rPr>
                      <m:t>=</m:t>
                    </m:r>
                    <m:r>
                      <a:rPr lang="en-GB" b="0" i="1" smtClean="0">
                        <a:latin typeface="Cambria Math" panose="02040503050406030204" pitchFamily="18" charset="0"/>
                      </a:rPr>
                      <m:t>𝑓</m:t>
                    </m:r>
                    <m:d>
                      <m:dPr>
                        <m:ctrlPr>
                          <a:rPr lang="en-GB" b="0" i="1" smtClean="0">
                            <a:latin typeface="Cambria Math" panose="02040503050406030204" pitchFamily="18" charset="0"/>
                          </a:rPr>
                        </m:ctrlPr>
                      </m:dPr>
                      <m:e>
                        <m:sSub>
                          <m:sSubPr>
                            <m:ctrlPr>
                              <a:rPr lang="en-GB" altLang="zh-CN" i="1">
                                <a:latin typeface="Cambria Math" panose="02040503050406030204" pitchFamily="18" charset="0"/>
                              </a:rPr>
                            </m:ctrlPr>
                          </m:sSubPr>
                          <m:e>
                            <m:acc>
                              <m:accPr>
                                <m:chr m:val="̂"/>
                                <m:ctrlPr>
                                  <a:rPr lang="en-GB" altLang="zh-CN" i="1">
                                    <a:latin typeface="Cambria Math" panose="02040503050406030204" pitchFamily="18" charset="0"/>
                                  </a:rPr>
                                </m:ctrlPr>
                              </m:accPr>
                              <m:e>
                                <m:r>
                                  <a:rPr lang="en-GB" altLang="zh-CN" i="1">
                                    <a:latin typeface="Cambria Math" panose="02040503050406030204" pitchFamily="18" charset="0"/>
                                  </a:rPr>
                                  <m:t>𝑥</m:t>
                                </m:r>
                              </m:e>
                            </m:acc>
                          </m:e>
                          <m:sub>
                            <m:r>
                              <a:rPr lang="en-GB" altLang="zh-CN" i="1">
                                <a:latin typeface="Cambria Math" panose="02040503050406030204" pitchFamily="18" charset="0"/>
                              </a:rPr>
                              <m:t>𝑘</m:t>
                            </m:r>
                            <m:r>
                              <a:rPr lang="en-GB" altLang="zh-CN" b="0" i="1" smtClean="0">
                                <a:latin typeface="Cambria Math" panose="02040503050406030204" pitchFamily="18" charset="0"/>
                              </a:rPr>
                              <m:t>−1</m:t>
                            </m:r>
                          </m:sub>
                        </m:sSub>
                        <m:r>
                          <a:rPr lang="en-GB" altLang="zh-CN" b="0" i="1" smtClean="0">
                            <a:latin typeface="Cambria Math" panose="02040503050406030204" pitchFamily="18" charset="0"/>
                          </a:rPr>
                          <m:t>, </m:t>
                        </m:r>
                        <m:sSub>
                          <m:sSubPr>
                            <m:ctrlPr>
                              <a:rPr lang="en-GB" altLang="zh-CN" b="0" i="1" smtClean="0">
                                <a:latin typeface="Cambria Math" panose="02040503050406030204" pitchFamily="18" charset="0"/>
                              </a:rPr>
                            </m:ctrlPr>
                          </m:sSubPr>
                          <m:e>
                            <m:r>
                              <a:rPr lang="en-GB" altLang="zh-CN" b="0" i="1" smtClean="0">
                                <a:latin typeface="Cambria Math" panose="02040503050406030204" pitchFamily="18" charset="0"/>
                              </a:rPr>
                              <m:t>𝑢</m:t>
                            </m:r>
                          </m:e>
                          <m:sub>
                            <m:r>
                              <a:rPr lang="en-GB" altLang="zh-CN" b="0" i="1" smtClean="0">
                                <a:latin typeface="Cambria Math" panose="02040503050406030204" pitchFamily="18" charset="0"/>
                              </a:rPr>
                              <m:t>𝑘</m:t>
                            </m:r>
                          </m:sub>
                        </m:sSub>
                      </m:e>
                    </m:d>
                  </m:oMath>
                </a14:m>
                <a:r>
                  <a:rPr lang="en-GB" dirty="0"/>
                  <a:t> </a:t>
                </a:r>
              </a:p>
              <a:p>
                <a:r>
                  <a:rPr lang="en-GB" dirty="0"/>
                  <a:t>Here, </a:t>
                </a:r>
                <a14:m>
                  <m:oMath xmlns:m="http://schemas.openxmlformats.org/officeDocument/2006/math">
                    <m:r>
                      <a:rPr lang="en-GB" altLang="zh-CN" b="0" i="1" smtClean="0">
                        <a:latin typeface="Cambria Math" panose="02040503050406030204" pitchFamily="18" charset="0"/>
                      </a:rPr>
                      <m:t>𝑓</m:t>
                    </m:r>
                    <m:r>
                      <a:rPr lang="en-GB" altLang="zh-CN" b="0" i="1" smtClean="0">
                        <a:latin typeface="Cambria Math" panose="02040503050406030204" pitchFamily="18" charset="0"/>
                      </a:rPr>
                      <m:t>()</m:t>
                    </m:r>
                  </m:oMath>
                </a14:m>
                <a:r>
                  <a:rPr lang="en-GB" dirty="0"/>
                  <a:t> denote the Kalman Filter predicting process, </a:t>
                </a:r>
                <a14:m>
                  <m:oMath xmlns:m="http://schemas.openxmlformats.org/officeDocument/2006/math">
                    <m:sSub>
                      <m:sSubPr>
                        <m:ctrlPr>
                          <a:rPr lang="en-GB" altLang="zh-CN" i="1">
                            <a:latin typeface="Cambria Math" panose="02040503050406030204" pitchFamily="18" charset="0"/>
                          </a:rPr>
                        </m:ctrlPr>
                      </m:sSubPr>
                      <m:e>
                        <m:acc>
                          <m:accPr>
                            <m:chr m:val="̂"/>
                            <m:ctrlPr>
                              <a:rPr lang="en-GB" altLang="zh-CN" i="1">
                                <a:latin typeface="Cambria Math" panose="02040503050406030204" pitchFamily="18" charset="0"/>
                              </a:rPr>
                            </m:ctrlPr>
                          </m:accPr>
                          <m:e>
                            <m:r>
                              <a:rPr lang="en-GB" altLang="zh-CN" i="1">
                                <a:latin typeface="Cambria Math" panose="02040503050406030204" pitchFamily="18" charset="0"/>
                              </a:rPr>
                              <m:t>𝑥</m:t>
                            </m:r>
                          </m:e>
                        </m:acc>
                      </m:e>
                      <m:sub>
                        <m:r>
                          <a:rPr lang="en-GB" altLang="zh-CN" i="1">
                            <a:latin typeface="Cambria Math" panose="02040503050406030204" pitchFamily="18" charset="0"/>
                          </a:rPr>
                          <m:t>𝑘</m:t>
                        </m:r>
                        <m:r>
                          <a:rPr lang="en-GB" altLang="zh-CN" i="1">
                            <a:latin typeface="Cambria Math" panose="02040503050406030204" pitchFamily="18" charset="0"/>
                          </a:rPr>
                          <m:t>−1</m:t>
                        </m:r>
                      </m:sub>
                    </m:sSub>
                  </m:oMath>
                </a14:m>
                <a:r>
                  <a:rPr lang="en-GB" dirty="0"/>
                  <a:t> denotes the previous state, and </a:t>
                </a:r>
                <a14:m>
                  <m:oMath xmlns:m="http://schemas.openxmlformats.org/officeDocument/2006/math">
                    <m:sSub>
                      <m:sSubPr>
                        <m:ctrlPr>
                          <a:rPr lang="en-GB" altLang="zh-CN" i="1">
                            <a:latin typeface="Cambria Math" panose="02040503050406030204" pitchFamily="18" charset="0"/>
                          </a:rPr>
                        </m:ctrlPr>
                      </m:sSubPr>
                      <m:e>
                        <m:r>
                          <a:rPr lang="en-GB" altLang="zh-CN" i="1">
                            <a:latin typeface="Cambria Math" panose="02040503050406030204" pitchFamily="18" charset="0"/>
                          </a:rPr>
                          <m:t>𝑢</m:t>
                        </m:r>
                      </m:e>
                      <m:sub>
                        <m:r>
                          <a:rPr lang="en-GB" altLang="zh-CN" i="1">
                            <a:latin typeface="Cambria Math" panose="02040503050406030204" pitchFamily="18" charset="0"/>
                          </a:rPr>
                          <m:t>𝑘</m:t>
                        </m:r>
                      </m:sub>
                    </m:sSub>
                  </m:oMath>
                </a14:m>
                <a:r>
                  <a:rPr lang="en-GB" dirty="0"/>
                  <a:t> is the control input.</a:t>
                </a:r>
              </a:p>
            </p:txBody>
          </p:sp>
        </mc:Choice>
        <mc:Fallback xmlns="">
          <p:sp>
            <p:nvSpPr>
              <p:cNvPr id="6" name="文本占位符 5">
                <a:extLst>
                  <a:ext uri="{FF2B5EF4-FFF2-40B4-BE49-F238E27FC236}">
                    <a16:creationId xmlns:a16="http://schemas.microsoft.com/office/drawing/2014/main" id="{F26AF3AB-F8A7-E5AF-9579-53E06432B134}"/>
                  </a:ext>
                </a:extLst>
              </p:cNvPr>
              <p:cNvSpPr>
                <a:spLocks noGrp="1" noRot="1" noChangeAspect="1" noMove="1" noResize="1" noEditPoints="1" noAdjustHandles="1" noChangeArrowheads="1" noChangeShapeType="1" noTextEdit="1"/>
              </p:cNvSpPr>
              <p:nvPr>
                <p:ph type="body" sz="quarter" idx="10"/>
              </p:nvPr>
            </p:nvSpPr>
            <p:spPr>
              <a:xfrm>
                <a:off x="628650" y="1465264"/>
                <a:ext cx="7732713" cy="2149194"/>
              </a:xfrm>
              <a:blipFill>
                <a:blip r:embed="rId2"/>
                <a:stretch>
                  <a:fillRect l="-328" t="-235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 name="椭圆 1">
                <a:extLst>
                  <a:ext uri="{FF2B5EF4-FFF2-40B4-BE49-F238E27FC236}">
                    <a16:creationId xmlns:a16="http://schemas.microsoft.com/office/drawing/2014/main" id="{0D57ED44-BD02-E724-7FFB-BDBCE9DD1A1E}"/>
                  </a:ext>
                </a:extLst>
              </p:cNvPr>
              <p:cNvSpPr/>
              <p:nvPr/>
            </p:nvSpPr>
            <p:spPr>
              <a:xfrm>
                <a:off x="3111871" y="3832973"/>
                <a:ext cx="437030" cy="437030"/>
              </a:xfrm>
              <a:prstGeom prst="ellipse">
                <a:avLst/>
              </a:prstGeom>
              <a:solidFill>
                <a:schemeClr val="tx2">
                  <a:lumMod val="20000"/>
                  <a:lumOff val="80000"/>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sSub>
                        <m:sSubPr>
                          <m:ctrlPr>
                            <a:rPr lang="en-GB" altLang="zh-CN" sz="1600" i="1" smtClean="0">
                              <a:solidFill>
                                <a:schemeClr val="tx1"/>
                              </a:solidFill>
                              <a:latin typeface="Cambria Math" panose="02040503050406030204" pitchFamily="18" charset="0"/>
                            </a:rPr>
                          </m:ctrlPr>
                        </m:sSubPr>
                        <m:e>
                          <m:r>
                            <a:rPr lang="en-GB" altLang="zh-CN" sz="1600" b="0" i="1" smtClean="0">
                              <a:solidFill>
                                <a:schemeClr val="tx1"/>
                              </a:solidFill>
                              <a:latin typeface="Cambria Math" panose="02040503050406030204" pitchFamily="18" charset="0"/>
                            </a:rPr>
                            <m:t>𝑥</m:t>
                          </m:r>
                        </m:e>
                        <m:sub>
                          <m:r>
                            <a:rPr lang="en-GB" altLang="zh-CN" sz="1600" b="0" i="1" smtClean="0">
                              <a:solidFill>
                                <a:schemeClr val="tx1"/>
                              </a:solidFill>
                              <a:latin typeface="Cambria Math" panose="02040503050406030204" pitchFamily="18" charset="0"/>
                            </a:rPr>
                            <m:t>1</m:t>
                          </m:r>
                        </m:sub>
                      </m:sSub>
                    </m:oMath>
                  </m:oMathPara>
                </a14:m>
                <a:endParaRPr lang="en-GB" sz="1600" dirty="0">
                  <a:solidFill>
                    <a:schemeClr val="tx1"/>
                  </a:solidFill>
                </a:endParaRPr>
              </a:p>
            </p:txBody>
          </p:sp>
        </mc:Choice>
        <mc:Fallback xmlns="">
          <p:sp>
            <p:nvSpPr>
              <p:cNvPr id="2" name="椭圆 1">
                <a:extLst>
                  <a:ext uri="{FF2B5EF4-FFF2-40B4-BE49-F238E27FC236}">
                    <a16:creationId xmlns:a16="http://schemas.microsoft.com/office/drawing/2014/main" id="{0D57ED44-BD02-E724-7FFB-BDBCE9DD1A1E}"/>
                  </a:ext>
                </a:extLst>
              </p:cNvPr>
              <p:cNvSpPr>
                <a:spLocks noRot="1" noChangeAspect="1" noMove="1" noResize="1" noEditPoints="1" noAdjustHandles="1" noChangeArrowheads="1" noChangeShapeType="1" noTextEdit="1"/>
              </p:cNvSpPr>
              <p:nvPr/>
            </p:nvSpPr>
            <p:spPr>
              <a:xfrm>
                <a:off x="3111871" y="3832973"/>
                <a:ext cx="437030" cy="437030"/>
              </a:xfrm>
              <a:prstGeom prst="ellipse">
                <a:avLst/>
              </a:prstGeom>
              <a:blipFill>
                <a:blip r:embed="rId3"/>
                <a:stretch>
                  <a:fillRect/>
                </a:stretch>
              </a:blipFill>
              <a:ln>
                <a:solidFill>
                  <a:schemeClr val="tx2"/>
                </a:solid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 name="椭圆 2">
                <a:extLst>
                  <a:ext uri="{FF2B5EF4-FFF2-40B4-BE49-F238E27FC236}">
                    <a16:creationId xmlns:a16="http://schemas.microsoft.com/office/drawing/2014/main" id="{F0DF4099-1AC9-AB4A-8108-046FF85A1859}"/>
                  </a:ext>
                </a:extLst>
              </p:cNvPr>
              <p:cNvSpPr/>
              <p:nvPr/>
            </p:nvSpPr>
            <p:spPr>
              <a:xfrm>
                <a:off x="4294091" y="3832973"/>
                <a:ext cx="437030" cy="437030"/>
              </a:xfrm>
              <a:prstGeom prst="ellipse">
                <a:avLst/>
              </a:prstGeom>
              <a:solidFill>
                <a:schemeClr val="tx2">
                  <a:lumMod val="20000"/>
                  <a:lumOff val="80000"/>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sSub>
                        <m:sSubPr>
                          <m:ctrlPr>
                            <a:rPr lang="en-GB" altLang="zh-CN" sz="1600" i="1" smtClean="0">
                              <a:solidFill>
                                <a:schemeClr val="tx1"/>
                              </a:solidFill>
                              <a:latin typeface="Cambria Math" panose="02040503050406030204" pitchFamily="18" charset="0"/>
                            </a:rPr>
                          </m:ctrlPr>
                        </m:sSubPr>
                        <m:e>
                          <m:r>
                            <a:rPr lang="en-GB" altLang="zh-CN" sz="1600" b="0" i="1" smtClean="0">
                              <a:solidFill>
                                <a:schemeClr val="tx1"/>
                              </a:solidFill>
                              <a:latin typeface="Cambria Math" panose="02040503050406030204" pitchFamily="18" charset="0"/>
                            </a:rPr>
                            <m:t>𝑥</m:t>
                          </m:r>
                        </m:e>
                        <m:sub>
                          <m:r>
                            <a:rPr lang="en-GB" altLang="zh-CN" sz="1600" b="0" i="1" smtClean="0">
                              <a:solidFill>
                                <a:schemeClr val="tx1"/>
                              </a:solidFill>
                              <a:latin typeface="Cambria Math" panose="02040503050406030204" pitchFamily="18" charset="0"/>
                            </a:rPr>
                            <m:t>2</m:t>
                          </m:r>
                        </m:sub>
                      </m:sSub>
                    </m:oMath>
                  </m:oMathPara>
                </a14:m>
                <a:endParaRPr lang="en-GB" sz="1600" dirty="0">
                  <a:solidFill>
                    <a:schemeClr val="tx1"/>
                  </a:solidFill>
                </a:endParaRPr>
              </a:p>
            </p:txBody>
          </p:sp>
        </mc:Choice>
        <mc:Fallback xmlns="">
          <p:sp>
            <p:nvSpPr>
              <p:cNvPr id="3" name="椭圆 2">
                <a:extLst>
                  <a:ext uri="{FF2B5EF4-FFF2-40B4-BE49-F238E27FC236}">
                    <a16:creationId xmlns:a16="http://schemas.microsoft.com/office/drawing/2014/main" id="{F0DF4099-1AC9-AB4A-8108-046FF85A1859}"/>
                  </a:ext>
                </a:extLst>
              </p:cNvPr>
              <p:cNvSpPr>
                <a:spLocks noRot="1" noChangeAspect="1" noMove="1" noResize="1" noEditPoints="1" noAdjustHandles="1" noChangeArrowheads="1" noChangeShapeType="1" noTextEdit="1"/>
              </p:cNvSpPr>
              <p:nvPr/>
            </p:nvSpPr>
            <p:spPr>
              <a:xfrm>
                <a:off x="4294091" y="3832973"/>
                <a:ext cx="437030" cy="437030"/>
              </a:xfrm>
              <a:prstGeom prst="ellipse">
                <a:avLst/>
              </a:prstGeom>
              <a:blipFill>
                <a:blip r:embed="rId4"/>
                <a:stretch>
                  <a:fillRect/>
                </a:stretch>
              </a:blipFill>
              <a:ln>
                <a:solidFill>
                  <a:schemeClr val="tx2"/>
                </a:solid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 name="椭圆 3">
                <a:extLst>
                  <a:ext uri="{FF2B5EF4-FFF2-40B4-BE49-F238E27FC236}">
                    <a16:creationId xmlns:a16="http://schemas.microsoft.com/office/drawing/2014/main" id="{22F48932-01BA-C385-3DAA-4F36FB086425}"/>
                  </a:ext>
                </a:extLst>
              </p:cNvPr>
              <p:cNvSpPr/>
              <p:nvPr/>
            </p:nvSpPr>
            <p:spPr>
              <a:xfrm>
                <a:off x="5476310" y="3832973"/>
                <a:ext cx="437030" cy="437030"/>
              </a:xfrm>
              <a:prstGeom prst="ellipse">
                <a:avLst/>
              </a:prstGeom>
              <a:solidFill>
                <a:schemeClr val="tx2">
                  <a:lumMod val="20000"/>
                  <a:lumOff val="80000"/>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sSub>
                        <m:sSubPr>
                          <m:ctrlPr>
                            <a:rPr lang="en-GB" altLang="zh-CN" sz="1600" i="1" smtClean="0">
                              <a:solidFill>
                                <a:schemeClr val="tx1"/>
                              </a:solidFill>
                              <a:latin typeface="Cambria Math" panose="02040503050406030204" pitchFamily="18" charset="0"/>
                            </a:rPr>
                          </m:ctrlPr>
                        </m:sSubPr>
                        <m:e>
                          <m:r>
                            <a:rPr lang="en-GB" altLang="zh-CN" sz="1600" b="0" i="1" smtClean="0">
                              <a:solidFill>
                                <a:schemeClr val="tx1"/>
                              </a:solidFill>
                              <a:latin typeface="Cambria Math" panose="02040503050406030204" pitchFamily="18" charset="0"/>
                            </a:rPr>
                            <m:t>𝑥</m:t>
                          </m:r>
                        </m:e>
                        <m:sub>
                          <m:r>
                            <a:rPr lang="en-GB" altLang="zh-CN" sz="1600" b="0" i="1" smtClean="0">
                              <a:solidFill>
                                <a:schemeClr val="tx1"/>
                              </a:solidFill>
                              <a:latin typeface="Cambria Math" panose="02040503050406030204" pitchFamily="18" charset="0"/>
                            </a:rPr>
                            <m:t>3</m:t>
                          </m:r>
                        </m:sub>
                      </m:sSub>
                    </m:oMath>
                  </m:oMathPara>
                </a14:m>
                <a:endParaRPr lang="en-GB" sz="1600" dirty="0">
                  <a:solidFill>
                    <a:schemeClr val="tx1"/>
                  </a:solidFill>
                </a:endParaRPr>
              </a:p>
            </p:txBody>
          </p:sp>
        </mc:Choice>
        <mc:Fallback xmlns="">
          <p:sp>
            <p:nvSpPr>
              <p:cNvPr id="4" name="椭圆 3">
                <a:extLst>
                  <a:ext uri="{FF2B5EF4-FFF2-40B4-BE49-F238E27FC236}">
                    <a16:creationId xmlns:a16="http://schemas.microsoft.com/office/drawing/2014/main" id="{22F48932-01BA-C385-3DAA-4F36FB086425}"/>
                  </a:ext>
                </a:extLst>
              </p:cNvPr>
              <p:cNvSpPr>
                <a:spLocks noRot="1" noChangeAspect="1" noMove="1" noResize="1" noEditPoints="1" noAdjustHandles="1" noChangeArrowheads="1" noChangeShapeType="1" noTextEdit="1"/>
              </p:cNvSpPr>
              <p:nvPr/>
            </p:nvSpPr>
            <p:spPr>
              <a:xfrm>
                <a:off x="5476310" y="3832973"/>
                <a:ext cx="437030" cy="437030"/>
              </a:xfrm>
              <a:prstGeom prst="ellipse">
                <a:avLst/>
              </a:prstGeom>
              <a:blipFill>
                <a:blip r:embed="rId5"/>
                <a:stretch>
                  <a:fillRect/>
                </a:stretch>
              </a:blipFill>
              <a:ln>
                <a:solidFill>
                  <a:schemeClr val="tx2"/>
                </a:solidFill>
              </a:ln>
            </p:spPr>
            <p:txBody>
              <a:bodyPr/>
              <a:lstStyle/>
              <a:p>
                <a:r>
                  <a:rPr lang="zh-CN" altLang="en-US">
                    <a:noFill/>
                  </a:rPr>
                  <a:t> </a:t>
                </a:r>
              </a:p>
            </p:txBody>
          </p:sp>
        </mc:Fallback>
      </mc:AlternateContent>
      <p:cxnSp>
        <p:nvCxnSpPr>
          <p:cNvPr id="7" name="直线箭头连接符 6">
            <a:extLst>
              <a:ext uri="{FF2B5EF4-FFF2-40B4-BE49-F238E27FC236}">
                <a16:creationId xmlns:a16="http://schemas.microsoft.com/office/drawing/2014/main" id="{89F54E81-001F-C5C8-E852-62AEFAB0C684}"/>
              </a:ext>
            </a:extLst>
          </p:cNvPr>
          <p:cNvCxnSpPr/>
          <p:nvPr/>
        </p:nvCxnSpPr>
        <p:spPr>
          <a:xfrm>
            <a:off x="2365311" y="4051488"/>
            <a:ext cx="745190" cy="0"/>
          </a:xfrm>
          <a:prstGeom prst="straightConnector1">
            <a:avLst/>
          </a:prstGeom>
          <a:ln w="19050">
            <a:solidFill>
              <a:schemeClr val="tx2"/>
            </a:solidFill>
            <a:tailEnd type="triangle"/>
          </a:ln>
        </p:spPr>
        <p:style>
          <a:lnRef idx="1">
            <a:schemeClr val="accent1"/>
          </a:lnRef>
          <a:fillRef idx="0">
            <a:schemeClr val="accent1"/>
          </a:fillRef>
          <a:effectRef idx="0">
            <a:schemeClr val="accent1"/>
          </a:effectRef>
          <a:fontRef idx="minor">
            <a:schemeClr val="tx1"/>
          </a:fontRef>
        </p:style>
      </p:cxnSp>
      <p:cxnSp>
        <p:nvCxnSpPr>
          <p:cNvPr id="8" name="直线箭头连接符 7">
            <a:extLst>
              <a:ext uri="{FF2B5EF4-FFF2-40B4-BE49-F238E27FC236}">
                <a16:creationId xmlns:a16="http://schemas.microsoft.com/office/drawing/2014/main" id="{9AE97688-7493-FE2F-CAD4-ED323FCCC79A}"/>
              </a:ext>
            </a:extLst>
          </p:cNvPr>
          <p:cNvCxnSpPr/>
          <p:nvPr/>
        </p:nvCxnSpPr>
        <p:spPr>
          <a:xfrm>
            <a:off x="3547530" y="4051488"/>
            <a:ext cx="745190" cy="0"/>
          </a:xfrm>
          <a:prstGeom prst="straightConnector1">
            <a:avLst/>
          </a:prstGeom>
          <a:ln w="19050">
            <a:solidFill>
              <a:schemeClr val="tx2"/>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9" name="文本框 8">
                <a:extLst>
                  <a:ext uri="{FF2B5EF4-FFF2-40B4-BE49-F238E27FC236}">
                    <a16:creationId xmlns:a16="http://schemas.microsoft.com/office/drawing/2014/main" id="{51FCF0A3-A0E6-E127-B48A-6B4A0A38A873}"/>
                  </a:ext>
                </a:extLst>
              </p:cNvPr>
              <p:cNvSpPr txBox="1"/>
              <p:nvPr/>
            </p:nvSpPr>
            <p:spPr>
              <a:xfrm>
                <a:off x="2506365" y="3712934"/>
                <a:ext cx="438517" cy="33855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GB" altLang="zh-CN" sz="1600" b="0" i="1" smtClean="0">
                              <a:solidFill>
                                <a:schemeClr val="tx1"/>
                              </a:solidFill>
                              <a:latin typeface="Cambria Math" panose="02040503050406030204" pitchFamily="18" charset="0"/>
                            </a:rPr>
                          </m:ctrlPr>
                        </m:sSubPr>
                        <m:e>
                          <m:r>
                            <a:rPr lang="en-GB" altLang="zh-CN" sz="1600" b="0" i="1" smtClean="0">
                              <a:solidFill>
                                <a:schemeClr val="tx1"/>
                              </a:solidFill>
                              <a:latin typeface="Cambria Math" panose="02040503050406030204" pitchFamily="18" charset="0"/>
                            </a:rPr>
                            <m:t>𝑢</m:t>
                          </m:r>
                        </m:e>
                        <m:sub>
                          <m:r>
                            <a:rPr lang="en-GB" altLang="zh-CN" sz="1600" b="0" i="1" smtClean="0">
                              <a:solidFill>
                                <a:schemeClr val="tx1"/>
                              </a:solidFill>
                              <a:latin typeface="Cambria Math" panose="02040503050406030204" pitchFamily="18" charset="0"/>
                            </a:rPr>
                            <m:t>1</m:t>
                          </m:r>
                        </m:sub>
                      </m:sSub>
                    </m:oMath>
                  </m:oMathPara>
                </a14:m>
                <a:endParaRPr lang="en-GB" sz="1600" dirty="0">
                  <a:solidFill>
                    <a:schemeClr val="tx1"/>
                  </a:solidFill>
                </a:endParaRPr>
              </a:p>
            </p:txBody>
          </p:sp>
        </mc:Choice>
        <mc:Fallback xmlns="">
          <p:sp>
            <p:nvSpPr>
              <p:cNvPr id="9" name="文本框 8">
                <a:extLst>
                  <a:ext uri="{FF2B5EF4-FFF2-40B4-BE49-F238E27FC236}">
                    <a16:creationId xmlns:a16="http://schemas.microsoft.com/office/drawing/2014/main" id="{51FCF0A3-A0E6-E127-B48A-6B4A0A38A873}"/>
                  </a:ext>
                </a:extLst>
              </p:cNvPr>
              <p:cNvSpPr txBox="1">
                <a:spLocks noRot="1" noChangeAspect="1" noMove="1" noResize="1" noEditPoints="1" noAdjustHandles="1" noChangeArrowheads="1" noChangeShapeType="1" noTextEdit="1"/>
              </p:cNvSpPr>
              <p:nvPr/>
            </p:nvSpPr>
            <p:spPr>
              <a:xfrm>
                <a:off x="2506365" y="3712934"/>
                <a:ext cx="438517" cy="338554"/>
              </a:xfrm>
              <a:prstGeom prst="rect">
                <a:avLst/>
              </a:prstGeom>
              <a:blipFill>
                <a:blip r:embed="rId6"/>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0" name="文本框 9">
                <a:extLst>
                  <a:ext uri="{FF2B5EF4-FFF2-40B4-BE49-F238E27FC236}">
                    <a16:creationId xmlns:a16="http://schemas.microsoft.com/office/drawing/2014/main" id="{EA12C6CD-56EE-20CE-EDAC-BC84A2E99BE8}"/>
                  </a:ext>
                </a:extLst>
              </p:cNvPr>
              <p:cNvSpPr txBox="1"/>
              <p:nvPr/>
            </p:nvSpPr>
            <p:spPr>
              <a:xfrm>
                <a:off x="3700866" y="3712934"/>
                <a:ext cx="443263" cy="33855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GB" altLang="zh-CN" sz="1600" b="0" i="1" smtClean="0">
                              <a:solidFill>
                                <a:schemeClr val="tx1"/>
                              </a:solidFill>
                              <a:latin typeface="Cambria Math" panose="02040503050406030204" pitchFamily="18" charset="0"/>
                            </a:rPr>
                          </m:ctrlPr>
                        </m:sSubPr>
                        <m:e>
                          <m:r>
                            <a:rPr lang="en-GB" altLang="zh-CN" sz="1600" b="0" i="1" smtClean="0">
                              <a:solidFill>
                                <a:schemeClr val="tx1"/>
                              </a:solidFill>
                              <a:latin typeface="Cambria Math" panose="02040503050406030204" pitchFamily="18" charset="0"/>
                            </a:rPr>
                            <m:t>𝑢</m:t>
                          </m:r>
                        </m:e>
                        <m:sub>
                          <m:r>
                            <a:rPr lang="en-GB" altLang="zh-CN" sz="1600" b="0" i="1" smtClean="0">
                              <a:solidFill>
                                <a:schemeClr val="tx1"/>
                              </a:solidFill>
                              <a:latin typeface="Cambria Math" panose="02040503050406030204" pitchFamily="18" charset="0"/>
                            </a:rPr>
                            <m:t>2</m:t>
                          </m:r>
                        </m:sub>
                      </m:sSub>
                    </m:oMath>
                  </m:oMathPara>
                </a14:m>
                <a:endParaRPr lang="en-GB" sz="1600" dirty="0">
                  <a:solidFill>
                    <a:schemeClr val="tx1"/>
                  </a:solidFill>
                </a:endParaRPr>
              </a:p>
            </p:txBody>
          </p:sp>
        </mc:Choice>
        <mc:Fallback xmlns="">
          <p:sp>
            <p:nvSpPr>
              <p:cNvPr id="10" name="文本框 9">
                <a:extLst>
                  <a:ext uri="{FF2B5EF4-FFF2-40B4-BE49-F238E27FC236}">
                    <a16:creationId xmlns:a16="http://schemas.microsoft.com/office/drawing/2014/main" id="{EA12C6CD-56EE-20CE-EDAC-BC84A2E99BE8}"/>
                  </a:ext>
                </a:extLst>
              </p:cNvPr>
              <p:cNvSpPr txBox="1">
                <a:spLocks noRot="1" noChangeAspect="1" noMove="1" noResize="1" noEditPoints="1" noAdjustHandles="1" noChangeArrowheads="1" noChangeShapeType="1" noTextEdit="1"/>
              </p:cNvSpPr>
              <p:nvPr/>
            </p:nvSpPr>
            <p:spPr>
              <a:xfrm>
                <a:off x="3700866" y="3712934"/>
                <a:ext cx="443263" cy="338554"/>
              </a:xfrm>
              <a:prstGeom prst="rect">
                <a:avLst/>
              </a:prstGeom>
              <a:blipFill>
                <a:blip r:embed="rId7"/>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1" name="椭圆 10">
                <a:extLst>
                  <a:ext uri="{FF2B5EF4-FFF2-40B4-BE49-F238E27FC236}">
                    <a16:creationId xmlns:a16="http://schemas.microsoft.com/office/drawing/2014/main" id="{22F056C5-B4F2-D4CC-23C5-0F158021D98D}"/>
                  </a:ext>
                </a:extLst>
              </p:cNvPr>
              <p:cNvSpPr/>
              <p:nvPr/>
            </p:nvSpPr>
            <p:spPr>
              <a:xfrm>
                <a:off x="3111871" y="4532220"/>
                <a:ext cx="437030" cy="437030"/>
              </a:xfrm>
              <a:prstGeom prst="ellipse">
                <a:avLst/>
              </a:prstGeom>
              <a:solidFill>
                <a:schemeClr val="accent6">
                  <a:lumMod val="20000"/>
                  <a:lumOff val="80000"/>
                </a:schemeClr>
              </a:solidFill>
              <a:ln>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sSub>
                        <m:sSubPr>
                          <m:ctrlPr>
                            <a:rPr lang="en-GB" altLang="zh-CN" sz="1600" i="1" smtClean="0">
                              <a:solidFill>
                                <a:schemeClr val="tx1"/>
                              </a:solidFill>
                              <a:latin typeface="Cambria Math" panose="02040503050406030204" pitchFamily="18" charset="0"/>
                            </a:rPr>
                          </m:ctrlPr>
                        </m:sSubPr>
                        <m:e>
                          <m:r>
                            <a:rPr lang="en-GB" altLang="zh-CN" sz="1600" b="0" i="1" smtClean="0">
                              <a:solidFill>
                                <a:schemeClr val="tx1"/>
                              </a:solidFill>
                              <a:latin typeface="Cambria Math" panose="02040503050406030204" pitchFamily="18" charset="0"/>
                            </a:rPr>
                            <m:t>𝑧</m:t>
                          </m:r>
                        </m:e>
                        <m:sub>
                          <m:r>
                            <a:rPr lang="en-GB" altLang="zh-CN" sz="1600" b="0" i="1" smtClean="0">
                              <a:solidFill>
                                <a:schemeClr val="tx1"/>
                              </a:solidFill>
                              <a:latin typeface="Cambria Math" panose="02040503050406030204" pitchFamily="18" charset="0"/>
                            </a:rPr>
                            <m:t>1</m:t>
                          </m:r>
                        </m:sub>
                      </m:sSub>
                    </m:oMath>
                  </m:oMathPara>
                </a14:m>
                <a:endParaRPr lang="en-GB" sz="1600" dirty="0">
                  <a:solidFill>
                    <a:schemeClr val="tx1"/>
                  </a:solidFill>
                </a:endParaRPr>
              </a:p>
            </p:txBody>
          </p:sp>
        </mc:Choice>
        <mc:Fallback xmlns="">
          <p:sp>
            <p:nvSpPr>
              <p:cNvPr id="11" name="椭圆 10">
                <a:extLst>
                  <a:ext uri="{FF2B5EF4-FFF2-40B4-BE49-F238E27FC236}">
                    <a16:creationId xmlns:a16="http://schemas.microsoft.com/office/drawing/2014/main" id="{22F056C5-B4F2-D4CC-23C5-0F158021D98D}"/>
                  </a:ext>
                </a:extLst>
              </p:cNvPr>
              <p:cNvSpPr>
                <a:spLocks noRot="1" noChangeAspect="1" noMove="1" noResize="1" noEditPoints="1" noAdjustHandles="1" noChangeArrowheads="1" noChangeShapeType="1" noTextEdit="1"/>
              </p:cNvSpPr>
              <p:nvPr/>
            </p:nvSpPr>
            <p:spPr>
              <a:xfrm>
                <a:off x="3111871" y="4532220"/>
                <a:ext cx="437030" cy="437030"/>
              </a:xfrm>
              <a:prstGeom prst="ellipse">
                <a:avLst/>
              </a:prstGeom>
              <a:blipFill>
                <a:blip r:embed="rId8"/>
                <a:stretch>
                  <a:fillRect/>
                </a:stretch>
              </a:blipFill>
              <a:ln>
                <a:solidFill>
                  <a:schemeClr val="accent6"/>
                </a:solid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2" name="椭圆 11">
                <a:extLst>
                  <a:ext uri="{FF2B5EF4-FFF2-40B4-BE49-F238E27FC236}">
                    <a16:creationId xmlns:a16="http://schemas.microsoft.com/office/drawing/2014/main" id="{D84DCEA4-86ED-5A93-9CD3-DAFEC148E617}"/>
                  </a:ext>
                </a:extLst>
              </p:cNvPr>
              <p:cNvSpPr/>
              <p:nvPr/>
            </p:nvSpPr>
            <p:spPr>
              <a:xfrm>
                <a:off x="4294091" y="4532220"/>
                <a:ext cx="437030" cy="437030"/>
              </a:xfrm>
              <a:prstGeom prst="ellipse">
                <a:avLst/>
              </a:prstGeom>
              <a:solidFill>
                <a:schemeClr val="accent6">
                  <a:lumMod val="20000"/>
                  <a:lumOff val="80000"/>
                </a:schemeClr>
              </a:solidFill>
              <a:ln>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sSub>
                        <m:sSubPr>
                          <m:ctrlPr>
                            <a:rPr lang="en-GB" altLang="zh-CN" sz="1600" i="1" smtClean="0">
                              <a:solidFill>
                                <a:schemeClr val="tx1"/>
                              </a:solidFill>
                              <a:latin typeface="Cambria Math" panose="02040503050406030204" pitchFamily="18" charset="0"/>
                            </a:rPr>
                          </m:ctrlPr>
                        </m:sSubPr>
                        <m:e>
                          <m:r>
                            <a:rPr lang="en-GB" altLang="zh-CN" sz="1600" b="0" i="1" smtClean="0">
                              <a:solidFill>
                                <a:schemeClr val="tx1"/>
                              </a:solidFill>
                              <a:latin typeface="Cambria Math" panose="02040503050406030204" pitchFamily="18" charset="0"/>
                            </a:rPr>
                            <m:t>𝑧</m:t>
                          </m:r>
                        </m:e>
                        <m:sub>
                          <m:r>
                            <a:rPr lang="en-GB" altLang="zh-CN" sz="1600" b="0" i="1" smtClean="0">
                              <a:solidFill>
                                <a:schemeClr val="tx1"/>
                              </a:solidFill>
                              <a:latin typeface="Cambria Math" panose="02040503050406030204" pitchFamily="18" charset="0"/>
                            </a:rPr>
                            <m:t>2</m:t>
                          </m:r>
                        </m:sub>
                      </m:sSub>
                    </m:oMath>
                  </m:oMathPara>
                </a14:m>
                <a:endParaRPr lang="en-GB" sz="1600" dirty="0">
                  <a:solidFill>
                    <a:schemeClr val="tx1"/>
                  </a:solidFill>
                </a:endParaRPr>
              </a:p>
            </p:txBody>
          </p:sp>
        </mc:Choice>
        <mc:Fallback xmlns="">
          <p:sp>
            <p:nvSpPr>
              <p:cNvPr id="12" name="椭圆 11">
                <a:extLst>
                  <a:ext uri="{FF2B5EF4-FFF2-40B4-BE49-F238E27FC236}">
                    <a16:creationId xmlns:a16="http://schemas.microsoft.com/office/drawing/2014/main" id="{D84DCEA4-86ED-5A93-9CD3-DAFEC148E617}"/>
                  </a:ext>
                </a:extLst>
              </p:cNvPr>
              <p:cNvSpPr>
                <a:spLocks noRot="1" noChangeAspect="1" noMove="1" noResize="1" noEditPoints="1" noAdjustHandles="1" noChangeArrowheads="1" noChangeShapeType="1" noTextEdit="1"/>
              </p:cNvSpPr>
              <p:nvPr/>
            </p:nvSpPr>
            <p:spPr>
              <a:xfrm>
                <a:off x="4294091" y="4532220"/>
                <a:ext cx="437030" cy="437030"/>
              </a:xfrm>
              <a:prstGeom prst="ellipse">
                <a:avLst/>
              </a:prstGeom>
              <a:blipFill>
                <a:blip r:embed="rId9"/>
                <a:stretch>
                  <a:fillRect/>
                </a:stretch>
              </a:blipFill>
              <a:ln>
                <a:solidFill>
                  <a:schemeClr val="accent6"/>
                </a:solid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3" name="椭圆 12">
                <a:extLst>
                  <a:ext uri="{FF2B5EF4-FFF2-40B4-BE49-F238E27FC236}">
                    <a16:creationId xmlns:a16="http://schemas.microsoft.com/office/drawing/2014/main" id="{F1E80475-15B7-A499-1BEB-00C238FCF587}"/>
                  </a:ext>
                </a:extLst>
              </p:cNvPr>
              <p:cNvSpPr/>
              <p:nvPr/>
            </p:nvSpPr>
            <p:spPr>
              <a:xfrm>
                <a:off x="5476310" y="4532220"/>
                <a:ext cx="437030" cy="437030"/>
              </a:xfrm>
              <a:prstGeom prst="ellipse">
                <a:avLst/>
              </a:prstGeom>
              <a:solidFill>
                <a:schemeClr val="accent6">
                  <a:lumMod val="20000"/>
                  <a:lumOff val="80000"/>
                </a:schemeClr>
              </a:solidFill>
              <a:ln>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sSub>
                        <m:sSubPr>
                          <m:ctrlPr>
                            <a:rPr lang="en-GB" altLang="zh-CN" sz="1600" i="1" smtClean="0">
                              <a:solidFill>
                                <a:schemeClr val="tx1"/>
                              </a:solidFill>
                              <a:latin typeface="Cambria Math" panose="02040503050406030204" pitchFamily="18" charset="0"/>
                            </a:rPr>
                          </m:ctrlPr>
                        </m:sSubPr>
                        <m:e>
                          <m:r>
                            <a:rPr lang="en-GB" altLang="zh-CN" sz="1600" b="0" i="1" smtClean="0">
                              <a:solidFill>
                                <a:schemeClr val="tx1"/>
                              </a:solidFill>
                              <a:latin typeface="Cambria Math" panose="02040503050406030204" pitchFamily="18" charset="0"/>
                            </a:rPr>
                            <m:t>𝑧</m:t>
                          </m:r>
                        </m:e>
                        <m:sub>
                          <m:r>
                            <a:rPr lang="en-GB" altLang="zh-CN" sz="1600" b="0" i="1" smtClean="0">
                              <a:solidFill>
                                <a:schemeClr val="tx1"/>
                              </a:solidFill>
                              <a:latin typeface="Cambria Math" panose="02040503050406030204" pitchFamily="18" charset="0"/>
                            </a:rPr>
                            <m:t>3</m:t>
                          </m:r>
                        </m:sub>
                      </m:sSub>
                    </m:oMath>
                  </m:oMathPara>
                </a14:m>
                <a:endParaRPr lang="en-GB" sz="1600" dirty="0">
                  <a:solidFill>
                    <a:schemeClr val="tx1"/>
                  </a:solidFill>
                </a:endParaRPr>
              </a:p>
            </p:txBody>
          </p:sp>
        </mc:Choice>
        <mc:Fallback xmlns="">
          <p:sp>
            <p:nvSpPr>
              <p:cNvPr id="13" name="椭圆 12">
                <a:extLst>
                  <a:ext uri="{FF2B5EF4-FFF2-40B4-BE49-F238E27FC236}">
                    <a16:creationId xmlns:a16="http://schemas.microsoft.com/office/drawing/2014/main" id="{F1E80475-15B7-A499-1BEB-00C238FCF587}"/>
                  </a:ext>
                </a:extLst>
              </p:cNvPr>
              <p:cNvSpPr>
                <a:spLocks noRot="1" noChangeAspect="1" noMove="1" noResize="1" noEditPoints="1" noAdjustHandles="1" noChangeArrowheads="1" noChangeShapeType="1" noTextEdit="1"/>
              </p:cNvSpPr>
              <p:nvPr/>
            </p:nvSpPr>
            <p:spPr>
              <a:xfrm>
                <a:off x="5476310" y="4532220"/>
                <a:ext cx="437030" cy="437030"/>
              </a:xfrm>
              <a:prstGeom prst="ellipse">
                <a:avLst/>
              </a:prstGeom>
              <a:blipFill>
                <a:blip r:embed="rId10"/>
                <a:stretch>
                  <a:fillRect/>
                </a:stretch>
              </a:blipFill>
              <a:ln>
                <a:solidFill>
                  <a:schemeClr val="accent6"/>
                </a:solidFill>
              </a:ln>
            </p:spPr>
            <p:txBody>
              <a:bodyPr/>
              <a:lstStyle/>
              <a:p>
                <a:r>
                  <a:rPr lang="zh-CN" altLang="en-US">
                    <a:noFill/>
                  </a:rPr>
                  <a:t> </a:t>
                </a:r>
              </a:p>
            </p:txBody>
          </p:sp>
        </mc:Fallback>
      </mc:AlternateContent>
      <p:cxnSp>
        <p:nvCxnSpPr>
          <p:cNvPr id="14" name="直线箭头连接符 13">
            <a:extLst>
              <a:ext uri="{FF2B5EF4-FFF2-40B4-BE49-F238E27FC236}">
                <a16:creationId xmlns:a16="http://schemas.microsoft.com/office/drawing/2014/main" id="{F9DF3AAC-15D7-9D86-FA49-62160BD6BA4E}"/>
              </a:ext>
            </a:extLst>
          </p:cNvPr>
          <p:cNvCxnSpPr>
            <a:cxnSpLocks/>
            <a:stCxn id="2" idx="4"/>
            <a:endCxn id="11" idx="0"/>
          </p:cNvCxnSpPr>
          <p:nvPr/>
        </p:nvCxnSpPr>
        <p:spPr>
          <a:xfrm>
            <a:off x="3330386" y="4270003"/>
            <a:ext cx="0" cy="262217"/>
          </a:xfrm>
          <a:prstGeom prst="straightConnector1">
            <a:avLst/>
          </a:prstGeom>
          <a:ln w="19050">
            <a:solidFill>
              <a:schemeClr val="tx2"/>
            </a:solidFill>
            <a:tailEnd type="triangle"/>
          </a:ln>
        </p:spPr>
        <p:style>
          <a:lnRef idx="1">
            <a:schemeClr val="accent1"/>
          </a:lnRef>
          <a:fillRef idx="0">
            <a:schemeClr val="accent1"/>
          </a:fillRef>
          <a:effectRef idx="0">
            <a:schemeClr val="accent1"/>
          </a:effectRef>
          <a:fontRef idx="minor">
            <a:schemeClr val="tx1"/>
          </a:fontRef>
        </p:style>
      </p:cxnSp>
      <p:cxnSp>
        <p:nvCxnSpPr>
          <p:cNvPr id="15" name="直线箭头连接符 14">
            <a:extLst>
              <a:ext uri="{FF2B5EF4-FFF2-40B4-BE49-F238E27FC236}">
                <a16:creationId xmlns:a16="http://schemas.microsoft.com/office/drawing/2014/main" id="{FB38D743-0D3B-9DD7-11CF-B12E4A60A325}"/>
              </a:ext>
            </a:extLst>
          </p:cNvPr>
          <p:cNvCxnSpPr>
            <a:cxnSpLocks/>
            <a:stCxn id="3" idx="4"/>
            <a:endCxn id="12" idx="0"/>
          </p:cNvCxnSpPr>
          <p:nvPr/>
        </p:nvCxnSpPr>
        <p:spPr>
          <a:xfrm>
            <a:off x="4512606" y="4270003"/>
            <a:ext cx="0" cy="262217"/>
          </a:xfrm>
          <a:prstGeom prst="straightConnector1">
            <a:avLst/>
          </a:prstGeom>
          <a:ln w="19050">
            <a:solidFill>
              <a:schemeClr val="tx2"/>
            </a:solidFill>
            <a:tailEnd type="triangle"/>
          </a:ln>
        </p:spPr>
        <p:style>
          <a:lnRef idx="1">
            <a:schemeClr val="accent1"/>
          </a:lnRef>
          <a:fillRef idx="0">
            <a:schemeClr val="accent1"/>
          </a:fillRef>
          <a:effectRef idx="0">
            <a:schemeClr val="accent1"/>
          </a:effectRef>
          <a:fontRef idx="minor">
            <a:schemeClr val="tx1"/>
          </a:fontRef>
        </p:style>
      </p:cxnSp>
      <p:cxnSp>
        <p:nvCxnSpPr>
          <p:cNvPr id="16" name="直线箭头连接符 15">
            <a:extLst>
              <a:ext uri="{FF2B5EF4-FFF2-40B4-BE49-F238E27FC236}">
                <a16:creationId xmlns:a16="http://schemas.microsoft.com/office/drawing/2014/main" id="{4B0FDA93-113A-C32F-89E6-8C7C3E478E2A}"/>
              </a:ext>
            </a:extLst>
          </p:cNvPr>
          <p:cNvCxnSpPr>
            <a:cxnSpLocks/>
            <a:stCxn id="4" idx="4"/>
            <a:endCxn id="13" idx="0"/>
          </p:cNvCxnSpPr>
          <p:nvPr/>
        </p:nvCxnSpPr>
        <p:spPr>
          <a:xfrm>
            <a:off x="5694825" y="4270003"/>
            <a:ext cx="0" cy="262217"/>
          </a:xfrm>
          <a:prstGeom prst="straightConnector1">
            <a:avLst/>
          </a:prstGeom>
          <a:ln w="19050">
            <a:solidFill>
              <a:schemeClr val="tx2"/>
            </a:solidFill>
            <a:tailEnd type="triangle"/>
          </a:ln>
        </p:spPr>
        <p:style>
          <a:lnRef idx="1">
            <a:schemeClr val="accent1"/>
          </a:lnRef>
          <a:fillRef idx="0">
            <a:schemeClr val="accent1"/>
          </a:fillRef>
          <a:effectRef idx="0">
            <a:schemeClr val="accent1"/>
          </a:effectRef>
          <a:fontRef idx="minor">
            <a:schemeClr val="tx1"/>
          </a:fontRef>
        </p:style>
      </p:cxnSp>
      <p:cxnSp>
        <p:nvCxnSpPr>
          <p:cNvPr id="17" name="直线箭头连接符 16">
            <a:extLst>
              <a:ext uri="{FF2B5EF4-FFF2-40B4-BE49-F238E27FC236}">
                <a16:creationId xmlns:a16="http://schemas.microsoft.com/office/drawing/2014/main" id="{04800179-AA5F-215B-F93E-2EFA1FD99E5C}"/>
              </a:ext>
            </a:extLst>
          </p:cNvPr>
          <p:cNvCxnSpPr/>
          <p:nvPr/>
        </p:nvCxnSpPr>
        <p:spPr>
          <a:xfrm>
            <a:off x="4729750" y="4051488"/>
            <a:ext cx="745190" cy="0"/>
          </a:xfrm>
          <a:prstGeom prst="straightConnector1">
            <a:avLst/>
          </a:prstGeom>
          <a:ln w="19050">
            <a:solidFill>
              <a:schemeClr val="tx2"/>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8" name="文本框 17">
                <a:extLst>
                  <a:ext uri="{FF2B5EF4-FFF2-40B4-BE49-F238E27FC236}">
                    <a16:creationId xmlns:a16="http://schemas.microsoft.com/office/drawing/2014/main" id="{668A1F90-553B-0D8C-F6BD-D9466C051D8B}"/>
                  </a:ext>
                </a:extLst>
              </p:cNvPr>
              <p:cNvSpPr txBox="1"/>
              <p:nvPr/>
            </p:nvSpPr>
            <p:spPr>
              <a:xfrm>
                <a:off x="4883086" y="3712934"/>
                <a:ext cx="443263" cy="33855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GB" altLang="zh-CN" sz="1600" b="0" i="1" smtClean="0">
                              <a:solidFill>
                                <a:schemeClr val="tx1"/>
                              </a:solidFill>
                              <a:latin typeface="Cambria Math" panose="02040503050406030204" pitchFamily="18" charset="0"/>
                            </a:rPr>
                          </m:ctrlPr>
                        </m:sSubPr>
                        <m:e>
                          <m:r>
                            <a:rPr lang="en-GB" altLang="zh-CN" sz="1600" b="0" i="1" smtClean="0">
                              <a:solidFill>
                                <a:schemeClr val="tx1"/>
                              </a:solidFill>
                              <a:latin typeface="Cambria Math" panose="02040503050406030204" pitchFamily="18" charset="0"/>
                            </a:rPr>
                            <m:t>𝑢</m:t>
                          </m:r>
                        </m:e>
                        <m:sub>
                          <m:r>
                            <a:rPr lang="en-GB" altLang="zh-CN" sz="1600" b="0" i="1" smtClean="0">
                              <a:solidFill>
                                <a:schemeClr val="tx1"/>
                              </a:solidFill>
                              <a:latin typeface="Cambria Math" panose="02040503050406030204" pitchFamily="18" charset="0"/>
                            </a:rPr>
                            <m:t>3</m:t>
                          </m:r>
                        </m:sub>
                      </m:sSub>
                    </m:oMath>
                  </m:oMathPara>
                </a14:m>
                <a:endParaRPr lang="en-GB" sz="1600" dirty="0">
                  <a:solidFill>
                    <a:schemeClr val="tx1"/>
                  </a:solidFill>
                </a:endParaRPr>
              </a:p>
            </p:txBody>
          </p:sp>
        </mc:Choice>
        <mc:Fallback xmlns="">
          <p:sp>
            <p:nvSpPr>
              <p:cNvPr id="18" name="文本框 17">
                <a:extLst>
                  <a:ext uri="{FF2B5EF4-FFF2-40B4-BE49-F238E27FC236}">
                    <a16:creationId xmlns:a16="http://schemas.microsoft.com/office/drawing/2014/main" id="{668A1F90-553B-0D8C-F6BD-D9466C051D8B}"/>
                  </a:ext>
                </a:extLst>
              </p:cNvPr>
              <p:cNvSpPr txBox="1">
                <a:spLocks noRot="1" noChangeAspect="1" noMove="1" noResize="1" noEditPoints="1" noAdjustHandles="1" noChangeArrowheads="1" noChangeShapeType="1" noTextEdit="1"/>
              </p:cNvSpPr>
              <p:nvPr/>
            </p:nvSpPr>
            <p:spPr>
              <a:xfrm>
                <a:off x="4883086" y="3712934"/>
                <a:ext cx="443263" cy="338554"/>
              </a:xfrm>
              <a:prstGeom prst="rect">
                <a:avLst/>
              </a:prstGeom>
              <a:blipFill>
                <a:blip r:embed="rId11"/>
                <a:stretch>
                  <a:fillRect/>
                </a:stretch>
              </a:blipFill>
            </p:spPr>
            <p:txBody>
              <a:bodyPr/>
              <a:lstStyle/>
              <a:p>
                <a:r>
                  <a:rPr lang="zh-CN" altLang="en-US">
                    <a:noFill/>
                  </a:rPr>
                  <a:t> </a:t>
                </a:r>
              </a:p>
            </p:txBody>
          </p:sp>
        </mc:Fallback>
      </mc:AlternateContent>
      <p:cxnSp>
        <p:nvCxnSpPr>
          <p:cNvPr id="19" name="直线箭头连接符 18">
            <a:extLst>
              <a:ext uri="{FF2B5EF4-FFF2-40B4-BE49-F238E27FC236}">
                <a16:creationId xmlns:a16="http://schemas.microsoft.com/office/drawing/2014/main" id="{B71976BA-9F20-B0B4-FB9A-DCC670756C70}"/>
              </a:ext>
            </a:extLst>
          </p:cNvPr>
          <p:cNvCxnSpPr/>
          <p:nvPr/>
        </p:nvCxnSpPr>
        <p:spPr>
          <a:xfrm>
            <a:off x="5906368" y="4051488"/>
            <a:ext cx="745190" cy="0"/>
          </a:xfrm>
          <a:prstGeom prst="straightConnector1">
            <a:avLst/>
          </a:prstGeom>
          <a:ln w="19050">
            <a:solidFill>
              <a:schemeClr val="tx2"/>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0" name="文本框 19">
                <a:extLst>
                  <a:ext uri="{FF2B5EF4-FFF2-40B4-BE49-F238E27FC236}">
                    <a16:creationId xmlns:a16="http://schemas.microsoft.com/office/drawing/2014/main" id="{93D25084-A0CA-9533-22D0-2BC969F69F46}"/>
                  </a:ext>
                </a:extLst>
              </p:cNvPr>
              <p:cNvSpPr txBox="1"/>
              <p:nvPr/>
            </p:nvSpPr>
            <p:spPr>
              <a:xfrm>
                <a:off x="6059704" y="3712934"/>
                <a:ext cx="443263" cy="33855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GB" altLang="zh-CN" sz="1600" b="0" i="1" smtClean="0">
                              <a:solidFill>
                                <a:schemeClr val="tx1"/>
                              </a:solidFill>
                              <a:latin typeface="Cambria Math" panose="02040503050406030204" pitchFamily="18" charset="0"/>
                            </a:rPr>
                          </m:ctrlPr>
                        </m:sSubPr>
                        <m:e>
                          <m:r>
                            <a:rPr lang="en-GB" altLang="zh-CN" sz="1600" b="0" i="1" smtClean="0">
                              <a:solidFill>
                                <a:schemeClr val="tx1"/>
                              </a:solidFill>
                              <a:latin typeface="Cambria Math" panose="02040503050406030204" pitchFamily="18" charset="0"/>
                            </a:rPr>
                            <m:t>𝑢</m:t>
                          </m:r>
                        </m:e>
                        <m:sub>
                          <m:r>
                            <a:rPr lang="en-GB" altLang="zh-CN" sz="1600" b="0" i="1" smtClean="0">
                              <a:solidFill>
                                <a:schemeClr val="tx1"/>
                              </a:solidFill>
                              <a:latin typeface="Cambria Math" panose="02040503050406030204" pitchFamily="18" charset="0"/>
                            </a:rPr>
                            <m:t>4</m:t>
                          </m:r>
                        </m:sub>
                      </m:sSub>
                    </m:oMath>
                  </m:oMathPara>
                </a14:m>
                <a:endParaRPr lang="en-GB" sz="1600" dirty="0">
                  <a:solidFill>
                    <a:schemeClr val="tx1"/>
                  </a:solidFill>
                </a:endParaRPr>
              </a:p>
            </p:txBody>
          </p:sp>
        </mc:Choice>
        <mc:Fallback xmlns="">
          <p:sp>
            <p:nvSpPr>
              <p:cNvPr id="20" name="文本框 19">
                <a:extLst>
                  <a:ext uri="{FF2B5EF4-FFF2-40B4-BE49-F238E27FC236}">
                    <a16:creationId xmlns:a16="http://schemas.microsoft.com/office/drawing/2014/main" id="{93D25084-A0CA-9533-22D0-2BC969F69F46}"/>
                  </a:ext>
                </a:extLst>
              </p:cNvPr>
              <p:cNvSpPr txBox="1">
                <a:spLocks noRot="1" noChangeAspect="1" noMove="1" noResize="1" noEditPoints="1" noAdjustHandles="1" noChangeArrowheads="1" noChangeShapeType="1" noTextEdit="1"/>
              </p:cNvSpPr>
              <p:nvPr/>
            </p:nvSpPr>
            <p:spPr>
              <a:xfrm>
                <a:off x="6059704" y="3712934"/>
                <a:ext cx="443263" cy="338554"/>
              </a:xfrm>
              <a:prstGeom prst="rect">
                <a:avLst/>
              </a:prstGeom>
              <a:blipFill>
                <a:blip r:embed="rId12"/>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67712605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a:extLst>
              <a:ext uri="{FF2B5EF4-FFF2-40B4-BE49-F238E27FC236}">
                <a16:creationId xmlns:a16="http://schemas.microsoft.com/office/drawing/2014/main" id="{81C8A1BD-4FA8-336D-6F45-1B4B35014DB3}"/>
              </a:ext>
            </a:extLst>
          </p:cNvPr>
          <p:cNvSpPr>
            <a:spLocks noGrp="1"/>
          </p:cNvSpPr>
          <p:nvPr>
            <p:ph type="title"/>
          </p:nvPr>
        </p:nvSpPr>
        <p:spPr>
          <a:xfrm>
            <a:off x="628649" y="559420"/>
            <a:ext cx="7732925" cy="630335"/>
          </a:xfrm>
        </p:spPr>
        <p:txBody>
          <a:bodyPr>
            <a:normAutofit/>
          </a:bodyPr>
          <a:lstStyle/>
          <a:p>
            <a:r>
              <a:rPr lang="en-GB" altLang="zh-CN" b="0" dirty="0"/>
              <a:t>Kalman Filter</a:t>
            </a:r>
            <a:r>
              <a:rPr lang="zh-CN" altLang="en-US" b="0" dirty="0"/>
              <a:t> </a:t>
            </a:r>
            <a:r>
              <a:rPr lang="en-US" altLang="zh-CN" dirty="0"/>
              <a:t>1-D</a:t>
            </a:r>
            <a:r>
              <a:rPr lang="en-US" altLang="zh-CN" b="0" dirty="0"/>
              <a:t> Example</a:t>
            </a:r>
            <a:r>
              <a:rPr lang="en-GB" altLang="zh-CN" b="0" dirty="0"/>
              <a:t> </a:t>
            </a:r>
            <a:endParaRPr lang="en-GB" b="0" dirty="0"/>
          </a:p>
        </p:txBody>
      </p:sp>
      <mc:AlternateContent xmlns:mc="http://schemas.openxmlformats.org/markup-compatibility/2006" xmlns:a14="http://schemas.microsoft.com/office/drawing/2010/main">
        <mc:Choice Requires="a14">
          <p:sp>
            <p:nvSpPr>
              <p:cNvPr id="6" name="文本占位符 5">
                <a:extLst>
                  <a:ext uri="{FF2B5EF4-FFF2-40B4-BE49-F238E27FC236}">
                    <a16:creationId xmlns:a16="http://schemas.microsoft.com/office/drawing/2014/main" id="{F26AF3AB-F8A7-E5AF-9579-53E06432B134}"/>
                  </a:ext>
                </a:extLst>
              </p:cNvPr>
              <p:cNvSpPr>
                <a:spLocks noGrp="1"/>
              </p:cNvSpPr>
              <p:nvPr>
                <p:ph type="body" sz="quarter" idx="10"/>
              </p:nvPr>
            </p:nvSpPr>
            <p:spPr>
              <a:xfrm>
                <a:off x="628650" y="1465264"/>
                <a:ext cx="7534338" cy="2149194"/>
              </a:xfrm>
            </p:spPr>
            <p:txBody>
              <a:bodyPr/>
              <a:lstStyle/>
              <a:p>
                <a:r>
                  <a:rPr lang="en-GB" dirty="0"/>
                  <a:t>We only consider the </a:t>
                </a:r>
                <a:r>
                  <a:rPr lang="en-GB" dirty="0">
                    <a:solidFill>
                      <a:srgbClr val="003399"/>
                    </a:solidFill>
                  </a:rPr>
                  <a:t>x</a:t>
                </a:r>
                <a:r>
                  <a:rPr lang="en-GB" dirty="0"/>
                  <a:t> position of a robot (denoted by </a:t>
                </a:r>
                <a14:m>
                  <m:oMath xmlns:m="http://schemas.openxmlformats.org/officeDocument/2006/math">
                    <m:sSub>
                      <m:sSubPr>
                        <m:ctrlPr>
                          <a:rPr lang="en-GB" altLang="zh-CN" sz="1600" b="0" i="1" smtClean="0">
                            <a:solidFill>
                              <a:schemeClr val="tx1"/>
                            </a:solidFill>
                            <a:latin typeface="Cambria Math" panose="02040503050406030204" pitchFamily="18" charset="0"/>
                          </a:rPr>
                        </m:ctrlPr>
                      </m:sSubPr>
                      <m:e>
                        <m:r>
                          <a:rPr lang="en-GB" altLang="zh-CN" sz="1600" b="0" i="1" smtClean="0">
                            <a:solidFill>
                              <a:schemeClr val="tx1"/>
                            </a:solidFill>
                            <a:latin typeface="Cambria Math" panose="02040503050406030204" pitchFamily="18" charset="0"/>
                          </a:rPr>
                          <m:t>𝑥</m:t>
                        </m:r>
                      </m:e>
                      <m:sub>
                        <m:r>
                          <a:rPr lang="en-GB" altLang="zh-CN" sz="1600" b="0" i="1" smtClean="0">
                            <a:solidFill>
                              <a:schemeClr val="tx1"/>
                            </a:solidFill>
                            <a:latin typeface="Cambria Math" panose="02040503050406030204" pitchFamily="18" charset="0"/>
                          </a:rPr>
                          <m:t>𝑘</m:t>
                        </m:r>
                      </m:sub>
                    </m:sSub>
                  </m:oMath>
                </a14:m>
                <a:r>
                  <a:rPr lang="en-GB" dirty="0"/>
                  <a:t>), so </a:t>
                </a:r>
                <a14:m>
                  <m:oMath xmlns:m="http://schemas.openxmlformats.org/officeDocument/2006/math">
                    <m:sSub>
                      <m:sSubPr>
                        <m:ctrlPr>
                          <a:rPr lang="en-GB" altLang="zh-CN" b="0" i="1" smtClean="0">
                            <a:latin typeface="Cambria Math" panose="02040503050406030204" pitchFamily="18" charset="0"/>
                          </a:rPr>
                        </m:ctrlPr>
                      </m:sSubPr>
                      <m:e>
                        <m:r>
                          <a:rPr lang="en-GB" altLang="zh-CN" i="1">
                            <a:latin typeface="Cambria Math" panose="02040503050406030204" pitchFamily="18" charset="0"/>
                          </a:rPr>
                          <m:t>𝑢</m:t>
                        </m:r>
                      </m:e>
                      <m:sub>
                        <m:r>
                          <a:rPr lang="en-GB" altLang="zh-CN" b="0" i="1" smtClean="0">
                            <a:latin typeface="Cambria Math" panose="02040503050406030204" pitchFamily="18" charset="0"/>
                          </a:rPr>
                          <m:t>𝑘</m:t>
                        </m:r>
                      </m:sub>
                    </m:sSub>
                  </m:oMath>
                </a14:m>
                <a:r>
                  <a:rPr lang="en-GB" dirty="0"/>
                  <a:t> denotes the forward distance, and </a:t>
                </a:r>
                <a14:m>
                  <m:oMath xmlns:m="http://schemas.openxmlformats.org/officeDocument/2006/math">
                    <m:sSub>
                      <m:sSubPr>
                        <m:ctrlPr>
                          <a:rPr lang="en-GB" altLang="zh-CN" b="0" i="1" smtClean="0">
                            <a:latin typeface="Cambria Math" panose="02040503050406030204" pitchFamily="18" charset="0"/>
                          </a:rPr>
                        </m:ctrlPr>
                      </m:sSubPr>
                      <m:e>
                        <m:r>
                          <a:rPr lang="en-GB" altLang="zh-CN" i="1">
                            <a:latin typeface="Cambria Math" panose="02040503050406030204" pitchFamily="18" charset="0"/>
                          </a:rPr>
                          <m:t>𝑧</m:t>
                        </m:r>
                      </m:e>
                      <m:sub>
                        <m:r>
                          <a:rPr lang="en-GB" altLang="zh-CN" b="0" i="1" smtClean="0">
                            <a:latin typeface="Cambria Math" panose="02040503050406030204" pitchFamily="18" charset="0"/>
                          </a:rPr>
                          <m:t>𝑘</m:t>
                        </m:r>
                      </m:sub>
                    </m:sSub>
                  </m:oMath>
                </a14:m>
                <a:r>
                  <a:rPr lang="en-GB" dirty="0"/>
                  <a:t> denotes the odometer reading.</a:t>
                </a:r>
              </a:p>
              <a:p>
                <a:r>
                  <a:rPr lang="en-GB" dirty="0"/>
                  <a:t>Given </a:t>
                </a:r>
                <a14:m>
                  <m:oMath xmlns:m="http://schemas.openxmlformats.org/officeDocument/2006/math">
                    <m:sSub>
                      <m:sSubPr>
                        <m:ctrlPr>
                          <a:rPr lang="en-GB" altLang="zh-CN" i="1" smtClean="0">
                            <a:latin typeface="Cambria Math" panose="02040503050406030204" pitchFamily="18" charset="0"/>
                          </a:rPr>
                        </m:ctrlPr>
                      </m:sSubPr>
                      <m:e>
                        <m:acc>
                          <m:accPr>
                            <m:chr m:val="̂"/>
                            <m:ctrlPr>
                              <a:rPr lang="en-GB" altLang="zh-CN" i="1">
                                <a:latin typeface="Cambria Math" panose="02040503050406030204" pitchFamily="18" charset="0"/>
                              </a:rPr>
                            </m:ctrlPr>
                          </m:accPr>
                          <m:e>
                            <m:r>
                              <a:rPr lang="en-GB" altLang="zh-CN" i="1">
                                <a:latin typeface="Cambria Math" panose="02040503050406030204" pitchFamily="18" charset="0"/>
                              </a:rPr>
                              <m:t>𝑥</m:t>
                            </m:r>
                          </m:e>
                        </m:acc>
                      </m:e>
                      <m:sub>
                        <m:r>
                          <a:rPr lang="en-GB" altLang="zh-CN" i="1">
                            <a:latin typeface="Cambria Math" panose="02040503050406030204" pitchFamily="18" charset="0"/>
                          </a:rPr>
                          <m:t>𝑘</m:t>
                        </m:r>
                        <m:r>
                          <a:rPr lang="en-GB" altLang="zh-CN" b="0" i="1" smtClean="0">
                            <a:latin typeface="Cambria Math" panose="02040503050406030204" pitchFamily="18" charset="0"/>
                          </a:rPr>
                          <m:t>−1</m:t>
                        </m:r>
                      </m:sub>
                    </m:sSub>
                  </m:oMath>
                </a14:m>
                <a:r>
                  <a:rPr lang="en-GB" dirty="0"/>
                  <a:t> (the prediction for </a:t>
                </a:r>
                <a14:m>
                  <m:oMath xmlns:m="http://schemas.openxmlformats.org/officeDocument/2006/math">
                    <m:sSub>
                      <m:sSubPr>
                        <m:ctrlPr>
                          <a:rPr lang="en-GB" altLang="zh-CN" i="1">
                            <a:latin typeface="Cambria Math" panose="02040503050406030204" pitchFamily="18" charset="0"/>
                          </a:rPr>
                        </m:ctrlPr>
                      </m:sSubPr>
                      <m:e>
                        <m:r>
                          <a:rPr lang="en-GB" altLang="zh-CN" i="1">
                            <a:latin typeface="Cambria Math" panose="02040503050406030204" pitchFamily="18" charset="0"/>
                          </a:rPr>
                          <m:t>𝑥</m:t>
                        </m:r>
                      </m:e>
                      <m:sub>
                        <m:r>
                          <a:rPr lang="en-GB" altLang="zh-CN" i="1">
                            <a:latin typeface="Cambria Math" panose="02040503050406030204" pitchFamily="18" charset="0"/>
                          </a:rPr>
                          <m:t>𝑘</m:t>
                        </m:r>
                        <m:r>
                          <a:rPr lang="en-GB" altLang="zh-CN" b="0" i="1" smtClean="0">
                            <a:latin typeface="Cambria Math" panose="02040503050406030204" pitchFamily="18" charset="0"/>
                          </a:rPr>
                          <m:t>−1</m:t>
                        </m:r>
                      </m:sub>
                    </m:sSub>
                  </m:oMath>
                </a14:m>
                <a:r>
                  <a:rPr lang="en-GB" dirty="0"/>
                  <a:t>), </a:t>
                </a:r>
                <a14:m>
                  <m:oMath xmlns:m="http://schemas.openxmlformats.org/officeDocument/2006/math">
                    <m:sSub>
                      <m:sSubPr>
                        <m:ctrlPr>
                          <a:rPr lang="en-GB" altLang="zh-CN" i="1">
                            <a:latin typeface="Cambria Math" panose="02040503050406030204" pitchFamily="18" charset="0"/>
                          </a:rPr>
                        </m:ctrlPr>
                      </m:sSubPr>
                      <m:e>
                        <m:r>
                          <a:rPr lang="en-GB" altLang="zh-CN" i="1">
                            <a:latin typeface="Cambria Math" panose="02040503050406030204" pitchFamily="18" charset="0"/>
                          </a:rPr>
                          <m:t>𝑢</m:t>
                        </m:r>
                      </m:e>
                      <m:sub>
                        <m:r>
                          <a:rPr lang="en-GB" altLang="zh-CN" i="1">
                            <a:latin typeface="Cambria Math" panose="02040503050406030204" pitchFamily="18" charset="0"/>
                          </a:rPr>
                          <m:t>𝑘</m:t>
                        </m:r>
                      </m:sub>
                    </m:sSub>
                  </m:oMath>
                </a14:m>
                <a:r>
                  <a:rPr lang="en-GB" dirty="0"/>
                  <a:t> and </a:t>
                </a:r>
                <a14:m>
                  <m:oMath xmlns:m="http://schemas.openxmlformats.org/officeDocument/2006/math">
                    <m:sSub>
                      <m:sSubPr>
                        <m:ctrlPr>
                          <a:rPr lang="en-GB" altLang="zh-CN" i="1">
                            <a:latin typeface="Cambria Math" panose="02040503050406030204" pitchFamily="18" charset="0"/>
                          </a:rPr>
                        </m:ctrlPr>
                      </m:sSubPr>
                      <m:e>
                        <m:r>
                          <a:rPr lang="en-GB" altLang="zh-CN" i="1">
                            <a:latin typeface="Cambria Math" panose="02040503050406030204" pitchFamily="18" charset="0"/>
                          </a:rPr>
                          <m:t>𝑧</m:t>
                        </m:r>
                      </m:e>
                      <m:sub>
                        <m:r>
                          <a:rPr lang="en-GB" altLang="zh-CN" i="1">
                            <a:latin typeface="Cambria Math" panose="02040503050406030204" pitchFamily="18" charset="0"/>
                          </a:rPr>
                          <m:t>𝑘</m:t>
                        </m:r>
                      </m:sub>
                    </m:sSub>
                  </m:oMath>
                </a14:m>
                <a:r>
                  <a:rPr lang="en-GB" dirty="0"/>
                  <a:t>, Kalman Filter will find </a:t>
                </a:r>
                <a14:m>
                  <m:oMath xmlns:m="http://schemas.openxmlformats.org/officeDocument/2006/math">
                    <m:sSub>
                      <m:sSubPr>
                        <m:ctrlPr>
                          <a:rPr lang="en-GB" altLang="zh-CN" i="1">
                            <a:latin typeface="Cambria Math" panose="02040503050406030204" pitchFamily="18" charset="0"/>
                          </a:rPr>
                        </m:ctrlPr>
                      </m:sSubPr>
                      <m:e>
                        <m:acc>
                          <m:accPr>
                            <m:chr m:val="̂"/>
                            <m:ctrlPr>
                              <a:rPr lang="en-GB" altLang="zh-CN" i="1">
                                <a:latin typeface="Cambria Math" panose="02040503050406030204" pitchFamily="18" charset="0"/>
                              </a:rPr>
                            </m:ctrlPr>
                          </m:accPr>
                          <m:e>
                            <m:r>
                              <a:rPr lang="en-GB" altLang="zh-CN" i="1">
                                <a:latin typeface="Cambria Math" panose="02040503050406030204" pitchFamily="18" charset="0"/>
                              </a:rPr>
                              <m:t>𝑥</m:t>
                            </m:r>
                          </m:e>
                        </m:acc>
                      </m:e>
                      <m:sub>
                        <m:r>
                          <a:rPr lang="en-GB" altLang="zh-CN" i="1">
                            <a:latin typeface="Cambria Math" panose="02040503050406030204" pitchFamily="18" charset="0"/>
                          </a:rPr>
                          <m:t>𝑘</m:t>
                        </m:r>
                      </m:sub>
                    </m:sSub>
                  </m:oMath>
                </a14:m>
                <a:r>
                  <a:rPr lang="en-GB" dirty="0"/>
                  <a:t>.</a:t>
                </a:r>
              </a:p>
              <a:p>
                <a:r>
                  <a:rPr lang="en-GB" dirty="0"/>
                  <a:t>If there is </a:t>
                </a:r>
                <a:r>
                  <a:rPr lang="en-GB" dirty="0">
                    <a:solidFill>
                      <a:srgbClr val="003399"/>
                    </a:solidFill>
                  </a:rPr>
                  <a:t>no error</a:t>
                </a:r>
                <a:r>
                  <a:rPr lang="en-GB" dirty="0"/>
                  <a:t>/noise, we would have </a:t>
                </a:r>
              </a:p>
              <a:p>
                <a:pPr algn="ctr"/>
                <a14:m>
                  <m:oMath xmlns:m="http://schemas.openxmlformats.org/officeDocument/2006/math">
                    <m:sSub>
                      <m:sSubPr>
                        <m:ctrlPr>
                          <a:rPr lang="en-GB" altLang="zh-CN" i="1" smtClean="0">
                            <a:solidFill>
                              <a:srgbClr val="003399"/>
                            </a:solidFill>
                            <a:latin typeface="Cambria Math" panose="02040503050406030204" pitchFamily="18" charset="0"/>
                          </a:rPr>
                        </m:ctrlPr>
                      </m:sSubPr>
                      <m:e>
                        <m:acc>
                          <m:accPr>
                            <m:chr m:val="̂"/>
                            <m:ctrlPr>
                              <a:rPr lang="en-GB" altLang="zh-CN" i="1">
                                <a:solidFill>
                                  <a:srgbClr val="003399"/>
                                </a:solidFill>
                                <a:latin typeface="Cambria Math" panose="02040503050406030204" pitchFamily="18" charset="0"/>
                              </a:rPr>
                            </m:ctrlPr>
                          </m:accPr>
                          <m:e>
                            <m:r>
                              <a:rPr lang="en-GB" altLang="zh-CN" i="1">
                                <a:solidFill>
                                  <a:srgbClr val="003399"/>
                                </a:solidFill>
                                <a:latin typeface="Cambria Math" panose="02040503050406030204" pitchFamily="18" charset="0"/>
                              </a:rPr>
                              <m:t>𝑥</m:t>
                            </m:r>
                          </m:e>
                        </m:acc>
                      </m:e>
                      <m:sub>
                        <m:r>
                          <a:rPr lang="en-GB" altLang="zh-CN" i="1">
                            <a:solidFill>
                              <a:srgbClr val="003399"/>
                            </a:solidFill>
                            <a:latin typeface="Cambria Math" panose="02040503050406030204" pitchFamily="18" charset="0"/>
                          </a:rPr>
                          <m:t>𝑘</m:t>
                        </m:r>
                      </m:sub>
                    </m:sSub>
                    <m:r>
                      <a:rPr lang="en-GB" altLang="zh-CN" i="1">
                        <a:solidFill>
                          <a:srgbClr val="003399"/>
                        </a:solidFill>
                        <a:latin typeface="Cambria Math" panose="02040503050406030204" pitchFamily="18" charset="0"/>
                        <a:ea typeface="Cambria Math" panose="02040503050406030204" pitchFamily="18" charset="0"/>
                      </a:rPr>
                      <m:t>≡</m:t>
                    </m:r>
                    <m:sSub>
                      <m:sSubPr>
                        <m:ctrlPr>
                          <a:rPr lang="en-GB" altLang="zh-CN" i="1">
                            <a:solidFill>
                              <a:srgbClr val="003399"/>
                            </a:solidFill>
                            <a:latin typeface="Cambria Math" panose="02040503050406030204" pitchFamily="18" charset="0"/>
                          </a:rPr>
                        </m:ctrlPr>
                      </m:sSubPr>
                      <m:e>
                        <m:r>
                          <a:rPr lang="en-GB" altLang="zh-CN" i="1">
                            <a:solidFill>
                              <a:srgbClr val="003399"/>
                            </a:solidFill>
                            <a:latin typeface="Cambria Math" panose="02040503050406030204" pitchFamily="18" charset="0"/>
                          </a:rPr>
                          <m:t>𝑥</m:t>
                        </m:r>
                      </m:e>
                      <m:sub>
                        <m:r>
                          <a:rPr lang="en-GB" altLang="zh-CN" i="1">
                            <a:solidFill>
                              <a:srgbClr val="003399"/>
                            </a:solidFill>
                            <a:latin typeface="Cambria Math" panose="02040503050406030204" pitchFamily="18" charset="0"/>
                          </a:rPr>
                          <m:t>𝑘</m:t>
                        </m:r>
                      </m:sub>
                    </m:sSub>
                    <m:r>
                      <a:rPr lang="en-GB" altLang="zh-CN" b="0" i="1" smtClean="0">
                        <a:solidFill>
                          <a:srgbClr val="003399"/>
                        </a:solidFill>
                        <a:latin typeface="Cambria Math" panose="02040503050406030204" pitchFamily="18" charset="0"/>
                        <a:ea typeface="Cambria Math" panose="02040503050406030204" pitchFamily="18" charset="0"/>
                      </a:rPr>
                      <m:t>≡</m:t>
                    </m:r>
                    <m:sSub>
                      <m:sSubPr>
                        <m:ctrlPr>
                          <a:rPr lang="en-GB" altLang="zh-CN" i="1">
                            <a:solidFill>
                              <a:srgbClr val="003399"/>
                            </a:solidFill>
                            <a:latin typeface="Cambria Math" panose="02040503050406030204" pitchFamily="18" charset="0"/>
                          </a:rPr>
                        </m:ctrlPr>
                      </m:sSubPr>
                      <m:e>
                        <m:r>
                          <a:rPr lang="en-GB" altLang="zh-CN" i="1">
                            <a:solidFill>
                              <a:srgbClr val="003399"/>
                            </a:solidFill>
                            <a:latin typeface="Cambria Math" panose="02040503050406030204" pitchFamily="18" charset="0"/>
                          </a:rPr>
                          <m:t>𝑧</m:t>
                        </m:r>
                      </m:e>
                      <m:sub>
                        <m:r>
                          <a:rPr lang="en-GB" altLang="zh-CN" i="1">
                            <a:solidFill>
                              <a:srgbClr val="003399"/>
                            </a:solidFill>
                            <a:latin typeface="Cambria Math" panose="02040503050406030204" pitchFamily="18" charset="0"/>
                          </a:rPr>
                          <m:t>𝑘</m:t>
                        </m:r>
                      </m:sub>
                    </m:sSub>
                    <m:r>
                      <a:rPr lang="en-GB" altLang="zh-CN" b="0" i="1" smtClean="0">
                        <a:solidFill>
                          <a:srgbClr val="003399"/>
                        </a:solidFill>
                        <a:latin typeface="Cambria Math" panose="02040503050406030204" pitchFamily="18" charset="0"/>
                      </a:rPr>
                      <m:t>=</m:t>
                    </m:r>
                    <m:sSub>
                      <m:sSubPr>
                        <m:ctrlPr>
                          <a:rPr lang="en-GB" altLang="zh-CN" i="1">
                            <a:solidFill>
                              <a:srgbClr val="003399"/>
                            </a:solidFill>
                            <a:latin typeface="Cambria Math" panose="02040503050406030204" pitchFamily="18" charset="0"/>
                          </a:rPr>
                        </m:ctrlPr>
                      </m:sSubPr>
                      <m:e>
                        <m:acc>
                          <m:accPr>
                            <m:chr m:val="̂"/>
                            <m:ctrlPr>
                              <a:rPr lang="en-GB" altLang="zh-CN" i="1">
                                <a:solidFill>
                                  <a:srgbClr val="003399"/>
                                </a:solidFill>
                                <a:latin typeface="Cambria Math" panose="02040503050406030204" pitchFamily="18" charset="0"/>
                              </a:rPr>
                            </m:ctrlPr>
                          </m:accPr>
                          <m:e>
                            <m:r>
                              <a:rPr lang="en-GB" altLang="zh-CN" i="1">
                                <a:solidFill>
                                  <a:srgbClr val="003399"/>
                                </a:solidFill>
                                <a:latin typeface="Cambria Math" panose="02040503050406030204" pitchFamily="18" charset="0"/>
                              </a:rPr>
                              <m:t>𝑥</m:t>
                            </m:r>
                          </m:e>
                        </m:acc>
                      </m:e>
                      <m:sub>
                        <m:r>
                          <a:rPr lang="en-GB" altLang="zh-CN" i="1">
                            <a:solidFill>
                              <a:srgbClr val="003399"/>
                            </a:solidFill>
                            <a:latin typeface="Cambria Math" panose="02040503050406030204" pitchFamily="18" charset="0"/>
                          </a:rPr>
                          <m:t>𝑘</m:t>
                        </m:r>
                        <m:r>
                          <a:rPr lang="en-GB" altLang="zh-CN" i="1">
                            <a:solidFill>
                              <a:srgbClr val="003399"/>
                            </a:solidFill>
                            <a:latin typeface="Cambria Math" panose="02040503050406030204" pitchFamily="18" charset="0"/>
                          </a:rPr>
                          <m:t>−1</m:t>
                        </m:r>
                      </m:sub>
                    </m:sSub>
                    <m:r>
                      <a:rPr lang="en-GB" altLang="zh-CN" b="0" i="1" smtClean="0">
                        <a:solidFill>
                          <a:srgbClr val="003399"/>
                        </a:solidFill>
                        <a:latin typeface="Cambria Math" panose="02040503050406030204" pitchFamily="18" charset="0"/>
                      </a:rPr>
                      <m:t>+</m:t>
                    </m:r>
                    <m:sSub>
                      <m:sSubPr>
                        <m:ctrlPr>
                          <a:rPr lang="en-GB" altLang="zh-CN" i="1">
                            <a:solidFill>
                              <a:srgbClr val="003399"/>
                            </a:solidFill>
                            <a:latin typeface="Cambria Math" panose="02040503050406030204" pitchFamily="18" charset="0"/>
                          </a:rPr>
                        </m:ctrlPr>
                      </m:sSubPr>
                      <m:e>
                        <m:r>
                          <a:rPr lang="en-GB" altLang="zh-CN" i="1">
                            <a:solidFill>
                              <a:srgbClr val="003399"/>
                            </a:solidFill>
                            <a:latin typeface="Cambria Math" panose="02040503050406030204" pitchFamily="18" charset="0"/>
                          </a:rPr>
                          <m:t>𝑢</m:t>
                        </m:r>
                      </m:e>
                      <m:sub>
                        <m:r>
                          <a:rPr lang="en-GB" altLang="zh-CN" i="1">
                            <a:solidFill>
                              <a:srgbClr val="003399"/>
                            </a:solidFill>
                            <a:latin typeface="Cambria Math" panose="02040503050406030204" pitchFamily="18" charset="0"/>
                          </a:rPr>
                          <m:t>𝑘</m:t>
                        </m:r>
                      </m:sub>
                    </m:sSub>
                  </m:oMath>
                </a14:m>
                <a:r>
                  <a:rPr lang="en-GB" dirty="0"/>
                  <a:t> </a:t>
                </a:r>
              </a:p>
            </p:txBody>
          </p:sp>
        </mc:Choice>
        <mc:Fallback xmlns="">
          <p:sp>
            <p:nvSpPr>
              <p:cNvPr id="6" name="文本占位符 5">
                <a:extLst>
                  <a:ext uri="{FF2B5EF4-FFF2-40B4-BE49-F238E27FC236}">
                    <a16:creationId xmlns:a16="http://schemas.microsoft.com/office/drawing/2014/main" id="{F26AF3AB-F8A7-E5AF-9579-53E06432B134}"/>
                  </a:ext>
                </a:extLst>
              </p:cNvPr>
              <p:cNvSpPr>
                <a:spLocks noGrp="1" noRot="1" noChangeAspect="1" noMove="1" noResize="1" noEditPoints="1" noAdjustHandles="1" noChangeArrowheads="1" noChangeShapeType="1" noTextEdit="1"/>
              </p:cNvSpPr>
              <p:nvPr>
                <p:ph type="body" sz="quarter" idx="10"/>
              </p:nvPr>
            </p:nvSpPr>
            <p:spPr>
              <a:xfrm>
                <a:off x="628650" y="1465264"/>
                <a:ext cx="7534338" cy="2149194"/>
              </a:xfrm>
              <a:blipFill>
                <a:blip r:embed="rId2"/>
                <a:stretch>
                  <a:fillRect l="-337" t="-235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 name="椭圆 1">
                <a:extLst>
                  <a:ext uri="{FF2B5EF4-FFF2-40B4-BE49-F238E27FC236}">
                    <a16:creationId xmlns:a16="http://schemas.microsoft.com/office/drawing/2014/main" id="{55737C1A-0F29-EE64-F88B-3AB2CB159922}"/>
                  </a:ext>
                </a:extLst>
              </p:cNvPr>
              <p:cNvSpPr/>
              <p:nvPr/>
            </p:nvSpPr>
            <p:spPr>
              <a:xfrm>
                <a:off x="3111871" y="3832973"/>
                <a:ext cx="437030" cy="437030"/>
              </a:xfrm>
              <a:prstGeom prst="ellipse">
                <a:avLst/>
              </a:prstGeom>
              <a:solidFill>
                <a:schemeClr val="tx2">
                  <a:lumMod val="20000"/>
                  <a:lumOff val="80000"/>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sSub>
                        <m:sSubPr>
                          <m:ctrlPr>
                            <a:rPr lang="en-GB" altLang="zh-CN" sz="1600" i="1" smtClean="0">
                              <a:solidFill>
                                <a:schemeClr val="tx1"/>
                              </a:solidFill>
                              <a:latin typeface="Cambria Math" panose="02040503050406030204" pitchFamily="18" charset="0"/>
                            </a:rPr>
                          </m:ctrlPr>
                        </m:sSubPr>
                        <m:e>
                          <m:r>
                            <a:rPr lang="en-GB" altLang="zh-CN" sz="1600" b="0" i="1" smtClean="0">
                              <a:solidFill>
                                <a:schemeClr val="tx1"/>
                              </a:solidFill>
                              <a:latin typeface="Cambria Math" panose="02040503050406030204" pitchFamily="18" charset="0"/>
                            </a:rPr>
                            <m:t>𝑥</m:t>
                          </m:r>
                        </m:e>
                        <m:sub>
                          <m:r>
                            <a:rPr lang="en-GB" altLang="zh-CN" sz="1600" b="0" i="1" smtClean="0">
                              <a:solidFill>
                                <a:schemeClr val="tx1"/>
                              </a:solidFill>
                              <a:latin typeface="Cambria Math" panose="02040503050406030204" pitchFamily="18" charset="0"/>
                            </a:rPr>
                            <m:t>1</m:t>
                          </m:r>
                        </m:sub>
                      </m:sSub>
                    </m:oMath>
                  </m:oMathPara>
                </a14:m>
                <a:endParaRPr lang="en-GB" sz="1600" dirty="0">
                  <a:solidFill>
                    <a:schemeClr val="tx1"/>
                  </a:solidFill>
                </a:endParaRPr>
              </a:p>
            </p:txBody>
          </p:sp>
        </mc:Choice>
        <mc:Fallback xmlns="">
          <p:sp>
            <p:nvSpPr>
              <p:cNvPr id="2" name="椭圆 1">
                <a:extLst>
                  <a:ext uri="{FF2B5EF4-FFF2-40B4-BE49-F238E27FC236}">
                    <a16:creationId xmlns:a16="http://schemas.microsoft.com/office/drawing/2014/main" id="{55737C1A-0F29-EE64-F88B-3AB2CB159922}"/>
                  </a:ext>
                </a:extLst>
              </p:cNvPr>
              <p:cNvSpPr>
                <a:spLocks noRot="1" noChangeAspect="1" noMove="1" noResize="1" noEditPoints="1" noAdjustHandles="1" noChangeArrowheads="1" noChangeShapeType="1" noTextEdit="1"/>
              </p:cNvSpPr>
              <p:nvPr/>
            </p:nvSpPr>
            <p:spPr>
              <a:xfrm>
                <a:off x="3111871" y="3832973"/>
                <a:ext cx="437030" cy="437030"/>
              </a:xfrm>
              <a:prstGeom prst="ellipse">
                <a:avLst/>
              </a:prstGeom>
              <a:blipFill>
                <a:blip r:embed="rId3"/>
                <a:stretch>
                  <a:fillRect/>
                </a:stretch>
              </a:blipFill>
              <a:ln>
                <a:solidFill>
                  <a:schemeClr val="tx2"/>
                </a:solid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 name="椭圆 2">
                <a:extLst>
                  <a:ext uri="{FF2B5EF4-FFF2-40B4-BE49-F238E27FC236}">
                    <a16:creationId xmlns:a16="http://schemas.microsoft.com/office/drawing/2014/main" id="{1514846F-8013-D510-E20F-AB2796093116}"/>
                  </a:ext>
                </a:extLst>
              </p:cNvPr>
              <p:cNvSpPr/>
              <p:nvPr/>
            </p:nvSpPr>
            <p:spPr>
              <a:xfrm>
                <a:off x="4294091" y="3832973"/>
                <a:ext cx="437030" cy="437030"/>
              </a:xfrm>
              <a:prstGeom prst="ellipse">
                <a:avLst/>
              </a:prstGeom>
              <a:solidFill>
                <a:schemeClr val="tx2">
                  <a:lumMod val="20000"/>
                  <a:lumOff val="80000"/>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sSub>
                        <m:sSubPr>
                          <m:ctrlPr>
                            <a:rPr lang="en-GB" altLang="zh-CN" sz="1600" i="1" smtClean="0">
                              <a:solidFill>
                                <a:schemeClr val="tx1"/>
                              </a:solidFill>
                              <a:latin typeface="Cambria Math" panose="02040503050406030204" pitchFamily="18" charset="0"/>
                            </a:rPr>
                          </m:ctrlPr>
                        </m:sSubPr>
                        <m:e>
                          <m:r>
                            <a:rPr lang="en-GB" altLang="zh-CN" sz="1600" b="0" i="1" smtClean="0">
                              <a:solidFill>
                                <a:schemeClr val="tx1"/>
                              </a:solidFill>
                              <a:latin typeface="Cambria Math" panose="02040503050406030204" pitchFamily="18" charset="0"/>
                            </a:rPr>
                            <m:t>𝑥</m:t>
                          </m:r>
                        </m:e>
                        <m:sub>
                          <m:r>
                            <a:rPr lang="en-GB" altLang="zh-CN" sz="1600" b="0" i="1" smtClean="0">
                              <a:solidFill>
                                <a:schemeClr val="tx1"/>
                              </a:solidFill>
                              <a:latin typeface="Cambria Math" panose="02040503050406030204" pitchFamily="18" charset="0"/>
                            </a:rPr>
                            <m:t>2</m:t>
                          </m:r>
                        </m:sub>
                      </m:sSub>
                    </m:oMath>
                  </m:oMathPara>
                </a14:m>
                <a:endParaRPr lang="en-GB" sz="1600" dirty="0">
                  <a:solidFill>
                    <a:schemeClr val="tx1"/>
                  </a:solidFill>
                </a:endParaRPr>
              </a:p>
            </p:txBody>
          </p:sp>
        </mc:Choice>
        <mc:Fallback xmlns="">
          <p:sp>
            <p:nvSpPr>
              <p:cNvPr id="3" name="椭圆 2">
                <a:extLst>
                  <a:ext uri="{FF2B5EF4-FFF2-40B4-BE49-F238E27FC236}">
                    <a16:creationId xmlns:a16="http://schemas.microsoft.com/office/drawing/2014/main" id="{1514846F-8013-D510-E20F-AB2796093116}"/>
                  </a:ext>
                </a:extLst>
              </p:cNvPr>
              <p:cNvSpPr>
                <a:spLocks noRot="1" noChangeAspect="1" noMove="1" noResize="1" noEditPoints="1" noAdjustHandles="1" noChangeArrowheads="1" noChangeShapeType="1" noTextEdit="1"/>
              </p:cNvSpPr>
              <p:nvPr/>
            </p:nvSpPr>
            <p:spPr>
              <a:xfrm>
                <a:off x="4294091" y="3832973"/>
                <a:ext cx="437030" cy="437030"/>
              </a:xfrm>
              <a:prstGeom prst="ellipse">
                <a:avLst/>
              </a:prstGeom>
              <a:blipFill>
                <a:blip r:embed="rId4"/>
                <a:stretch>
                  <a:fillRect/>
                </a:stretch>
              </a:blipFill>
              <a:ln>
                <a:solidFill>
                  <a:schemeClr val="tx2"/>
                </a:solid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 name="椭圆 3">
                <a:extLst>
                  <a:ext uri="{FF2B5EF4-FFF2-40B4-BE49-F238E27FC236}">
                    <a16:creationId xmlns:a16="http://schemas.microsoft.com/office/drawing/2014/main" id="{41BD9B06-9371-8641-28AA-86A6AF357427}"/>
                  </a:ext>
                </a:extLst>
              </p:cNvPr>
              <p:cNvSpPr/>
              <p:nvPr/>
            </p:nvSpPr>
            <p:spPr>
              <a:xfrm>
                <a:off x="5476310" y="3832973"/>
                <a:ext cx="437030" cy="437030"/>
              </a:xfrm>
              <a:prstGeom prst="ellipse">
                <a:avLst/>
              </a:prstGeom>
              <a:solidFill>
                <a:schemeClr val="tx2">
                  <a:lumMod val="20000"/>
                  <a:lumOff val="80000"/>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sSub>
                        <m:sSubPr>
                          <m:ctrlPr>
                            <a:rPr lang="en-GB" altLang="zh-CN" sz="1600" i="1" smtClean="0">
                              <a:solidFill>
                                <a:schemeClr val="tx1"/>
                              </a:solidFill>
                              <a:latin typeface="Cambria Math" panose="02040503050406030204" pitchFamily="18" charset="0"/>
                            </a:rPr>
                          </m:ctrlPr>
                        </m:sSubPr>
                        <m:e>
                          <m:r>
                            <a:rPr lang="en-GB" altLang="zh-CN" sz="1600" b="0" i="1" smtClean="0">
                              <a:solidFill>
                                <a:schemeClr val="tx1"/>
                              </a:solidFill>
                              <a:latin typeface="Cambria Math" panose="02040503050406030204" pitchFamily="18" charset="0"/>
                            </a:rPr>
                            <m:t>𝑥</m:t>
                          </m:r>
                        </m:e>
                        <m:sub>
                          <m:r>
                            <a:rPr lang="en-GB" altLang="zh-CN" sz="1600" b="0" i="1" smtClean="0">
                              <a:solidFill>
                                <a:schemeClr val="tx1"/>
                              </a:solidFill>
                              <a:latin typeface="Cambria Math" panose="02040503050406030204" pitchFamily="18" charset="0"/>
                            </a:rPr>
                            <m:t>3</m:t>
                          </m:r>
                        </m:sub>
                      </m:sSub>
                    </m:oMath>
                  </m:oMathPara>
                </a14:m>
                <a:endParaRPr lang="en-GB" sz="1600" dirty="0">
                  <a:solidFill>
                    <a:schemeClr val="tx1"/>
                  </a:solidFill>
                </a:endParaRPr>
              </a:p>
            </p:txBody>
          </p:sp>
        </mc:Choice>
        <mc:Fallback xmlns="">
          <p:sp>
            <p:nvSpPr>
              <p:cNvPr id="4" name="椭圆 3">
                <a:extLst>
                  <a:ext uri="{FF2B5EF4-FFF2-40B4-BE49-F238E27FC236}">
                    <a16:creationId xmlns:a16="http://schemas.microsoft.com/office/drawing/2014/main" id="{41BD9B06-9371-8641-28AA-86A6AF357427}"/>
                  </a:ext>
                </a:extLst>
              </p:cNvPr>
              <p:cNvSpPr>
                <a:spLocks noRot="1" noChangeAspect="1" noMove="1" noResize="1" noEditPoints="1" noAdjustHandles="1" noChangeArrowheads="1" noChangeShapeType="1" noTextEdit="1"/>
              </p:cNvSpPr>
              <p:nvPr/>
            </p:nvSpPr>
            <p:spPr>
              <a:xfrm>
                <a:off x="5476310" y="3832973"/>
                <a:ext cx="437030" cy="437030"/>
              </a:xfrm>
              <a:prstGeom prst="ellipse">
                <a:avLst/>
              </a:prstGeom>
              <a:blipFill>
                <a:blip r:embed="rId5"/>
                <a:stretch>
                  <a:fillRect/>
                </a:stretch>
              </a:blipFill>
              <a:ln>
                <a:solidFill>
                  <a:schemeClr val="tx2"/>
                </a:solidFill>
              </a:ln>
            </p:spPr>
            <p:txBody>
              <a:bodyPr/>
              <a:lstStyle/>
              <a:p>
                <a:r>
                  <a:rPr lang="zh-CN" altLang="en-US">
                    <a:noFill/>
                  </a:rPr>
                  <a:t> </a:t>
                </a:r>
              </a:p>
            </p:txBody>
          </p:sp>
        </mc:Fallback>
      </mc:AlternateContent>
      <p:cxnSp>
        <p:nvCxnSpPr>
          <p:cNvPr id="7" name="直线箭头连接符 6">
            <a:extLst>
              <a:ext uri="{FF2B5EF4-FFF2-40B4-BE49-F238E27FC236}">
                <a16:creationId xmlns:a16="http://schemas.microsoft.com/office/drawing/2014/main" id="{BF4F01B9-E590-BF4A-087C-001AD61C2729}"/>
              </a:ext>
            </a:extLst>
          </p:cNvPr>
          <p:cNvCxnSpPr/>
          <p:nvPr/>
        </p:nvCxnSpPr>
        <p:spPr>
          <a:xfrm>
            <a:off x="2365311" y="4051488"/>
            <a:ext cx="745190" cy="0"/>
          </a:xfrm>
          <a:prstGeom prst="straightConnector1">
            <a:avLst/>
          </a:prstGeom>
          <a:ln w="19050">
            <a:solidFill>
              <a:schemeClr val="tx2"/>
            </a:solidFill>
            <a:tailEnd type="triangle"/>
          </a:ln>
        </p:spPr>
        <p:style>
          <a:lnRef idx="1">
            <a:schemeClr val="accent1"/>
          </a:lnRef>
          <a:fillRef idx="0">
            <a:schemeClr val="accent1"/>
          </a:fillRef>
          <a:effectRef idx="0">
            <a:schemeClr val="accent1"/>
          </a:effectRef>
          <a:fontRef idx="minor">
            <a:schemeClr val="tx1"/>
          </a:fontRef>
        </p:style>
      </p:cxnSp>
      <p:cxnSp>
        <p:nvCxnSpPr>
          <p:cNvPr id="8" name="直线箭头连接符 7">
            <a:extLst>
              <a:ext uri="{FF2B5EF4-FFF2-40B4-BE49-F238E27FC236}">
                <a16:creationId xmlns:a16="http://schemas.microsoft.com/office/drawing/2014/main" id="{C5DE649F-D817-4FE8-3F24-C10D30BAE67D}"/>
              </a:ext>
            </a:extLst>
          </p:cNvPr>
          <p:cNvCxnSpPr/>
          <p:nvPr/>
        </p:nvCxnSpPr>
        <p:spPr>
          <a:xfrm>
            <a:off x="3547530" y="4051488"/>
            <a:ext cx="745190" cy="0"/>
          </a:xfrm>
          <a:prstGeom prst="straightConnector1">
            <a:avLst/>
          </a:prstGeom>
          <a:ln w="19050">
            <a:solidFill>
              <a:schemeClr val="tx2"/>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9" name="文本框 8">
                <a:extLst>
                  <a:ext uri="{FF2B5EF4-FFF2-40B4-BE49-F238E27FC236}">
                    <a16:creationId xmlns:a16="http://schemas.microsoft.com/office/drawing/2014/main" id="{C691FD0D-B10E-F252-0EF6-65780E55E08E}"/>
                  </a:ext>
                </a:extLst>
              </p:cNvPr>
              <p:cNvSpPr txBox="1"/>
              <p:nvPr/>
            </p:nvSpPr>
            <p:spPr>
              <a:xfrm>
                <a:off x="2506365" y="3712934"/>
                <a:ext cx="438517" cy="33855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GB" altLang="zh-CN" sz="1600" b="0" i="1" smtClean="0">
                              <a:solidFill>
                                <a:schemeClr val="tx1"/>
                              </a:solidFill>
                              <a:latin typeface="Cambria Math" panose="02040503050406030204" pitchFamily="18" charset="0"/>
                            </a:rPr>
                          </m:ctrlPr>
                        </m:sSubPr>
                        <m:e>
                          <m:r>
                            <a:rPr lang="en-GB" altLang="zh-CN" sz="1600" b="0" i="1" smtClean="0">
                              <a:solidFill>
                                <a:schemeClr val="tx1"/>
                              </a:solidFill>
                              <a:latin typeface="Cambria Math" panose="02040503050406030204" pitchFamily="18" charset="0"/>
                            </a:rPr>
                            <m:t>𝑢</m:t>
                          </m:r>
                        </m:e>
                        <m:sub>
                          <m:r>
                            <a:rPr lang="en-GB" altLang="zh-CN" sz="1600" b="0" i="1" smtClean="0">
                              <a:solidFill>
                                <a:schemeClr val="tx1"/>
                              </a:solidFill>
                              <a:latin typeface="Cambria Math" panose="02040503050406030204" pitchFamily="18" charset="0"/>
                            </a:rPr>
                            <m:t>1</m:t>
                          </m:r>
                        </m:sub>
                      </m:sSub>
                    </m:oMath>
                  </m:oMathPara>
                </a14:m>
                <a:endParaRPr lang="en-GB" sz="1600" dirty="0">
                  <a:solidFill>
                    <a:schemeClr val="tx1"/>
                  </a:solidFill>
                </a:endParaRPr>
              </a:p>
            </p:txBody>
          </p:sp>
        </mc:Choice>
        <mc:Fallback xmlns="">
          <p:sp>
            <p:nvSpPr>
              <p:cNvPr id="9" name="文本框 8">
                <a:extLst>
                  <a:ext uri="{FF2B5EF4-FFF2-40B4-BE49-F238E27FC236}">
                    <a16:creationId xmlns:a16="http://schemas.microsoft.com/office/drawing/2014/main" id="{C691FD0D-B10E-F252-0EF6-65780E55E08E}"/>
                  </a:ext>
                </a:extLst>
              </p:cNvPr>
              <p:cNvSpPr txBox="1">
                <a:spLocks noRot="1" noChangeAspect="1" noMove="1" noResize="1" noEditPoints="1" noAdjustHandles="1" noChangeArrowheads="1" noChangeShapeType="1" noTextEdit="1"/>
              </p:cNvSpPr>
              <p:nvPr/>
            </p:nvSpPr>
            <p:spPr>
              <a:xfrm>
                <a:off x="2506365" y="3712934"/>
                <a:ext cx="438517" cy="338554"/>
              </a:xfrm>
              <a:prstGeom prst="rect">
                <a:avLst/>
              </a:prstGeom>
              <a:blipFill>
                <a:blip r:embed="rId6"/>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0" name="文本框 9">
                <a:extLst>
                  <a:ext uri="{FF2B5EF4-FFF2-40B4-BE49-F238E27FC236}">
                    <a16:creationId xmlns:a16="http://schemas.microsoft.com/office/drawing/2014/main" id="{9DFC0757-BF87-2201-04C1-9BD039611008}"/>
                  </a:ext>
                </a:extLst>
              </p:cNvPr>
              <p:cNvSpPr txBox="1"/>
              <p:nvPr/>
            </p:nvSpPr>
            <p:spPr>
              <a:xfrm>
                <a:off x="3700866" y="3712934"/>
                <a:ext cx="443263" cy="33855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GB" altLang="zh-CN" sz="1600" b="0" i="1" smtClean="0">
                              <a:solidFill>
                                <a:schemeClr val="tx1"/>
                              </a:solidFill>
                              <a:latin typeface="Cambria Math" panose="02040503050406030204" pitchFamily="18" charset="0"/>
                            </a:rPr>
                          </m:ctrlPr>
                        </m:sSubPr>
                        <m:e>
                          <m:r>
                            <a:rPr lang="en-GB" altLang="zh-CN" sz="1600" b="0" i="1" smtClean="0">
                              <a:solidFill>
                                <a:schemeClr val="tx1"/>
                              </a:solidFill>
                              <a:latin typeface="Cambria Math" panose="02040503050406030204" pitchFamily="18" charset="0"/>
                            </a:rPr>
                            <m:t>𝑢</m:t>
                          </m:r>
                        </m:e>
                        <m:sub>
                          <m:r>
                            <a:rPr lang="en-GB" altLang="zh-CN" sz="1600" b="0" i="1" smtClean="0">
                              <a:solidFill>
                                <a:schemeClr val="tx1"/>
                              </a:solidFill>
                              <a:latin typeface="Cambria Math" panose="02040503050406030204" pitchFamily="18" charset="0"/>
                            </a:rPr>
                            <m:t>2</m:t>
                          </m:r>
                        </m:sub>
                      </m:sSub>
                    </m:oMath>
                  </m:oMathPara>
                </a14:m>
                <a:endParaRPr lang="en-GB" sz="1600" dirty="0">
                  <a:solidFill>
                    <a:schemeClr val="tx1"/>
                  </a:solidFill>
                </a:endParaRPr>
              </a:p>
            </p:txBody>
          </p:sp>
        </mc:Choice>
        <mc:Fallback xmlns="">
          <p:sp>
            <p:nvSpPr>
              <p:cNvPr id="10" name="文本框 9">
                <a:extLst>
                  <a:ext uri="{FF2B5EF4-FFF2-40B4-BE49-F238E27FC236}">
                    <a16:creationId xmlns:a16="http://schemas.microsoft.com/office/drawing/2014/main" id="{9DFC0757-BF87-2201-04C1-9BD039611008}"/>
                  </a:ext>
                </a:extLst>
              </p:cNvPr>
              <p:cNvSpPr txBox="1">
                <a:spLocks noRot="1" noChangeAspect="1" noMove="1" noResize="1" noEditPoints="1" noAdjustHandles="1" noChangeArrowheads="1" noChangeShapeType="1" noTextEdit="1"/>
              </p:cNvSpPr>
              <p:nvPr/>
            </p:nvSpPr>
            <p:spPr>
              <a:xfrm>
                <a:off x="3700866" y="3712934"/>
                <a:ext cx="443263" cy="338554"/>
              </a:xfrm>
              <a:prstGeom prst="rect">
                <a:avLst/>
              </a:prstGeom>
              <a:blipFill>
                <a:blip r:embed="rId7"/>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1" name="椭圆 10">
                <a:extLst>
                  <a:ext uri="{FF2B5EF4-FFF2-40B4-BE49-F238E27FC236}">
                    <a16:creationId xmlns:a16="http://schemas.microsoft.com/office/drawing/2014/main" id="{9319B38E-C19A-BC40-0B17-C5F46DB8672C}"/>
                  </a:ext>
                </a:extLst>
              </p:cNvPr>
              <p:cNvSpPr/>
              <p:nvPr/>
            </p:nvSpPr>
            <p:spPr>
              <a:xfrm>
                <a:off x="3111871" y="4532220"/>
                <a:ext cx="437030" cy="437030"/>
              </a:xfrm>
              <a:prstGeom prst="ellipse">
                <a:avLst/>
              </a:prstGeom>
              <a:solidFill>
                <a:schemeClr val="accent6">
                  <a:lumMod val="20000"/>
                  <a:lumOff val="80000"/>
                </a:schemeClr>
              </a:solidFill>
              <a:ln>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sSub>
                        <m:sSubPr>
                          <m:ctrlPr>
                            <a:rPr lang="en-GB" altLang="zh-CN" sz="1600" i="1" smtClean="0">
                              <a:solidFill>
                                <a:schemeClr val="tx1"/>
                              </a:solidFill>
                              <a:latin typeface="Cambria Math" panose="02040503050406030204" pitchFamily="18" charset="0"/>
                            </a:rPr>
                          </m:ctrlPr>
                        </m:sSubPr>
                        <m:e>
                          <m:r>
                            <a:rPr lang="en-GB" altLang="zh-CN" sz="1600" b="0" i="1" smtClean="0">
                              <a:solidFill>
                                <a:schemeClr val="tx1"/>
                              </a:solidFill>
                              <a:latin typeface="Cambria Math" panose="02040503050406030204" pitchFamily="18" charset="0"/>
                            </a:rPr>
                            <m:t>𝑧</m:t>
                          </m:r>
                        </m:e>
                        <m:sub>
                          <m:r>
                            <a:rPr lang="en-GB" altLang="zh-CN" sz="1600" b="0" i="1" smtClean="0">
                              <a:solidFill>
                                <a:schemeClr val="tx1"/>
                              </a:solidFill>
                              <a:latin typeface="Cambria Math" panose="02040503050406030204" pitchFamily="18" charset="0"/>
                            </a:rPr>
                            <m:t>1</m:t>
                          </m:r>
                        </m:sub>
                      </m:sSub>
                    </m:oMath>
                  </m:oMathPara>
                </a14:m>
                <a:endParaRPr lang="en-GB" sz="1600" dirty="0">
                  <a:solidFill>
                    <a:schemeClr val="tx1"/>
                  </a:solidFill>
                </a:endParaRPr>
              </a:p>
            </p:txBody>
          </p:sp>
        </mc:Choice>
        <mc:Fallback xmlns="">
          <p:sp>
            <p:nvSpPr>
              <p:cNvPr id="11" name="椭圆 10">
                <a:extLst>
                  <a:ext uri="{FF2B5EF4-FFF2-40B4-BE49-F238E27FC236}">
                    <a16:creationId xmlns:a16="http://schemas.microsoft.com/office/drawing/2014/main" id="{9319B38E-C19A-BC40-0B17-C5F46DB8672C}"/>
                  </a:ext>
                </a:extLst>
              </p:cNvPr>
              <p:cNvSpPr>
                <a:spLocks noRot="1" noChangeAspect="1" noMove="1" noResize="1" noEditPoints="1" noAdjustHandles="1" noChangeArrowheads="1" noChangeShapeType="1" noTextEdit="1"/>
              </p:cNvSpPr>
              <p:nvPr/>
            </p:nvSpPr>
            <p:spPr>
              <a:xfrm>
                <a:off x="3111871" y="4532220"/>
                <a:ext cx="437030" cy="437030"/>
              </a:xfrm>
              <a:prstGeom prst="ellipse">
                <a:avLst/>
              </a:prstGeom>
              <a:blipFill>
                <a:blip r:embed="rId8"/>
                <a:stretch>
                  <a:fillRect/>
                </a:stretch>
              </a:blipFill>
              <a:ln>
                <a:solidFill>
                  <a:schemeClr val="accent6"/>
                </a:solid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2" name="椭圆 11">
                <a:extLst>
                  <a:ext uri="{FF2B5EF4-FFF2-40B4-BE49-F238E27FC236}">
                    <a16:creationId xmlns:a16="http://schemas.microsoft.com/office/drawing/2014/main" id="{76117F2C-AAC9-D1B3-975E-A8623FC47ED3}"/>
                  </a:ext>
                </a:extLst>
              </p:cNvPr>
              <p:cNvSpPr/>
              <p:nvPr/>
            </p:nvSpPr>
            <p:spPr>
              <a:xfrm>
                <a:off x="4294091" y="4532220"/>
                <a:ext cx="437030" cy="437030"/>
              </a:xfrm>
              <a:prstGeom prst="ellipse">
                <a:avLst/>
              </a:prstGeom>
              <a:solidFill>
                <a:schemeClr val="accent6">
                  <a:lumMod val="20000"/>
                  <a:lumOff val="80000"/>
                </a:schemeClr>
              </a:solidFill>
              <a:ln>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sSub>
                        <m:sSubPr>
                          <m:ctrlPr>
                            <a:rPr lang="en-GB" altLang="zh-CN" sz="1600" i="1" smtClean="0">
                              <a:solidFill>
                                <a:schemeClr val="tx1"/>
                              </a:solidFill>
                              <a:latin typeface="Cambria Math" panose="02040503050406030204" pitchFamily="18" charset="0"/>
                            </a:rPr>
                          </m:ctrlPr>
                        </m:sSubPr>
                        <m:e>
                          <m:r>
                            <a:rPr lang="en-GB" altLang="zh-CN" sz="1600" b="0" i="1" smtClean="0">
                              <a:solidFill>
                                <a:schemeClr val="tx1"/>
                              </a:solidFill>
                              <a:latin typeface="Cambria Math" panose="02040503050406030204" pitchFamily="18" charset="0"/>
                            </a:rPr>
                            <m:t>𝑧</m:t>
                          </m:r>
                        </m:e>
                        <m:sub>
                          <m:r>
                            <a:rPr lang="en-GB" altLang="zh-CN" sz="1600" b="0" i="1" smtClean="0">
                              <a:solidFill>
                                <a:schemeClr val="tx1"/>
                              </a:solidFill>
                              <a:latin typeface="Cambria Math" panose="02040503050406030204" pitchFamily="18" charset="0"/>
                            </a:rPr>
                            <m:t>2</m:t>
                          </m:r>
                        </m:sub>
                      </m:sSub>
                    </m:oMath>
                  </m:oMathPara>
                </a14:m>
                <a:endParaRPr lang="en-GB" sz="1600" dirty="0">
                  <a:solidFill>
                    <a:schemeClr val="tx1"/>
                  </a:solidFill>
                </a:endParaRPr>
              </a:p>
            </p:txBody>
          </p:sp>
        </mc:Choice>
        <mc:Fallback xmlns="">
          <p:sp>
            <p:nvSpPr>
              <p:cNvPr id="12" name="椭圆 11">
                <a:extLst>
                  <a:ext uri="{FF2B5EF4-FFF2-40B4-BE49-F238E27FC236}">
                    <a16:creationId xmlns:a16="http://schemas.microsoft.com/office/drawing/2014/main" id="{76117F2C-AAC9-D1B3-975E-A8623FC47ED3}"/>
                  </a:ext>
                </a:extLst>
              </p:cNvPr>
              <p:cNvSpPr>
                <a:spLocks noRot="1" noChangeAspect="1" noMove="1" noResize="1" noEditPoints="1" noAdjustHandles="1" noChangeArrowheads="1" noChangeShapeType="1" noTextEdit="1"/>
              </p:cNvSpPr>
              <p:nvPr/>
            </p:nvSpPr>
            <p:spPr>
              <a:xfrm>
                <a:off x="4294091" y="4532220"/>
                <a:ext cx="437030" cy="437030"/>
              </a:xfrm>
              <a:prstGeom prst="ellipse">
                <a:avLst/>
              </a:prstGeom>
              <a:blipFill>
                <a:blip r:embed="rId9"/>
                <a:stretch>
                  <a:fillRect/>
                </a:stretch>
              </a:blipFill>
              <a:ln>
                <a:solidFill>
                  <a:schemeClr val="accent6"/>
                </a:solid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3" name="椭圆 12">
                <a:extLst>
                  <a:ext uri="{FF2B5EF4-FFF2-40B4-BE49-F238E27FC236}">
                    <a16:creationId xmlns:a16="http://schemas.microsoft.com/office/drawing/2014/main" id="{206AD162-F72B-0BF3-3476-DE288E713480}"/>
                  </a:ext>
                </a:extLst>
              </p:cNvPr>
              <p:cNvSpPr/>
              <p:nvPr/>
            </p:nvSpPr>
            <p:spPr>
              <a:xfrm>
                <a:off x="5476310" y="4532220"/>
                <a:ext cx="437030" cy="437030"/>
              </a:xfrm>
              <a:prstGeom prst="ellipse">
                <a:avLst/>
              </a:prstGeom>
              <a:solidFill>
                <a:schemeClr val="accent6">
                  <a:lumMod val="20000"/>
                  <a:lumOff val="80000"/>
                </a:schemeClr>
              </a:solidFill>
              <a:ln>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sSub>
                        <m:sSubPr>
                          <m:ctrlPr>
                            <a:rPr lang="en-GB" altLang="zh-CN" sz="1600" i="1" smtClean="0">
                              <a:solidFill>
                                <a:schemeClr val="tx1"/>
                              </a:solidFill>
                              <a:latin typeface="Cambria Math" panose="02040503050406030204" pitchFamily="18" charset="0"/>
                            </a:rPr>
                          </m:ctrlPr>
                        </m:sSubPr>
                        <m:e>
                          <m:r>
                            <a:rPr lang="en-GB" altLang="zh-CN" sz="1600" b="0" i="1" smtClean="0">
                              <a:solidFill>
                                <a:schemeClr val="tx1"/>
                              </a:solidFill>
                              <a:latin typeface="Cambria Math" panose="02040503050406030204" pitchFamily="18" charset="0"/>
                            </a:rPr>
                            <m:t>𝑧</m:t>
                          </m:r>
                        </m:e>
                        <m:sub>
                          <m:r>
                            <a:rPr lang="en-GB" altLang="zh-CN" sz="1600" b="0" i="1" smtClean="0">
                              <a:solidFill>
                                <a:schemeClr val="tx1"/>
                              </a:solidFill>
                              <a:latin typeface="Cambria Math" panose="02040503050406030204" pitchFamily="18" charset="0"/>
                            </a:rPr>
                            <m:t>3</m:t>
                          </m:r>
                        </m:sub>
                      </m:sSub>
                    </m:oMath>
                  </m:oMathPara>
                </a14:m>
                <a:endParaRPr lang="en-GB" sz="1600" dirty="0">
                  <a:solidFill>
                    <a:schemeClr val="tx1"/>
                  </a:solidFill>
                </a:endParaRPr>
              </a:p>
            </p:txBody>
          </p:sp>
        </mc:Choice>
        <mc:Fallback xmlns="">
          <p:sp>
            <p:nvSpPr>
              <p:cNvPr id="13" name="椭圆 12">
                <a:extLst>
                  <a:ext uri="{FF2B5EF4-FFF2-40B4-BE49-F238E27FC236}">
                    <a16:creationId xmlns:a16="http://schemas.microsoft.com/office/drawing/2014/main" id="{206AD162-F72B-0BF3-3476-DE288E713480}"/>
                  </a:ext>
                </a:extLst>
              </p:cNvPr>
              <p:cNvSpPr>
                <a:spLocks noRot="1" noChangeAspect="1" noMove="1" noResize="1" noEditPoints="1" noAdjustHandles="1" noChangeArrowheads="1" noChangeShapeType="1" noTextEdit="1"/>
              </p:cNvSpPr>
              <p:nvPr/>
            </p:nvSpPr>
            <p:spPr>
              <a:xfrm>
                <a:off x="5476310" y="4532220"/>
                <a:ext cx="437030" cy="437030"/>
              </a:xfrm>
              <a:prstGeom prst="ellipse">
                <a:avLst/>
              </a:prstGeom>
              <a:blipFill>
                <a:blip r:embed="rId10"/>
                <a:stretch>
                  <a:fillRect/>
                </a:stretch>
              </a:blipFill>
              <a:ln>
                <a:solidFill>
                  <a:schemeClr val="accent6"/>
                </a:solidFill>
              </a:ln>
            </p:spPr>
            <p:txBody>
              <a:bodyPr/>
              <a:lstStyle/>
              <a:p>
                <a:r>
                  <a:rPr lang="zh-CN" altLang="en-US">
                    <a:noFill/>
                  </a:rPr>
                  <a:t> </a:t>
                </a:r>
              </a:p>
            </p:txBody>
          </p:sp>
        </mc:Fallback>
      </mc:AlternateContent>
      <p:cxnSp>
        <p:nvCxnSpPr>
          <p:cNvPr id="14" name="直线箭头连接符 13">
            <a:extLst>
              <a:ext uri="{FF2B5EF4-FFF2-40B4-BE49-F238E27FC236}">
                <a16:creationId xmlns:a16="http://schemas.microsoft.com/office/drawing/2014/main" id="{ED6C42D8-01AB-76AD-2EC6-0BD87B1158AC}"/>
              </a:ext>
            </a:extLst>
          </p:cNvPr>
          <p:cNvCxnSpPr>
            <a:cxnSpLocks/>
            <a:stCxn id="2" idx="4"/>
            <a:endCxn id="11" idx="0"/>
          </p:cNvCxnSpPr>
          <p:nvPr/>
        </p:nvCxnSpPr>
        <p:spPr>
          <a:xfrm>
            <a:off x="3330386" y="4270003"/>
            <a:ext cx="0" cy="262217"/>
          </a:xfrm>
          <a:prstGeom prst="straightConnector1">
            <a:avLst/>
          </a:prstGeom>
          <a:ln w="19050">
            <a:solidFill>
              <a:schemeClr val="tx2"/>
            </a:solidFill>
            <a:tailEnd type="triangle"/>
          </a:ln>
        </p:spPr>
        <p:style>
          <a:lnRef idx="1">
            <a:schemeClr val="accent1"/>
          </a:lnRef>
          <a:fillRef idx="0">
            <a:schemeClr val="accent1"/>
          </a:fillRef>
          <a:effectRef idx="0">
            <a:schemeClr val="accent1"/>
          </a:effectRef>
          <a:fontRef idx="minor">
            <a:schemeClr val="tx1"/>
          </a:fontRef>
        </p:style>
      </p:cxnSp>
      <p:cxnSp>
        <p:nvCxnSpPr>
          <p:cNvPr id="15" name="直线箭头连接符 14">
            <a:extLst>
              <a:ext uri="{FF2B5EF4-FFF2-40B4-BE49-F238E27FC236}">
                <a16:creationId xmlns:a16="http://schemas.microsoft.com/office/drawing/2014/main" id="{2B60CC8A-0C48-7E14-E206-97F2CDA925DA}"/>
              </a:ext>
            </a:extLst>
          </p:cNvPr>
          <p:cNvCxnSpPr>
            <a:cxnSpLocks/>
            <a:stCxn id="3" idx="4"/>
            <a:endCxn id="12" idx="0"/>
          </p:cNvCxnSpPr>
          <p:nvPr/>
        </p:nvCxnSpPr>
        <p:spPr>
          <a:xfrm>
            <a:off x="4512606" y="4270003"/>
            <a:ext cx="0" cy="262217"/>
          </a:xfrm>
          <a:prstGeom prst="straightConnector1">
            <a:avLst/>
          </a:prstGeom>
          <a:ln w="19050">
            <a:solidFill>
              <a:schemeClr val="tx2"/>
            </a:solidFill>
            <a:tailEnd type="triangle"/>
          </a:ln>
        </p:spPr>
        <p:style>
          <a:lnRef idx="1">
            <a:schemeClr val="accent1"/>
          </a:lnRef>
          <a:fillRef idx="0">
            <a:schemeClr val="accent1"/>
          </a:fillRef>
          <a:effectRef idx="0">
            <a:schemeClr val="accent1"/>
          </a:effectRef>
          <a:fontRef idx="minor">
            <a:schemeClr val="tx1"/>
          </a:fontRef>
        </p:style>
      </p:cxnSp>
      <p:cxnSp>
        <p:nvCxnSpPr>
          <p:cNvPr id="16" name="直线箭头连接符 15">
            <a:extLst>
              <a:ext uri="{FF2B5EF4-FFF2-40B4-BE49-F238E27FC236}">
                <a16:creationId xmlns:a16="http://schemas.microsoft.com/office/drawing/2014/main" id="{E07FE914-7509-D2D7-A9AF-F0EC355FE22D}"/>
              </a:ext>
            </a:extLst>
          </p:cNvPr>
          <p:cNvCxnSpPr>
            <a:cxnSpLocks/>
            <a:stCxn id="4" idx="4"/>
            <a:endCxn id="13" idx="0"/>
          </p:cNvCxnSpPr>
          <p:nvPr/>
        </p:nvCxnSpPr>
        <p:spPr>
          <a:xfrm>
            <a:off x="5694825" y="4270003"/>
            <a:ext cx="0" cy="262217"/>
          </a:xfrm>
          <a:prstGeom prst="straightConnector1">
            <a:avLst/>
          </a:prstGeom>
          <a:ln w="19050">
            <a:solidFill>
              <a:schemeClr val="tx2"/>
            </a:solidFill>
            <a:tailEnd type="triangle"/>
          </a:ln>
        </p:spPr>
        <p:style>
          <a:lnRef idx="1">
            <a:schemeClr val="accent1"/>
          </a:lnRef>
          <a:fillRef idx="0">
            <a:schemeClr val="accent1"/>
          </a:fillRef>
          <a:effectRef idx="0">
            <a:schemeClr val="accent1"/>
          </a:effectRef>
          <a:fontRef idx="minor">
            <a:schemeClr val="tx1"/>
          </a:fontRef>
        </p:style>
      </p:cxnSp>
      <p:cxnSp>
        <p:nvCxnSpPr>
          <p:cNvPr id="17" name="直线箭头连接符 16">
            <a:extLst>
              <a:ext uri="{FF2B5EF4-FFF2-40B4-BE49-F238E27FC236}">
                <a16:creationId xmlns:a16="http://schemas.microsoft.com/office/drawing/2014/main" id="{A5BA8EBA-B292-38E9-AAF6-464C4DCEDEE7}"/>
              </a:ext>
            </a:extLst>
          </p:cNvPr>
          <p:cNvCxnSpPr/>
          <p:nvPr/>
        </p:nvCxnSpPr>
        <p:spPr>
          <a:xfrm>
            <a:off x="4729750" y="4051488"/>
            <a:ext cx="745190" cy="0"/>
          </a:xfrm>
          <a:prstGeom prst="straightConnector1">
            <a:avLst/>
          </a:prstGeom>
          <a:ln w="19050">
            <a:solidFill>
              <a:schemeClr val="tx2"/>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8" name="文本框 17">
                <a:extLst>
                  <a:ext uri="{FF2B5EF4-FFF2-40B4-BE49-F238E27FC236}">
                    <a16:creationId xmlns:a16="http://schemas.microsoft.com/office/drawing/2014/main" id="{4E3399FB-2CF2-F0C0-B608-8634B5B31360}"/>
                  </a:ext>
                </a:extLst>
              </p:cNvPr>
              <p:cNvSpPr txBox="1"/>
              <p:nvPr/>
            </p:nvSpPr>
            <p:spPr>
              <a:xfrm>
                <a:off x="4883086" y="3712934"/>
                <a:ext cx="443263" cy="33855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GB" altLang="zh-CN" sz="1600" b="0" i="1" smtClean="0">
                              <a:solidFill>
                                <a:schemeClr val="tx1"/>
                              </a:solidFill>
                              <a:latin typeface="Cambria Math" panose="02040503050406030204" pitchFamily="18" charset="0"/>
                            </a:rPr>
                          </m:ctrlPr>
                        </m:sSubPr>
                        <m:e>
                          <m:r>
                            <a:rPr lang="en-GB" altLang="zh-CN" sz="1600" b="0" i="1" smtClean="0">
                              <a:solidFill>
                                <a:schemeClr val="tx1"/>
                              </a:solidFill>
                              <a:latin typeface="Cambria Math" panose="02040503050406030204" pitchFamily="18" charset="0"/>
                            </a:rPr>
                            <m:t>𝑢</m:t>
                          </m:r>
                        </m:e>
                        <m:sub>
                          <m:r>
                            <a:rPr lang="en-GB" altLang="zh-CN" sz="1600" b="0" i="1" smtClean="0">
                              <a:solidFill>
                                <a:schemeClr val="tx1"/>
                              </a:solidFill>
                              <a:latin typeface="Cambria Math" panose="02040503050406030204" pitchFamily="18" charset="0"/>
                            </a:rPr>
                            <m:t>3</m:t>
                          </m:r>
                        </m:sub>
                      </m:sSub>
                    </m:oMath>
                  </m:oMathPara>
                </a14:m>
                <a:endParaRPr lang="en-GB" sz="1600" dirty="0">
                  <a:solidFill>
                    <a:schemeClr val="tx1"/>
                  </a:solidFill>
                </a:endParaRPr>
              </a:p>
            </p:txBody>
          </p:sp>
        </mc:Choice>
        <mc:Fallback xmlns="">
          <p:sp>
            <p:nvSpPr>
              <p:cNvPr id="18" name="文本框 17">
                <a:extLst>
                  <a:ext uri="{FF2B5EF4-FFF2-40B4-BE49-F238E27FC236}">
                    <a16:creationId xmlns:a16="http://schemas.microsoft.com/office/drawing/2014/main" id="{4E3399FB-2CF2-F0C0-B608-8634B5B31360}"/>
                  </a:ext>
                </a:extLst>
              </p:cNvPr>
              <p:cNvSpPr txBox="1">
                <a:spLocks noRot="1" noChangeAspect="1" noMove="1" noResize="1" noEditPoints="1" noAdjustHandles="1" noChangeArrowheads="1" noChangeShapeType="1" noTextEdit="1"/>
              </p:cNvSpPr>
              <p:nvPr/>
            </p:nvSpPr>
            <p:spPr>
              <a:xfrm>
                <a:off x="4883086" y="3712934"/>
                <a:ext cx="443263" cy="338554"/>
              </a:xfrm>
              <a:prstGeom prst="rect">
                <a:avLst/>
              </a:prstGeom>
              <a:blipFill>
                <a:blip r:embed="rId11"/>
                <a:stretch>
                  <a:fillRect/>
                </a:stretch>
              </a:blipFill>
            </p:spPr>
            <p:txBody>
              <a:bodyPr/>
              <a:lstStyle/>
              <a:p>
                <a:r>
                  <a:rPr lang="zh-CN" altLang="en-US">
                    <a:noFill/>
                  </a:rPr>
                  <a:t> </a:t>
                </a:r>
              </a:p>
            </p:txBody>
          </p:sp>
        </mc:Fallback>
      </mc:AlternateContent>
      <p:cxnSp>
        <p:nvCxnSpPr>
          <p:cNvPr id="19" name="直线箭头连接符 18">
            <a:extLst>
              <a:ext uri="{FF2B5EF4-FFF2-40B4-BE49-F238E27FC236}">
                <a16:creationId xmlns:a16="http://schemas.microsoft.com/office/drawing/2014/main" id="{739CECAE-F300-77B9-B5AF-46A5563C0221}"/>
              </a:ext>
            </a:extLst>
          </p:cNvPr>
          <p:cNvCxnSpPr/>
          <p:nvPr/>
        </p:nvCxnSpPr>
        <p:spPr>
          <a:xfrm>
            <a:off x="5906368" y="4051488"/>
            <a:ext cx="745190" cy="0"/>
          </a:xfrm>
          <a:prstGeom prst="straightConnector1">
            <a:avLst/>
          </a:prstGeom>
          <a:ln w="19050">
            <a:solidFill>
              <a:schemeClr val="tx2"/>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0" name="文本框 19">
                <a:extLst>
                  <a:ext uri="{FF2B5EF4-FFF2-40B4-BE49-F238E27FC236}">
                    <a16:creationId xmlns:a16="http://schemas.microsoft.com/office/drawing/2014/main" id="{3C851528-635B-EB90-267F-E1F9F333F114}"/>
                  </a:ext>
                </a:extLst>
              </p:cNvPr>
              <p:cNvSpPr txBox="1"/>
              <p:nvPr/>
            </p:nvSpPr>
            <p:spPr>
              <a:xfrm>
                <a:off x="6059704" y="3712934"/>
                <a:ext cx="443263" cy="33855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GB" altLang="zh-CN" sz="1600" b="0" i="1" smtClean="0">
                              <a:solidFill>
                                <a:schemeClr val="tx1"/>
                              </a:solidFill>
                              <a:latin typeface="Cambria Math" panose="02040503050406030204" pitchFamily="18" charset="0"/>
                            </a:rPr>
                          </m:ctrlPr>
                        </m:sSubPr>
                        <m:e>
                          <m:r>
                            <a:rPr lang="en-GB" altLang="zh-CN" sz="1600" b="0" i="1" smtClean="0">
                              <a:solidFill>
                                <a:schemeClr val="tx1"/>
                              </a:solidFill>
                              <a:latin typeface="Cambria Math" panose="02040503050406030204" pitchFamily="18" charset="0"/>
                            </a:rPr>
                            <m:t>𝑢</m:t>
                          </m:r>
                        </m:e>
                        <m:sub>
                          <m:r>
                            <a:rPr lang="en-GB" altLang="zh-CN" sz="1600" b="0" i="1" smtClean="0">
                              <a:solidFill>
                                <a:schemeClr val="tx1"/>
                              </a:solidFill>
                              <a:latin typeface="Cambria Math" panose="02040503050406030204" pitchFamily="18" charset="0"/>
                            </a:rPr>
                            <m:t>4</m:t>
                          </m:r>
                        </m:sub>
                      </m:sSub>
                    </m:oMath>
                  </m:oMathPara>
                </a14:m>
                <a:endParaRPr lang="en-GB" sz="1600" dirty="0">
                  <a:solidFill>
                    <a:schemeClr val="tx1"/>
                  </a:solidFill>
                </a:endParaRPr>
              </a:p>
            </p:txBody>
          </p:sp>
        </mc:Choice>
        <mc:Fallback xmlns="">
          <p:sp>
            <p:nvSpPr>
              <p:cNvPr id="20" name="文本框 19">
                <a:extLst>
                  <a:ext uri="{FF2B5EF4-FFF2-40B4-BE49-F238E27FC236}">
                    <a16:creationId xmlns:a16="http://schemas.microsoft.com/office/drawing/2014/main" id="{3C851528-635B-EB90-267F-E1F9F333F114}"/>
                  </a:ext>
                </a:extLst>
              </p:cNvPr>
              <p:cNvSpPr txBox="1">
                <a:spLocks noRot="1" noChangeAspect="1" noMove="1" noResize="1" noEditPoints="1" noAdjustHandles="1" noChangeArrowheads="1" noChangeShapeType="1" noTextEdit="1"/>
              </p:cNvSpPr>
              <p:nvPr/>
            </p:nvSpPr>
            <p:spPr>
              <a:xfrm>
                <a:off x="6059704" y="3712934"/>
                <a:ext cx="443263" cy="338554"/>
              </a:xfrm>
              <a:prstGeom prst="rect">
                <a:avLst/>
              </a:prstGeom>
              <a:blipFill>
                <a:blip r:embed="rId12"/>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96572318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a:extLst>
              <a:ext uri="{FF2B5EF4-FFF2-40B4-BE49-F238E27FC236}">
                <a16:creationId xmlns:a16="http://schemas.microsoft.com/office/drawing/2014/main" id="{81C8A1BD-4FA8-336D-6F45-1B4B35014DB3}"/>
              </a:ext>
            </a:extLst>
          </p:cNvPr>
          <p:cNvSpPr>
            <a:spLocks noGrp="1"/>
          </p:cNvSpPr>
          <p:nvPr>
            <p:ph type="title"/>
          </p:nvPr>
        </p:nvSpPr>
        <p:spPr>
          <a:xfrm>
            <a:off x="628649" y="559420"/>
            <a:ext cx="7732925" cy="630335"/>
          </a:xfrm>
        </p:spPr>
        <p:txBody>
          <a:bodyPr>
            <a:normAutofit/>
          </a:bodyPr>
          <a:lstStyle/>
          <a:p>
            <a:r>
              <a:rPr lang="en-GB" altLang="zh-CN" b="0" dirty="0"/>
              <a:t>Kalman Filter</a:t>
            </a:r>
            <a:r>
              <a:rPr lang="zh-CN" altLang="en-US" b="0" dirty="0"/>
              <a:t> </a:t>
            </a:r>
            <a:r>
              <a:rPr lang="en-US" altLang="zh-CN" dirty="0"/>
              <a:t>1-D</a:t>
            </a:r>
            <a:r>
              <a:rPr lang="en-US" altLang="zh-CN" b="0" dirty="0"/>
              <a:t> Example</a:t>
            </a:r>
            <a:r>
              <a:rPr lang="en-GB" altLang="zh-CN" b="0" dirty="0"/>
              <a:t> </a:t>
            </a:r>
            <a:endParaRPr lang="en-GB" b="0" dirty="0"/>
          </a:p>
        </p:txBody>
      </p:sp>
      <mc:AlternateContent xmlns:mc="http://schemas.openxmlformats.org/markup-compatibility/2006" xmlns:a14="http://schemas.microsoft.com/office/drawing/2010/main">
        <mc:Choice Requires="a14">
          <p:sp>
            <p:nvSpPr>
              <p:cNvPr id="6" name="文本占位符 5">
                <a:extLst>
                  <a:ext uri="{FF2B5EF4-FFF2-40B4-BE49-F238E27FC236}">
                    <a16:creationId xmlns:a16="http://schemas.microsoft.com/office/drawing/2014/main" id="{F26AF3AB-F8A7-E5AF-9579-53E06432B134}"/>
                  </a:ext>
                </a:extLst>
              </p:cNvPr>
              <p:cNvSpPr>
                <a:spLocks noGrp="1"/>
              </p:cNvSpPr>
              <p:nvPr>
                <p:ph type="body" sz="quarter" idx="10"/>
              </p:nvPr>
            </p:nvSpPr>
            <p:spPr>
              <a:xfrm>
                <a:off x="628650" y="1465264"/>
                <a:ext cx="7534338" cy="2149194"/>
              </a:xfrm>
            </p:spPr>
            <p:txBody>
              <a:bodyPr/>
              <a:lstStyle/>
              <a:p>
                <a:r>
                  <a:rPr lang="en-GB" dirty="0">
                    <a:solidFill>
                      <a:schemeClr val="tx1"/>
                    </a:solidFill>
                  </a:rPr>
                  <a:t>Here, we want to consider the generalised situation</a:t>
                </a:r>
              </a:p>
              <a:p>
                <a:pPr marL="342900" indent="-342900">
                  <a:buFont typeface="+mj-lt"/>
                  <a:buAutoNum type="arabicPeriod"/>
                </a:pPr>
                <a:r>
                  <a:rPr lang="en-GB" dirty="0">
                    <a:solidFill>
                      <a:schemeClr val="tx1"/>
                    </a:solidFill>
                  </a:rPr>
                  <a:t>The state of the robot (i.e. </a:t>
                </a:r>
                <a14:m>
                  <m:oMath xmlns:m="http://schemas.openxmlformats.org/officeDocument/2006/math">
                    <m:r>
                      <a:rPr lang="en-GB" b="0" i="1" smtClean="0">
                        <a:solidFill>
                          <a:schemeClr val="tx1"/>
                        </a:solidFill>
                        <a:latin typeface="Cambria Math" panose="02040503050406030204" pitchFamily="18" charset="0"/>
                      </a:rPr>
                      <m:t>𝑥</m:t>
                    </m:r>
                  </m:oMath>
                </a14:m>
                <a:r>
                  <a:rPr lang="en-GB" dirty="0">
                    <a:solidFill>
                      <a:schemeClr val="tx1"/>
                    </a:solidFill>
                  </a:rPr>
                  <a:t>) may change because of itself e.g. The robot will always turn around automatically</a:t>
                </a:r>
                <a:r>
                  <a:rPr lang="en-US" altLang="zh-CN" dirty="0">
                    <a:solidFill>
                      <a:schemeClr val="tx1"/>
                    </a:solidFill>
                  </a:rPr>
                  <a:t>, </a:t>
                </a:r>
                <a:r>
                  <a:rPr lang="en-GB" altLang="zh-CN" dirty="0">
                    <a:solidFill>
                      <a:schemeClr val="tx1"/>
                    </a:solidFill>
                  </a:rPr>
                  <a:t>so</a:t>
                </a:r>
                <a:r>
                  <a:rPr lang="en-US" altLang="zh-CN" dirty="0">
                    <a:solidFill>
                      <a:schemeClr val="tx1"/>
                    </a:solidFill>
                  </a:rPr>
                  <a:t> </a:t>
                </a:r>
                <a:r>
                  <a:rPr lang="en-GB" altLang="zh-CN" dirty="0">
                    <a:solidFill>
                      <a:schemeClr val="tx1"/>
                    </a:solidFill>
                  </a:rPr>
                  <a:t>we</a:t>
                </a:r>
                <a:r>
                  <a:rPr lang="en-US" altLang="zh-CN" dirty="0">
                    <a:solidFill>
                      <a:schemeClr val="tx1"/>
                    </a:solidFill>
                  </a:rPr>
                  <a:t> </a:t>
                </a:r>
                <a:r>
                  <a:rPr lang="en-GB" altLang="zh-CN" dirty="0">
                    <a:solidFill>
                      <a:schemeClr val="tx1"/>
                    </a:solidFill>
                  </a:rPr>
                  <a:t>use</a:t>
                </a:r>
                <a:r>
                  <a:rPr lang="en-US" altLang="zh-CN" dirty="0">
                    <a:solidFill>
                      <a:schemeClr val="tx1"/>
                    </a:solidFill>
                  </a:rPr>
                  <a:t> </a:t>
                </a:r>
                <a14:m>
                  <m:oMath xmlns:m="http://schemas.openxmlformats.org/officeDocument/2006/math">
                    <m:r>
                      <a:rPr lang="en-GB" altLang="zh-CN" b="0" i="1" smtClean="0">
                        <a:solidFill>
                          <a:srgbClr val="003399"/>
                        </a:solidFill>
                        <a:latin typeface="Cambria Math" panose="02040503050406030204" pitchFamily="18" charset="0"/>
                      </a:rPr>
                      <m:t>𝑓</m:t>
                    </m:r>
                  </m:oMath>
                </a14:m>
                <a:r>
                  <a:rPr lang="en-GB" dirty="0">
                    <a:solidFill>
                      <a:schemeClr val="tx1"/>
                    </a:solidFill>
                  </a:rPr>
                  <a:t> to denote the state change</a:t>
                </a:r>
                <a:r>
                  <a:rPr lang="en-GB" dirty="0"/>
                  <a:t>.</a:t>
                </a:r>
                <a:endParaRPr lang="en-GB" dirty="0">
                  <a:solidFill>
                    <a:schemeClr val="tx1"/>
                  </a:solidFill>
                </a:endParaRPr>
              </a:p>
              <a:p>
                <a:pPr marL="342900" indent="-342900">
                  <a:buFont typeface="+mj-lt"/>
                  <a:buAutoNum type="arabicPeriod"/>
                </a:pPr>
                <a:r>
                  <a:rPr lang="en-GB" dirty="0">
                    <a:solidFill>
                      <a:schemeClr val="tx1"/>
                    </a:solidFill>
                  </a:rPr>
                  <a:t> </a:t>
                </a:r>
                <a14:m>
                  <m:oMath xmlns:m="http://schemas.openxmlformats.org/officeDocument/2006/math">
                    <m:r>
                      <a:rPr lang="en-GB" altLang="zh-CN" b="0" i="1" smtClean="0">
                        <a:solidFill>
                          <a:schemeClr val="tx1"/>
                        </a:solidFill>
                        <a:latin typeface="Cambria Math" panose="02040503050406030204" pitchFamily="18" charset="0"/>
                      </a:rPr>
                      <m:t>𝑥</m:t>
                    </m:r>
                    <m:r>
                      <a:rPr lang="en-GB" altLang="zh-CN" i="1">
                        <a:solidFill>
                          <a:schemeClr val="tx1"/>
                        </a:solidFill>
                        <a:latin typeface="Cambria Math" panose="02040503050406030204" pitchFamily="18" charset="0"/>
                      </a:rPr>
                      <m:t> </m:t>
                    </m:r>
                  </m:oMath>
                </a14:m>
                <a:r>
                  <a:rPr lang="en-GB" dirty="0">
                    <a:solidFill>
                      <a:schemeClr val="tx1"/>
                    </a:solidFill>
                  </a:rPr>
                  <a:t>and </a:t>
                </a:r>
                <a14:m>
                  <m:oMath xmlns:m="http://schemas.openxmlformats.org/officeDocument/2006/math">
                    <m:r>
                      <a:rPr lang="en-GB" altLang="zh-CN" i="1" smtClean="0">
                        <a:solidFill>
                          <a:schemeClr val="tx1"/>
                        </a:solidFill>
                        <a:latin typeface="Cambria Math" panose="02040503050406030204" pitchFamily="18" charset="0"/>
                      </a:rPr>
                      <m:t>𝑢</m:t>
                    </m:r>
                  </m:oMath>
                </a14:m>
                <a:r>
                  <a:rPr lang="en-GB" dirty="0">
                    <a:solidFill>
                      <a:schemeClr val="tx1"/>
                    </a:solidFill>
                  </a:rPr>
                  <a:t> may</a:t>
                </a:r>
                <a:r>
                  <a:rPr lang="zh-CN" altLang="en-US" dirty="0">
                    <a:solidFill>
                      <a:schemeClr val="tx1"/>
                    </a:solidFill>
                  </a:rPr>
                  <a:t> </a:t>
                </a:r>
                <a:r>
                  <a:rPr lang="en-GB" altLang="zh-CN" dirty="0">
                    <a:solidFill>
                      <a:schemeClr val="tx1"/>
                    </a:solidFill>
                  </a:rPr>
                  <a:t>have different dimensions</a:t>
                </a:r>
                <a:r>
                  <a:rPr lang="zh-CN" altLang="en-US" dirty="0">
                    <a:solidFill>
                      <a:schemeClr val="tx1"/>
                    </a:solidFill>
                  </a:rPr>
                  <a:t> </a:t>
                </a:r>
                <a:r>
                  <a:rPr lang="en-US" altLang="zh-CN" dirty="0">
                    <a:solidFill>
                      <a:schemeClr val="tx1"/>
                    </a:solidFill>
                  </a:rPr>
                  <a:t>e.g. </a:t>
                </a:r>
                <a14:m>
                  <m:oMath xmlns:m="http://schemas.openxmlformats.org/officeDocument/2006/math">
                    <m:r>
                      <a:rPr lang="en-GB" altLang="zh-CN" i="1">
                        <a:solidFill>
                          <a:schemeClr val="tx1"/>
                        </a:solidFill>
                        <a:latin typeface="Cambria Math" panose="02040503050406030204" pitchFamily="18" charset="0"/>
                      </a:rPr>
                      <m:t>𝑥</m:t>
                    </m:r>
                  </m:oMath>
                </a14:m>
                <a:r>
                  <a:rPr lang="en-US" altLang="zh-CN" dirty="0">
                    <a:solidFill>
                      <a:schemeClr val="tx1"/>
                    </a:solidFill>
                  </a:rPr>
                  <a:t> in </a:t>
                </a:r>
                <a:r>
                  <a:rPr lang="en-US" altLang="zh-CN" i="1" dirty="0">
                    <a:solidFill>
                      <a:schemeClr val="tx1"/>
                    </a:solidFill>
                  </a:rPr>
                  <a:t>km</a:t>
                </a:r>
                <a:r>
                  <a:rPr lang="en-US" altLang="zh-CN" dirty="0">
                    <a:solidFill>
                      <a:schemeClr val="tx1"/>
                    </a:solidFill>
                  </a:rPr>
                  <a:t>, </a:t>
                </a:r>
                <a14:m>
                  <m:oMath xmlns:m="http://schemas.openxmlformats.org/officeDocument/2006/math">
                    <m:r>
                      <a:rPr lang="en-GB" altLang="zh-CN" i="1">
                        <a:solidFill>
                          <a:schemeClr val="tx1"/>
                        </a:solidFill>
                        <a:latin typeface="Cambria Math" panose="02040503050406030204" pitchFamily="18" charset="0"/>
                      </a:rPr>
                      <m:t>𝑢</m:t>
                    </m:r>
                  </m:oMath>
                </a14:m>
                <a:r>
                  <a:rPr lang="en-US" altLang="zh-CN" dirty="0">
                    <a:solidFill>
                      <a:schemeClr val="tx1"/>
                    </a:solidFill>
                  </a:rPr>
                  <a:t> in </a:t>
                </a:r>
                <a:r>
                  <a:rPr lang="en-US" altLang="zh-CN" i="1" dirty="0">
                    <a:solidFill>
                      <a:schemeClr val="tx1"/>
                    </a:solidFill>
                  </a:rPr>
                  <a:t>m</a:t>
                </a:r>
                <a:r>
                  <a:rPr lang="en-US" altLang="zh-CN" dirty="0">
                    <a:solidFill>
                      <a:schemeClr val="tx1"/>
                    </a:solidFill>
                  </a:rPr>
                  <a:t>. we use </a:t>
                </a:r>
                <a14:m>
                  <m:oMath xmlns:m="http://schemas.openxmlformats.org/officeDocument/2006/math">
                    <m:r>
                      <a:rPr lang="en-GB" altLang="zh-CN" b="0" i="1" smtClean="0">
                        <a:solidFill>
                          <a:srgbClr val="003399"/>
                        </a:solidFill>
                        <a:latin typeface="Cambria Math" panose="02040503050406030204" pitchFamily="18" charset="0"/>
                      </a:rPr>
                      <m:t>𝑏</m:t>
                    </m:r>
                  </m:oMath>
                </a14:m>
                <a:r>
                  <a:rPr lang="en-GB" dirty="0">
                    <a:solidFill>
                      <a:schemeClr val="tx1"/>
                    </a:solidFill>
                  </a:rPr>
                  <a:t> to unify them.</a:t>
                </a:r>
              </a:p>
              <a:p>
                <a:r>
                  <a:rPr lang="en-GB" dirty="0">
                    <a:solidFill>
                      <a:schemeClr val="tx1"/>
                    </a:solidFill>
                  </a:rPr>
                  <a:t>They give:</a:t>
                </a:r>
              </a:p>
              <a:p>
                <a:pPr algn="ctr"/>
                <a14:m>
                  <m:oMath xmlns:m="http://schemas.openxmlformats.org/officeDocument/2006/math">
                    <m:sSub>
                      <m:sSubPr>
                        <m:ctrlPr>
                          <a:rPr lang="en-GB" altLang="zh-CN" i="1" smtClean="0">
                            <a:solidFill>
                              <a:srgbClr val="003399"/>
                            </a:solidFill>
                            <a:latin typeface="Cambria Math" panose="02040503050406030204" pitchFamily="18" charset="0"/>
                          </a:rPr>
                        </m:ctrlPr>
                      </m:sSubPr>
                      <m:e>
                        <m:acc>
                          <m:accPr>
                            <m:chr m:val="̂"/>
                            <m:ctrlPr>
                              <a:rPr lang="en-GB" altLang="zh-CN" i="1">
                                <a:solidFill>
                                  <a:srgbClr val="003399"/>
                                </a:solidFill>
                                <a:latin typeface="Cambria Math" panose="02040503050406030204" pitchFamily="18" charset="0"/>
                              </a:rPr>
                            </m:ctrlPr>
                          </m:accPr>
                          <m:e>
                            <m:r>
                              <a:rPr lang="en-GB" altLang="zh-CN" i="1">
                                <a:solidFill>
                                  <a:srgbClr val="003399"/>
                                </a:solidFill>
                                <a:latin typeface="Cambria Math" panose="02040503050406030204" pitchFamily="18" charset="0"/>
                              </a:rPr>
                              <m:t>𝑥</m:t>
                            </m:r>
                          </m:e>
                        </m:acc>
                      </m:e>
                      <m:sub>
                        <m:r>
                          <a:rPr lang="en-GB" altLang="zh-CN" i="1">
                            <a:solidFill>
                              <a:srgbClr val="003399"/>
                            </a:solidFill>
                            <a:latin typeface="Cambria Math" panose="02040503050406030204" pitchFamily="18" charset="0"/>
                          </a:rPr>
                          <m:t>𝑘</m:t>
                        </m:r>
                      </m:sub>
                    </m:sSub>
                    <m:r>
                      <a:rPr lang="en-GB" altLang="zh-CN" i="1">
                        <a:solidFill>
                          <a:srgbClr val="003399"/>
                        </a:solidFill>
                        <a:latin typeface="Cambria Math" panose="02040503050406030204" pitchFamily="18" charset="0"/>
                        <a:ea typeface="Cambria Math" panose="02040503050406030204" pitchFamily="18" charset="0"/>
                      </a:rPr>
                      <m:t>≡</m:t>
                    </m:r>
                    <m:sSub>
                      <m:sSubPr>
                        <m:ctrlPr>
                          <a:rPr lang="en-GB" altLang="zh-CN" i="1">
                            <a:solidFill>
                              <a:srgbClr val="003399"/>
                            </a:solidFill>
                            <a:latin typeface="Cambria Math" panose="02040503050406030204" pitchFamily="18" charset="0"/>
                          </a:rPr>
                        </m:ctrlPr>
                      </m:sSubPr>
                      <m:e>
                        <m:r>
                          <a:rPr lang="en-GB" altLang="zh-CN" i="1">
                            <a:solidFill>
                              <a:srgbClr val="003399"/>
                            </a:solidFill>
                            <a:latin typeface="Cambria Math" panose="02040503050406030204" pitchFamily="18" charset="0"/>
                          </a:rPr>
                          <m:t>𝑥</m:t>
                        </m:r>
                      </m:e>
                      <m:sub>
                        <m:r>
                          <a:rPr lang="en-GB" altLang="zh-CN" i="1">
                            <a:solidFill>
                              <a:srgbClr val="003399"/>
                            </a:solidFill>
                            <a:latin typeface="Cambria Math" panose="02040503050406030204" pitchFamily="18" charset="0"/>
                          </a:rPr>
                          <m:t>𝑘</m:t>
                        </m:r>
                      </m:sub>
                    </m:sSub>
                    <m:r>
                      <a:rPr lang="en-GB" altLang="zh-CN" b="0" i="1" smtClean="0">
                        <a:solidFill>
                          <a:srgbClr val="003399"/>
                        </a:solidFill>
                        <a:latin typeface="Cambria Math" panose="02040503050406030204" pitchFamily="18" charset="0"/>
                        <a:ea typeface="Cambria Math" panose="02040503050406030204" pitchFamily="18" charset="0"/>
                      </a:rPr>
                      <m:t>≡</m:t>
                    </m:r>
                    <m:sSub>
                      <m:sSubPr>
                        <m:ctrlPr>
                          <a:rPr lang="en-GB" altLang="zh-CN" i="1">
                            <a:solidFill>
                              <a:srgbClr val="003399"/>
                            </a:solidFill>
                            <a:latin typeface="Cambria Math" panose="02040503050406030204" pitchFamily="18" charset="0"/>
                          </a:rPr>
                        </m:ctrlPr>
                      </m:sSubPr>
                      <m:e>
                        <m:r>
                          <a:rPr lang="en-GB" altLang="zh-CN" i="1">
                            <a:solidFill>
                              <a:srgbClr val="003399"/>
                            </a:solidFill>
                            <a:latin typeface="Cambria Math" panose="02040503050406030204" pitchFamily="18" charset="0"/>
                          </a:rPr>
                          <m:t>𝑧</m:t>
                        </m:r>
                      </m:e>
                      <m:sub>
                        <m:r>
                          <a:rPr lang="en-GB" altLang="zh-CN" i="1">
                            <a:solidFill>
                              <a:srgbClr val="003399"/>
                            </a:solidFill>
                            <a:latin typeface="Cambria Math" panose="02040503050406030204" pitchFamily="18" charset="0"/>
                          </a:rPr>
                          <m:t>𝑘</m:t>
                        </m:r>
                      </m:sub>
                    </m:sSub>
                    <m:r>
                      <a:rPr lang="en-GB" altLang="zh-CN" b="0" i="1" smtClean="0">
                        <a:solidFill>
                          <a:srgbClr val="003399"/>
                        </a:solidFill>
                        <a:latin typeface="Cambria Math" panose="02040503050406030204" pitchFamily="18" charset="0"/>
                      </a:rPr>
                      <m:t>=</m:t>
                    </m:r>
                    <m:r>
                      <a:rPr lang="en-GB" altLang="zh-CN" b="0" i="1" smtClean="0">
                        <a:solidFill>
                          <a:srgbClr val="003399"/>
                        </a:solidFill>
                        <a:latin typeface="Cambria Math" panose="02040503050406030204" pitchFamily="18" charset="0"/>
                      </a:rPr>
                      <m:t>𝑓</m:t>
                    </m:r>
                    <m:r>
                      <a:rPr lang="en-GB" altLang="zh-CN" b="0" i="1" smtClean="0">
                        <a:solidFill>
                          <a:srgbClr val="003399"/>
                        </a:solidFill>
                        <a:latin typeface="Cambria Math" panose="02040503050406030204" pitchFamily="18" charset="0"/>
                      </a:rPr>
                      <m:t>⋅</m:t>
                    </m:r>
                    <m:sSub>
                      <m:sSubPr>
                        <m:ctrlPr>
                          <a:rPr lang="en-GB" altLang="zh-CN" i="1">
                            <a:solidFill>
                              <a:srgbClr val="003399"/>
                            </a:solidFill>
                            <a:latin typeface="Cambria Math" panose="02040503050406030204" pitchFamily="18" charset="0"/>
                          </a:rPr>
                        </m:ctrlPr>
                      </m:sSubPr>
                      <m:e>
                        <m:acc>
                          <m:accPr>
                            <m:chr m:val="̂"/>
                            <m:ctrlPr>
                              <a:rPr lang="en-GB" altLang="zh-CN" i="1">
                                <a:solidFill>
                                  <a:srgbClr val="003399"/>
                                </a:solidFill>
                                <a:latin typeface="Cambria Math" panose="02040503050406030204" pitchFamily="18" charset="0"/>
                              </a:rPr>
                            </m:ctrlPr>
                          </m:accPr>
                          <m:e>
                            <m:r>
                              <a:rPr lang="en-GB" altLang="zh-CN" i="1">
                                <a:solidFill>
                                  <a:srgbClr val="003399"/>
                                </a:solidFill>
                                <a:latin typeface="Cambria Math" panose="02040503050406030204" pitchFamily="18" charset="0"/>
                              </a:rPr>
                              <m:t>𝑥</m:t>
                            </m:r>
                          </m:e>
                        </m:acc>
                      </m:e>
                      <m:sub>
                        <m:r>
                          <a:rPr lang="en-GB" altLang="zh-CN" i="1">
                            <a:solidFill>
                              <a:srgbClr val="003399"/>
                            </a:solidFill>
                            <a:latin typeface="Cambria Math" panose="02040503050406030204" pitchFamily="18" charset="0"/>
                          </a:rPr>
                          <m:t>𝑘</m:t>
                        </m:r>
                        <m:r>
                          <a:rPr lang="en-GB" altLang="zh-CN" i="1">
                            <a:solidFill>
                              <a:srgbClr val="003399"/>
                            </a:solidFill>
                            <a:latin typeface="Cambria Math" panose="02040503050406030204" pitchFamily="18" charset="0"/>
                          </a:rPr>
                          <m:t>−1</m:t>
                        </m:r>
                      </m:sub>
                    </m:sSub>
                    <m:r>
                      <a:rPr lang="en-GB" altLang="zh-CN" b="0" i="1" smtClean="0">
                        <a:solidFill>
                          <a:srgbClr val="003399"/>
                        </a:solidFill>
                        <a:latin typeface="Cambria Math" panose="02040503050406030204" pitchFamily="18" charset="0"/>
                      </a:rPr>
                      <m:t>+</m:t>
                    </m:r>
                    <m:r>
                      <a:rPr lang="en-GB" altLang="zh-CN" b="0" i="1" smtClean="0">
                        <a:solidFill>
                          <a:srgbClr val="003399"/>
                        </a:solidFill>
                        <a:latin typeface="Cambria Math" panose="02040503050406030204" pitchFamily="18" charset="0"/>
                      </a:rPr>
                      <m:t>𝑏</m:t>
                    </m:r>
                    <m:r>
                      <a:rPr lang="en-GB" altLang="zh-CN" b="0" i="1" smtClean="0">
                        <a:solidFill>
                          <a:srgbClr val="003399"/>
                        </a:solidFill>
                        <a:latin typeface="Cambria Math" panose="02040503050406030204" pitchFamily="18" charset="0"/>
                      </a:rPr>
                      <m:t>⋅</m:t>
                    </m:r>
                    <m:sSub>
                      <m:sSubPr>
                        <m:ctrlPr>
                          <a:rPr lang="en-GB" altLang="zh-CN" i="1">
                            <a:solidFill>
                              <a:srgbClr val="003399"/>
                            </a:solidFill>
                            <a:latin typeface="Cambria Math" panose="02040503050406030204" pitchFamily="18" charset="0"/>
                          </a:rPr>
                        </m:ctrlPr>
                      </m:sSubPr>
                      <m:e>
                        <m:r>
                          <a:rPr lang="en-GB" altLang="zh-CN" i="1">
                            <a:solidFill>
                              <a:srgbClr val="003399"/>
                            </a:solidFill>
                            <a:latin typeface="Cambria Math" panose="02040503050406030204" pitchFamily="18" charset="0"/>
                          </a:rPr>
                          <m:t>𝑢</m:t>
                        </m:r>
                      </m:e>
                      <m:sub>
                        <m:r>
                          <a:rPr lang="en-GB" altLang="zh-CN" i="1">
                            <a:solidFill>
                              <a:srgbClr val="003399"/>
                            </a:solidFill>
                            <a:latin typeface="Cambria Math" panose="02040503050406030204" pitchFamily="18" charset="0"/>
                          </a:rPr>
                          <m:t>𝑘</m:t>
                        </m:r>
                      </m:sub>
                    </m:sSub>
                  </m:oMath>
                </a14:m>
                <a:r>
                  <a:rPr lang="en-GB" dirty="0"/>
                  <a:t> </a:t>
                </a:r>
              </a:p>
            </p:txBody>
          </p:sp>
        </mc:Choice>
        <mc:Fallback xmlns="">
          <p:sp>
            <p:nvSpPr>
              <p:cNvPr id="6" name="文本占位符 5">
                <a:extLst>
                  <a:ext uri="{FF2B5EF4-FFF2-40B4-BE49-F238E27FC236}">
                    <a16:creationId xmlns:a16="http://schemas.microsoft.com/office/drawing/2014/main" id="{F26AF3AB-F8A7-E5AF-9579-53E06432B134}"/>
                  </a:ext>
                </a:extLst>
              </p:cNvPr>
              <p:cNvSpPr>
                <a:spLocks noGrp="1" noRot="1" noChangeAspect="1" noMove="1" noResize="1" noEditPoints="1" noAdjustHandles="1" noChangeArrowheads="1" noChangeShapeType="1" noTextEdit="1"/>
              </p:cNvSpPr>
              <p:nvPr>
                <p:ph type="body" sz="quarter" idx="10"/>
              </p:nvPr>
            </p:nvSpPr>
            <p:spPr>
              <a:xfrm>
                <a:off x="628650" y="1465264"/>
                <a:ext cx="7534338" cy="2149194"/>
              </a:xfrm>
              <a:blipFill>
                <a:blip r:embed="rId2"/>
                <a:stretch>
                  <a:fillRect l="-505" t="-235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 name="椭圆 1">
                <a:extLst>
                  <a:ext uri="{FF2B5EF4-FFF2-40B4-BE49-F238E27FC236}">
                    <a16:creationId xmlns:a16="http://schemas.microsoft.com/office/drawing/2014/main" id="{55737C1A-0F29-EE64-F88B-3AB2CB159922}"/>
                  </a:ext>
                </a:extLst>
              </p:cNvPr>
              <p:cNvSpPr/>
              <p:nvPr/>
            </p:nvSpPr>
            <p:spPr>
              <a:xfrm>
                <a:off x="3111871" y="3832973"/>
                <a:ext cx="437030" cy="437030"/>
              </a:xfrm>
              <a:prstGeom prst="ellipse">
                <a:avLst/>
              </a:prstGeom>
              <a:solidFill>
                <a:schemeClr val="tx2">
                  <a:lumMod val="20000"/>
                  <a:lumOff val="80000"/>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sSub>
                        <m:sSubPr>
                          <m:ctrlPr>
                            <a:rPr lang="en-GB" altLang="zh-CN" sz="1600" i="1" smtClean="0">
                              <a:solidFill>
                                <a:schemeClr val="tx1"/>
                              </a:solidFill>
                              <a:latin typeface="Cambria Math" panose="02040503050406030204" pitchFamily="18" charset="0"/>
                            </a:rPr>
                          </m:ctrlPr>
                        </m:sSubPr>
                        <m:e>
                          <m:r>
                            <a:rPr lang="en-GB" altLang="zh-CN" sz="1600" b="0" i="1" smtClean="0">
                              <a:solidFill>
                                <a:schemeClr val="tx1"/>
                              </a:solidFill>
                              <a:latin typeface="Cambria Math" panose="02040503050406030204" pitchFamily="18" charset="0"/>
                            </a:rPr>
                            <m:t>𝑥</m:t>
                          </m:r>
                        </m:e>
                        <m:sub>
                          <m:r>
                            <a:rPr lang="en-GB" altLang="zh-CN" sz="1600" b="0" i="1" smtClean="0">
                              <a:solidFill>
                                <a:schemeClr val="tx1"/>
                              </a:solidFill>
                              <a:latin typeface="Cambria Math" panose="02040503050406030204" pitchFamily="18" charset="0"/>
                            </a:rPr>
                            <m:t>1</m:t>
                          </m:r>
                        </m:sub>
                      </m:sSub>
                    </m:oMath>
                  </m:oMathPara>
                </a14:m>
                <a:endParaRPr lang="en-GB" sz="1600" dirty="0">
                  <a:solidFill>
                    <a:schemeClr val="tx1"/>
                  </a:solidFill>
                </a:endParaRPr>
              </a:p>
            </p:txBody>
          </p:sp>
        </mc:Choice>
        <mc:Fallback xmlns="">
          <p:sp>
            <p:nvSpPr>
              <p:cNvPr id="2" name="椭圆 1">
                <a:extLst>
                  <a:ext uri="{FF2B5EF4-FFF2-40B4-BE49-F238E27FC236}">
                    <a16:creationId xmlns:a16="http://schemas.microsoft.com/office/drawing/2014/main" id="{55737C1A-0F29-EE64-F88B-3AB2CB159922}"/>
                  </a:ext>
                </a:extLst>
              </p:cNvPr>
              <p:cNvSpPr>
                <a:spLocks noRot="1" noChangeAspect="1" noMove="1" noResize="1" noEditPoints="1" noAdjustHandles="1" noChangeArrowheads="1" noChangeShapeType="1" noTextEdit="1"/>
              </p:cNvSpPr>
              <p:nvPr/>
            </p:nvSpPr>
            <p:spPr>
              <a:xfrm>
                <a:off x="3111871" y="3832973"/>
                <a:ext cx="437030" cy="437030"/>
              </a:xfrm>
              <a:prstGeom prst="ellipse">
                <a:avLst/>
              </a:prstGeom>
              <a:blipFill>
                <a:blip r:embed="rId3"/>
                <a:stretch>
                  <a:fillRect/>
                </a:stretch>
              </a:blipFill>
              <a:ln>
                <a:solidFill>
                  <a:schemeClr val="tx2"/>
                </a:solid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 name="椭圆 2">
                <a:extLst>
                  <a:ext uri="{FF2B5EF4-FFF2-40B4-BE49-F238E27FC236}">
                    <a16:creationId xmlns:a16="http://schemas.microsoft.com/office/drawing/2014/main" id="{1514846F-8013-D510-E20F-AB2796093116}"/>
                  </a:ext>
                </a:extLst>
              </p:cNvPr>
              <p:cNvSpPr/>
              <p:nvPr/>
            </p:nvSpPr>
            <p:spPr>
              <a:xfrm>
                <a:off x="4294091" y="3832973"/>
                <a:ext cx="437030" cy="437030"/>
              </a:xfrm>
              <a:prstGeom prst="ellipse">
                <a:avLst/>
              </a:prstGeom>
              <a:solidFill>
                <a:schemeClr val="tx2">
                  <a:lumMod val="20000"/>
                  <a:lumOff val="80000"/>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sSub>
                        <m:sSubPr>
                          <m:ctrlPr>
                            <a:rPr lang="en-GB" altLang="zh-CN" sz="1600" i="1" smtClean="0">
                              <a:solidFill>
                                <a:schemeClr val="tx1"/>
                              </a:solidFill>
                              <a:latin typeface="Cambria Math" panose="02040503050406030204" pitchFamily="18" charset="0"/>
                            </a:rPr>
                          </m:ctrlPr>
                        </m:sSubPr>
                        <m:e>
                          <m:r>
                            <a:rPr lang="en-GB" altLang="zh-CN" sz="1600" b="0" i="1" smtClean="0">
                              <a:solidFill>
                                <a:schemeClr val="tx1"/>
                              </a:solidFill>
                              <a:latin typeface="Cambria Math" panose="02040503050406030204" pitchFamily="18" charset="0"/>
                            </a:rPr>
                            <m:t>𝑥</m:t>
                          </m:r>
                        </m:e>
                        <m:sub>
                          <m:r>
                            <a:rPr lang="en-GB" altLang="zh-CN" sz="1600" b="0" i="1" smtClean="0">
                              <a:solidFill>
                                <a:schemeClr val="tx1"/>
                              </a:solidFill>
                              <a:latin typeface="Cambria Math" panose="02040503050406030204" pitchFamily="18" charset="0"/>
                            </a:rPr>
                            <m:t>2</m:t>
                          </m:r>
                        </m:sub>
                      </m:sSub>
                    </m:oMath>
                  </m:oMathPara>
                </a14:m>
                <a:endParaRPr lang="en-GB" sz="1600" dirty="0">
                  <a:solidFill>
                    <a:schemeClr val="tx1"/>
                  </a:solidFill>
                </a:endParaRPr>
              </a:p>
            </p:txBody>
          </p:sp>
        </mc:Choice>
        <mc:Fallback xmlns="">
          <p:sp>
            <p:nvSpPr>
              <p:cNvPr id="3" name="椭圆 2">
                <a:extLst>
                  <a:ext uri="{FF2B5EF4-FFF2-40B4-BE49-F238E27FC236}">
                    <a16:creationId xmlns:a16="http://schemas.microsoft.com/office/drawing/2014/main" id="{1514846F-8013-D510-E20F-AB2796093116}"/>
                  </a:ext>
                </a:extLst>
              </p:cNvPr>
              <p:cNvSpPr>
                <a:spLocks noRot="1" noChangeAspect="1" noMove="1" noResize="1" noEditPoints="1" noAdjustHandles="1" noChangeArrowheads="1" noChangeShapeType="1" noTextEdit="1"/>
              </p:cNvSpPr>
              <p:nvPr/>
            </p:nvSpPr>
            <p:spPr>
              <a:xfrm>
                <a:off x="4294091" y="3832973"/>
                <a:ext cx="437030" cy="437030"/>
              </a:xfrm>
              <a:prstGeom prst="ellipse">
                <a:avLst/>
              </a:prstGeom>
              <a:blipFill>
                <a:blip r:embed="rId4"/>
                <a:stretch>
                  <a:fillRect/>
                </a:stretch>
              </a:blipFill>
              <a:ln>
                <a:solidFill>
                  <a:schemeClr val="tx2"/>
                </a:solid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 name="椭圆 3">
                <a:extLst>
                  <a:ext uri="{FF2B5EF4-FFF2-40B4-BE49-F238E27FC236}">
                    <a16:creationId xmlns:a16="http://schemas.microsoft.com/office/drawing/2014/main" id="{41BD9B06-9371-8641-28AA-86A6AF357427}"/>
                  </a:ext>
                </a:extLst>
              </p:cNvPr>
              <p:cNvSpPr/>
              <p:nvPr/>
            </p:nvSpPr>
            <p:spPr>
              <a:xfrm>
                <a:off x="5476310" y="3832973"/>
                <a:ext cx="437030" cy="437030"/>
              </a:xfrm>
              <a:prstGeom prst="ellipse">
                <a:avLst/>
              </a:prstGeom>
              <a:solidFill>
                <a:schemeClr val="tx2">
                  <a:lumMod val="20000"/>
                  <a:lumOff val="80000"/>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sSub>
                        <m:sSubPr>
                          <m:ctrlPr>
                            <a:rPr lang="en-GB" altLang="zh-CN" sz="1600" i="1" smtClean="0">
                              <a:solidFill>
                                <a:schemeClr val="tx1"/>
                              </a:solidFill>
                              <a:latin typeface="Cambria Math" panose="02040503050406030204" pitchFamily="18" charset="0"/>
                            </a:rPr>
                          </m:ctrlPr>
                        </m:sSubPr>
                        <m:e>
                          <m:r>
                            <a:rPr lang="en-GB" altLang="zh-CN" sz="1600" b="0" i="1" smtClean="0">
                              <a:solidFill>
                                <a:schemeClr val="tx1"/>
                              </a:solidFill>
                              <a:latin typeface="Cambria Math" panose="02040503050406030204" pitchFamily="18" charset="0"/>
                            </a:rPr>
                            <m:t>𝑥</m:t>
                          </m:r>
                        </m:e>
                        <m:sub>
                          <m:r>
                            <a:rPr lang="en-GB" altLang="zh-CN" sz="1600" b="0" i="1" smtClean="0">
                              <a:solidFill>
                                <a:schemeClr val="tx1"/>
                              </a:solidFill>
                              <a:latin typeface="Cambria Math" panose="02040503050406030204" pitchFamily="18" charset="0"/>
                            </a:rPr>
                            <m:t>3</m:t>
                          </m:r>
                        </m:sub>
                      </m:sSub>
                    </m:oMath>
                  </m:oMathPara>
                </a14:m>
                <a:endParaRPr lang="en-GB" sz="1600" dirty="0">
                  <a:solidFill>
                    <a:schemeClr val="tx1"/>
                  </a:solidFill>
                </a:endParaRPr>
              </a:p>
            </p:txBody>
          </p:sp>
        </mc:Choice>
        <mc:Fallback xmlns="">
          <p:sp>
            <p:nvSpPr>
              <p:cNvPr id="4" name="椭圆 3">
                <a:extLst>
                  <a:ext uri="{FF2B5EF4-FFF2-40B4-BE49-F238E27FC236}">
                    <a16:creationId xmlns:a16="http://schemas.microsoft.com/office/drawing/2014/main" id="{41BD9B06-9371-8641-28AA-86A6AF357427}"/>
                  </a:ext>
                </a:extLst>
              </p:cNvPr>
              <p:cNvSpPr>
                <a:spLocks noRot="1" noChangeAspect="1" noMove="1" noResize="1" noEditPoints="1" noAdjustHandles="1" noChangeArrowheads="1" noChangeShapeType="1" noTextEdit="1"/>
              </p:cNvSpPr>
              <p:nvPr/>
            </p:nvSpPr>
            <p:spPr>
              <a:xfrm>
                <a:off x="5476310" y="3832973"/>
                <a:ext cx="437030" cy="437030"/>
              </a:xfrm>
              <a:prstGeom prst="ellipse">
                <a:avLst/>
              </a:prstGeom>
              <a:blipFill>
                <a:blip r:embed="rId5"/>
                <a:stretch>
                  <a:fillRect/>
                </a:stretch>
              </a:blipFill>
              <a:ln>
                <a:solidFill>
                  <a:schemeClr val="tx2"/>
                </a:solidFill>
              </a:ln>
            </p:spPr>
            <p:txBody>
              <a:bodyPr/>
              <a:lstStyle/>
              <a:p>
                <a:r>
                  <a:rPr lang="zh-CN" altLang="en-US">
                    <a:noFill/>
                  </a:rPr>
                  <a:t> </a:t>
                </a:r>
              </a:p>
            </p:txBody>
          </p:sp>
        </mc:Fallback>
      </mc:AlternateContent>
      <p:cxnSp>
        <p:nvCxnSpPr>
          <p:cNvPr id="7" name="直线箭头连接符 6">
            <a:extLst>
              <a:ext uri="{FF2B5EF4-FFF2-40B4-BE49-F238E27FC236}">
                <a16:creationId xmlns:a16="http://schemas.microsoft.com/office/drawing/2014/main" id="{BF4F01B9-E590-BF4A-087C-001AD61C2729}"/>
              </a:ext>
            </a:extLst>
          </p:cNvPr>
          <p:cNvCxnSpPr/>
          <p:nvPr/>
        </p:nvCxnSpPr>
        <p:spPr>
          <a:xfrm>
            <a:off x="2365311" y="4051488"/>
            <a:ext cx="745190" cy="0"/>
          </a:xfrm>
          <a:prstGeom prst="straightConnector1">
            <a:avLst/>
          </a:prstGeom>
          <a:ln w="19050">
            <a:solidFill>
              <a:schemeClr val="tx2"/>
            </a:solidFill>
            <a:tailEnd type="triangle"/>
          </a:ln>
        </p:spPr>
        <p:style>
          <a:lnRef idx="1">
            <a:schemeClr val="accent1"/>
          </a:lnRef>
          <a:fillRef idx="0">
            <a:schemeClr val="accent1"/>
          </a:fillRef>
          <a:effectRef idx="0">
            <a:schemeClr val="accent1"/>
          </a:effectRef>
          <a:fontRef idx="minor">
            <a:schemeClr val="tx1"/>
          </a:fontRef>
        </p:style>
      </p:cxnSp>
      <p:cxnSp>
        <p:nvCxnSpPr>
          <p:cNvPr id="8" name="直线箭头连接符 7">
            <a:extLst>
              <a:ext uri="{FF2B5EF4-FFF2-40B4-BE49-F238E27FC236}">
                <a16:creationId xmlns:a16="http://schemas.microsoft.com/office/drawing/2014/main" id="{C5DE649F-D817-4FE8-3F24-C10D30BAE67D}"/>
              </a:ext>
            </a:extLst>
          </p:cNvPr>
          <p:cNvCxnSpPr/>
          <p:nvPr/>
        </p:nvCxnSpPr>
        <p:spPr>
          <a:xfrm>
            <a:off x="3547530" y="4051488"/>
            <a:ext cx="745190" cy="0"/>
          </a:xfrm>
          <a:prstGeom prst="straightConnector1">
            <a:avLst/>
          </a:prstGeom>
          <a:ln w="19050">
            <a:solidFill>
              <a:schemeClr val="tx2"/>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9" name="文本框 8">
                <a:extLst>
                  <a:ext uri="{FF2B5EF4-FFF2-40B4-BE49-F238E27FC236}">
                    <a16:creationId xmlns:a16="http://schemas.microsoft.com/office/drawing/2014/main" id="{C691FD0D-B10E-F252-0EF6-65780E55E08E}"/>
                  </a:ext>
                </a:extLst>
              </p:cNvPr>
              <p:cNvSpPr txBox="1"/>
              <p:nvPr/>
            </p:nvSpPr>
            <p:spPr>
              <a:xfrm>
                <a:off x="2506365" y="3712934"/>
                <a:ext cx="438517" cy="33855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GB" altLang="zh-CN" sz="1600" b="0" i="1" smtClean="0">
                              <a:solidFill>
                                <a:schemeClr val="tx1"/>
                              </a:solidFill>
                              <a:latin typeface="Cambria Math" panose="02040503050406030204" pitchFamily="18" charset="0"/>
                            </a:rPr>
                          </m:ctrlPr>
                        </m:sSubPr>
                        <m:e>
                          <m:r>
                            <a:rPr lang="en-GB" altLang="zh-CN" sz="1600" b="0" i="1" smtClean="0">
                              <a:solidFill>
                                <a:schemeClr val="tx1"/>
                              </a:solidFill>
                              <a:latin typeface="Cambria Math" panose="02040503050406030204" pitchFamily="18" charset="0"/>
                            </a:rPr>
                            <m:t>𝑢</m:t>
                          </m:r>
                        </m:e>
                        <m:sub>
                          <m:r>
                            <a:rPr lang="en-GB" altLang="zh-CN" sz="1600" b="0" i="1" smtClean="0">
                              <a:solidFill>
                                <a:schemeClr val="tx1"/>
                              </a:solidFill>
                              <a:latin typeface="Cambria Math" panose="02040503050406030204" pitchFamily="18" charset="0"/>
                            </a:rPr>
                            <m:t>1</m:t>
                          </m:r>
                        </m:sub>
                      </m:sSub>
                    </m:oMath>
                  </m:oMathPara>
                </a14:m>
                <a:endParaRPr lang="en-GB" sz="1600" dirty="0">
                  <a:solidFill>
                    <a:schemeClr val="tx1"/>
                  </a:solidFill>
                </a:endParaRPr>
              </a:p>
            </p:txBody>
          </p:sp>
        </mc:Choice>
        <mc:Fallback xmlns="">
          <p:sp>
            <p:nvSpPr>
              <p:cNvPr id="9" name="文本框 8">
                <a:extLst>
                  <a:ext uri="{FF2B5EF4-FFF2-40B4-BE49-F238E27FC236}">
                    <a16:creationId xmlns:a16="http://schemas.microsoft.com/office/drawing/2014/main" id="{C691FD0D-B10E-F252-0EF6-65780E55E08E}"/>
                  </a:ext>
                </a:extLst>
              </p:cNvPr>
              <p:cNvSpPr txBox="1">
                <a:spLocks noRot="1" noChangeAspect="1" noMove="1" noResize="1" noEditPoints="1" noAdjustHandles="1" noChangeArrowheads="1" noChangeShapeType="1" noTextEdit="1"/>
              </p:cNvSpPr>
              <p:nvPr/>
            </p:nvSpPr>
            <p:spPr>
              <a:xfrm>
                <a:off x="2506365" y="3712934"/>
                <a:ext cx="438517" cy="338554"/>
              </a:xfrm>
              <a:prstGeom prst="rect">
                <a:avLst/>
              </a:prstGeom>
              <a:blipFill>
                <a:blip r:embed="rId6"/>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0" name="文本框 9">
                <a:extLst>
                  <a:ext uri="{FF2B5EF4-FFF2-40B4-BE49-F238E27FC236}">
                    <a16:creationId xmlns:a16="http://schemas.microsoft.com/office/drawing/2014/main" id="{9DFC0757-BF87-2201-04C1-9BD039611008}"/>
                  </a:ext>
                </a:extLst>
              </p:cNvPr>
              <p:cNvSpPr txBox="1"/>
              <p:nvPr/>
            </p:nvSpPr>
            <p:spPr>
              <a:xfrm>
                <a:off x="3700866" y="3712934"/>
                <a:ext cx="443263" cy="33855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GB" altLang="zh-CN" sz="1600" b="0" i="1" smtClean="0">
                              <a:solidFill>
                                <a:schemeClr val="tx1"/>
                              </a:solidFill>
                              <a:latin typeface="Cambria Math" panose="02040503050406030204" pitchFamily="18" charset="0"/>
                            </a:rPr>
                          </m:ctrlPr>
                        </m:sSubPr>
                        <m:e>
                          <m:r>
                            <a:rPr lang="en-GB" altLang="zh-CN" sz="1600" b="0" i="1" smtClean="0">
                              <a:solidFill>
                                <a:schemeClr val="tx1"/>
                              </a:solidFill>
                              <a:latin typeface="Cambria Math" panose="02040503050406030204" pitchFamily="18" charset="0"/>
                            </a:rPr>
                            <m:t>𝑢</m:t>
                          </m:r>
                        </m:e>
                        <m:sub>
                          <m:r>
                            <a:rPr lang="en-GB" altLang="zh-CN" sz="1600" b="0" i="1" smtClean="0">
                              <a:solidFill>
                                <a:schemeClr val="tx1"/>
                              </a:solidFill>
                              <a:latin typeface="Cambria Math" panose="02040503050406030204" pitchFamily="18" charset="0"/>
                            </a:rPr>
                            <m:t>2</m:t>
                          </m:r>
                        </m:sub>
                      </m:sSub>
                    </m:oMath>
                  </m:oMathPara>
                </a14:m>
                <a:endParaRPr lang="en-GB" sz="1600" dirty="0">
                  <a:solidFill>
                    <a:schemeClr val="tx1"/>
                  </a:solidFill>
                </a:endParaRPr>
              </a:p>
            </p:txBody>
          </p:sp>
        </mc:Choice>
        <mc:Fallback xmlns="">
          <p:sp>
            <p:nvSpPr>
              <p:cNvPr id="10" name="文本框 9">
                <a:extLst>
                  <a:ext uri="{FF2B5EF4-FFF2-40B4-BE49-F238E27FC236}">
                    <a16:creationId xmlns:a16="http://schemas.microsoft.com/office/drawing/2014/main" id="{9DFC0757-BF87-2201-04C1-9BD039611008}"/>
                  </a:ext>
                </a:extLst>
              </p:cNvPr>
              <p:cNvSpPr txBox="1">
                <a:spLocks noRot="1" noChangeAspect="1" noMove="1" noResize="1" noEditPoints="1" noAdjustHandles="1" noChangeArrowheads="1" noChangeShapeType="1" noTextEdit="1"/>
              </p:cNvSpPr>
              <p:nvPr/>
            </p:nvSpPr>
            <p:spPr>
              <a:xfrm>
                <a:off x="3700866" y="3712934"/>
                <a:ext cx="443263" cy="338554"/>
              </a:xfrm>
              <a:prstGeom prst="rect">
                <a:avLst/>
              </a:prstGeom>
              <a:blipFill>
                <a:blip r:embed="rId7"/>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1" name="椭圆 10">
                <a:extLst>
                  <a:ext uri="{FF2B5EF4-FFF2-40B4-BE49-F238E27FC236}">
                    <a16:creationId xmlns:a16="http://schemas.microsoft.com/office/drawing/2014/main" id="{9319B38E-C19A-BC40-0B17-C5F46DB8672C}"/>
                  </a:ext>
                </a:extLst>
              </p:cNvPr>
              <p:cNvSpPr/>
              <p:nvPr/>
            </p:nvSpPr>
            <p:spPr>
              <a:xfrm>
                <a:off x="3111871" y="4532220"/>
                <a:ext cx="437030" cy="437030"/>
              </a:xfrm>
              <a:prstGeom prst="ellipse">
                <a:avLst/>
              </a:prstGeom>
              <a:solidFill>
                <a:schemeClr val="accent6">
                  <a:lumMod val="20000"/>
                  <a:lumOff val="80000"/>
                </a:schemeClr>
              </a:solidFill>
              <a:ln>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sSub>
                        <m:sSubPr>
                          <m:ctrlPr>
                            <a:rPr lang="en-GB" altLang="zh-CN" sz="1600" i="1" smtClean="0">
                              <a:solidFill>
                                <a:schemeClr val="tx1"/>
                              </a:solidFill>
                              <a:latin typeface="Cambria Math" panose="02040503050406030204" pitchFamily="18" charset="0"/>
                            </a:rPr>
                          </m:ctrlPr>
                        </m:sSubPr>
                        <m:e>
                          <m:r>
                            <a:rPr lang="en-GB" altLang="zh-CN" sz="1600" b="0" i="1" smtClean="0">
                              <a:solidFill>
                                <a:schemeClr val="tx1"/>
                              </a:solidFill>
                              <a:latin typeface="Cambria Math" panose="02040503050406030204" pitchFamily="18" charset="0"/>
                            </a:rPr>
                            <m:t>𝑧</m:t>
                          </m:r>
                        </m:e>
                        <m:sub>
                          <m:r>
                            <a:rPr lang="en-GB" altLang="zh-CN" sz="1600" b="0" i="1" smtClean="0">
                              <a:solidFill>
                                <a:schemeClr val="tx1"/>
                              </a:solidFill>
                              <a:latin typeface="Cambria Math" panose="02040503050406030204" pitchFamily="18" charset="0"/>
                            </a:rPr>
                            <m:t>1</m:t>
                          </m:r>
                        </m:sub>
                      </m:sSub>
                    </m:oMath>
                  </m:oMathPara>
                </a14:m>
                <a:endParaRPr lang="en-GB" sz="1600" dirty="0">
                  <a:solidFill>
                    <a:schemeClr val="tx1"/>
                  </a:solidFill>
                </a:endParaRPr>
              </a:p>
            </p:txBody>
          </p:sp>
        </mc:Choice>
        <mc:Fallback xmlns="">
          <p:sp>
            <p:nvSpPr>
              <p:cNvPr id="11" name="椭圆 10">
                <a:extLst>
                  <a:ext uri="{FF2B5EF4-FFF2-40B4-BE49-F238E27FC236}">
                    <a16:creationId xmlns:a16="http://schemas.microsoft.com/office/drawing/2014/main" id="{9319B38E-C19A-BC40-0B17-C5F46DB8672C}"/>
                  </a:ext>
                </a:extLst>
              </p:cNvPr>
              <p:cNvSpPr>
                <a:spLocks noRot="1" noChangeAspect="1" noMove="1" noResize="1" noEditPoints="1" noAdjustHandles="1" noChangeArrowheads="1" noChangeShapeType="1" noTextEdit="1"/>
              </p:cNvSpPr>
              <p:nvPr/>
            </p:nvSpPr>
            <p:spPr>
              <a:xfrm>
                <a:off x="3111871" y="4532220"/>
                <a:ext cx="437030" cy="437030"/>
              </a:xfrm>
              <a:prstGeom prst="ellipse">
                <a:avLst/>
              </a:prstGeom>
              <a:blipFill>
                <a:blip r:embed="rId8"/>
                <a:stretch>
                  <a:fillRect/>
                </a:stretch>
              </a:blipFill>
              <a:ln>
                <a:solidFill>
                  <a:schemeClr val="accent6"/>
                </a:solid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2" name="椭圆 11">
                <a:extLst>
                  <a:ext uri="{FF2B5EF4-FFF2-40B4-BE49-F238E27FC236}">
                    <a16:creationId xmlns:a16="http://schemas.microsoft.com/office/drawing/2014/main" id="{76117F2C-AAC9-D1B3-975E-A8623FC47ED3}"/>
                  </a:ext>
                </a:extLst>
              </p:cNvPr>
              <p:cNvSpPr/>
              <p:nvPr/>
            </p:nvSpPr>
            <p:spPr>
              <a:xfrm>
                <a:off x="4294091" y="4532220"/>
                <a:ext cx="437030" cy="437030"/>
              </a:xfrm>
              <a:prstGeom prst="ellipse">
                <a:avLst/>
              </a:prstGeom>
              <a:solidFill>
                <a:schemeClr val="accent6">
                  <a:lumMod val="20000"/>
                  <a:lumOff val="80000"/>
                </a:schemeClr>
              </a:solidFill>
              <a:ln>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sSub>
                        <m:sSubPr>
                          <m:ctrlPr>
                            <a:rPr lang="en-GB" altLang="zh-CN" sz="1600" i="1" smtClean="0">
                              <a:solidFill>
                                <a:schemeClr val="tx1"/>
                              </a:solidFill>
                              <a:latin typeface="Cambria Math" panose="02040503050406030204" pitchFamily="18" charset="0"/>
                            </a:rPr>
                          </m:ctrlPr>
                        </m:sSubPr>
                        <m:e>
                          <m:r>
                            <a:rPr lang="en-GB" altLang="zh-CN" sz="1600" b="0" i="1" smtClean="0">
                              <a:solidFill>
                                <a:schemeClr val="tx1"/>
                              </a:solidFill>
                              <a:latin typeface="Cambria Math" panose="02040503050406030204" pitchFamily="18" charset="0"/>
                            </a:rPr>
                            <m:t>𝑧</m:t>
                          </m:r>
                        </m:e>
                        <m:sub>
                          <m:r>
                            <a:rPr lang="en-GB" altLang="zh-CN" sz="1600" b="0" i="1" smtClean="0">
                              <a:solidFill>
                                <a:schemeClr val="tx1"/>
                              </a:solidFill>
                              <a:latin typeface="Cambria Math" panose="02040503050406030204" pitchFamily="18" charset="0"/>
                            </a:rPr>
                            <m:t>2</m:t>
                          </m:r>
                        </m:sub>
                      </m:sSub>
                    </m:oMath>
                  </m:oMathPara>
                </a14:m>
                <a:endParaRPr lang="en-GB" sz="1600" dirty="0">
                  <a:solidFill>
                    <a:schemeClr val="tx1"/>
                  </a:solidFill>
                </a:endParaRPr>
              </a:p>
            </p:txBody>
          </p:sp>
        </mc:Choice>
        <mc:Fallback xmlns="">
          <p:sp>
            <p:nvSpPr>
              <p:cNvPr id="12" name="椭圆 11">
                <a:extLst>
                  <a:ext uri="{FF2B5EF4-FFF2-40B4-BE49-F238E27FC236}">
                    <a16:creationId xmlns:a16="http://schemas.microsoft.com/office/drawing/2014/main" id="{76117F2C-AAC9-D1B3-975E-A8623FC47ED3}"/>
                  </a:ext>
                </a:extLst>
              </p:cNvPr>
              <p:cNvSpPr>
                <a:spLocks noRot="1" noChangeAspect="1" noMove="1" noResize="1" noEditPoints="1" noAdjustHandles="1" noChangeArrowheads="1" noChangeShapeType="1" noTextEdit="1"/>
              </p:cNvSpPr>
              <p:nvPr/>
            </p:nvSpPr>
            <p:spPr>
              <a:xfrm>
                <a:off x="4294091" y="4532220"/>
                <a:ext cx="437030" cy="437030"/>
              </a:xfrm>
              <a:prstGeom prst="ellipse">
                <a:avLst/>
              </a:prstGeom>
              <a:blipFill>
                <a:blip r:embed="rId9"/>
                <a:stretch>
                  <a:fillRect/>
                </a:stretch>
              </a:blipFill>
              <a:ln>
                <a:solidFill>
                  <a:schemeClr val="accent6"/>
                </a:solid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3" name="椭圆 12">
                <a:extLst>
                  <a:ext uri="{FF2B5EF4-FFF2-40B4-BE49-F238E27FC236}">
                    <a16:creationId xmlns:a16="http://schemas.microsoft.com/office/drawing/2014/main" id="{206AD162-F72B-0BF3-3476-DE288E713480}"/>
                  </a:ext>
                </a:extLst>
              </p:cNvPr>
              <p:cNvSpPr/>
              <p:nvPr/>
            </p:nvSpPr>
            <p:spPr>
              <a:xfrm>
                <a:off x="5476310" y="4532220"/>
                <a:ext cx="437030" cy="437030"/>
              </a:xfrm>
              <a:prstGeom prst="ellipse">
                <a:avLst/>
              </a:prstGeom>
              <a:solidFill>
                <a:schemeClr val="accent6">
                  <a:lumMod val="20000"/>
                  <a:lumOff val="80000"/>
                </a:schemeClr>
              </a:solidFill>
              <a:ln>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sSub>
                        <m:sSubPr>
                          <m:ctrlPr>
                            <a:rPr lang="en-GB" altLang="zh-CN" sz="1600" i="1" smtClean="0">
                              <a:solidFill>
                                <a:schemeClr val="tx1"/>
                              </a:solidFill>
                              <a:latin typeface="Cambria Math" panose="02040503050406030204" pitchFamily="18" charset="0"/>
                            </a:rPr>
                          </m:ctrlPr>
                        </m:sSubPr>
                        <m:e>
                          <m:r>
                            <a:rPr lang="en-GB" altLang="zh-CN" sz="1600" b="0" i="1" smtClean="0">
                              <a:solidFill>
                                <a:schemeClr val="tx1"/>
                              </a:solidFill>
                              <a:latin typeface="Cambria Math" panose="02040503050406030204" pitchFamily="18" charset="0"/>
                            </a:rPr>
                            <m:t>𝑧</m:t>
                          </m:r>
                        </m:e>
                        <m:sub>
                          <m:r>
                            <a:rPr lang="en-GB" altLang="zh-CN" sz="1600" b="0" i="1" smtClean="0">
                              <a:solidFill>
                                <a:schemeClr val="tx1"/>
                              </a:solidFill>
                              <a:latin typeface="Cambria Math" panose="02040503050406030204" pitchFamily="18" charset="0"/>
                            </a:rPr>
                            <m:t>3</m:t>
                          </m:r>
                        </m:sub>
                      </m:sSub>
                    </m:oMath>
                  </m:oMathPara>
                </a14:m>
                <a:endParaRPr lang="en-GB" sz="1600" dirty="0">
                  <a:solidFill>
                    <a:schemeClr val="tx1"/>
                  </a:solidFill>
                </a:endParaRPr>
              </a:p>
            </p:txBody>
          </p:sp>
        </mc:Choice>
        <mc:Fallback xmlns="">
          <p:sp>
            <p:nvSpPr>
              <p:cNvPr id="13" name="椭圆 12">
                <a:extLst>
                  <a:ext uri="{FF2B5EF4-FFF2-40B4-BE49-F238E27FC236}">
                    <a16:creationId xmlns:a16="http://schemas.microsoft.com/office/drawing/2014/main" id="{206AD162-F72B-0BF3-3476-DE288E713480}"/>
                  </a:ext>
                </a:extLst>
              </p:cNvPr>
              <p:cNvSpPr>
                <a:spLocks noRot="1" noChangeAspect="1" noMove="1" noResize="1" noEditPoints="1" noAdjustHandles="1" noChangeArrowheads="1" noChangeShapeType="1" noTextEdit="1"/>
              </p:cNvSpPr>
              <p:nvPr/>
            </p:nvSpPr>
            <p:spPr>
              <a:xfrm>
                <a:off x="5476310" y="4532220"/>
                <a:ext cx="437030" cy="437030"/>
              </a:xfrm>
              <a:prstGeom prst="ellipse">
                <a:avLst/>
              </a:prstGeom>
              <a:blipFill>
                <a:blip r:embed="rId10"/>
                <a:stretch>
                  <a:fillRect/>
                </a:stretch>
              </a:blipFill>
              <a:ln>
                <a:solidFill>
                  <a:schemeClr val="accent6"/>
                </a:solidFill>
              </a:ln>
            </p:spPr>
            <p:txBody>
              <a:bodyPr/>
              <a:lstStyle/>
              <a:p>
                <a:r>
                  <a:rPr lang="zh-CN" altLang="en-US">
                    <a:noFill/>
                  </a:rPr>
                  <a:t> </a:t>
                </a:r>
              </a:p>
            </p:txBody>
          </p:sp>
        </mc:Fallback>
      </mc:AlternateContent>
      <p:cxnSp>
        <p:nvCxnSpPr>
          <p:cNvPr id="14" name="直线箭头连接符 13">
            <a:extLst>
              <a:ext uri="{FF2B5EF4-FFF2-40B4-BE49-F238E27FC236}">
                <a16:creationId xmlns:a16="http://schemas.microsoft.com/office/drawing/2014/main" id="{ED6C42D8-01AB-76AD-2EC6-0BD87B1158AC}"/>
              </a:ext>
            </a:extLst>
          </p:cNvPr>
          <p:cNvCxnSpPr>
            <a:cxnSpLocks/>
            <a:stCxn id="2" idx="4"/>
            <a:endCxn id="11" idx="0"/>
          </p:cNvCxnSpPr>
          <p:nvPr/>
        </p:nvCxnSpPr>
        <p:spPr>
          <a:xfrm>
            <a:off x="3330386" y="4270003"/>
            <a:ext cx="0" cy="262217"/>
          </a:xfrm>
          <a:prstGeom prst="straightConnector1">
            <a:avLst/>
          </a:prstGeom>
          <a:ln w="19050">
            <a:solidFill>
              <a:schemeClr val="tx2"/>
            </a:solidFill>
            <a:tailEnd type="triangle"/>
          </a:ln>
        </p:spPr>
        <p:style>
          <a:lnRef idx="1">
            <a:schemeClr val="accent1"/>
          </a:lnRef>
          <a:fillRef idx="0">
            <a:schemeClr val="accent1"/>
          </a:fillRef>
          <a:effectRef idx="0">
            <a:schemeClr val="accent1"/>
          </a:effectRef>
          <a:fontRef idx="minor">
            <a:schemeClr val="tx1"/>
          </a:fontRef>
        </p:style>
      </p:cxnSp>
      <p:cxnSp>
        <p:nvCxnSpPr>
          <p:cNvPr id="15" name="直线箭头连接符 14">
            <a:extLst>
              <a:ext uri="{FF2B5EF4-FFF2-40B4-BE49-F238E27FC236}">
                <a16:creationId xmlns:a16="http://schemas.microsoft.com/office/drawing/2014/main" id="{2B60CC8A-0C48-7E14-E206-97F2CDA925DA}"/>
              </a:ext>
            </a:extLst>
          </p:cNvPr>
          <p:cNvCxnSpPr>
            <a:cxnSpLocks/>
            <a:stCxn id="3" idx="4"/>
            <a:endCxn id="12" idx="0"/>
          </p:cNvCxnSpPr>
          <p:nvPr/>
        </p:nvCxnSpPr>
        <p:spPr>
          <a:xfrm>
            <a:off x="4512606" y="4270003"/>
            <a:ext cx="0" cy="262217"/>
          </a:xfrm>
          <a:prstGeom prst="straightConnector1">
            <a:avLst/>
          </a:prstGeom>
          <a:ln w="19050">
            <a:solidFill>
              <a:schemeClr val="tx2"/>
            </a:solidFill>
            <a:tailEnd type="triangle"/>
          </a:ln>
        </p:spPr>
        <p:style>
          <a:lnRef idx="1">
            <a:schemeClr val="accent1"/>
          </a:lnRef>
          <a:fillRef idx="0">
            <a:schemeClr val="accent1"/>
          </a:fillRef>
          <a:effectRef idx="0">
            <a:schemeClr val="accent1"/>
          </a:effectRef>
          <a:fontRef idx="minor">
            <a:schemeClr val="tx1"/>
          </a:fontRef>
        </p:style>
      </p:cxnSp>
      <p:cxnSp>
        <p:nvCxnSpPr>
          <p:cNvPr id="16" name="直线箭头连接符 15">
            <a:extLst>
              <a:ext uri="{FF2B5EF4-FFF2-40B4-BE49-F238E27FC236}">
                <a16:creationId xmlns:a16="http://schemas.microsoft.com/office/drawing/2014/main" id="{E07FE914-7509-D2D7-A9AF-F0EC355FE22D}"/>
              </a:ext>
            </a:extLst>
          </p:cNvPr>
          <p:cNvCxnSpPr>
            <a:cxnSpLocks/>
            <a:stCxn id="4" idx="4"/>
            <a:endCxn id="13" idx="0"/>
          </p:cNvCxnSpPr>
          <p:nvPr/>
        </p:nvCxnSpPr>
        <p:spPr>
          <a:xfrm>
            <a:off x="5694825" y="4270003"/>
            <a:ext cx="0" cy="262217"/>
          </a:xfrm>
          <a:prstGeom prst="straightConnector1">
            <a:avLst/>
          </a:prstGeom>
          <a:ln w="19050">
            <a:solidFill>
              <a:schemeClr val="tx2"/>
            </a:solidFill>
            <a:tailEnd type="triangle"/>
          </a:ln>
        </p:spPr>
        <p:style>
          <a:lnRef idx="1">
            <a:schemeClr val="accent1"/>
          </a:lnRef>
          <a:fillRef idx="0">
            <a:schemeClr val="accent1"/>
          </a:fillRef>
          <a:effectRef idx="0">
            <a:schemeClr val="accent1"/>
          </a:effectRef>
          <a:fontRef idx="minor">
            <a:schemeClr val="tx1"/>
          </a:fontRef>
        </p:style>
      </p:cxnSp>
      <p:cxnSp>
        <p:nvCxnSpPr>
          <p:cNvPr id="17" name="直线箭头连接符 16">
            <a:extLst>
              <a:ext uri="{FF2B5EF4-FFF2-40B4-BE49-F238E27FC236}">
                <a16:creationId xmlns:a16="http://schemas.microsoft.com/office/drawing/2014/main" id="{A5BA8EBA-B292-38E9-AAF6-464C4DCEDEE7}"/>
              </a:ext>
            </a:extLst>
          </p:cNvPr>
          <p:cNvCxnSpPr/>
          <p:nvPr/>
        </p:nvCxnSpPr>
        <p:spPr>
          <a:xfrm>
            <a:off x="4729750" y="4051488"/>
            <a:ext cx="745190" cy="0"/>
          </a:xfrm>
          <a:prstGeom prst="straightConnector1">
            <a:avLst/>
          </a:prstGeom>
          <a:ln w="19050">
            <a:solidFill>
              <a:schemeClr val="tx2"/>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8" name="文本框 17">
                <a:extLst>
                  <a:ext uri="{FF2B5EF4-FFF2-40B4-BE49-F238E27FC236}">
                    <a16:creationId xmlns:a16="http://schemas.microsoft.com/office/drawing/2014/main" id="{4E3399FB-2CF2-F0C0-B608-8634B5B31360}"/>
                  </a:ext>
                </a:extLst>
              </p:cNvPr>
              <p:cNvSpPr txBox="1"/>
              <p:nvPr/>
            </p:nvSpPr>
            <p:spPr>
              <a:xfrm>
                <a:off x="4883086" y="3712934"/>
                <a:ext cx="443263" cy="33855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GB" altLang="zh-CN" sz="1600" b="0" i="1" smtClean="0">
                              <a:solidFill>
                                <a:schemeClr val="tx1"/>
                              </a:solidFill>
                              <a:latin typeface="Cambria Math" panose="02040503050406030204" pitchFamily="18" charset="0"/>
                            </a:rPr>
                          </m:ctrlPr>
                        </m:sSubPr>
                        <m:e>
                          <m:r>
                            <a:rPr lang="en-GB" altLang="zh-CN" sz="1600" b="0" i="1" smtClean="0">
                              <a:solidFill>
                                <a:schemeClr val="tx1"/>
                              </a:solidFill>
                              <a:latin typeface="Cambria Math" panose="02040503050406030204" pitchFamily="18" charset="0"/>
                            </a:rPr>
                            <m:t>𝑢</m:t>
                          </m:r>
                        </m:e>
                        <m:sub>
                          <m:r>
                            <a:rPr lang="en-GB" altLang="zh-CN" sz="1600" b="0" i="1" smtClean="0">
                              <a:solidFill>
                                <a:schemeClr val="tx1"/>
                              </a:solidFill>
                              <a:latin typeface="Cambria Math" panose="02040503050406030204" pitchFamily="18" charset="0"/>
                            </a:rPr>
                            <m:t>3</m:t>
                          </m:r>
                        </m:sub>
                      </m:sSub>
                    </m:oMath>
                  </m:oMathPara>
                </a14:m>
                <a:endParaRPr lang="en-GB" sz="1600" dirty="0">
                  <a:solidFill>
                    <a:schemeClr val="tx1"/>
                  </a:solidFill>
                </a:endParaRPr>
              </a:p>
            </p:txBody>
          </p:sp>
        </mc:Choice>
        <mc:Fallback xmlns="">
          <p:sp>
            <p:nvSpPr>
              <p:cNvPr id="18" name="文本框 17">
                <a:extLst>
                  <a:ext uri="{FF2B5EF4-FFF2-40B4-BE49-F238E27FC236}">
                    <a16:creationId xmlns:a16="http://schemas.microsoft.com/office/drawing/2014/main" id="{4E3399FB-2CF2-F0C0-B608-8634B5B31360}"/>
                  </a:ext>
                </a:extLst>
              </p:cNvPr>
              <p:cNvSpPr txBox="1">
                <a:spLocks noRot="1" noChangeAspect="1" noMove="1" noResize="1" noEditPoints="1" noAdjustHandles="1" noChangeArrowheads="1" noChangeShapeType="1" noTextEdit="1"/>
              </p:cNvSpPr>
              <p:nvPr/>
            </p:nvSpPr>
            <p:spPr>
              <a:xfrm>
                <a:off x="4883086" y="3712934"/>
                <a:ext cx="443263" cy="338554"/>
              </a:xfrm>
              <a:prstGeom prst="rect">
                <a:avLst/>
              </a:prstGeom>
              <a:blipFill>
                <a:blip r:embed="rId11"/>
                <a:stretch>
                  <a:fillRect/>
                </a:stretch>
              </a:blipFill>
            </p:spPr>
            <p:txBody>
              <a:bodyPr/>
              <a:lstStyle/>
              <a:p>
                <a:r>
                  <a:rPr lang="zh-CN" altLang="en-US">
                    <a:noFill/>
                  </a:rPr>
                  <a:t> </a:t>
                </a:r>
              </a:p>
            </p:txBody>
          </p:sp>
        </mc:Fallback>
      </mc:AlternateContent>
      <p:cxnSp>
        <p:nvCxnSpPr>
          <p:cNvPr id="19" name="直线箭头连接符 18">
            <a:extLst>
              <a:ext uri="{FF2B5EF4-FFF2-40B4-BE49-F238E27FC236}">
                <a16:creationId xmlns:a16="http://schemas.microsoft.com/office/drawing/2014/main" id="{739CECAE-F300-77B9-B5AF-46A5563C0221}"/>
              </a:ext>
            </a:extLst>
          </p:cNvPr>
          <p:cNvCxnSpPr/>
          <p:nvPr/>
        </p:nvCxnSpPr>
        <p:spPr>
          <a:xfrm>
            <a:off x="5906368" y="4051488"/>
            <a:ext cx="745190" cy="0"/>
          </a:xfrm>
          <a:prstGeom prst="straightConnector1">
            <a:avLst/>
          </a:prstGeom>
          <a:ln w="19050">
            <a:solidFill>
              <a:schemeClr val="tx2"/>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0" name="文本框 19">
                <a:extLst>
                  <a:ext uri="{FF2B5EF4-FFF2-40B4-BE49-F238E27FC236}">
                    <a16:creationId xmlns:a16="http://schemas.microsoft.com/office/drawing/2014/main" id="{3C851528-635B-EB90-267F-E1F9F333F114}"/>
                  </a:ext>
                </a:extLst>
              </p:cNvPr>
              <p:cNvSpPr txBox="1"/>
              <p:nvPr/>
            </p:nvSpPr>
            <p:spPr>
              <a:xfrm>
                <a:off x="6059704" y="3712934"/>
                <a:ext cx="443263" cy="33855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GB" altLang="zh-CN" sz="1600" b="0" i="1" smtClean="0">
                              <a:solidFill>
                                <a:schemeClr val="tx1"/>
                              </a:solidFill>
                              <a:latin typeface="Cambria Math" panose="02040503050406030204" pitchFamily="18" charset="0"/>
                            </a:rPr>
                          </m:ctrlPr>
                        </m:sSubPr>
                        <m:e>
                          <m:r>
                            <a:rPr lang="en-GB" altLang="zh-CN" sz="1600" b="0" i="1" smtClean="0">
                              <a:solidFill>
                                <a:schemeClr val="tx1"/>
                              </a:solidFill>
                              <a:latin typeface="Cambria Math" panose="02040503050406030204" pitchFamily="18" charset="0"/>
                            </a:rPr>
                            <m:t>𝑢</m:t>
                          </m:r>
                        </m:e>
                        <m:sub>
                          <m:r>
                            <a:rPr lang="en-GB" altLang="zh-CN" sz="1600" b="0" i="1" smtClean="0">
                              <a:solidFill>
                                <a:schemeClr val="tx1"/>
                              </a:solidFill>
                              <a:latin typeface="Cambria Math" panose="02040503050406030204" pitchFamily="18" charset="0"/>
                            </a:rPr>
                            <m:t>4</m:t>
                          </m:r>
                        </m:sub>
                      </m:sSub>
                    </m:oMath>
                  </m:oMathPara>
                </a14:m>
                <a:endParaRPr lang="en-GB" sz="1600" dirty="0">
                  <a:solidFill>
                    <a:schemeClr val="tx1"/>
                  </a:solidFill>
                </a:endParaRPr>
              </a:p>
            </p:txBody>
          </p:sp>
        </mc:Choice>
        <mc:Fallback xmlns="">
          <p:sp>
            <p:nvSpPr>
              <p:cNvPr id="20" name="文本框 19">
                <a:extLst>
                  <a:ext uri="{FF2B5EF4-FFF2-40B4-BE49-F238E27FC236}">
                    <a16:creationId xmlns:a16="http://schemas.microsoft.com/office/drawing/2014/main" id="{3C851528-635B-EB90-267F-E1F9F333F114}"/>
                  </a:ext>
                </a:extLst>
              </p:cNvPr>
              <p:cNvSpPr txBox="1">
                <a:spLocks noRot="1" noChangeAspect="1" noMove="1" noResize="1" noEditPoints="1" noAdjustHandles="1" noChangeArrowheads="1" noChangeShapeType="1" noTextEdit="1"/>
              </p:cNvSpPr>
              <p:nvPr/>
            </p:nvSpPr>
            <p:spPr>
              <a:xfrm>
                <a:off x="6059704" y="3712934"/>
                <a:ext cx="443263" cy="338554"/>
              </a:xfrm>
              <a:prstGeom prst="rect">
                <a:avLst/>
              </a:prstGeom>
              <a:blipFill>
                <a:blip r:embed="rId12"/>
                <a:stretch>
                  <a:fillRect/>
                </a:stretch>
              </a:blipFill>
            </p:spPr>
            <p:txBody>
              <a:bodyPr/>
              <a:lstStyle/>
              <a:p>
                <a:r>
                  <a:rPr lang="zh-CN" altLang="en-US">
                    <a:noFill/>
                  </a:rPr>
                  <a:t> </a:t>
                </a:r>
              </a:p>
            </p:txBody>
          </p:sp>
        </mc:Fallback>
      </mc:AlternateContent>
      <p:sp>
        <p:nvSpPr>
          <p:cNvPr id="21" name="文本框 20">
            <a:extLst>
              <a:ext uri="{FF2B5EF4-FFF2-40B4-BE49-F238E27FC236}">
                <a16:creationId xmlns:a16="http://schemas.microsoft.com/office/drawing/2014/main" id="{6DAF9F15-E208-BCA3-BCE8-2D5BAFC66DD8}"/>
              </a:ext>
            </a:extLst>
          </p:cNvPr>
          <p:cNvSpPr txBox="1"/>
          <p:nvPr/>
        </p:nvSpPr>
        <p:spPr>
          <a:xfrm>
            <a:off x="6857449" y="2938886"/>
            <a:ext cx="2238105" cy="523220"/>
          </a:xfrm>
          <a:prstGeom prst="rect">
            <a:avLst/>
          </a:prstGeom>
          <a:noFill/>
        </p:spPr>
        <p:txBody>
          <a:bodyPr wrap="square" rtlCol="0">
            <a:spAutoFit/>
          </a:bodyPr>
          <a:lstStyle/>
          <a:p>
            <a:r>
              <a:rPr lang="en-GB" altLang="zh-CN" sz="1400" dirty="0">
                <a:solidFill>
                  <a:schemeClr val="accent4"/>
                </a:solidFill>
              </a:rPr>
              <a:t>If there is no error/noise, the prediction is very simple.</a:t>
            </a:r>
          </a:p>
        </p:txBody>
      </p:sp>
      <p:cxnSp>
        <p:nvCxnSpPr>
          <p:cNvPr id="23" name="直线箭头连接符 22">
            <a:extLst>
              <a:ext uri="{FF2B5EF4-FFF2-40B4-BE49-F238E27FC236}">
                <a16:creationId xmlns:a16="http://schemas.microsoft.com/office/drawing/2014/main" id="{5710C721-9554-CBB0-03F0-89C5FF2A3E09}"/>
              </a:ext>
            </a:extLst>
          </p:cNvPr>
          <p:cNvCxnSpPr>
            <a:cxnSpLocks/>
            <a:stCxn id="21" idx="1"/>
          </p:cNvCxnSpPr>
          <p:nvPr/>
        </p:nvCxnSpPr>
        <p:spPr>
          <a:xfrm flipH="1">
            <a:off x="6346299" y="3200496"/>
            <a:ext cx="511150" cy="0"/>
          </a:xfrm>
          <a:prstGeom prst="straightConnector1">
            <a:avLst/>
          </a:prstGeom>
          <a:ln w="15875">
            <a:solidFill>
              <a:schemeClr val="accent4"/>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405297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a:extLst>
              <a:ext uri="{FF2B5EF4-FFF2-40B4-BE49-F238E27FC236}">
                <a16:creationId xmlns:a16="http://schemas.microsoft.com/office/drawing/2014/main" id="{81C8A1BD-4FA8-336D-6F45-1B4B35014DB3}"/>
              </a:ext>
            </a:extLst>
          </p:cNvPr>
          <p:cNvSpPr>
            <a:spLocks noGrp="1"/>
          </p:cNvSpPr>
          <p:nvPr>
            <p:ph type="title"/>
          </p:nvPr>
        </p:nvSpPr>
        <p:spPr>
          <a:xfrm>
            <a:off x="628649" y="559420"/>
            <a:ext cx="7732925" cy="630335"/>
          </a:xfrm>
        </p:spPr>
        <p:txBody>
          <a:bodyPr>
            <a:normAutofit/>
          </a:bodyPr>
          <a:lstStyle/>
          <a:p>
            <a:r>
              <a:rPr lang="en-GB" altLang="zh-CN" b="0" dirty="0"/>
              <a:t>Kalman Filter</a:t>
            </a:r>
            <a:r>
              <a:rPr lang="zh-CN" altLang="en-US" b="0" dirty="0"/>
              <a:t> </a:t>
            </a:r>
            <a:r>
              <a:rPr lang="en-US" altLang="zh-CN" dirty="0"/>
              <a:t>1-D</a:t>
            </a:r>
            <a:r>
              <a:rPr lang="en-US" altLang="zh-CN" b="0" dirty="0"/>
              <a:t> Example</a:t>
            </a:r>
            <a:r>
              <a:rPr lang="en-GB" altLang="zh-CN" b="0" dirty="0"/>
              <a:t> </a:t>
            </a:r>
            <a:endParaRPr lang="en-GB" b="0" dirty="0"/>
          </a:p>
        </p:txBody>
      </p:sp>
      <mc:AlternateContent xmlns:mc="http://schemas.openxmlformats.org/markup-compatibility/2006" xmlns:a14="http://schemas.microsoft.com/office/drawing/2010/main">
        <mc:Choice Requires="a14">
          <p:sp>
            <p:nvSpPr>
              <p:cNvPr id="6" name="文本占位符 5">
                <a:extLst>
                  <a:ext uri="{FF2B5EF4-FFF2-40B4-BE49-F238E27FC236}">
                    <a16:creationId xmlns:a16="http://schemas.microsoft.com/office/drawing/2014/main" id="{F26AF3AB-F8A7-E5AF-9579-53E06432B134}"/>
                  </a:ext>
                </a:extLst>
              </p:cNvPr>
              <p:cNvSpPr>
                <a:spLocks noGrp="1"/>
              </p:cNvSpPr>
              <p:nvPr>
                <p:ph type="body" sz="quarter" idx="10"/>
              </p:nvPr>
            </p:nvSpPr>
            <p:spPr>
              <a:xfrm>
                <a:off x="628650" y="1465263"/>
                <a:ext cx="7443788" cy="3678237"/>
              </a:xfrm>
            </p:spPr>
            <p:txBody>
              <a:bodyPr/>
              <a:lstStyle/>
              <a:p>
                <a:r>
                  <a:rPr lang="en-GB" dirty="0"/>
                  <a:t>When we consider the errors, </a:t>
                </a:r>
                <a14:m>
                  <m:oMath xmlns:m="http://schemas.openxmlformats.org/officeDocument/2006/math">
                    <m:sSub>
                      <m:sSubPr>
                        <m:ctrlPr>
                          <a:rPr lang="en-GB" altLang="zh-CN" i="1" smtClean="0">
                            <a:solidFill>
                              <a:srgbClr val="003399"/>
                            </a:solidFill>
                            <a:latin typeface="Cambria Math" panose="02040503050406030204" pitchFamily="18" charset="0"/>
                          </a:rPr>
                        </m:ctrlPr>
                      </m:sSubPr>
                      <m:e>
                        <m:acc>
                          <m:accPr>
                            <m:chr m:val="̂"/>
                            <m:ctrlPr>
                              <a:rPr lang="en-GB" altLang="zh-CN" i="1">
                                <a:solidFill>
                                  <a:srgbClr val="003399"/>
                                </a:solidFill>
                                <a:latin typeface="Cambria Math" panose="02040503050406030204" pitchFamily="18" charset="0"/>
                              </a:rPr>
                            </m:ctrlPr>
                          </m:accPr>
                          <m:e>
                            <m:r>
                              <a:rPr lang="en-GB" altLang="zh-CN" i="1">
                                <a:solidFill>
                                  <a:srgbClr val="003399"/>
                                </a:solidFill>
                                <a:latin typeface="Cambria Math" panose="02040503050406030204" pitchFamily="18" charset="0"/>
                              </a:rPr>
                              <m:t>𝑥</m:t>
                            </m:r>
                          </m:e>
                        </m:acc>
                      </m:e>
                      <m:sub>
                        <m:r>
                          <a:rPr lang="en-GB" altLang="zh-CN" i="1">
                            <a:solidFill>
                              <a:srgbClr val="003399"/>
                            </a:solidFill>
                            <a:latin typeface="Cambria Math" panose="02040503050406030204" pitchFamily="18" charset="0"/>
                          </a:rPr>
                          <m:t>𝑘</m:t>
                        </m:r>
                      </m:sub>
                    </m:sSub>
                  </m:oMath>
                </a14:m>
                <a:r>
                  <a:rPr lang="en-GB" dirty="0"/>
                  <a:t>, </a:t>
                </a:r>
                <a14:m>
                  <m:oMath xmlns:m="http://schemas.openxmlformats.org/officeDocument/2006/math">
                    <m:sSub>
                      <m:sSubPr>
                        <m:ctrlPr>
                          <a:rPr lang="en-GB" altLang="zh-CN" i="1">
                            <a:solidFill>
                              <a:srgbClr val="003399"/>
                            </a:solidFill>
                            <a:latin typeface="Cambria Math" panose="02040503050406030204" pitchFamily="18" charset="0"/>
                          </a:rPr>
                        </m:ctrlPr>
                      </m:sSubPr>
                      <m:e>
                        <m:r>
                          <a:rPr lang="en-GB" altLang="zh-CN" i="1">
                            <a:solidFill>
                              <a:srgbClr val="003399"/>
                            </a:solidFill>
                            <a:latin typeface="Cambria Math" panose="02040503050406030204" pitchFamily="18" charset="0"/>
                          </a:rPr>
                          <m:t>𝑥</m:t>
                        </m:r>
                      </m:e>
                      <m:sub>
                        <m:r>
                          <a:rPr lang="en-GB" altLang="zh-CN" i="1">
                            <a:solidFill>
                              <a:srgbClr val="003399"/>
                            </a:solidFill>
                            <a:latin typeface="Cambria Math" panose="02040503050406030204" pitchFamily="18" charset="0"/>
                          </a:rPr>
                          <m:t>𝑘</m:t>
                        </m:r>
                      </m:sub>
                    </m:sSub>
                  </m:oMath>
                </a14:m>
                <a:r>
                  <a:rPr lang="en-GB" dirty="0"/>
                  <a:t>, and </a:t>
                </a:r>
                <a14:m>
                  <m:oMath xmlns:m="http://schemas.openxmlformats.org/officeDocument/2006/math">
                    <m:sSub>
                      <m:sSubPr>
                        <m:ctrlPr>
                          <a:rPr lang="en-GB" altLang="zh-CN" i="1">
                            <a:solidFill>
                              <a:srgbClr val="003399"/>
                            </a:solidFill>
                            <a:latin typeface="Cambria Math" panose="02040503050406030204" pitchFamily="18" charset="0"/>
                          </a:rPr>
                        </m:ctrlPr>
                      </m:sSubPr>
                      <m:e>
                        <m:r>
                          <a:rPr lang="en-GB" altLang="zh-CN" i="1">
                            <a:solidFill>
                              <a:srgbClr val="003399"/>
                            </a:solidFill>
                            <a:latin typeface="Cambria Math" panose="02040503050406030204" pitchFamily="18" charset="0"/>
                          </a:rPr>
                          <m:t>𝑧</m:t>
                        </m:r>
                      </m:e>
                      <m:sub>
                        <m:r>
                          <a:rPr lang="en-GB" altLang="zh-CN" i="1">
                            <a:solidFill>
                              <a:srgbClr val="003399"/>
                            </a:solidFill>
                            <a:latin typeface="Cambria Math" panose="02040503050406030204" pitchFamily="18" charset="0"/>
                          </a:rPr>
                          <m:t>𝑘</m:t>
                        </m:r>
                      </m:sub>
                    </m:sSub>
                  </m:oMath>
                </a14:m>
                <a:r>
                  <a:rPr lang="en-GB" dirty="0"/>
                  <a:t> will </a:t>
                </a:r>
                <a:r>
                  <a:rPr lang="en-GB" dirty="0">
                    <a:solidFill>
                      <a:srgbClr val="003399"/>
                    </a:solidFill>
                  </a:rPr>
                  <a:t>differ</a:t>
                </a:r>
                <a:r>
                  <a:rPr lang="en-GB" dirty="0"/>
                  <a:t>, so that only</a:t>
                </a:r>
              </a:p>
              <a:p>
                <a:pPr algn="ctr"/>
                <a14:m>
                  <m:oMath xmlns:m="http://schemas.openxmlformats.org/officeDocument/2006/math">
                    <m:sSub>
                      <m:sSubPr>
                        <m:ctrlPr>
                          <a:rPr lang="en-GB" altLang="zh-CN" i="1" smtClean="0">
                            <a:solidFill>
                              <a:srgbClr val="003399"/>
                            </a:solidFill>
                            <a:latin typeface="Cambria Math" panose="02040503050406030204" pitchFamily="18" charset="0"/>
                          </a:rPr>
                        </m:ctrlPr>
                      </m:sSubPr>
                      <m:e>
                        <m:acc>
                          <m:accPr>
                            <m:chr m:val="̂"/>
                            <m:ctrlPr>
                              <a:rPr lang="en-GB" altLang="zh-CN" i="1">
                                <a:solidFill>
                                  <a:srgbClr val="003399"/>
                                </a:solidFill>
                                <a:latin typeface="Cambria Math" panose="02040503050406030204" pitchFamily="18" charset="0"/>
                              </a:rPr>
                            </m:ctrlPr>
                          </m:accPr>
                          <m:e>
                            <m:r>
                              <a:rPr lang="en-GB" altLang="zh-CN" i="1">
                                <a:solidFill>
                                  <a:srgbClr val="003399"/>
                                </a:solidFill>
                                <a:latin typeface="Cambria Math" panose="02040503050406030204" pitchFamily="18" charset="0"/>
                              </a:rPr>
                              <m:t>𝑥</m:t>
                            </m:r>
                          </m:e>
                        </m:acc>
                      </m:e>
                      <m:sub>
                        <m:r>
                          <a:rPr lang="en-GB" altLang="zh-CN" i="1">
                            <a:solidFill>
                              <a:srgbClr val="003399"/>
                            </a:solidFill>
                            <a:latin typeface="Cambria Math" panose="02040503050406030204" pitchFamily="18" charset="0"/>
                          </a:rPr>
                          <m:t>𝑘</m:t>
                        </m:r>
                        <m:r>
                          <a:rPr lang="en-GB" altLang="zh-CN" b="0" i="1" smtClean="0">
                            <a:solidFill>
                              <a:srgbClr val="003399"/>
                            </a:solidFill>
                            <a:latin typeface="Cambria Math" panose="02040503050406030204" pitchFamily="18" charset="0"/>
                          </a:rPr>
                          <m:t>−</m:t>
                        </m:r>
                      </m:sub>
                    </m:sSub>
                    <m:r>
                      <a:rPr lang="en-GB" altLang="zh-CN" b="0" i="1" smtClean="0">
                        <a:solidFill>
                          <a:srgbClr val="003399"/>
                        </a:solidFill>
                        <a:latin typeface="Cambria Math" panose="02040503050406030204" pitchFamily="18" charset="0"/>
                      </a:rPr>
                      <m:t>=</m:t>
                    </m:r>
                    <m:r>
                      <a:rPr lang="en-GB" altLang="zh-CN" b="0" i="1" smtClean="0">
                        <a:solidFill>
                          <a:srgbClr val="003399"/>
                        </a:solidFill>
                        <a:latin typeface="Cambria Math" panose="02040503050406030204" pitchFamily="18" charset="0"/>
                      </a:rPr>
                      <m:t>𝑓</m:t>
                    </m:r>
                    <m:r>
                      <a:rPr lang="en-GB" altLang="zh-CN" b="0" i="1" smtClean="0">
                        <a:solidFill>
                          <a:srgbClr val="003399"/>
                        </a:solidFill>
                        <a:latin typeface="Cambria Math" panose="02040503050406030204" pitchFamily="18" charset="0"/>
                      </a:rPr>
                      <m:t>⋅</m:t>
                    </m:r>
                    <m:sSub>
                      <m:sSubPr>
                        <m:ctrlPr>
                          <a:rPr lang="en-GB" altLang="zh-CN" i="1">
                            <a:solidFill>
                              <a:srgbClr val="003399"/>
                            </a:solidFill>
                            <a:latin typeface="Cambria Math" panose="02040503050406030204" pitchFamily="18" charset="0"/>
                          </a:rPr>
                        </m:ctrlPr>
                      </m:sSubPr>
                      <m:e>
                        <m:acc>
                          <m:accPr>
                            <m:chr m:val="̂"/>
                            <m:ctrlPr>
                              <a:rPr lang="en-GB" altLang="zh-CN" i="1">
                                <a:solidFill>
                                  <a:srgbClr val="003399"/>
                                </a:solidFill>
                                <a:latin typeface="Cambria Math" panose="02040503050406030204" pitchFamily="18" charset="0"/>
                              </a:rPr>
                            </m:ctrlPr>
                          </m:accPr>
                          <m:e>
                            <m:r>
                              <a:rPr lang="en-GB" altLang="zh-CN" i="1">
                                <a:solidFill>
                                  <a:srgbClr val="003399"/>
                                </a:solidFill>
                                <a:latin typeface="Cambria Math" panose="02040503050406030204" pitchFamily="18" charset="0"/>
                              </a:rPr>
                              <m:t>𝑥</m:t>
                            </m:r>
                          </m:e>
                        </m:acc>
                      </m:e>
                      <m:sub>
                        <m:r>
                          <a:rPr lang="en-GB" altLang="zh-CN" i="1">
                            <a:solidFill>
                              <a:srgbClr val="003399"/>
                            </a:solidFill>
                            <a:latin typeface="Cambria Math" panose="02040503050406030204" pitchFamily="18" charset="0"/>
                          </a:rPr>
                          <m:t>𝑘</m:t>
                        </m:r>
                        <m:r>
                          <a:rPr lang="en-GB" altLang="zh-CN" i="1">
                            <a:solidFill>
                              <a:srgbClr val="003399"/>
                            </a:solidFill>
                            <a:latin typeface="Cambria Math" panose="02040503050406030204" pitchFamily="18" charset="0"/>
                          </a:rPr>
                          <m:t>−1</m:t>
                        </m:r>
                      </m:sub>
                    </m:sSub>
                    <m:r>
                      <a:rPr lang="en-GB" altLang="zh-CN" b="0" i="1" smtClean="0">
                        <a:solidFill>
                          <a:srgbClr val="003399"/>
                        </a:solidFill>
                        <a:latin typeface="Cambria Math" panose="02040503050406030204" pitchFamily="18" charset="0"/>
                      </a:rPr>
                      <m:t>+</m:t>
                    </m:r>
                    <m:r>
                      <a:rPr lang="en-GB" altLang="zh-CN" b="0" i="1" smtClean="0">
                        <a:solidFill>
                          <a:srgbClr val="003399"/>
                        </a:solidFill>
                        <a:latin typeface="Cambria Math" panose="02040503050406030204" pitchFamily="18" charset="0"/>
                      </a:rPr>
                      <m:t>𝑏</m:t>
                    </m:r>
                    <m:r>
                      <a:rPr lang="en-GB" altLang="zh-CN" b="0" i="1" smtClean="0">
                        <a:solidFill>
                          <a:srgbClr val="003399"/>
                        </a:solidFill>
                        <a:latin typeface="Cambria Math" panose="02040503050406030204" pitchFamily="18" charset="0"/>
                      </a:rPr>
                      <m:t>⋅</m:t>
                    </m:r>
                    <m:sSub>
                      <m:sSubPr>
                        <m:ctrlPr>
                          <a:rPr lang="en-GB" altLang="zh-CN" i="1">
                            <a:solidFill>
                              <a:srgbClr val="003399"/>
                            </a:solidFill>
                            <a:latin typeface="Cambria Math" panose="02040503050406030204" pitchFamily="18" charset="0"/>
                          </a:rPr>
                        </m:ctrlPr>
                      </m:sSubPr>
                      <m:e>
                        <m:r>
                          <a:rPr lang="en-GB" altLang="zh-CN" i="1">
                            <a:solidFill>
                              <a:srgbClr val="003399"/>
                            </a:solidFill>
                            <a:latin typeface="Cambria Math" panose="02040503050406030204" pitchFamily="18" charset="0"/>
                          </a:rPr>
                          <m:t>𝑢</m:t>
                        </m:r>
                      </m:e>
                      <m:sub>
                        <m:r>
                          <a:rPr lang="en-GB" altLang="zh-CN" i="1">
                            <a:solidFill>
                              <a:srgbClr val="003399"/>
                            </a:solidFill>
                            <a:latin typeface="Cambria Math" panose="02040503050406030204" pitchFamily="18" charset="0"/>
                          </a:rPr>
                          <m:t>𝑘</m:t>
                        </m:r>
                      </m:sub>
                    </m:sSub>
                  </m:oMath>
                </a14:m>
                <a:r>
                  <a:rPr lang="en-GB" dirty="0"/>
                  <a:t> </a:t>
                </a:r>
              </a:p>
              <a:p>
                <a:r>
                  <a:rPr lang="en-GB" dirty="0"/>
                  <a:t>We temporally use </a:t>
                </a:r>
                <a14:m>
                  <m:oMath xmlns:m="http://schemas.openxmlformats.org/officeDocument/2006/math">
                    <m:sSub>
                      <m:sSubPr>
                        <m:ctrlPr>
                          <a:rPr lang="en-GB" altLang="zh-CN" i="1" smtClean="0">
                            <a:solidFill>
                              <a:srgbClr val="003399"/>
                            </a:solidFill>
                            <a:latin typeface="Cambria Math" panose="02040503050406030204" pitchFamily="18" charset="0"/>
                          </a:rPr>
                        </m:ctrlPr>
                      </m:sSubPr>
                      <m:e>
                        <m:acc>
                          <m:accPr>
                            <m:chr m:val="̂"/>
                            <m:ctrlPr>
                              <a:rPr lang="en-GB" altLang="zh-CN" i="1">
                                <a:solidFill>
                                  <a:srgbClr val="003399"/>
                                </a:solidFill>
                                <a:latin typeface="Cambria Math" panose="02040503050406030204" pitchFamily="18" charset="0"/>
                              </a:rPr>
                            </m:ctrlPr>
                          </m:accPr>
                          <m:e>
                            <m:r>
                              <a:rPr lang="en-GB" altLang="zh-CN" i="1">
                                <a:solidFill>
                                  <a:srgbClr val="003399"/>
                                </a:solidFill>
                                <a:latin typeface="Cambria Math" panose="02040503050406030204" pitchFamily="18" charset="0"/>
                              </a:rPr>
                              <m:t>𝑥</m:t>
                            </m:r>
                          </m:e>
                        </m:acc>
                      </m:e>
                      <m:sub>
                        <m:r>
                          <a:rPr lang="en-GB" altLang="zh-CN" i="1">
                            <a:solidFill>
                              <a:srgbClr val="003399"/>
                            </a:solidFill>
                            <a:latin typeface="Cambria Math" panose="02040503050406030204" pitchFamily="18" charset="0"/>
                          </a:rPr>
                          <m:t>𝑘</m:t>
                        </m:r>
                        <m:r>
                          <a:rPr lang="en-GB" altLang="zh-CN" b="0" i="1" smtClean="0">
                            <a:solidFill>
                              <a:srgbClr val="003399"/>
                            </a:solidFill>
                            <a:latin typeface="Cambria Math" panose="02040503050406030204" pitchFamily="18" charset="0"/>
                          </a:rPr>
                          <m:t>−</m:t>
                        </m:r>
                      </m:sub>
                    </m:sSub>
                  </m:oMath>
                </a14:m>
                <a:r>
                  <a:rPr lang="en-GB" dirty="0"/>
                  <a:t> denotes </a:t>
                </a:r>
                <a14:m>
                  <m:oMath xmlns:m="http://schemas.openxmlformats.org/officeDocument/2006/math">
                    <m:sSub>
                      <m:sSubPr>
                        <m:ctrlPr>
                          <a:rPr lang="en-GB" altLang="zh-CN" i="1">
                            <a:solidFill>
                              <a:srgbClr val="003399"/>
                            </a:solidFill>
                            <a:latin typeface="Cambria Math" panose="02040503050406030204" pitchFamily="18" charset="0"/>
                          </a:rPr>
                        </m:ctrlPr>
                      </m:sSubPr>
                      <m:e>
                        <m:acc>
                          <m:accPr>
                            <m:chr m:val="̂"/>
                            <m:ctrlPr>
                              <a:rPr lang="en-GB" altLang="zh-CN" i="1">
                                <a:solidFill>
                                  <a:srgbClr val="003399"/>
                                </a:solidFill>
                                <a:latin typeface="Cambria Math" panose="02040503050406030204" pitchFamily="18" charset="0"/>
                              </a:rPr>
                            </m:ctrlPr>
                          </m:accPr>
                          <m:e>
                            <m:r>
                              <a:rPr lang="en-GB" altLang="zh-CN" i="1">
                                <a:solidFill>
                                  <a:srgbClr val="003399"/>
                                </a:solidFill>
                                <a:latin typeface="Cambria Math" panose="02040503050406030204" pitchFamily="18" charset="0"/>
                              </a:rPr>
                              <m:t>𝑥</m:t>
                            </m:r>
                          </m:e>
                        </m:acc>
                      </m:e>
                      <m:sub>
                        <m:r>
                          <a:rPr lang="en-GB" altLang="zh-CN" i="1">
                            <a:solidFill>
                              <a:srgbClr val="003399"/>
                            </a:solidFill>
                            <a:latin typeface="Cambria Math" panose="02040503050406030204" pitchFamily="18" charset="0"/>
                          </a:rPr>
                          <m:t>𝑘</m:t>
                        </m:r>
                      </m:sub>
                    </m:sSub>
                  </m:oMath>
                </a14:m>
                <a:r>
                  <a:rPr lang="en-GB" dirty="0"/>
                  <a:t> since we haven't taken </a:t>
                </a:r>
                <a14:m>
                  <m:oMath xmlns:m="http://schemas.openxmlformats.org/officeDocument/2006/math">
                    <m:sSub>
                      <m:sSubPr>
                        <m:ctrlPr>
                          <a:rPr lang="en-GB" altLang="zh-CN" i="1">
                            <a:solidFill>
                              <a:srgbClr val="003399"/>
                            </a:solidFill>
                            <a:latin typeface="Cambria Math" panose="02040503050406030204" pitchFamily="18" charset="0"/>
                          </a:rPr>
                        </m:ctrlPr>
                      </m:sSubPr>
                      <m:e>
                        <m:r>
                          <a:rPr lang="en-GB" altLang="zh-CN" i="1">
                            <a:solidFill>
                              <a:srgbClr val="003399"/>
                            </a:solidFill>
                            <a:latin typeface="Cambria Math" panose="02040503050406030204" pitchFamily="18" charset="0"/>
                          </a:rPr>
                          <m:t>𝑧</m:t>
                        </m:r>
                      </m:e>
                      <m:sub>
                        <m:r>
                          <a:rPr lang="en-GB" altLang="zh-CN" i="1">
                            <a:solidFill>
                              <a:srgbClr val="003399"/>
                            </a:solidFill>
                            <a:latin typeface="Cambria Math" panose="02040503050406030204" pitchFamily="18" charset="0"/>
                          </a:rPr>
                          <m:t>𝑘</m:t>
                        </m:r>
                      </m:sub>
                    </m:sSub>
                  </m:oMath>
                </a14:m>
                <a:r>
                  <a:rPr lang="en-GB" altLang="zh-CN" dirty="0"/>
                  <a:t> into account yet. </a:t>
                </a:r>
                <a:endParaRPr lang="en-GB" dirty="0"/>
              </a:p>
              <a:p>
                <a:r>
                  <a:rPr lang="en-GB" dirty="0"/>
                  <a:t>Because the errors exist, Kalman Filter also predict the variance </a:t>
                </a:r>
                <a:r>
                  <a:rPr lang="en-GB" dirty="0">
                    <a:solidFill>
                      <a:schemeClr val="tx1"/>
                    </a:solidFill>
                  </a:rPr>
                  <a:t>of </a:t>
                </a:r>
                <a14:m>
                  <m:oMath xmlns:m="http://schemas.openxmlformats.org/officeDocument/2006/math">
                    <m:sSub>
                      <m:sSubPr>
                        <m:ctrlPr>
                          <a:rPr lang="en-GB" altLang="zh-CN" i="1">
                            <a:solidFill>
                              <a:schemeClr val="tx1"/>
                            </a:solidFill>
                            <a:latin typeface="Cambria Math" panose="02040503050406030204" pitchFamily="18" charset="0"/>
                          </a:rPr>
                        </m:ctrlPr>
                      </m:sSubPr>
                      <m:e>
                        <m:acc>
                          <m:accPr>
                            <m:chr m:val="̂"/>
                            <m:ctrlPr>
                              <a:rPr lang="en-GB" altLang="zh-CN" i="1">
                                <a:solidFill>
                                  <a:schemeClr val="tx1"/>
                                </a:solidFill>
                                <a:latin typeface="Cambria Math" panose="02040503050406030204" pitchFamily="18" charset="0"/>
                              </a:rPr>
                            </m:ctrlPr>
                          </m:accPr>
                          <m:e>
                            <m:r>
                              <a:rPr lang="en-GB" altLang="zh-CN" i="1">
                                <a:solidFill>
                                  <a:schemeClr val="tx1"/>
                                </a:solidFill>
                                <a:latin typeface="Cambria Math" panose="02040503050406030204" pitchFamily="18" charset="0"/>
                              </a:rPr>
                              <m:t>𝑥</m:t>
                            </m:r>
                          </m:e>
                        </m:acc>
                      </m:e>
                      <m:sub>
                        <m:r>
                          <a:rPr lang="en-GB" altLang="zh-CN" i="1">
                            <a:solidFill>
                              <a:schemeClr val="tx1"/>
                            </a:solidFill>
                            <a:latin typeface="Cambria Math" panose="02040503050406030204" pitchFamily="18" charset="0"/>
                          </a:rPr>
                          <m:t>𝑘</m:t>
                        </m:r>
                      </m:sub>
                    </m:sSub>
                  </m:oMath>
                </a14:m>
                <a:r>
                  <a:rPr lang="en-GB" dirty="0">
                    <a:solidFill>
                      <a:schemeClr val="tx1"/>
                    </a:solidFill>
                  </a:rPr>
                  <a:t>, denoted by </a:t>
                </a:r>
                <a14:m>
                  <m:oMath xmlns:m="http://schemas.openxmlformats.org/officeDocument/2006/math">
                    <m:sSub>
                      <m:sSubPr>
                        <m:ctrlPr>
                          <a:rPr lang="en-GB" altLang="zh-CN" i="1">
                            <a:solidFill>
                              <a:schemeClr val="tx1"/>
                            </a:solidFill>
                            <a:latin typeface="Cambria Math" panose="02040503050406030204" pitchFamily="18" charset="0"/>
                          </a:rPr>
                        </m:ctrlPr>
                      </m:sSubPr>
                      <m:e>
                        <m:r>
                          <a:rPr lang="en-GB" altLang="zh-CN" b="0" i="1" smtClean="0">
                            <a:solidFill>
                              <a:schemeClr val="tx1"/>
                            </a:solidFill>
                            <a:latin typeface="Cambria Math" panose="02040503050406030204" pitchFamily="18" charset="0"/>
                          </a:rPr>
                          <m:t>𝑝</m:t>
                        </m:r>
                      </m:e>
                      <m:sub>
                        <m:r>
                          <a:rPr lang="en-GB" altLang="zh-CN" i="1">
                            <a:solidFill>
                              <a:schemeClr val="tx1"/>
                            </a:solidFill>
                            <a:latin typeface="Cambria Math" panose="02040503050406030204" pitchFamily="18" charset="0"/>
                          </a:rPr>
                          <m:t>𝑘</m:t>
                        </m:r>
                      </m:sub>
                    </m:sSub>
                  </m:oMath>
                </a14:m>
                <a:r>
                  <a:rPr lang="en-GB" dirty="0">
                    <a:solidFill>
                      <a:schemeClr val="tx1"/>
                    </a:solidFill>
                  </a:rPr>
                  <a:t>.</a:t>
                </a:r>
                <a:endParaRPr lang="en-GB" dirty="0"/>
              </a:p>
              <a:p>
                <a:pPr/>
                <a14:m>
                  <m:oMathPara xmlns:m="http://schemas.openxmlformats.org/officeDocument/2006/math">
                    <m:oMathParaPr>
                      <m:jc m:val="centerGroup"/>
                    </m:oMathParaPr>
                    <m:oMath xmlns:m="http://schemas.openxmlformats.org/officeDocument/2006/math">
                      <m:sSub>
                        <m:sSubPr>
                          <m:ctrlPr>
                            <a:rPr lang="en-GB" altLang="zh-CN" i="1" smtClean="0">
                              <a:solidFill>
                                <a:srgbClr val="003399"/>
                              </a:solidFill>
                              <a:latin typeface="Cambria Math" panose="02040503050406030204" pitchFamily="18" charset="0"/>
                            </a:rPr>
                          </m:ctrlPr>
                        </m:sSubPr>
                        <m:e>
                          <m:r>
                            <a:rPr lang="en-GB" altLang="zh-CN" b="0" i="1" smtClean="0">
                              <a:solidFill>
                                <a:srgbClr val="003399"/>
                              </a:solidFill>
                              <a:latin typeface="Cambria Math" panose="02040503050406030204" pitchFamily="18" charset="0"/>
                            </a:rPr>
                            <m:t>𝑝</m:t>
                          </m:r>
                        </m:e>
                        <m:sub>
                          <m:r>
                            <a:rPr lang="en-GB" altLang="zh-CN" i="1">
                              <a:solidFill>
                                <a:srgbClr val="003399"/>
                              </a:solidFill>
                              <a:latin typeface="Cambria Math" panose="02040503050406030204" pitchFamily="18" charset="0"/>
                            </a:rPr>
                            <m:t>𝑘</m:t>
                          </m:r>
                          <m:r>
                            <a:rPr lang="en-GB" altLang="zh-CN" b="0" i="1" smtClean="0">
                              <a:solidFill>
                                <a:srgbClr val="003399"/>
                              </a:solidFill>
                              <a:latin typeface="Cambria Math" panose="02040503050406030204" pitchFamily="18" charset="0"/>
                            </a:rPr>
                            <m:t>−</m:t>
                          </m:r>
                        </m:sub>
                      </m:sSub>
                      <m:r>
                        <a:rPr lang="en-GB" altLang="zh-CN" i="1">
                          <a:solidFill>
                            <a:srgbClr val="003399"/>
                          </a:solidFill>
                          <a:latin typeface="Cambria Math" panose="02040503050406030204" pitchFamily="18" charset="0"/>
                        </a:rPr>
                        <m:t>=</m:t>
                      </m:r>
                      <m:sSup>
                        <m:sSupPr>
                          <m:ctrlPr>
                            <a:rPr lang="en-GB" altLang="zh-CN" b="0" i="1" smtClean="0">
                              <a:solidFill>
                                <a:srgbClr val="003399"/>
                              </a:solidFill>
                              <a:latin typeface="Cambria Math" panose="02040503050406030204" pitchFamily="18" charset="0"/>
                            </a:rPr>
                          </m:ctrlPr>
                        </m:sSupPr>
                        <m:e>
                          <m:r>
                            <a:rPr lang="en-GB" altLang="zh-CN" i="1">
                              <a:solidFill>
                                <a:srgbClr val="003399"/>
                              </a:solidFill>
                              <a:latin typeface="Cambria Math" panose="02040503050406030204" pitchFamily="18" charset="0"/>
                            </a:rPr>
                            <m:t>𝑓</m:t>
                          </m:r>
                        </m:e>
                        <m:sup>
                          <m:r>
                            <a:rPr lang="en-GB" altLang="zh-CN" b="0" i="1" smtClean="0">
                              <a:solidFill>
                                <a:srgbClr val="003399"/>
                              </a:solidFill>
                              <a:latin typeface="Cambria Math" panose="02040503050406030204" pitchFamily="18" charset="0"/>
                            </a:rPr>
                            <m:t>2</m:t>
                          </m:r>
                        </m:sup>
                      </m:sSup>
                      <m:r>
                        <a:rPr lang="en-GB" altLang="zh-CN" i="1">
                          <a:solidFill>
                            <a:srgbClr val="003399"/>
                          </a:solidFill>
                          <a:latin typeface="Cambria Math" panose="02040503050406030204" pitchFamily="18" charset="0"/>
                        </a:rPr>
                        <m:t>⋅</m:t>
                      </m:r>
                      <m:sSub>
                        <m:sSubPr>
                          <m:ctrlPr>
                            <a:rPr lang="en-GB" altLang="zh-CN" i="1">
                              <a:solidFill>
                                <a:srgbClr val="003399"/>
                              </a:solidFill>
                              <a:latin typeface="Cambria Math" panose="02040503050406030204" pitchFamily="18" charset="0"/>
                            </a:rPr>
                          </m:ctrlPr>
                        </m:sSubPr>
                        <m:e>
                          <m:r>
                            <a:rPr lang="en-GB" altLang="zh-CN" i="1">
                              <a:solidFill>
                                <a:srgbClr val="003399"/>
                              </a:solidFill>
                              <a:latin typeface="Cambria Math" panose="02040503050406030204" pitchFamily="18" charset="0"/>
                            </a:rPr>
                            <m:t>𝑝</m:t>
                          </m:r>
                        </m:e>
                        <m:sub>
                          <m:r>
                            <a:rPr lang="en-GB" altLang="zh-CN" i="1">
                              <a:solidFill>
                                <a:srgbClr val="003399"/>
                              </a:solidFill>
                              <a:latin typeface="Cambria Math" panose="02040503050406030204" pitchFamily="18" charset="0"/>
                            </a:rPr>
                            <m:t>𝑘</m:t>
                          </m:r>
                          <m:r>
                            <a:rPr lang="en-GB" altLang="zh-CN" b="0" i="1" smtClean="0">
                              <a:solidFill>
                                <a:srgbClr val="003399"/>
                              </a:solidFill>
                              <a:latin typeface="Cambria Math" panose="02040503050406030204" pitchFamily="18" charset="0"/>
                            </a:rPr>
                            <m:t>−1</m:t>
                          </m:r>
                        </m:sub>
                      </m:sSub>
                      <m:r>
                        <a:rPr lang="en-GB" altLang="zh-CN" b="0" i="1" smtClean="0">
                          <a:solidFill>
                            <a:srgbClr val="003399"/>
                          </a:solidFill>
                          <a:latin typeface="Cambria Math" panose="02040503050406030204" pitchFamily="18" charset="0"/>
                        </a:rPr>
                        <m:t>+</m:t>
                      </m:r>
                      <m:sSub>
                        <m:sSubPr>
                          <m:ctrlPr>
                            <a:rPr lang="en-GB" altLang="zh-CN" b="0" i="1" smtClean="0">
                              <a:solidFill>
                                <a:srgbClr val="003399"/>
                              </a:solidFill>
                              <a:latin typeface="Cambria Math" panose="02040503050406030204" pitchFamily="18" charset="0"/>
                            </a:rPr>
                          </m:ctrlPr>
                        </m:sSubPr>
                        <m:e>
                          <m:r>
                            <a:rPr lang="en-GB" altLang="zh-CN" b="0" i="1" smtClean="0">
                              <a:solidFill>
                                <a:srgbClr val="003399"/>
                              </a:solidFill>
                              <a:latin typeface="Cambria Math" panose="02040503050406030204" pitchFamily="18" charset="0"/>
                            </a:rPr>
                            <m:t>𝑞</m:t>
                          </m:r>
                        </m:e>
                        <m:sub>
                          <m:r>
                            <a:rPr lang="en-GB" altLang="zh-CN" b="0" i="1" smtClean="0">
                              <a:solidFill>
                                <a:srgbClr val="003399"/>
                              </a:solidFill>
                              <a:latin typeface="Cambria Math" panose="02040503050406030204" pitchFamily="18" charset="0"/>
                            </a:rPr>
                            <m:t>𝑘</m:t>
                          </m:r>
                        </m:sub>
                      </m:sSub>
                    </m:oMath>
                  </m:oMathPara>
                </a14:m>
                <a:endParaRPr lang="en-GB" dirty="0"/>
              </a:p>
              <a:p>
                <a:r>
                  <a:rPr lang="en-GB" dirty="0">
                    <a:solidFill>
                      <a:schemeClr val="tx1"/>
                    </a:solidFill>
                  </a:rPr>
                  <a:t>Because </a:t>
                </a:r>
                <a14:m>
                  <m:oMath xmlns:m="http://schemas.openxmlformats.org/officeDocument/2006/math">
                    <m:sSub>
                      <m:sSubPr>
                        <m:ctrlPr>
                          <a:rPr lang="en-GB" altLang="zh-CN" i="1" smtClean="0">
                            <a:solidFill>
                              <a:schemeClr val="tx1"/>
                            </a:solidFill>
                            <a:latin typeface="Cambria Math" panose="02040503050406030204" pitchFamily="18" charset="0"/>
                          </a:rPr>
                        </m:ctrlPr>
                      </m:sSubPr>
                      <m:e>
                        <m:r>
                          <a:rPr lang="en-GB" altLang="zh-CN" i="1">
                            <a:solidFill>
                              <a:schemeClr val="tx1"/>
                            </a:solidFill>
                            <a:latin typeface="Cambria Math" panose="02040503050406030204" pitchFamily="18" charset="0"/>
                          </a:rPr>
                          <m:t>𝑝</m:t>
                        </m:r>
                      </m:e>
                      <m:sub>
                        <m:r>
                          <a:rPr lang="en-GB" altLang="zh-CN" i="1">
                            <a:solidFill>
                              <a:schemeClr val="tx1"/>
                            </a:solidFill>
                            <a:latin typeface="Cambria Math" panose="02040503050406030204" pitchFamily="18" charset="0"/>
                          </a:rPr>
                          <m:t>𝑘</m:t>
                        </m:r>
                        <m:r>
                          <a:rPr lang="en-GB" altLang="zh-CN" b="0" i="1" smtClean="0">
                            <a:solidFill>
                              <a:schemeClr val="tx1"/>
                            </a:solidFill>
                            <a:latin typeface="Cambria Math" panose="02040503050406030204" pitchFamily="18" charset="0"/>
                          </a:rPr>
                          <m:t>−1</m:t>
                        </m:r>
                      </m:sub>
                    </m:sSub>
                    <m:r>
                      <a:rPr lang="en-GB" altLang="zh-CN" b="0" i="1" smtClean="0">
                        <a:solidFill>
                          <a:schemeClr val="tx1"/>
                        </a:solidFill>
                        <a:latin typeface="Cambria Math" panose="02040503050406030204" pitchFamily="18" charset="0"/>
                      </a:rPr>
                      <m:t>=</m:t>
                    </m:r>
                    <m:f>
                      <m:fPr>
                        <m:ctrlPr>
                          <a:rPr lang="en-GB" altLang="zh-CN" b="0" i="1" smtClean="0">
                            <a:solidFill>
                              <a:schemeClr val="tx1"/>
                            </a:solidFill>
                            <a:latin typeface="Cambria Math" panose="02040503050406030204" pitchFamily="18" charset="0"/>
                          </a:rPr>
                        </m:ctrlPr>
                      </m:fPr>
                      <m:num>
                        <m:r>
                          <a:rPr lang="en-GB" altLang="zh-CN" b="0" i="1" smtClean="0">
                            <a:solidFill>
                              <a:schemeClr val="tx1"/>
                            </a:solidFill>
                            <a:latin typeface="Cambria Math" panose="02040503050406030204" pitchFamily="18" charset="0"/>
                          </a:rPr>
                          <m:t>1</m:t>
                        </m:r>
                      </m:num>
                      <m:den>
                        <m:r>
                          <a:rPr lang="en-GB" altLang="zh-CN" b="0" i="1" smtClean="0">
                            <a:solidFill>
                              <a:schemeClr val="tx1"/>
                            </a:solidFill>
                            <a:latin typeface="Cambria Math" panose="02040503050406030204" pitchFamily="18" charset="0"/>
                          </a:rPr>
                          <m:t>𝑛</m:t>
                        </m:r>
                      </m:den>
                    </m:f>
                    <m:nary>
                      <m:naryPr>
                        <m:chr m:val="∑"/>
                        <m:ctrlPr>
                          <a:rPr lang="en-GB" altLang="zh-CN" b="0" i="1" smtClean="0">
                            <a:solidFill>
                              <a:schemeClr val="tx1"/>
                            </a:solidFill>
                            <a:latin typeface="Cambria Math" panose="02040503050406030204" pitchFamily="18" charset="0"/>
                          </a:rPr>
                        </m:ctrlPr>
                      </m:naryPr>
                      <m:sub>
                        <m:r>
                          <m:rPr>
                            <m:brk m:alnAt="23"/>
                          </m:rPr>
                          <a:rPr lang="en-GB" altLang="zh-CN" b="0" i="1" smtClean="0">
                            <a:solidFill>
                              <a:schemeClr val="tx1"/>
                            </a:solidFill>
                            <a:latin typeface="Cambria Math" panose="02040503050406030204" pitchFamily="18" charset="0"/>
                          </a:rPr>
                          <m:t>𝑖</m:t>
                        </m:r>
                        <m:r>
                          <a:rPr lang="en-GB" altLang="zh-CN" b="0" i="1" smtClean="0">
                            <a:solidFill>
                              <a:schemeClr val="tx1"/>
                            </a:solidFill>
                            <a:latin typeface="Cambria Math" panose="02040503050406030204" pitchFamily="18" charset="0"/>
                          </a:rPr>
                          <m:t>=0</m:t>
                        </m:r>
                      </m:sub>
                      <m:sup>
                        <m:r>
                          <a:rPr lang="en-GB" altLang="zh-CN" b="0" i="1" smtClean="0">
                            <a:solidFill>
                              <a:schemeClr val="tx1"/>
                            </a:solidFill>
                            <a:latin typeface="Cambria Math" panose="02040503050406030204" pitchFamily="18" charset="0"/>
                          </a:rPr>
                          <m:t>𝑛</m:t>
                        </m:r>
                      </m:sup>
                      <m:e>
                        <m:sSup>
                          <m:sSupPr>
                            <m:ctrlPr>
                              <a:rPr lang="en-GB" altLang="zh-CN" b="0" i="1" smtClean="0">
                                <a:solidFill>
                                  <a:schemeClr val="tx1"/>
                                </a:solidFill>
                                <a:latin typeface="Cambria Math" panose="02040503050406030204" pitchFamily="18" charset="0"/>
                              </a:rPr>
                            </m:ctrlPr>
                          </m:sSupPr>
                          <m:e>
                            <m:d>
                              <m:dPr>
                                <m:ctrlPr>
                                  <a:rPr lang="en-GB" altLang="zh-CN" b="0" i="1" smtClean="0">
                                    <a:solidFill>
                                      <a:schemeClr val="tx1"/>
                                    </a:solidFill>
                                    <a:latin typeface="Cambria Math" panose="02040503050406030204" pitchFamily="18" charset="0"/>
                                  </a:rPr>
                                </m:ctrlPr>
                              </m:dPr>
                              <m:e>
                                <m:sSub>
                                  <m:sSubPr>
                                    <m:ctrlPr>
                                      <a:rPr lang="en-GB" altLang="zh-CN" i="1">
                                        <a:solidFill>
                                          <a:schemeClr val="tx1"/>
                                        </a:solidFill>
                                        <a:latin typeface="Cambria Math" panose="02040503050406030204" pitchFamily="18" charset="0"/>
                                      </a:rPr>
                                    </m:ctrlPr>
                                  </m:sSubPr>
                                  <m:e>
                                    <m:acc>
                                      <m:accPr>
                                        <m:chr m:val="̂"/>
                                        <m:ctrlPr>
                                          <a:rPr lang="en-GB" altLang="zh-CN" i="1">
                                            <a:solidFill>
                                              <a:schemeClr val="tx1"/>
                                            </a:solidFill>
                                            <a:latin typeface="Cambria Math" panose="02040503050406030204" pitchFamily="18" charset="0"/>
                                          </a:rPr>
                                        </m:ctrlPr>
                                      </m:accPr>
                                      <m:e>
                                        <m:r>
                                          <a:rPr lang="en-GB" altLang="zh-CN" i="1">
                                            <a:solidFill>
                                              <a:schemeClr val="tx1"/>
                                            </a:solidFill>
                                            <a:latin typeface="Cambria Math" panose="02040503050406030204" pitchFamily="18" charset="0"/>
                                          </a:rPr>
                                          <m:t>𝑥</m:t>
                                        </m:r>
                                      </m:e>
                                    </m:acc>
                                  </m:e>
                                  <m:sub>
                                    <m:r>
                                      <a:rPr lang="en-GB" altLang="zh-CN" i="1">
                                        <a:solidFill>
                                          <a:schemeClr val="tx1"/>
                                        </a:solidFill>
                                        <a:latin typeface="Cambria Math" panose="02040503050406030204" pitchFamily="18" charset="0"/>
                                      </a:rPr>
                                      <m:t>𝑘</m:t>
                                    </m:r>
                                    <m:r>
                                      <a:rPr lang="en-GB" altLang="zh-CN" i="1">
                                        <a:solidFill>
                                          <a:schemeClr val="tx1"/>
                                        </a:solidFill>
                                        <a:latin typeface="Cambria Math" panose="02040503050406030204" pitchFamily="18" charset="0"/>
                                      </a:rPr>
                                      <m:t>−1,</m:t>
                                    </m:r>
                                    <m:r>
                                      <a:rPr lang="en-GB" altLang="zh-CN" i="1">
                                        <a:solidFill>
                                          <a:schemeClr val="tx1"/>
                                        </a:solidFill>
                                        <a:latin typeface="Cambria Math" panose="02040503050406030204" pitchFamily="18" charset="0"/>
                                      </a:rPr>
                                      <m:t>𝑖</m:t>
                                    </m:r>
                                  </m:sub>
                                </m:sSub>
                                <m:r>
                                  <a:rPr lang="en-GB" altLang="zh-CN" b="0" i="1" smtClean="0">
                                    <a:solidFill>
                                      <a:schemeClr val="tx1"/>
                                    </a:solidFill>
                                    <a:latin typeface="Cambria Math" panose="02040503050406030204" pitchFamily="18" charset="0"/>
                                  </a:rPr>
                                  <m:t>−</m:t>
                                </m:r>
                                <m:acc>
                                  <m:accPr>
                                    <m:chr m:val="̅"/>
                                    <m:ctrlPr>
                                      <a:rPr lang="en-GB" altLang="zh-CN" b="0" i="1" smtClean="0">
                                        <a:solidFill>
                                          <a:schemeClr val="tx1"/>
                                        </a:solidFill>
                                        <a:latin typeface="Cambria Math" panose="02040503050406030204" pitchFamily="18" charset="0"/>
                                      </a:rPr>
                                    </m:ctrlPr>
                                  </m:accPr>
                                  <m:e>
                                    <m:sSub>
                                      <m:sSubPr>
                                        <m:ctrlPr>
                                          <a:rPr lang="en-GB" altLang="zh-CN" i="1">
                                            <a:solidFill>
                                              <a:schemeClr val="tx1"/>
                                            </a:solidFill>
                                            <a:latin typeface="Cambria Math" panose="02040503050406030204" pitchFamily="18" charset="0"/>
                                          </a:rPr>
                                        </m:ctrlPr>
                                      </m:sSubPr>
                                      <m:e>
                                        <m:acc>
                                          <m:accPr>
                                            <m:chr m:val="̂"/>
                                            <m:ctrlPr>
                                              <a:rPr lang="en-GB" altLang="zh-CN" i="1">
                                                <a:solidFill>
                                                  <a:schemeClr val="tx1"/>
                                                </a:solidFill>
                                                <a:latin typeface="Cambria Math" panose="02040503050406030204" pitchFamily="18" charset="0"/>
                                              </a:rPr>
                                            </m:ctrlPr>
                                          </m:accPr>
                                          <m:e>
                                            <m:r>
                                              <a:rPr lang="en-GB" altLang="zh-CN" i="1">
                                                <a:solidFill>
                                                  <a:schemeClr val="tx1"/>
                                                </a:solidFill>
                                                <a:latin typeface="Cambria Math" panose="02040503050406030204" pitchFamily="18" charset="0"/>
                                              </a:rPr>
                                              <m:t>𝑥</m:t>
                                            </m:r>
                                          </m:e>
                                        </m:acc>
                                      </m:e>
                                      <m:sub>
                                        <m:r>
                                          <a:rPr lang="en-GB" altLang="zh-CN" i="1">
                                            <a:solidFill>
                                              <a:schemeClr val="tx1"/>
                                            </a:solidFill>
                                            <a:latin typeface="Cambria Math" panose="02040503050406030204" pitchFamily="18" charset="0"/>
                                          </a:rPr>
                                          <m:t>𝑘</m:t>
                                        </m:r>
                                        <m:r>
                                          <a:rPr lang="en-GB" altLang="zh-CN" i="1">
                                            <a:solidFill>
                                              <a:schemeClr val="tx1"/>
                                            </a:solidFill>
                                            <a:latin typeface="Cambria Math" panose="02040503050406030204" pitchFamily="18" charset="0"/>
                                          </a:rPr>
                                          <m:t>−1</m:t>
                                        </m:r>
                                      </m:sub>
                                    </m:sSub>
                                  </m:e>
                                </m:acc>
                              </m:e>
                            </m:d>
                          </m:e>
                          <m:sup>
                            <m:r>
                              <a:rPr lang="en-GB" altLang="zh-CN" b="0" i="1" smtClean="0">
                                <a:solidFill>
                                  <a:schemeClr val="tx1"/>
                                </a:solidFill>
                                <a:latin typeface="Cambria Math" panose="02040503050406030204" pitchFamily="18" charset="0"/>
                              </a:rPr>
                              <m:t>2</m:t>
                            </m:r>
                          </m:sup>
                        </m:sSup>
                      </m:e>
                    </m:nary>
                  </m:oMath>
                </a14:m>
                <a:r>
                  <a:rPr lang="en-GB" dirty="0">
                    <a:solidFill>
                      <a:schemeClr val="tx1"/>
                    </a:solidFill>
                  </a:rPr>
                  <a:t>, so </a:t>
                </a:r>
              </a:p>
              <a:p>
                <a:pPr>
                  <a:lnSpc>
                    <a:spcPct val="120000"/>
                  </a:lnSpc>
                </a:pPr>
                <a14:m>
                  <m:oMathPara xmlns:m="http://schemas.openxmlformats.org/officeDocument/2006/math">
                    <m:oMathParaPr>
                      <m:jc m:val="center"/>
                    </m:oMathParaPr>
                    <m:oMath xmlns:m="http://schemas.openxmlformats.org/officeDocument/2006/math">
                      <m:f>
                        <m:fPr>
                          <m:ctrlPr>
                            <a:rPr lang="en-GB" altLang="zh-CN" b="0" i="1" smtClean="0">
                              <a:solidFill>
                                <a:schemeClr val="tx1"/>
                              </a:solidFill>
                              <a:latin typeface="Cambria Math" panose="02040503050406030204" pitchFamily="18" charset="0"/>
                            </a:rPr>
                          </m:ctrlPr>
                        </m:fPr>
                        <m:num>
                          <m:r>
                            <a:rPr lang="en-GB" altLang="zh-CN" b="0" i="1" smtClean="0">
                              <a:solidFill>
                                <a:schemeClr val="tx1"/>
                              </a:solidFill>
                              <a:latin typeface="Cambria Math" panose="02040503050406030204" pitchFamily="18" charset="0"/>
                            </a:rPr>
                            <m:t>1</m:t>
                          </m:r>
                        </m:num>
                        <m:den>
                          <m:r>
                            <a:rPr lang="en-GB" altLang="zh-CN" b="0" i="1" smtClean="0">
                              <a:solidFill>
                                <a:schemeClr val="tx1"/>
                              </a:solidFill>
                              <a:latin typeface="Cambria Math" panose="02040503050406030204" pitchFamily="18" charset="0"/>
                            </a:rPr>
                            <m:t>𝑛</m:t>
                          </m:r>
                        </m:den>
                      </m:f>
                      <m:nary>
                        <m:naryPr>
                          <m:chr m:val="∑"/>
                          <m:ctrlPr>
                            <a:rPr lang="en-GB" altLang="zh-CN" b="0" i="1" smtClean="0">
                              <a:solidFill>
                                <a:schemeClr val="tx1"/>
                              </a:solidFill>
                              <a:latin typeface="Cambria Math" panose="02040503050406030204" pitchFamily="18" charset="0"/>
                            </a:rPr>
                          </m:ctrlPr>
                        </m:naryPr>
                        <m:sub>
                          <m:r>
                            <m:rPr>
                              <m:brk m:alnAt="23"/>
                            </m:rPr>
                            <a:rPr lang="en-GB" altLang="zh-CN" b="0" i="1" smtClean="0">
                              <a:solidFill>
                                <a:schemeClr val="tx1"/>
                              </a:solidFill>
                              <a:latin typeface="Cambria Math" panose="02040503050406030204" pitchFamily="18" charset="0"/>
                            </a:rPr>
                            <m:t>𝑖</m:t>
                          </m:r>
                          <m:r>
                            <a:rPr lang="en-GB" altLang="zh-CN" b="0" i="1" smtClean="0">
                              <a:solidFill>
                                <a:schemeClr val="tx1"/>
                              </a:solidFill>
                              <a:latin typeface="Cambria Math" panose="02040503050406030204" pitchFamily="18" charset="0"/>
                            </a:rPr>
                            <m:t>=0</m:t>
                          </m:r>
                        </m:sub>
                        <m:sup>
                          <m:r>
                            <a:rPr lang="en-GB" altLang="zh-CN" b="0" i="1" smtClean="0">
                              <a:solidFill>
                                <a:schemeClr val="tx1"/>
                              </a:solidFill>
                              <a:latin typeface="Cambria Math" panose="02040503050406030204" pitchFamily="18" charset="0"/>
                            </a:rPr>
                            <m:t>𝑛</m:t>
                          </m:r>
                        </m:sup>
                        <m:e>
                          <m:sSup>
                            <m:sSupPr>
                              <m:ctrlPr>
                                <a:rPr lang="en-GB" altLang="zh-CN" b="0" i="1" smtClean="0">
                                  <a:solidFill>
                                    <a:schemeClr val="tx1"/>
                                  </a:solidFill>
                                  <a:latin typeface="Cambria Math" panose="02040503050406030204" pitchFamily="18" charset="0"/>
                                </a:rPr>
                              </m:ctrlPr>
                            </m:sSupPr>
                            <m:e>
                              <m:d>
                                <m:dPr>
                                  <m:ctrlPr>
                                    <a:rPr lang="en-GB" altLang="zh-CN" b="0" i="1" smtClean="0">
                                      <a:solidFill>
                                        <a:schemeClr val="tx1"/>
                                      </a:solidFill>
                                      <a:latin typeface="Cambria Math" panose="02040503050406030204" pitchFamily="18" charset="0"/>
                                    </a:rPr>
                                  </m:ctrlPr>
                                </m:dPr>
                                <m:e>
                                  <m:r>
                                    <a:rPr lang="en-GB" altLang="zh-CN" b="0" i="1" smtClean="0">
                                      <a:solidFill>
                                        <a:srgbClr val="003399"/>
                                      </a:solidFill>
                                      <a:latin typeface="Cambria Math" panose="02040503050406030204" pitchFamily="18" charset="0"/>
                                    </a:rPr>
                                    <m:t>𝑓</m:t>
                                  </m:r>
                                  <m:r>
                                    <a:rPr lang="en-GB" altLang="zh-CN" b="0" i="1" smtClean="0">
                                      <a:solidFill>
                                        <a:schemeClr val="tx1"/>
                                      </a:solidFill>
                                      <a:latin typeface="Cambria Math" panose="02040503050406030204" pitchFamily="18" charset="0"/>
                                    </a:rPr>
                                    <m:t>⋅</m:t>
                                  </m:r>
                                  <m:sSub>
                                    <m:sSubPr>
                                      <m:ctrlPr>
                                        <a:rPr lang="en-GB" altLang="zh-CN" i="1">
                                          <a:solidFill>
                                            <a:schemeClr val="tx1"/>
                                          </a:solidFill>
                                          <a:latin typeface="Cambria Math" panose="02040503050406030204" pitchFamily="18" charset="0"/>
                                        </a:rPr>
                                      </m:ctrlPr>
                                    </m:sSubPr>
                                    <m:e>
                                      <m:acc>
                                        <m:accPr>
                                          <m:chr m:val="̂"/>
                                          <m:ctrlPr>
                                            <a:rPr lang="en-GB" altLang="zh-CN" i="1">
                                              <a:solidFill>
                                                <a:schemeClr val="tx1"/>
                                              </a:solidFill>
                                              <a:latin typeface="Cambria Math" panose="02040503050406030204" pitchFamily="18" charset="0"/>
                                            </a:rPr>
                                          </m:ctrlPr>
                                        </m:accPr>
                                        <m:e>
                                          <m:r>
                                            <a:rPr lang="en-GB" altLang="zh-CN" i="1">
                                              <a:solidFill>
                                                <a:schemeClr val="tx1"/>
                                              </a:solidFill>
                                              <a:latin typeface="Cambria Math" panose="02040503050406030204" pitchFamily="18" charset="0"/>
                                            </a:rPr>
                                            <m:t>𝑥</m:t>
                                          </m:r>
                                        </m:e>
                                      </m:acc>
                                    </m:e>
                                    <m:sub>
                                      <m:r>
                                        <a:rPr lang="en-GB" altLang="zh-CN" i="1">
                                          <a:solidFill>
                                            <a:schemeClr val="tx1"/>
                                          </a:solidFill>
                                          <a:latin typeface="Cambria Math" panose="02040503050406030204" pitchFamily="18" charset="0"/>
                                        </a:rPr>
                                        <m:t>𝑘</m:t>
                                      </m:r>
                                      <m:r>
                                        <a:rPr lang="en-GB" altLang="zh-CN" i="1">
                                          <a:solidFill>
                                            <a:schemeClr val="tx1"/>
                                          </a:solidFill>
                                          <a:latin typeface="Cambria Math" panose="02040503050406030204" pitchFamily="18" charset="0"/>
                                        </a:rPr>
                                        <m:t>−1,</m:t>
                                      </m:r>
                                      <m:r>
                                        <a:rPr lang="en-GB" altLang="zh-CN" i="1">
                                          <a:solidFill>
                                            <a:schemeClr val="tx1"/>
                                          </a:solidFill>
                                          <a:latin typeface="Cambria Math" panose="02040503050406030204" pitchFamily="18" charset="0"/>
                                        </a:rPr>
                                        <m:t>𝑖</m:t>
                                      </m:r>
                                    </m:sub>
                                  </m:sSub>
                                  <m:r>
                                    <a:rPr lang="en-GB" altLang="zh-CN" b="0" i="1" smtClean="0">
                                      <a:solidFill>
                                        <a:schemeClr val="tx1"/>
                                      </a:solidFill>
                                      <a:latin typeface="Cambria Math" panose="02040503050406030204" pitchFamily="18" charset="0"/>
                                    </a:rPr>
                                    <m:t>−</m:t>
                                  </m:r>
                                  <m:r>
                                    <a:rPr lang="en-GB" altLang="zh-CN" i="1" smtClean="0">
                                      <a:solidFill>
                                        <a:srgbClr val="003399"/>
                                      </a:solidFill>
                                      <a:latin typeface="Cambria Math" panose="02040503050406030204" pitchFamily="18" charset="0"/>
                                    </a:rPr>
                                    <m:t>𝑓</m:t>
                                  </m:r>
                                  <m:r>
                                    <a:rPr lang="en-GB" altLang="zh-CN" i="1">
                                      <a:solidFill>
                                        <a:schemeClr val="tx1"/>
                                      </a:solidFill>
                                      <a:latin typeface="Cambria Math" panose="02040503050406030204" pitchFamily="18" charset="0"/>
                                    </a:rPr>
                                    <m:t>⋅</m:t>
                                  </m:r>
                                  <m:acc>
                                    <m:accPr>
                                      <m:chr m:val="̅"/>
                                      <m:ctrlPr>
                                        <a:rPr lang="en-GB" altLang="zh-CN" b="0" i="1" smtClean="0">
                                          <a:solidFill>
                                            <a:schemeClr val="tx1"/>
                                          </a:solidFill>
                                          <a:latin typeface="Cambria Math" panose="02040503050406030204" pitchFamily="18" charset="0"/>
                                        </a:rPr>
                                      </m:ctrlPr>
                                    </m:accPr>
                                    <m:e>
                                      <m:sSub>
                                        <m:sSubPr>
                                          <m:ctrlPr>
                                            <a:rPr lang="en-GB" altLang="zh-CN" i="1">
                                              <a:solidFill>
                                                <a:schemeClr val="tx1"/>
                                              </a:solidFill>
                                              <a:latin typeface="Cambria Math" panose="02040503050406030204" pitchFamily="18" charset="0"/>
                                            </a:rPr>
                                          </m:ctrlPr>
                                        </m:sSubPr>
                                        <m:e>
                                          <m:acc>
                                            <m:accPr>
                                              <m:chr m:val="̂"/>
                                              <m:ctrlPr>
                                                <a:rPr lang="en-GB" altLang="zh-CN" i="1">
                                                  <a:solidFill>
                                                    <a:schemeClr val="tx1"/>
                                                  </a:solidFill>
                                                  <a:latin typeface="Cambria Math" panose="02040503050406030204" pitchFamily="18" charset="0"/>
                                                </a:rPr>
                                              </m:ctrlPr>
                                            </m:accPr>
                                            <m:e>
                                              <m:r>
                                                <a:rPr lang="en-GB" altLang="zh-CN" i="1">
                                                  <a:solidFill>
                                                    <a:schemeClr val="tx1"/>
                                                  </a:solidFill>
                                                  <a:latin typeface="Cambria Math" panose="02040503050406030204" pitchFamily="18" charset="0"/>
                                                </a:rPr>
                                                <m:t>𝑥</m:t>
                                              </m:r>
                                            </m:e>
                                          </m:acc>
                                        </m:e>
                                        <m:sub>
                                          <m:r>
                                            <a:rPr lang="en-GB" altLang="zh-CN" i="1">
                                              <a:solidFill>
                                                <a:schemeClr val="tx1"/>
                                              </a:solidFill>
                                              <a:latin typeface="Cambria Math" panose="02040503050406030204" pitchFamily="18" charset="0"/>
                                            </a:rPr>
                                            <m:t>𝑘</m:t>
                                          </m:r>
                                          <m:r>
                                            <a:rPr lang="en-GB" altLang="zh-CN" i="1">
                                              <a:solidFill>
                                                <a:schemeClr val="tx1"/>
                                              </a:solidFill>
                                              <a:latin typeface="Cambria Math" panose="02040503050406030204" pitchFamily="18" charset="0"/>
                                            </a:rPr>
                                            <m:t>−1</m:t>
                                          </m:r>
                                        </m:sub>
                                      </m:sSub>
                                    </m:e>
                                  </m:acc>
                                </m:e>
                              </m:d>
                            </m:e>
                            <m:sup>
                              <m:r>
                                <a:rPr lang="en-GB" altLang="zh-CN" b="0" i="1" smtClean="0">
                                  <a:solidFill>
                                    <a:schemeClr val="tx1"/>
                                  </a:solidFill>
                                  <a:latin typeface="Cambria Math" panose="02040503050406030204" pitchFamily="18" charset="0"/>
                                </a:rPr>
                                <m:t>2</m:t>
                              </m:r>
                            </m:sup>
                          </m:sSup>
                        </m:e>
                      </m:nary>
                      <m:r>
                        <a:rPr lang="en-GB" altLang="zh-CN" b="0" i="1" smtClean="0">
                          <a:solidFill>
                            <a:schemeClr val="tx1"/>
                          </a:solidFill>
                          <a:latin typeface="Cambria Math" panose="02040503050406030204" pitchFamily="18" charset="0"/>
                        </a:rPr>
                        <m:t>=</m:t>
                      </m:r>
                      <m:f>
                        <m:fPr>
                          <m:ctrlPr>
                            <a:rPr lang="en-GB" altLang="zh-CN" i="1">
                              <a:solidFill>
                                <a:schemeClr val="tx1"/>
                              </a:solidFill>
                              <a:latin typeface="Cambria Math" panose="02040503050406030204" pitchFamily="18" charset="0"/>
                            </a:rPr>
                          </m:ctrlPr>
                        </m:fPr>
                        <m:num>
                          <m:r>
                            <a:rPr lang="en-GB" altLang="zh-CN" i="1">
                              <a:solidFill>
                                <a:schemeClr val="tx1"/>
                              </a:solidFill>
                              <a:latin typeface="Cambria Math" panose="02040503050406030204" pitchFamily="18" charset="0"/>
                            </a:rPr>
                            <m:t>1</m:t>
                          </m:r>
                        </m:num>
                        <m:den>
                          <m:r>
                            <a:rPr lang="en-GB" altLang="zh-CN" i="1">
                              <a:solidFill>
                                <a:schemeClr val="tx1"/>
                              </a:solidFill>
                              <a:latin typeface="Cambria Math" panose="02040503050406030204" pitchFamily="18" charset="0"/>
                            </a:rPr>
                            <m:t>𝑛</m:t>
                          </m:r>
                        </m:den>
                      </m:f>
                      <m:nary>
                        <m:naryPr>
                          <m:chr m:val="∑"/>
                          <m:ctrlPr>
                            <a:rPr lang="en-GB" altLang="zh-CN" i="1">
                              <a:solidFill>
                                <a:schemeClr val="tx1"/>
                              </a:solidFill>
                              <a:latin typeface="Cambria Math" panose="02040503050406030204" pitchFamily="18" charset="0"/>
                            </a:rPr>
                          </m:ctrlPr>
                        </m:naryPr>
                        <m:sub>
                          <m:r>
                            <m:rPr>
                              <m:brk m:alnAt="23"/>
                            </m:rPr>
                            <a:rPr lang="en-GB" altLang="zh-CN" i="1">
                              <a:solidFill>
                                <a:schemeClr val="tx1"/>
                              </a:solidFill>
                              <a:latin typeface="Cambria Math" panose="02040503050406030204" pitchFamily="18" charset="0"/>
                            </a:rPr>
                            <m:t>𝑖</m:t>
                          </m:r>
                          <m:r>
                            <a:rPr lang="en-GB" altLang="zh-CN" i="1">
                              <a:solidFill>
                                <a:schemeClr val="tx1"/>
                              </a:solidFill>
                              <a:latin typeface="Cambria Math" panose="02040503050406030204" pitchFamily="18" charset="0"/>
                            </a:rPr>
                            <m:t>=0</m:t>
                          </m:r>
                        </m:sub>
                        <m:sup>
                          <m:r>
                            <a:rPr lang="en-GB" altLang="zh-CN" i="1">
                              <a:solidFill>
                                <a:schemeClr val="tx1"/>
                              </a:solidFill>
                              <a:latin typeface="Cambria Math" panose="02040503050406030204" pitchFamily="18" charset="0"/>
                            </a:rPr>
                            <m:t>𝑛</m:t>
                          </m:r>
                        </m:sup>
                        <m:e>
                          <m:sSup>
                            <m:sSupPr>
                              <m:ctrlPr>
                                <a:rPr lang="en-GB" altLang="zh-CN" i="1">
                                  <a:solidFill>
                                    <a:schemeClr val="tx1"/>
                                  </a:solidFill>
                                  <a:latin typeface="Cambria Math" panose="02040503050406030204" pitchFamily="18" charset="0"/>
                                </a:rPr>
                              </m:ctrlPr>
                            </m:sSupPr>
                            <m:e>
                              <m:d>
                                <m:dPr>
                                  <m:ctrlPr>
                                    <a:rPr lang="en-GB" altLang="zh-CN" i="1">
                                      <a:solidFill>
                                        <a:schemeClr val="tx1"/>
                                      </a:solidFill>
                                      <a:latin typeface="Cambria Math" panose="02040503050406030204" pitchFamily="18" charset="0"/>
                                    </a:rPr>
                                  </m:ctrlPr>
                                </m:dPr>
                                <m:e>
                                  <m:r>
                                    <a:rPr lang="en-GB" altLang="zh-CN" i="1" smtClean="0">
                                      <a:solidFill>
                                        <a:srgbClr val="003399"/>
                                      </a:solidFill>
                                      <a:latin typeface="Cambria Math" panose="02040503050406030204" pitchFamily="18" charset="0"/>
                                    </a:rPr>
                                    <m:t>𝑓</m:t>
                                  </m:r>
                                  <m:r>
                                    <a:rPr lang="en-GB" altLang="zh-CN" i="1">
                                      <a:solidFill>
                                        <a:schemeClr val="tx1"/>
                                      </a:solidFill>
                                      <a:latin typeface="Cambria Math" panose="02040503050406030204" pitchFamily="18" charset="0"/>
                                    </a:rPr>
                                    <m:t>⋅</m:t>
                                  </m:r>
                                  <m:d>
                                    <m:dPr>
                                      <m:ctrlPr>
                                        <a:rPr lang="en-GB" altLang="zh-CN" b="0" i="1" smtClean="0">
                                          <a:solidFill>
                                            <a:schemeClr val="tx1"/>
                                          </a:solidFill>
                                          <a:latin typeface="Cambria Math" panose="02040503050406030204" pitchFamily="18" charset="0"/>
                                        </a:rPr>
                                      </m:ctrlPr>
                                    </m:dPr>
                                    <m:e>
                                      <m:sSub>
                                        <m:sSubPr>
                                          <m:ctrlPr>
                                            <a:rPr lang="en-GB" altLang="zh-CN" i="1">
                                              <a:solidFill>
                                                <a:schemeClr val="tx1"/>
                                              </a:solidFill>
                                              <a:latin typeface="Cambria Math" panose="02040503050406030204" pitchFamily="18" charset="0"/>
                                            </a:rPr>
                                          </m:ctrlPr>
                                        </m:sSubPr>
                                        <m:e>
                                          <m:acc>
                                            <m:accPr>
                                              <m:chr m:val="̂"/>
                                              <m:ctrlPr>
                                                <a:rPr lang="en-GB" altLang="zh-CN" i="1">
                                                  <a:solidFill>
                                                    <a:schemeClr val="tx1"/>
                                                  </a:solidFill>
                                                  <a:latin typeface="Cambria Math" panose="02040503050406030204" pitchFamily="18" charset="0"/>
                                                </a:rPr>
                                              </m:ctrlPr>
                                            </m:accPr>
                                            <m:e>
                                              <m:r>
                                                <a:rPr lang="en-GB" altLang="zh-CN" i="1">
                                                  <a:solidFill>
                                                    <a:schemeClr val="tx1"/>
                                                  </a:solidFill>
                                                  <a:latin typeface="Cambria Math" panose="02040503050406030204" pitchFamily="18" charset="0"/>
                                                </a:rPr>
                                                <m:t>𝑥</m:t>
                                              </m:r>
                                            </m:e>
                                          </m:acc>
                                        </m:e>
                                        <m:sub>
                                          <m:r>
                                            <a:rPr lang="en-GB" altLang="zh-CN" i="1">
                                              <a:solidFill>
                                                <a:schemeClr val="tx1"/>
                                              </a:solidFill>
                                              <a:latin typeface="Cambria Math" panose="02040503050406030204" pitchFamily="18" charset="0"/>
                                            </a:rPr>
                                            <m:t>𝑘</m:t>
                                          </m:r>
                                          <m:r>
                                            <a:rPr lang="en-GB" altLang="zh-CN" i="1">
                                              <a:solidFill>
                                                <a:schemeClr val="tx1"/>
                                              </a:solidFill>
                                              <a:latin typeface="Cambria Math" panose="02040503050406030204" pitchFamily="18" charset="0"/>
                                            </a:rPr>
                                            <m:t>−1,</m:t>
                                          </m:r>
                                          <m:r>
                                            <a:rPr lang="en-GB" altLang="zh-CN" i="1">
                                              <a:solidFill>
                                                <a:schemeClr val="tx1"/>
                                              </a:solidFill>
                                              <a:latin typeface="Cambria Math" panose="02040503050406030204" pitchFamily="18" charset="0"/>
                                            </a:rPr>
                                            <m:t>𝑖</m:t>
                                          </m:r>
                                        </m:sub>
                                      </m:sSub>
                                      <m:r>
                                        <a:rPr lang="en-GB" altLang="zh-CN" i="1">
                                          <a:solidFill>
                                            <a:schemeClr val="tx1"/>
                                          </a:solidFill>
                                          <a:latin typeface="Cambria Math" panose="02040503050406030204" pitchFamily="18" charset="0"/>
                                        </a:rPr>
                                        <m:t>−</m:t>
                                      </m:r>
                                      <m:acc>
                                        <m:accPr>
                                          <m:chr m:val="̅"/>
                                          <m:ctrlPr>
                                            <a:rPr lang="en-GB" altLang="zh-CN" i="1">
                                              <a:solidFill>
                                                <a:schemeClr val="tx1"/>
                                              </a:solidFill>
                                              <a:latin typeface="Cambria Math" panose="02040503050406030204" pitchFamily="18" charset="0"/>
                                            </a:rPr>
                                          </m:ctrlPr>
                                        </m:accPr>
                                        <m:e>
                                          <m:sSub>
                                            <m:sSubPr>
                                              <m:ctrlPr>
                                                <a:rPr lang="en-GB" altLang="zh-CN" i="1">
                                                  <a:solidFill>
                                                    <a:schemeClr val="tx1"/>
                                                  </a:solidFill>
                                                  <a:latin typeface="Cambria Math" panose="02040503050406030204" pitchFamily="18" charset="0"/>
                                                </a:rPr>
                                              </m:ctrlPr>
                                            </m:sSubPr>
                                            <m:e>
                                              <m:acc>
                                                <m:accPr>
                                                  <m:chr m:val="̂"/>
                                                  <m:ctrlPr>
                                                    <a:rPr lang="en-GB" altLang="zh-CN" i="1">
                                                      <a:solidFill>
                                                        <a:schemeClr val="tx1"/>
                                                      </a:solidFill>
                                                      <a:latin typeface="Cambria Math" panose="02040503050406030204" pitchFamily="18" charset="0"/>
                                                    </a:rPr>
                                                  </m:ctrlPr>
                                                </m:accPr>
                                                <m:e>
                                                  <m:r>
                                                    <a:rPr lang="en-GB" altLang="zh-CN" i="1">
                                                      <a:solidFill>
                                                        <a:schemeClr val="tx1"/>
                                                      </a:solidFill>
                                                      <a:latin typeface="Cambria Math" panose="02040503050406030204" pitchFamily="18" charset="0"/>
                                                    </a:rPr>
                                                    <m:t>𝑥</m:t>
                                                  </m:r>
                                                </m:e>
                                              </m:acc>
                                            </m:e>
                                            <m:sub>
                                              <m:r>
                                                <a:rPr lang="en-GB" altLang="zh-CN" i="1">
                                                  <a:solidFill>
                                                    <a:schemeClr val="tx1"/>
                                                  </a:solidFill>
                                                  <a:latin typeface="Cambria Math" panose="02040503050406030204" pitchFamily="18" charset="0"/>
                                                </a:rPr>
                                                <m:t>𝑘</m:t>
                                              </m:r>
                                              <m:r>
                                                <a:rPr lang="en-GB" altLang="zh-CN" i="1">
                                                  <a:solidFill>
                                                    <a:schemeClr val="tx1"/>
                                                  </a:solidFill>
                                                  <a:latin typeface="Cambria Math" panose="02040503050406030204" pitchFamily="18" charset="0"/>
                                                </a:rPr>
                                                <m:t>−1</m:t>
                                              </m:r>
                                            </m:sub>
                                          </m:sSub>
                                        </m:e>
                                      </m:acc>
                                    </m:e>
                                  </m:d>
                                </m:e>
                              </m:d>
                            </m:e>
                            <m:sup>
                              <m:r>
                                <a:rPr lang="en-GB" altLang="zh-CN" i="1">
                                  <a:solidFill>
                                    <a:schemeClr val="tx1"/>
                                  </a:solidFill>
                                  <a:latin typeface="Cambria Math" panose="02040503050406030204" pitchFamily="18" charset="0"/>
                                </a:rPr>
                                <m:t>2</m:t>
                              </m:r>
                            </m:sup>
                          </m:sSup>
                        </m:e>
                      </m:nary>
                      <m:r>
                        <a:rPr lang="en-GB" altLang="zh-CN" b="0" i="1" smtClean="0">
                          <a:solidFill>
                            <a:schemeClr val="tx1"/>
                          </a:solidFill>
                          <a:latin typeface="Cambria Math" panose="02040503050406030204" pitchFamily="18" charset="0"/>
                        </a:rPr>
                        <m:t>=</m:t>
                      </m:r>
                      <m:f>
                        <m:fPr>
                          <m:ctrlPr>
                            <a:rPr lang="en-GB" altLang="zh-CN" i="1">
                              <a:solidFill>
                                <a:schemeClr val="tx1"/>
                              </a:solidFill>
                              <a:latin typeface="Cambria Math" panose="02040503050406030204" pitchFamily="18" charset="0"/>
                            </a:rPr>
                          </m:ctrlPr>
                        </m:fPr>
                        <m:num>
                          <m:r>
                            <a:rPr lang="en-GB" altLang="zh-CN" i="1">
                              <a:solidFill>
                                <a:schemeClr val="tx1"/>
                              </a:solidFill>
                              <a:latin typeface="Cambria Math" panose="02040503050406030204" pitchFamily="18" charset="0"/>
                            </a:rPr>
                            <m:t>1</m:t>
                          </m:r>
                        </m:num>
                        <m:den>
                          <m:r>
                            <a:rPr lang="en-GB" altLang="zh-CN" i="1">
                              <a:solidFill>
                                <a:schemeClr val="tx1"/>
                              </a:solidFill>
                              <a:latin typeface="Cambria Math" panose="02040503050406030204" pitchFamily="18" charset="0"/>
                            </a:rPr>
                            <m:t>𝑛</m:t>
                          </m:r>
                        </m:den>
                      </m:f>
                      <m:nary>
                        <m:naryPr>
                          <m:chr m:val="∑"/>
                          <m:ctrlPr>
                            <a:rPr lang="en-GB" altLang="zh-CN" i="1">
                              <a:solidFill>
                                <a:schemeClr val="tx1"/>
                              </a:solidFill>
                              <a:latin typeface="Cambria Math" panose="02040503050406030204" pitchFamily="18" charset="0"/>
                            </a:rPr>
                          </m:ctrlPr>
                        </m:naryPr>
                        <m:sub>
                          <m:r>
                            <m:rPr>
                              <m:brk m:alnAt="23"/>
                            </m:rPr>
                            <a:rPr lang="en-GB" altLang="zh-CN" i="1">
                              <a:solidFill>
                                <a:schemeClr val="tx1"/>
                              </a:solidFill>
                              <a:latin typeface="Cambria Math" panose="02040503050406030204" pitchFamily="18" charset="0"/>
                            </a:rPr>
                            <m:t>𝑖</m:t>
                          </m:r>
                          <m:r>
                            <a:rPr lang="en-GB" altLang="zh-CN" i="1">
                              <a:solidFill>
                                <a:schemeClr val="tx1"/>
                              </a:solidFill>
                              <a:latin typeface="Cambria Math" panose="02040503050406030204" pitchFamily="18" charset="0"/>
                            </a:rPr>
                            <m:t>=0</m:t>
                          </m:r>
                        </m:sub>
                        <m:sup>
                          <m:r>
                            <a:rPr lang="en-GB" altLang="zh-CN" i="1">
                              <a:solidFill>
                                <a:schemeClr val="tx1"/>
                              </a:solidFill>
                              <a:latin typeface="Cambria Math" panose="02040503050406030204" pitchFamily="18" charset="0"/>
                            </a:rPr>
                            <m:t>𝑛</m:t>
                          </m:r>
                        </m:sup>
                        <m:e>
                          <m:sSup>
                            <m:sSupPr>
                              <m:ctrlPr>
                                <a:rPr lang="en-GB" altLang="zh-CN" b="0" i="1" smtClean="0">
                                  <a:solidFill>
                                    <a:schemeClr val="tx1"/>
                                  </a:solidFill>
                                  <a:latin typeface="Cambria Math" panose="02040503050406030204" pitchFamily="18" charset="0"/>
                                </a:rPr>
                              </m:ctrlPr>
                            </m:sSupPr>
                            <m:e>
                              <m:sSup>
                                <m:sSupPr>
                                  <m:ctrlPr>
                                    <a:rPr lang="en-GB" altLang="zh-CN" b="0" i="1" smtClean="0">
                                      <a:solidFill>
                                        <a:srgbClr val="003399"/>
                                      </a:solidFill>
                                      <a:latin typeface="Cambria Math" panose="02040503050406030204" pitchFamily="18" charset="0"/>
                                    </a:rPr>
                                  </m:ctrlPr>
                                </m:sSupPr>
                                <m:e>
                                  <m:r>
                                    <a:rPr lang="en-GB" altLang="zh-CN" b="0" i="1" smtClean="0">
                                      <a:solidFill>
                                        <a:srgbClr val="003399"/>
                                      </a:solidFill>
                                      <a:latin typeface="Cambria Math" panose="02040503050406030204" pitchFamily="18" charset="0"/>
                                    </a:rPr>
                                    <m:t>𝑓</m:t>
                                  </m:r>
                                </m:e>
                                <m:sup>
                                  <m:r>
                                    <a:rPr lang="en-GB" altLang="zh-CN" b="0" i="1" smtClean="0">
                                      <a:solidFill>
                                        <a:srgbClr val="003399"/>
                                      </a:solidFill>
                                      <a:latin typeface="Cambria Math" panose="02040503050406030204" pitchFamily="18" charset="0"/>
                                    </a:rPr>
                                    <m:t>2</m:t>
                                  </m:r>
                                </m:sup>
                              </m:sSup>
                              <m:d>
                                <m:dPr>
                                  <m:ctrlPr>
                                    <a:rPr lang="en-GB" altLang="zh-CN" i="1">
                                      <a:solidFill>
                                        <a:schemeClr val="tx1"/>
                                      </a:solidFill>
                                      <a:latin typeface="Cambria Math" panose="02040503050406030204" pitchFamily="18" charset="0"/>
                                    </a:rPr>
                                  </m:ctrlPr>
                                </m:dPr>
                                <m:e>
                                  <m:sSub>
                                    <m:sSubPr>
                                      <m:ctrlPr>
                                        <a:rPr lang="en-GB" altLang="zh-CN" i="1">
                                          <a:solidFill>
                                            <a:schemeClr val="tx1"/>
                                          </a:solidFill>
                                          <a:latin typeface="Cambria Math" panose="02040503050406030204" pitchFamily="18" charset="0"/>
                                        </a:rPr>
                                      </m:ctrlPr>
                                    </m:sSubPr>
                                    <m:e>
                                      <m:acc>
                                        <m:accPr>
                                          <m:chr m:val="̂"/>
                                          <m:ctrlPr>
                                            <a:rPr lang="en-GB" altLang="zh-CN" i="1">
                                              <a:solidFill>
                                                <a:schemeClr val="tx1"/>
                                              </a:solidFill>
                                              <a:latin typeface="Cambria Math" panose="02040503050406030204" pitchFamily="18" charset="0"/>
                                            </a:rPr>
                                          </m:ctrlPr>
                                        </m:accPr>
                                        <m:e>
                                          <m:r>
                                            <a:rPr lang="en-GB" altLang="zh-CN" i="1">
                                              <a:solidFill>
                                                <a:schemeClr val="tx1"/>
                                              </a:solidFill>
                                              <a:latin typeface="Cambria Math" panose="02040503050406030204" pitchFamily="18" charset="0"/>
                                            </a:rPr>
                                            <m:t>𝑥</m:t>
                                          </m:r>
                                        </m:e>
                                      </m:acc>
                                    </m:e>
                                    <m:sub>
                                      <m:r>
                                        <a:rPr lang="en-GB" altLang="zh-CN" i="1">
                                          <a:solidFill>
                                            <a:schemeClr val="tx1"/>
                                          </a:solidFill>
                                          <a:latin typeface="Cambria Math" panose="02040503050406030204" pitchFamily="18" charset="0"/>
                                        </a:rPr>
                                        <m:t>𝑘</m:t>
                                      </m:r>
                                      <m:r>
                                        <a:rPr lang="en-GB" altLang="zh-CN" i="1">
                                          <a:solidFill>
                                            <a:schemeClr val="tx1"/>
                                          </a:solidFill>
                                          <a:latin typeface="Cambria Math" panose="02040503050406030204" pitchFamily="18" charset="0"/>
                                        </a:rPr>
                                        <m:t>−1,</m:t>
                                      </m:r>
                                      <m:r>
                                        <a:rPr lang="en-GB" altLang="zh-CN" i="1">
                                          <a:solidFill>
                                            <a:schemeClr val="tx1"/>
                                          </a:solidFill>
                                          <a:latin typeface="Cambria Math" panose="02040503050406030204" pitchFamily="18" charset="0"/>
                                        </a:rPr>
                                        <m:t>𝑖</m:t>
                                      </m:r>
                                    </m:sub>
                                  </m:sSub>
                                  <m:r>
                                    <a:rPr lang="en-GB" altLang="zh-CN" i="1">
                                      <a:solidFill>
                                        <a:schemeClr val="tx1"/>
                                      </a:solidFill>
                                      <a:latin typeface="Cambria Math" panose="02040503050406030204" pitchFamily="18" charset="0"/>
                                    </a:rPr>
                                    <m:t>−</m:t>
                                  </m:r>
                                  <m:acc>
                                    <m:accPr>
                                      <m:chr m:val="̅"/>
                                      <m:ctrlPr>
                                        <a:rPr lang="en-GB" altLang="zh-CN" i="1">
                                          <a:solidFill>
                                            <a:schemeClr val="tx1"/>
                                          </a:solidFill>
                                          <a:latin typeface="Cambria Math" panose="02040503050406030204" pitchFamily="18" charset="0"/>
                                        </a:rPr>
                                      </m:ctrlPr>
                                    </m:accPr>
                                    <m:e>
                                      <m:sSub>
                                        <m:sSubPr>
                                          <m:ctrlPr>
                                            <a:rPr lang="en-GB" altLang="zh-CN" i="1">
                                              <a:solidFill>
                                                <a:schemeClr val="tx1"/>
                                              </a:solidFill>
                                              <a:latin typeface="Cambria Math" panose="02040503050406030204" pitchFamily="18" charset="0"/>
                                            </a:rPr>
                                          </m:ctrlPr>
                                        </m:sSubPr>
                                        <m:e>
                                          <m:acc>
                                            <m:accPr>
                                              <m:chr m:val="̂"/>
                                              <m:ctrlPr>
                                                <a:rPr lang="en-GB" altLang="zh-CN" i="1">
                                                  <a:solidFill>
                                                    <a:schemeClr val="tx1"/>
                                                  </a:solidFill>
                                                  <a:latin typeface="Cambria Math" panose="02040503050406030204" pitchFamily="18" charset="0"/>
                                                </a:rPr>
                                              </m:ctrlPr>
                                            </m:accPr>
                                            <m:e>
                                              <m:r>
                                                <a:rPr lang="en-GB" altLang="zh-CN" i="1">
                                                  <a:solidFill>
                                                    <a:schemeClr val="tx1"/>
                                                  </a:solidFill>
                                                  <a:latin typeface="Cambria Math" panose="02040503050406030204" pitchFamily="18" charset="0"/>
                                                </a:rPr>
                                                <m:t>𝑥</m:t>
                                              </m:r>
                                            </m:e>
                                          </m:acc>
                                        </m:e>
                                        <m:sub>
                                          <m:r>
                                            <a:rPr lang="en-GB" altLang="zh-CN" i="1">
                                              <a:solidFill>
                                                <a:schemeClr val="tx1"/>
                                              </a:solidFill>
                                              <a:latin typeface="Cambria Math" panose="02040503050406030204" pitchFamily="18" charset="0"/>
                                            </a:rPr>
                                            <m:t>𝑘</m:t>
                                          </m:r>
                                          <m:r>
                                            <a:rPr lang="en-GB" altLang="zh-CN" i="1">
                                              <a:solidFill>
                                                <a:schemeClr val="tx1"/>
                                              </a:solidFill>
                                              <a:latin typeface="Cambria Math" panose="02040503050406030204" pitchFamily="18" charset="0"/>
                                            </a:rPr>
                                            <m:t>−1</m:t>
                                          </m:r>
                                        </m:sub>
                                      </m:sSub>
                                    </m:e>
                                  </m:acc>
                                </m:e>
                              </m:d>
                            </m:e>
                            <m:sup>
                              <m:r>
                                <a:rPr lang="en-GB" altLang="zh-CN" b="0" i="1" smtClean="0">
                                  <a:solidFill>
                                    <a:schemeClr val="tx1"/>
                                  </a:solidFill>
                                  <a:latin typeface="Cambria Math" panose="02040503050406030204" pitchFamily="18" charset="0"/>
                                </a:rPr>
                                <m:t>2</m:t>
                              </m:r>
                            </m:sup>
                          </m:sSup>
                        </m:e>
                      </m:nary>
                      <m:r>
                        <a:rPr lang="en-GB" altLang="zh-CN" b="0" i="1" smtClean="0">
                          <a:solidFill>
                            <a:schemeClr val="tx1"/>
                          </a:solidFill>
                          <a:latin typeface="Cambria Math" panose="02040503050406030204" pitchFamily="18" charset="0"/>
                        </a:rPr>
                        <m:t>=</m:t>
                      </m:r>
                      <m:sSup>
                        <m:sSupPr>
                          <m:ctrlPr>
                            <a:rPr lang="en-GB" altLang="zh-CN" i="1" smtClean="0">
                              <a:solidFill>
                                <a:srgbClr val="003399"/>
                              </a:solidFill>
                              <a:latin typeface="Cambria Math" panose="02040503050406030204" pitchFamily="18" charset="0"/>
                            </a:rPr>
                          </m:ctrlPr>
                        </m:sSupPr>
                        <m:e>
                          <m:r>
                            <a:rPr lang="en-GB" altLang="zh-CN" i="1">
                              <a:solidFill>
                                <a:srgbClr val="003399"/>
                              </a:solidFill>
                              <a:latin typeface="Cambria Math" panose="02040503050406030204" pitchFamily="18" charset="0"/>
                            </a:rPr>
                            <m:t>𝑓</m:t>
                          </m:r>
                        </m:e>
                        <m:sup>
                          <m:r>
                            <a:rPr lang="en-GB" altLang="zh-CN" i="1">
                              <a:solidFill>
                                <a:srgbClr val="003399"/>
                              </a:solidFill>
                              <a:latin typeface="Cambria Math" panose="02040503050406030204" pitchFamily="18" charset="0"/>
                            </a:rPr>
                            <m:t>2</m:t>
                          </m:r>
                        </m:sup>
                      </m:sSup>
                      <m:r>
                        <a:rPr lang="en-GB" altLang="zh-CN" b="0" i="1" smtClean="0">
                          <a:solidFill>
                            <a:schemeClr val="tx1"/>
                          </a:solidFill>
                          <a:latin typeface="Cambria Math" panose="02040503050406030204" pitchFamily="18" charset="0"/>
                        </a:rPr>
                        <m:t>⋅</m:t>
                      </m:r>
                      <m:f>
                        <m:fPr>
                          <m:ctrlPr>
                            <a:rPr lang="en-GB" altLang="zh-CN" i="1">
                              <a:solidFill>
                                <a:schemeClr val="tx1"/>
                              </a:solidFill>
                              <a:latin typeface="Cambria Math" panose="02040503050406030204" pitchFamily="18" charset="0"/>
                            </a:rPr>
                          </m:ctrlPr>
                        </m:fPr>
                        <m:num>
                          <m:r>
                            <a:rPr lang="en-GB" altLang="zh-CN" i="1">
                              <a:solidFill>
                                <a:schemeClr val="tx1"/>
                              </a:solidFill>
                              <a:latin typeface="Cambria Math" panose="02040503050406030204" pitchFamily="18" charset="0"/>
                            </a:rPr>
                            <m:t>1</m:t>
                          </m:r>
                        </m:num>
                        <m:den>
                          <m:r>
                            <a:rPr lang="en-GB" altLang="zh-CN" i="1">
                              <a:solidFill>
                                <a:schemeClr val="tx1"/>
                              </a:solidFill>
                              <a:latin typeface="Cambria Math" panose="02040503050406030204" pitchFamily="18" charset="0"/>
                            </a:rPr>
                            <m:t>𝑛</m:t>
                          </m:r>
                        </m:den>
                      </m:f>
                      <m:nary>
                        <m:naryPr>
                          <m:chr m:val="∑"/>
                          <m:ctrlPr>
                            <a:rPr lang="en-GB" altLang="zh-CN" i="1">
                              <a:solidFill>
                                <a:schemeClr val="tx1"/>
                              </a:solidFill>
                              <a:latin typeface="Cambria Math" panose="02040503050406030204" pitchFamily="18" charset="0"/>
                            </a:rPr>
                          </m:ctrlPr>
                        </m:naryPr>
                        <m:sub>
                          <m:r>
                            <m:rPr>
                              <m:brk m:alnAt="23"/>
                            </m:rPr>
                            <a:rPr lang="en-GB" altLang="zh-CN" i="1">
                              <a:solidFill>
                                <a:schemeClr val="tx1"/>
                              </a:solidFill>
                              <a:latin typeface="Cambria Math" panose="02040503050406030204" pitchFamily="18" charset="0"/>
                            </a:rPr>
                            <m:t>𝑖</m:t>
                          </m:r>
                          <m:r>
                            <a:rPr lang="en-GB" altLang="zh-CN" i="1">
                              <a:solidFill>
                                <a:schemeClr val="tx1"/>
                              </a:solidFill>
                              <a:latin typeface="Cambria Math" panose="02040503050406030204" pitchFamily="18" charset="0"/>
                            </a:rPr>
                            <m:t>=0</m:t>
                          </m:r>
                        </m:sub>
                        <m:sup>
                          <m:r>
                            <a:rPr lang="en-GB" altLang="zh-CN" i="1">
                              <a:solidFill>
                                <a:schemeClr val="tx1"/>
                              </a:solidFill>
                              <a:latin typeface="Cambria Math" panose="02040503050406030204" pitchFamily="18" charset="0"/>
                            </a:rPr>
                            <m:t>𝑛</m:t>
                          </m:r>
                        </m:sup>
                        <m:e>
                          <m:sSup>
                            <m:sSupPr>
                              <m:ctrlPr>
                                <a:rPr lang="en-GB" altLang="zh-CN" i="1">
                                  <a:solidFill>
                                    <a:schemeClr val="tx1"/>
                                  </a:solidFill>
                                  <a:latin typeface="Cambria Math" panose="02040503050406030204" pitchFamily="18" charset="0"/>
                                </a:rPr>
                              </m:ctrlPr>
                            </m:sSupPr>
                            <m:e>
                              <m:d>
                                <m:dPr>
                                  <m:ctrlPr>
                                    <a:rPr lang="en-GB" altLang="zh-CN" i="1">
                                      <a:solidFill>
                                        <a:schemeClr val="tx1"/>
                                      </a:solidFill>
                                      <a:latin typeface="Cambria Math" panose="02040503050406030204" pitchFamily="18" charset="0"/>
                                    </a:rPr>
                                  </m:ctrlPr>
                                </m:dPr>
                                <m:e>
                                  <m:sSub>
                                    <m:sSubPr>
                                      <m:ctrlPr>
                                        <a:rPr lang="en-GB" altLang="zh-CN" i="1">
                                          <a:solidFill>
                                            <a:schemeClr val="tx1"/>
                                          </a:solidFill>
                                          <a:latin typeface="Cambria Math" panose="02040503050406030204" pitchFamily="18" charset="0"/>
                                        </a:rPr>
                                      </m:ctrlPr>
                                    </m:sSubPr>
                                    <m:e>
                                      <m:acc>
                                        <m:accPr>
                                          <m:chr m:val="̂"/>
                                          <m:ctrlPr>
                                            <a:rPr lang="en-GB" altLang="zh-CN" i="1">
                                              <a:solidFill>
                                                <a:schemeClr val="tx1"/>
                                              </a:solidFill>
                                              <a:latin typeface="Cambria Math" panose="02040503050406030204" pitchFamily="18" charset="0"/>
                                            </a:rPr>
                                          </m:ctrlPr>
                                        </m:accPr>
                                        <m:e>
                                          <m:r>
                                            <a:rPr lang="en-GB" altLang="zh-CN" i="1">
                                              <a:solidFill>
                                                <a:schemeClr val="tx1"/>
                                              </a:solidFill>
                                              <a:latin typeface="Cambria Math" panose="02040503050406030204" pitchFamily="18" charset="0"/>
                                            </a:rPr>
                                            <m:t>𝑥</m:t>
                                          </m:r>
                                        </m:e>
                                      </m:acc>
                                    </m:e>
                                    <m:sub>
                                      <m:r>
                                        <a:rPr lang="en-GB" altLang="zh-CN" i="1">
                                          <a:solidFill>
                                            <a:schemeClr val="tx1"/>
                                          </a:solidFill>
                                          <a:latin typeface="Cambria Math" panose="02040503050406030204" pitchFamily="18" charset="0"/>
                                        </a:rPr>
                                        <m:t>𝑘</m:t>
                                      </m:r>
                                      <m:r>
                                        <a:rPr lang="en-GB" altLang="zh-CN" i="1">
                                          <a:solidFill>
                                            <a:schemeClr val="tx1"/>
                                          </a:solidFill>
                                          <a:latin typeface="Cambria Math" panose="02040503050406030204" pitchFamily="18" charset="0"/>
                                        </a:rPr>
                                        <m:t>−1,</m:t>
                                      </m:r>
                                      <m:r>
                                        <a:rPr lang="en-GB" altLang="zh-CN" i="1">
                                          <a:solidFill>
                                            <a:schemeClr val="tx1"/>
                                          </a:solidFill>
                                          <a:latin typeface="Cambria Math" panose="02040503050406030204" pitchFamily="18" charset="0"/>
                                        </a:rPr>
                                        <m:t>𝑖</m:t>
                                      </m:r>
                                    </m:sub>
                                  </m:sSub>
                                  <m:r>
                                    <a:rPr lang="en-GB" altLang="zh-CN" i="1">
                                      <a:solidFill>
                                        <a:schemeClr val="tx1"/>
                                      </a:solidFill>
                                      <a:latin typeface="Cambria Math" panose="02040503050406030204" pitchFamily="18" charset="0"/>
                                    </a:rPr>
                                    <m:t>−</m:t>
                                  </m:r>
                                  <m:acc>
                                    <m:accPr>
                                      <m:chr m:val="̅"/>
                                      <m:ctrlPr>
                                        <a:rPr lang="en-GB" altLang="zh-CN" i="1">
                                          <a:solidFill>
                                            <a:schemeClr val="tx1"/>
                                          </a:solidFill>
                                          <a:latin typeface="Cambria Math" panose="02040503050406030204" pitchFamily="18" charset="0"/>
                                        </a:rPr>
                                      </m:ctrlPr>
                                    </m:accPr>
                                    <m:e>
                                      <m:sSub>
                                        <m:sSubPr>
                                          <m:ctrlPr>
                                            <a:rPr lang="en-GB" altLang="zh-CN" i="1">
                                              <a:solidFill>
                                                <a:schemeClr val="tx1"/>
                                              </a:solidFill>
                                              <a:latin typeface="Cambria Math" panose="02040503050406030204" pitchFamily="18" charset="0"/>
                                            </a:rPr>
                                          </m:ctrlPr>
                                        </m:sSubPr>
                                        <m:e>
                                          <m:acc>
                                            <m:accPr>
                                              <m:chr m:val="̂"/>
                                              <m:ctrlPr>
                                                <a:rPr lang="en-GB" altLang="zh-CN" i="1">
                                                  <a:solidFill>
                                                    <a:schemeClr val="tx1"/>
                                                  </a:solidFill>
                                                  <a:latin typeface="Cambria Math" panose="02040503050406030204" pitchFamily="18" charset="0"/>
                                                </a:rPr>
                                              </m:ctrlPr>
                                            </m:accPr>
                                            <m:e>
                                              <m:r>
                                                <a:rPr lang="en-GB" altLang="zh-CN" i="1">
                                                  <a:solidFill>
                                                    <a:schemeClr val="tx1"/>
                                                  </a:solidFill>
                                                  <a:latin typeface="Cambria Math" panose="02040503050406030204" pitchFamily="18" charset="0"/>
                                                </a:rPr>
                                                <m:t>𝑥</m:t>
                                              </m:r>
                                            </m:e>
                                          </m:acc>
                                        </m:e>
                                        <m:sub>
                                          <m:r>
                                            <a:rPr lang="en-GB" altLang="zh-CN" i="1">
                                              <a:solidFill>
                                                <a:schemeClr val="tx1"/>
                                              </a:solidFill>
                                              <a:latin typeface="Cambria Math" panose="02040503050406030204" pitchFamily="18" charset="0"/>
                                            </a:rPr>
                                            <m:t>𝑘</m:t>
                                          </m:r>
                                          <m:r>
                                            <a:rPr lang="en-GB" altLang="zh-CN" i="1">
                                              <a:solidFill>
                                                <a:schemeClr val="tx1"/>
                                              </a:solidFill>
                                              <a:latin typeface="Cambria Math" panose="02040503050406030204" pitchFamily="18" charset="0"/>
                                            </a:rPr>
                                            <m:t>−1</m:t>
                                          </m:r>
                                        </m:sub>
                                      </m:sSub>
                                    </m:e>
                                  </m:acc>
                                </m:e>
                              </m:d>
                            </m:e>
                            <m:sup>
                              <m:r>
                                <a:rPr lang="en-GB" altLang="zh-CN" i="1">
                                  <a:solidFill>
                                    <a:schemeClr val="tx1"/>
                                  </a:solidFill>
                                  <a:latin typeface="Cambria Math" panose="02040503050406030204" pitchFamily="18" charset="0"/>
                                </a:rPr>
                                <m:t>2</m:t>
                              </m:r>
                            </m:sup>
                          </m:sSup>
                        </m:e>
                      </m:nary>
                      <m:r>
                        <a:rPr lang="en-GB" altLang="zh-CN" b="0" i="1" smtClean="0">
                          <a:solidFill>
                            <a:schemeClr val="tx1"/>
                          </a:solidFill>
                          <a:latin typeface="Cambria Math" panose="02040503050406030204" pitchFamily="18" charset="0"/>
                        </a:rPr>
                        <m:t>=</m:t>
                      </m:r>
                      <m:sSup>
                        <m:sSupPr>
                          <m:ctrlPr>
                            <a:rPr lang="en-GB" altLang="zh-CN" i="1" smtClean="0">
                              <a:solidFill>
                                <a:srgbClr val="003399"/>
                              </a:solidFill>
                              <a:latin typeface="Cambria Math" panose="02040503050406030204" pitchFamily="18" charset="0"/>
                            </a:rPr>
                          </m:ctrlPr>
                        </m:sSupPr>
                        <m:e>
                          <m:r>
                            <a:rPr lang="en-GB" altLang="zh-CN" i="1">
                              <a:solidFill>
                                <a:srgbClr val="003399"/>
                              </a:solidFill>
                              <a:latin typeface="Cambria Math" panose="02040503050406030204" pitchFamily="18" charset="0"/>
                            </a:rPr>
                            <m:t>𝑓</m:t>
                          </m:r>
                        </m:e>
                        <m:sup>
                          <m:r>
                            <a:rPr lang="en-GB" altLang="zh-CN" i="1">
                              <a:solidFill>
                                <a:srgbClr val="003399"/>
                              </a:solidFill>
                              <a:latin typeface="Cambria Math" panose="02040503050406030204" pitchFamily="18" charset="0"/>
                            </a:rPr>
                            <m:t>2</m:t>
                          </m:r>
                        </m:sup>
                      </m:sSup>
                      <m:r>
                        <a:rPr lang="en-GB" altLang="zh-CN" i="1">
                          <a:solidFill>
                            <a:schemeClr val="tx1"/>
                          </a:solidFill>
                          <a:latin typeface="Cambria Math" panose="02040503050406030204" pitchFamily="18" charset="0"/>
                        </a:rPr>
                        <m:t>⋅</m:t>
                      </m:r>
                      <m:sSub>
                        <m:sSubPr>
                          <m:ctrlPr>
                            <a:rPr lang="en-GB" altLang="zh-CN" i="1">
                              <a:solidFill>
                                <a:schemeClr val="tx1"/>
                              </a:solidFill>
                              <a:latin typeface="Cambria Math" panose="02040503050406030204" pitchFamily="18" charset="0"/>
                            </a:rPr>
                          </m:ctrlPr>
                        </m:sSubPr>
                        <m:e>
                          <m:r>
                            <a:rPr lang="en-GB" altLang="zh-CN" i="1">
                              <a:solidFill>
                                <a:schemeClr val="tx1"/>
                              </a:solidFill>
                              <a:latin typeface="Cambria Math" panose="02040503050406030204" pitchFamily="18" charset="0"/>
                            </a:rPr>
                            <m:t>𝑝</m:t>
                          </m:r>
                        </m:e>
                        <m:sub>
                          <m:r>
                            <a:rPr lang="en-GB" altLang="zh-CN" i="1">
                              <a:solidFill>
                                <a:schemeClr val="tx1"/>
                              </a:solidFill>
                              <a:latin typeface="Cambria Math" panose="02040503050406030204" pitchFamily="18" charset="0"/>
                            </a:rPr>
                            <m:t>𝑘</m:t>
                          </m:r>
                          <m:r>
                            <a:rPr lang="en-GB" altLang="zh-CN" i="1">
                              <a:solidFill>
                                <a:schemeClr val="tx1"/>
                              </a:solidFill>
                              <a:latin typeface="Cambria Math" panose="02040503050406030204" pitchFamily="18" charset="0"/>
                            </a:rPr>
                            <m:t>−1</m:t>
                          </m:r>
                        </m:sub>
                      </m:sSub>
                    </m:oMath>
                  </m:oMathPara>
                </a14:m>
                <a:endParaRPr lang="en-GB" dirty="0">
                  <a:solidFill>
                    <a:schemeClr val="bg1">
                      <a:lumMod val="65000"/>
                    </a:schemeClr>
                  </a:solidFill>
                </a:endParaRPr>
              </a:p>
            </p:txBody>
          </p:sp>
        </mc:Choice>
        <mc:Fallback xmlns="">
          <p:sp>
            <p:nvSpPr>
              <p:cNvPr id="6" name="文本占位符 5">
                <a:extLst>
                  <a:ext uri="{FF2B5EF4-FFF2-40B4-BE49-F238E27FC236}">
                    <a16:creationId xmlns:a16="http://schemas.microsoft.com/office/drawing/2014/main" id="{F26AF3AB-F8A7-E5AF-9579-53E06432B134}"/>
                  </a:ext>
                </a:extLst>
              </p:cNvPr>
              <p:cNvSpPr>
                <a:spLocks noGrp="1" noRot="1" noChangeAspect="1" noMove="1" noResize="1" noEditPoints="1" noAdjustHandles="1" noChangeArrowheads="1" noChangeShapeType="1" noTextEdit="1"/>
              </p:cNvSpPr>
              <p:nvPr>
                <p:ph type="body" sz="quarter" idx="10"/>
              </p:nvPr>
            </p:nvSpPr>
            <p:spPr>
              <a:xfrm>
                <a:off x="628650" y="1465263"/>
                <a:ext cx="7443788" cy="3678237"/>
              </a:xfrm>
              <a:blipFill>
                <a:blip r:embed="rId3"/>
                <a:stretch>
                  <a:fillRect l="-341" t="-1375" b="-31271"/>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90468214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a:extLst>
              <a:ext uri="{FF2B5EF4-FFF2-40B4-BE49-F238E27FC236}">
                <a16:creationId xmlns:a16="http://schemas.microsoft.com/office/drawing/2014/main" id="{81C8A1BD-4FA8-336D-6F45-1B4B35014DB3}"/>
              </a:ext>
            </a:extLst>
          </p:cNvPr>
          <p:cNvSpPr>
            <a:spLocks noGrp="1"/>
          </p:cNvSpPr>
          <p:nvPr>
            <p:ph type="title"/>
          </p:nvPr>
        </p:nvSpPr>
        <p:spPr>
          <a:xfrm>
            <a:off x="628649" y="559420"/>
            <a:ext cx="7732925" cy="630335"/>
          </a:xfrm>
        </p:spPr>
        <p:txBody>
          <a:bodyPr>
            <a:normAutofit/>
          </a:bodyPr>
          <a:lstStyle/>
          <a:p>
            <a:r>
              <a:rPr lang="en-GB" altLang="zh-CN" b="0" dirty="0"/>
              <a:t>Kalman Filter</a:t>
            </a:r>
            <a:r>
              <a:rPr lang="zh-CN" altLang="en-US" b="0" dirty="0"/>
              <a:t> </a:t>
            </a:r>
            <a:r>
              <a:rPr lang="en-US" altLang="zh-CN" dirty="0"/>
              <a:t>1-D</a:t>
            </a:r>
            <a:r>
              <a:rPr lang="en-US" altLang="zh-CN" b="0" dirty="0"/>
              <a:t> Example</a:t>
            </a:r>
            <a:r>
              <a:rPr lang="en-GB" altLang="zh-CN" b="0" dirty="0"/>
              <a:t> </a:t>
            </a:r>
            <a:endParaRPr lang="en-GB" b="0" dirty="0"/>
          </a:p>
        </p:txBody>
      </p:sp>
      <mc:AlternateContent xmlns:mc="http://schemas.openxmlformats.org/markup-compatibility/2006" xmlns:a14="http://schemas.microsoft.com/office/drawing/2010/main">
        <mc:Choice Requires="a14">
          <p:sp>
            <p:nvSpPr>
              <p:cNvPr id="6" name="文本占位符 5">
                <a:extLst>
                  <a:ext uri="{FF2B5EF4-FFF2-40B4-BE49-F238E27FC236}">
                    <a16:creationId xmlns:a16="http://schemas.microsoft.com/office/drawing/2014/main" id="{F26AF3AB-F8A7-E5AF-9579-53E06432B134}"/>
                  </a:ext>
                </a:extLst>
              </p:cNvPr>
              <p:cNvSpPr>
                <a:spLocks noGrp="1"/>
              </p:cNvSpPr>
              <p:nvPr>
                <p:ph type="body" sz="quarter" idx="10"/>
              </p:nvPr>
            </p:nvSpPr>
            <p:spPr>
              <a:xfrm>
                <a:off x="628650" y="1465263"/>
                <a:ext cx="7443788" cy="2915963"/>
              </a:xfrm>
            </p:spPr>
            <p:txBody>
              <a:bodyPr/>
              <a:lstStyle/>
              <a:p>
                <a:r>
                  <a:rPr lang="en-GB" dirty="0"/>
                  <a:t>When we consider the errors, </a:t>
                </a:r>
                <a14:m>
                  <m:oMath xmlns:m="http://schemas.openxmlformats.org/officeDocument/2006/math">
                    <m:sSub>
                      <m:sSubPr>
                        <m:ctrlPr>
                          <a:rPr lang="en-GB" altLang="zh-CN" i="1" smtClean="0">
                            <a:solidFill>
                              <a:srgbClr val="003399"/>
                            </a:solidFill>
                            <a:latin typeface="Cambria Math" panose="02040503050406030204" pitchFamily="18" charset="0"/>
                          </a:rPr>
                        </m:ctrlPr>
                      </m:sSubPr>
                      <m:e>
                        <m:acc>
                          <m:accPr>
                            <m:chr m:val="̂"/>
                            <m:ctrlPr>
                              <a:rPr lang="en-GB" altLang="zh-CN" i="1">
                                <a:solidFill>
                                  <a:srgbClr val="003399"/>
                                </a:solidFill>
                                <a:latin typeface="Cambria Math" panose="02040503050406030204" pitchFamily="18" charset="0"/>
                              </a:rPr>
                            </m:ctrlPr>
                          </m:accPr>
                          <m:e>
                            <m:r>
                              <a:rPr lang="en-GB" altLang="zh-CN" i="1">
                                <a:solidFill>
                                  <a:srgbClr val="003399"/>
                                </a:solidFill>
                                <a:latin typeface="Cambria Math" panose="02040503050406030204" pitchFamily="18" charset="0"/>
                              </a:rPr>
                              <m:t>𝑥</m:t>
                            </m:r>
                          </m:e>
                        </m:acc>
                      </m:e>
                      <m:sub>
                        <m:r>
                          <a:rPr lang="en-GB" altLang="zh-CN" i="1">
                            <a:solidFill>
                              <a:srgbClr val="003399"/>
                            </a:solidFill>
                            <a:latin typeface="Cambria Math" panose="02040503050406030204" pitchFamily="18" charset="0"/>
                          </a:rPr>
                          <m:t>𝑘</m:t>
                        </m:r>
                      </m:sub>
                    </m:sSub>
                  </m:oMath>
                </a14:m>
                <a:r>
                  <a:rPr lang="en-GB" dirty="0"/>
                  <a:t>, </a:t>
                </a:r>
                <a14:m>
                  <m:oMath xmlns:m="http://schemas.openxmlformats.org/officeDocument/2006/math">
                    <m:sSub>
                      <m:sSubPr>
                        <m:ctrlPr>
                          <a:rPr lang="en-GB" altLang="zh-CN" i="1">
                            <a:solidFill>
                              <a:srgbClr val="003399"/>
                            </a:solidFill>
                            <a:latin typeface="Cambria Math" panose="02040503050406030204" pitchFamily="18" charset="0"/>
                          </a:rPr>
                        </m:ctrlPr>
                      </m:sSubPr>
                      <m:e>
                        <m:r>
                          <a:rPr lang="en-GB" altLang="zh-CN" i="1">
                            <a:solidFill>
                              <a:srgbClr val="003399"/>
                            </a:solidFill>
                            <a:latin typeface="Cambria Math" panose="02040503050406030204" pitchFamily="18" charset="0"/>
                          </a:rPr>
                          <m:t>𝑥</m:t>
                        </m:r>
                      </m:e>
                      <m:sub>
                        <m:r>
                          <a:rPr lang="en-GB" altLang="zh-CN" i="1">
                            <a:solidFill>
                              <a:srgbClr val="003399"/>
                            </a:solidFill>
                            <a:latin typeface="Cambria Math" panose="02040503050406030204" pitchFamily="18" charset="0"/>
                          </a:rPr>
                          <m:t>𝑘</m:t>
                        </m:r>
                      </m:sub>
                    </m:sSub>
                  </m:oMath>
                </a14:m>
                <a:r>
                  <a:rPr lang="en-GB" dirty="0"/>
                  <a:t>, and </a:t>
                </a:r>
                <a14:m>
                  <m:oMath xmlns:m="http://schemas.openxmlformats.org/officeDocument/2006/math">
                    <m:sSub>
                      <m:sSubPr>
                        <m:ctrlPr>
                          <a:rPr lang="en-GB" altLang="zh-CN" i="1">
                            <a:solidFill>
                              <a:srgbClr val="003399"/>
                            </a:solidFill>
                            <a:latin typeface="Cambria Math" panose="02040503050406030204" pitchFamily="18" charset="0"/>
                          </a:rPr>
                        </m:ctrlPr>
                      </m:sSubPr>
                      <m:e>
                        <m:r>
                          <a:rPr lang="en-GB" altLang="zh-CN" i="1">
                            <a:solidFill>
                              <a:srgbClr val="003399"/>
                            </a:solidFill>
                            <a:latin typeface="Cambria Math" panose="02040503050406030204" pitchFamily="18" charset="0"/>
                          </a:rPr>
                          <m:t>𝑧</m:t>
                        </m:r>
                      </m:e>
                      <m:sub>
                        <m:r>
                          <a:rPr lang="en-GB" altLang="zh-CN" i="1">
                            <a:solidFill>
                              <a:srgbClr val="003399"/>
                            </a:solidFill>
                            <a:latin typeface="Cambria Math" panose="02040503050406030204" pitchFamily="18" charset="0"/>
                          </a:rPr>
                          <m:t>𝑘</m:t>
                        </m:r>
                      </m:sub>
                    </m:sSub>
                  </m:oMath>
                </a14:m>
                <a:r>
                  <a:rPr lang="en-GB" dirty="0"/>
                  <a:t> will </a:t>
                </a:r>
                <a:r>
                  <a:rPr lang="en-GB" dirty="0">
                    <a:solidFill>
                      <a:srgbClr val="003399"/>
                    </a:solidFill>
                  </a:rPr>
                  <a:t>differ</a:t>
                </a:r>
                <a:r>
                  <a:rPr lang="en-GB" dirty="0"/>
                  <a:t>, so that only</a:t>
                </a:r>
              </a:p>
              <a:p>
                <a:pPr algn="ctr"/>
                <a14:m>
                  <m:oMath xmlns:m="http://schemas.openxmlformats.org/officeDocument/2006/math">
                    <m:sSub>
                      <m:sSubPr>
                        <m:ctrlPr>
                          <a:rPr lang="en-GB" altLang="zh-CN" i="1" smtClean="0">
                            <a:solidFill>
                              <a:srgbClr val="003399"/>
                            </a:solidFill>
                            <a:latin typeface="Cambria Math" panose="02040503050406030204" pitchFamily="18" charset="0"/>
                          </a:rPr>
                        </m:ctrlPr>
                      </m:sSubPr>
                      <m:e>
                        <m:acc>
                          <m:accPr>
                            <m:chr m:val="̂"/>
                            <m:ctrlPr>
                              <a:rPr lang="en-GB" altLang="zh-CN" i="1">
                                <a:solidFill>
                                  <a:srgbClr val="003399"/>
                                </a:solidFill>
                                <a:latin typeface="Cambria Math" panose="02040503050406030204" pitchFamily="18" charset="0"/>
                              </a:rPr>
                            </m:ctrlPr>
                          </m:accPr>
                          <m:e>
                            <m:r>
                              <a:rPr lang="en-GB" altLang="zh-CN" i="1">
                                <a:solidFill>
                                  <a:srgbClr val="003399"/>
                                </a:solidFill>
                                <a:latin typeface="Cambria Math" panose="02040503050406030204" pitchFamily="18" charset="0"/>
                              </a:rPr>
                              <m:t>𝑥</m:t>
                            </m:r>
                          </m:e>
                        </m:acc>
                      </m:e>
                      <m:sub>
                        <m:r>
                          <a:rPr lang="en-GB" altLang="zh-CN" i="1">
                            <a:solidFill>
                              <a:srgbClr val="003399"/>
                            </a:solidFill>
                            <a:latin typeface="Cambria Math" panose="02040503050406030204" pitchFamily="18" charset="0"/>
                          </a:rPr>
                          <m:t>𝑘</m:t>
                        </m:r>
                        <m:r>
                          <a:rPr lang="en-GB" altLang="zh-CN" b="0" i="1" smtClean="0">
                            <a:solidFill>
                              <a:srgbClr val="003399"/>
                            </a:solidFill>
                            <a:latin typeface="Cambria Math" panose="02040503050406030204" pitchFamily="18" charset="0"/>
                          </a:rPr>
                          <m:t>−</m:t>
                        </m:r>
                      </m:sub>
                    </m:sSub>
                    <m:r>
                      <a:rPr lang="en-GB" altLang="zh-CN" b="0" i="1" smtClean="0">
                        <a:solidFill>
                          <a:srgbClr val="003399"/>
                        </a:solidFill>
                        <a:latin typeface="Cambria Math" panose="02040503050406030204" pitchFamily="18" charset="0"/>
                      </a:rPr>
                      <m:t>=</m:t>
                    </m:r>
                    <m:r>
                      <a:rPr lang="en-GB" altLang="zh-CN" b="0" i="1" smtClean="0">
                        <a:solidFill>
                          <a:srgbClr val="003399"/>
                        </a:solidFill>
                        <a:latin typeface="Cambria Math" panose="02040503050406030204" pitchFamily="18" charset="0"/>
                      </a:rPr>
                      <m:t>𝑓</m:t>
                    </m:r>
                    <m:r>
                      <a:rPr lang="en-GB" altLang="zh-CN" b="0" i="1" smtClean="0">
                        <a:solidFill>
                          <a:srgbClr val="003399"/>
                        </a:solidFill>
                        <a:latin typeface="Cambria Math" panose="02040503050406030204" pitchFamily="18" charset="0"/>
                      </a:rPr>
                      <m:t>⋅</m:t>
                    </m:r>
                    <m:sSub>
                      <m:sSubPr>
                        <m:ctrlPr>
                          <a:rPr lang="en-GB" altLang="zh-CN" i="1">
                            <a:solidFill>
                              <a:srgbClr val="003399"/>
                            </a:solidFill>
                            <a:latin typeface="Cambria Math" panose="02040503050406030204" pitchFamily="18" charset="0"/>
                          </a:rPr>
                        </m:ctrlPr>
                      </m:sSubPr>
                      <m:e>
                        <m:acc>
                          <m:accPr>
                            <m:chr m:val="̂"/>
                            <m:ctrlPr>
                              <a:rPr lang="en-GB" altLang="zh-CN" i="1">
                                <a:solidFill>
                                  <a:srgbClr val="003399"/>
                                </a:solidFill>
                                <a:latin typeface="Cambria Math" panose="02040503050406030204" pitchFamily="18" charset="0"/>
                              </a:rPr>
                            </m:ctrlPr>
                          </m:accPr>
                          <m:e>
                            <m:r>
                              <a:rPr lang="en-GB" altLang="zh-CN" i="1">
                                <a:solidFill>
                                  <a:srgbClr val="003399"/>
                                </a:solidFill>
                                <a:latin typeface="Cambria Math" panose="02040503050406030204" pitchFamily="18" charset="0"/>
                              </a:rPr>
                              <m:t>𝑥</m:t>
                            </m:r>
                          </m:e>
                        </m:acc>
                      </m:e>
                      <m:sub>
                        <m:r>
                          <a:rPr lang="en-GB" altLang="zh-CN" i="1">
                            <a:solidFill>
                              <a:srgbClr val="003399"/>
                            </a:solidFill>
                            <a:latin typeface="Cambria Math" panose="02040503050406030204" pitchFamily="18" charset="0"/>
                          </a:rPr>
                          <m:t>𝑘</m:t>
                        </m:r>
                        <m:r>
                          <a:rPr lang="en-GB" altLang="zh-CN" i="1">
                            <a:solidFill>
                              <a:srgbClr val="003399"/>
                            </a:solidFill>
                            <a:latin typeface="Cambria Math" panose="02040503050406030204" pitchFamily="18" charset="0"/>
                          </a:rPr>
                          <m:t>−1</m:t>
                        </m:r>
                      </m:sub>
                    </m:sSub>
                    <m:r>
                      <a:rPr lang="en-GB" altLang="zh-CN" b="0" i="1" smtClean="0">
                        <a:solidFill>
                          <a:srgbClr val="003399"/>
                        </a:solidFill>
                        <a:latin typeface="Cambria Math" panose="02040503050406030204" pitchFamily="18" charset="0"/>
                      </a:rPr>
                      <m:t>+</m:t>
                    </m:r>
                    <m:r>
                      <a:rPr lang="en-GB" altLang="zh-CN" b="0" i="1" smtClean="0">
                        <a:solidFill>
                          <a:srgbClr val="003399"/>
                        </a:solidFill>
                        <a:latin typeface="Cambria Math" panose="02040503050406030204" pitchFamily="18" charset="0"/>
                      </a:rPr>
                      <m:t>𝑏</m:t>
                    </m:r>
                    <m:r>
                      <a:rPr lang="en-GB" altLang="zh-CN" b="0" i="1" smtClean="0">
                        <a:solidFill>
                          <a:srgbClr val="003399"/>
                        </a:solidFill>
                        <a:latin typeface="Cambria Math" panose="02040503050406030204" pitchFamily="18" charset="0"/>
                      </a:rPr>
                      <m:t>⋅</m:t>
                    </m:r>
                    <m:sSub>
                      <m:sSubPr>
                        <m:ctrlPr>
                          <a:rPr lang="en-GB" altLang="zh-CN" i="1">
                            <a:solidFill>
                              <a:srgbClr val="003399"/>
                            </a:solidFill>
                            <a:latin typeface="Cambria Math" panose="02040503050406030204" pitchFamily="18" charset="0"/>
                          </a:rPr>
                        </m:ctrlPr>
                      </m:sSubPr>
                      <m:e>
                        <m:r>
                          <a:rPr lang="en-GB" altLang="zh-CN" i="1">
                            <a:solidFill>
                              <a:srgbClr val="003399"/>
                            </a:solidFill>
                            <a:latin typeface="Cambria Math" panose="02040503050406030204" pitchFamily="18" charset="0"/>
                          </a:rPr>
                          <m:t>𝑢</m:t>
                        </m:r>
                      </m:e>
                      <m:sub>
                        <m:r>
                          <a:rPr lang="en-GB" altLang="zh-CN" i="1">
                            <a:solidFill>
                              <a:srgbClr val="003399"/>
                            </a:solidFill>
                            <a:latin typeface="Cambria Math" panose="02040503050406030204" pitchFamily="18" charset="0"/>
                          </a:rPr>
                          <m:t>𝑘</m:t>
                        </m:r>
                      </m:sub>
                    </m:sSub>
                  </m:oMath>
                </a14:m>
                <a:r>
                  <a:rPr lang="en-GB" dirty="0"/>
                  <a:t> </a:t>
                </a:r>
              </a:p>
              <a:p>
                <a:r>
                  <a:rPr lang="en-GB" dirty="0"/>
                  <a:t>We temporally use </a:t>
                </a:r>
                <a14:m>
                  <m:oMath xmlns:m="http://schemas.openxmlformats.org/officeDocument/2006/math">
                    <m:sSub>
                      <m:sSubPr>
                        <m:ctrlPr>
                          <a:rPr lang="en-GB" altLang="zh-CN" i="1" smtClean="0">
                            <a:solidFill>
                              <a:srgbClr val="003399"/>
                            </a:solidFill>
                            <a:latin typeface="Cambria Math" panose="02040503050406030204" pitchFamily="18" charset="0"/>
                          </a:rPr>
                        </m:ctrlPr>
                      </m:sSubPr>
                      <m:e>
                        <m:acc>
                          <m:accPr>
                            <m:chr m:val="̂"/>
                            <m:ctrlPr>
                              <a:rPr lang="en-GB" altLang="zh-CN" i="1">
                                <a:solidFill>
                                  <a:srgbClr val="003399"/>
                                </a:solidFill>
                                <a:latin typeface="Cambria Math" panose="02040503050406030204" pitchFamily="18" charset="0"/>
                              </a:rPr>
                            </m:ctrlPr>
                          </m:accPr>
                          <m:e>
                            <m:r>
                              <a:rPr lang="en-GB" altLang="zh-CN" i="1">
                                <a:solidFill>
                                  <a:srgbClr val="003399"/>
                                </a:solidFill>
                                <a:latin typeface="Cambria Math" panose="02040503050406030204" pitchFamily="18" charset="0"/>
                              </a:rPr>
                              <m:t>𝑥</m:t>
                            </m:r>
                          </m:e>
                        </m:acc>
                      </m:e>
                      <m:sub>
                        <m:r>
                          <a:rPr lang="en-GB" altLang="zh-CN" i="1">
                            <a:solidFill>
                              <a:srgbClr val="003399"/>
                            </a:solidFill>
                            <a:latin typeface="Cambria Math" panose="02040503050406030204" pitchFamily="18" charset="0"/>
                          </a:rPr>
                          <m:t>𝑘</m:t>
                        </m:r>
                        <m:r>
                          <a:rPr lang="en-GB" altLang="zh-CN" b="0" i="1" smtClean="0">
                            <a:solidFill>
                              <a:srgbClr val="003399"/>
                            </a:solidFill>
                            <a:latin typeface="Cambria Math" panose="02040503050406030204" pitchFamily="18" charset="0"/>
                          </a:rPr>
                          <m:t>−</m:t>
                        </m:r>
                      </m:sub>
                    </m:sSub>
                  </m:oMath>
                </a14:m>
                <a:r>
                  <a:rPr lang="en-GB" dirty="0"/>
                  <a:t> denotes </a:t>
                </a:r>
                <a14:m>
                  <m:oMath xmlns:m="http://schemas.openxmlformats.org/officeDocument/2006/math">
                    <m:sSub>
                      <m:sSubPr>
                        <m:ctrlPr>
                          <a:rPr lang="en-GB" altLang="zh-CN" i="1">
                            <a:solidFill>
                              <a:srgbClr val="003399"/>
                            </a:solidFill>
                            <a:latin typeface="Cambria Math" panose="02040503050406030204" pitchFamily="18" charset="0"/>
                          </a:rPr>
                        </m:ctrlPr>
                      </m:sSubPr>
                      <m:e>
                        <m:acc>
                          <m:accPr>
                            <m:chr m:val="̂"/>
                            <m:ctrlPr>
                              <a:rPr lang="en-GB" altLang="zh-CN" i="1">
                                <a:solidFill>
                                  <a:srgbClr val="003399"/>
                                </a:solidFill>
                                <a:latin typeface="Cambria Math" panose="02040503050406030204" pitchFamily="18" charset="0"/>
                              </a:rPr>
                            </m:ctrlPr>
                          </m:accPr>
                          <m:e>
                            <m:r>
                              <a:rPr lang="en-GB" altLang="zh-CN" i="1">
                                <a:solidFill>
                                  <a:srgbClr val="003399"/>
                                </a:solidFill>
                                <a:latin typeface="Cambria Math" panose="02040503050406030204" pitchFamily="18" charset="0"/>
                              </a:rPr>
                              <m:t>𝑥</m:t>
                            </m:r>
                          </m:e>
                        </m:acc>
                      </m:e>
                      <m:sub>
                        <m:r>
                          <a:rPr lang="en-GB" altLang="zh-CN" i="1">
                            <a:solidFill>
                              <a:srgbClr val="003399"/>
                            </a:solidFill>
                            <a:latin typeface="Cambria Math" panose="02040503050406030204" pitchFamily="18" charset="0"/>
                          </a:rPr>
                          <m:t>𝑘</m:t>
                        </m:r>
                      </m:sub>
                    </m:sSub>
                  </m:oMath>
                </a14:m>
                <a:r>
                  <a:rPr lang="en-GB" dirty="0"/>
                  <a:t> since we haven't taken </a:t>
                </a:r>
                <a14:m>
                  <m:oMath xmlns:m="http://schemas.openxmlformats.org/officeDocument/2006/math">
                    <m:sSub>
                      <m:sSubPr>
                        <m:ctrlPr>
                          <a:rPr lang="en-GB" altLang="zh-CN" i="1">
                            <a:solidFill>
                              <a:srgbClr val="003399"/>
                            </a:solidFill>
                            <a:latin typeface="Cambria Math" panose="02040503050406030204" pitchFamily="18" charset="0"/>
                          </a:rPr>
                        </m:ctrlPr>
                      </m:sSubPr>
                      <m:e>
                        <m:r>
                          <a:rPr lang="en-GB" altLang="zh-CN" i="1">
                            <a:solidFill>
                              <a:srgbClr val="003399"/>
                            </a:solidFill>
                            <a:latin typeface="Cambria Math" panose="02040503050406030204" pitchFamily="18" charset="0"/>
                          </a:rPr>
                          <m:t>𝑧</m:t>
                        </m:r>
                      </m:e>
                      <m:sub>
                        <m:r>
                          <a:rPr lang="en-GB" altLang="zh-CN" i="1">
                            <a:solidFill>
                              <a:srgbClr val="003399"/>
                            </a:solidFill>
                            <a:latin typeface="Cambria Math" panose="02040503050406030204" pitchFamily="18" charset="0"/>
                          </a:rPr>
                          <m:t>𝑘</m:t>
                        </m:r>
                      </m:sub>
                    </m:sSub>
                  </m:oMath>
                </a14:m>
                <a:r>
                  <a:rPr lang="en-GB" altLang="zh-CN" dirty="0"/>
                  <a:t> into account yet. </a:t>
                </a:r>
                <a:endParaRPr lang="en-GB" dirty="0"/>
              </a:p>
              <a:p>
                <a:r>
                  <a:rPr lang="en-GB" dirty="0"/>
                  <a:t>Because the errors exist, Kalman Filter also predict the variance </a:t>
                </a:r>
                <a:r>
                  <a:rPr lang="en-GB" dirty="0">
                    <a:solidFill>
                      <a:schemeClr val="tx1"/>
                    </a:solidFill>
                  </a:rPr>
                  <a:t>of </a:t>
                </a:r>
                <a14:m>
                  <m:oMath xmlns:m="http://schemas.openxmlformats.org/officeDocument/2006/math">
                    <m:sSub>
                      <m:sSubPr>
                        <m:ctrlPr>
                          <a:rPr lang="en-GB" altLang="zh-CN" i="1">
                            <a:solidFill>
                              <a:schemeClr val="tx1"/>
                            </a:solidFill>
                            <a:latin typeface="Cambria Math" panose="02040503050406030204" pitchFamily="18" charset="0"/>
                          </a:rPr>
                        </m:ctrlPr>
                      </m:sSubPr>
                      <m:e>
                        <m:acc>
                          <m:accPr>
                            <m:chr m:val="̂"/>
                            <m:ctrlPr>
                              <a:rPr lang="en-GB" altLang="zh-CN" i="1">
                                <a:solidFill>
                                  <a:schemeClr val="tx1"/>
                                </a:solidFill>
                                <a:latin typeface="Cambria Math" panose="02040503050406030204" pitchFamily="18" charset="0"/>
                              </a:rPr>
                            </m:ctrlPr>
                          </m:accPr>
                          <m:e>
                            <m:r>
                              <a:rPr lang="en-GB" altLang="zh-CN" i="1">
                                <a:solidFill>
                                  <a:schemeClr val="tx1"/>
                                </a:solidFill>
                                <a:latin typeface="Cambria Math" panose="02040503050406030204" pitchFamily="18" charset="0"/>
                              </a:rPr>
                              <m:t>𝑥</m:t>
                            </m:r>
                          </m:e>
                        </m:acc>
                      </m:e>
                      <m:sub>
                        <m:r>
                          <a:rPr lang="en-GB" altLang="zh-CN" i="1">
                            <a:solidFill>
                              <a:schemeClr val="tx1"/>
                            </a:solidFill>
                            <a:latin typeface="Cambria Math" panose="02040503050406030204" pitchFamily="18" charset="0"/>
                          </a:rPr>
                          <m:t>𝑘</m:t>
                        </m:r>
                      </m:sub>
                    </m:sSub>
                  </m:oMath>
                </a14:m>
                <a:r>
                  <a:rPr lang="en-GB" dirty="0">
                    <a:solidFill>
                      <a:schemeClr val="tx1"/>
                    </a:solidFill>
                  </a:rPr>
                  <a:t>, denoted by </a:t>
                </a:r>
                <a14:m>
                  <m:oMath xmlns:m="http://schemas.openxmlformats.org/officeDocument/2006/math">
                    <m:sSub>
                      <m:sSubPr>
                        <m:ctrlPr>
                          <a:rPr lang="en-GB" altLang="zh-CN" i="1">
                            <a:solidFill>
                              <a:schemeClr val="tx1"/>
                            </a:solidFill>
                            <a:latin typeface="Cambria Math" panose="02040503050406030204" pitchFamily="18" charset="0"/>
                          </a:rPr>
                        </m:ctrlPr>
                      </m:sSubPr>
                      <m:e>
                        <m:r>
                          <a:rPr lang="en-GB" altLang="zh-CN" b="0" i="1" smtClean="0">
                            <a:solidFill>
                              <a:schemeClr val="tx1"/>
                            </a:solidFill>
                            <a:latin typeface="Cambria Math" panose="02040503050406030204" pitchFamily="18" charset="0"/>
                          </a:rPr>
                          <m:t>𝑝</m:t>
                        </m:r>
                      </m:e>
                      <m:sub>
                        <m:r>
                          <a:rPr lang="en-GB" altLang="zh-CN" i="1">
                            <a:solidFill>
                              <a:schemeClr val="tx1"/>
                            </a:solidFill>
                            <a:latin typeface="Cambria Math" panose="02040503050406030204" pitchFamily="18" charset="0"/>
                          </a:rPr>
                          <m:t>𝑘</m:t>
                        </m:r>
                      </m:sub>
                    </m:sSub>
                  </m:oMath>
                </a14:m>
                <a:r>
                  <a:rPr lang="en-GB" dirty="0">
                    <a:solidFill>
                      <a:schemeClr val="tx1"/>
                    </a:solidFill>
                  </a:rPr>
                  <a:t>.</a:t>
                </a:r>
                <a:endParaRPr lang="en-GB" dirty="0"/>
              </a:p>
              <a:p>
                <a:pPr/>
                <a14:m>
                  <m:oMathPara xmlns:m="http://schemas.openxmlformats.org/officeDocument/2006/math">
                    <m:oMathParaPr>
                      <m:jc m:val="centerGroup"/>
                    </m:oMathParaPr>
                    <m:oMath xmlns:m="http://schemas.openxmlformats.org/officeDocument/2006/math">
                      <m:sSub>
                        <m:sSubPr>
                          <m:ctrlPr>
                            <a:rPr lang="en-GB" altLang="zh-CN" i="1" smtClean="0">
                              <a:solidFill>
                                <a:srgbClr val="003399"/>
                              </a:solidFill>
                              <a:latin typeface="Cambria Math" panose="02040503050406030204" pitchFamily="18" charset="0"/>
                            </a:rPr>
                          </m:ctrlPr>
                        </m:sSubPr>
                        <m:e>
                          <m:r>
                            <a:rPr lang="en-GB" altLang="zh-CN" b="0" i="1" smtClean="0">
                              <a:solidFill>
                                <a:srgbClr val="003399"/>
                              </a:solidFill>
                              <a:latin typeface="Cambria Math" panose="02040503050406030204" pitchFamily="18" charset="0"/>
                            </a:rPr>
                            <m:t>𝑝</m:t>
                          </m:r>
                        </m:e>
                        <m:sub>
                          <m:r>
                            <a:rPr lang="en-GB" altLang="zh-CN" i="1">
                              <a:solidFill>
                                <a:srgbClr val="003399"/>
                              </a:solidFill>
                              <a:latin typeface="Cambria Math" panose="02040503050406030204" pitchFamily="18" charset="0"/>
                            </a:rPr>
                            <m:t>𝑘</m:t>
                          </m:r>
                          <m:r>
                            <a:rPr lang="en-GB" altLang="zh-CN" b="0" i="1" smtClean="0">
                              <a:solidFill>
                                <a:srgbClr val="003399"/>
                              </a:solidFill>
                              <a:latin typeface="Cambria Math" panose="02040503050406030204" pitchFamily="18" charset="0"/>
                            </a:rPr>
                            <m:t>−</m:t>
                          </m:r>
                        </m:sub>
                      </m:sSub>
                      <m:r>
                        <a:rPr lang="en-GB" altLang="zh-CN" i="1">
                          <a:solidFill>
                            <a:srgbClr val="003399"/>
                          </a:solidFill>
                          <a:latin typeface="Cambria Math" panose="02040503050406030204" pitchFamily="18" charset="0"/>
                        </a:rPr>
                        <m:t>=</m:t>
                      </m:r>
                      <m:sSup>
                        <m:sSupPr>
                          <m:ctrlPr>
                            <a:rPr lang="en-GB" altLang="zh-CN" b="0" i="1" smtClean="0">
                              <a:solidFill>
                                <a:srgbClr val="003399"/>
                              </a:solidFill>
                              <a:latin typeface="Cambria Math" panose="02040503050406030204" pitchFamily="18" charset="0"/>
                            </a:rPr>
                          </m:ctrlPr>
                        </m:sSupPr>
                        <m:e>
                          <m:r>
                            <a:rPr lang="en-GB" altLang="zh-CN" i="1">
                              <a:solidFill>
                                <a:srgbClr val="003399"/>
                              </a:solidFill>
                              <a:latin typeface="Cambria Math" panose="02040503050406030204" pitchFamily="18" charset="0"/>
                            </a:rPr>
                            <m:t>𝑓</m:t>
                          </m:r>
                        </m:e>
                        <m:sup>
                          <m:r>
                            <a:rPr lang="en-GB" altLang="zh-CN" b="0" i="1" smtClean="0">
                              <a:solidFill>
                                <a:srgbClr val="003399"/>
                              </a:solidFill>
                              <a:latin typeface="Cambria Math" panose="02040503050406030204" pitchFamily="18" charset="0"/>
                            </a:rPr>
                            <m:t>2</m:t>
                          </m:r>
                        </m:sup>
                      </m:sSup>
                      <m:r>
                        <a:rPr lang="en-GB" altLang="zh-CN" i="1">
                          <a:solidFill>
                            <a:srgbClr val="003399"/>
                          </a:solidFill>
                          <a:latin typeface="Cambria Math" panose="02040503050406030204" pitchFamily="18" charset="0"/>
                        </a:rPr>
                        <m:t>⋅</m:t>
                      </m:r>
                      <m:sSub>
                        <m:sSubPr>
                          <m:ctrlPr>
                            <a:rPr lang="en-GB" altLang="zh-CN" i="1">
                              <a:solidFill>
                                <a:srgbClr val="003399"/>
                              </a:solidFill>
                              <a:latin typeface="Cambria Math" panose="02040503050406030204" pitchFamily="18" charset="0"/>
                            </a:rPr>
                          </m:ctrlPr>
                        </m:sSubPr>
                        <m:e>
                          <m:r>
                            <a:rPr lang="en-GB" altLang="zh-CN" i="1">
                              <a:solidFill>
                                <a:srgbClr val="003399"/>
                              </a:solidFill>
                              <a:latin typeface="Cambria Math" panose="02040503050406030204" pitchFamily="18" charset="0"/>
                            </a:rPr>
                            <m:t>𝑝</m:t>
                          </m:r>
                        </m:e>
                        <m:sub>
                          <m:r>
                            <a:rPr lang="en-GB" altLang="zh-CN" i="1">
                              <a:solidFill>
                                <a:srgbClr val="003399"/>
                              </a:solidFill>
                              <a:latin typeface="Cambria Math" panose="02040503050406030204" pitchFamily="18" charset="0"/>
                            </a:rPr>
                            <m:t>𝑘</m:t>
                          </m:r>
                          <m:r>
                            <a:rPr lang="en-GB" altLang="zh-CN" b="0" i="1" smtClean="0">
                              <a:solidFill>
                                <a:srgbClr val="003399"/>
                              </a:solidFill>
                              <a:latin typeface="Cambria Math" panose="02040503050406030204" pitchFamily="18" charset="0"/>
                            </a:rPr>
                            <m:t>−1</m:t>
                          </m:r>
                        </m:sub>
                      </m:sSub>
                      <m:r>
                        <a:rPr lang="en-GB" altLang="zh-CN" b="0" i="1" smtClean="0">
                          <a:solidFill>
                            <a:srgbClr val="003399"/>
                          </a:solidFill>
                          <a:latin typeface="Cambria Math" panose="02040503050406030204" pitchFamily="18" charset="0"/>
                        </a:rPr>
                        <m:t>+</m:t>
                      </m:r>
                      <m:sSub>
                        <m:sSubPr>
                          <m:ctrlPr>
                            <a:rPr lang="en-GB" altLang="zh-CN" b="0" i="1" smtClean="0">
                              <a:solidFill>
                                <a:srgbClr val="003399"/>
                              </a:solidFill>
                              <a:latin typeface="Cambria Math" panose="02040503050406030204" pitchFamily="18" charset="0"/>
                            </a:rPr>
                          </m:ctrlPr>
                        </m:sSubPr>
                        <m:e>
                          <m:r>
                            <a:rPr lang="en-GB" altLang="zh-CN" b="0" i="1" smtClean="0">
                              <a:solidFill>
                                <a:srgbClr val="003399"/>
                              </a:solidFill>
                              <a:latin typeface="Cambria Math" panose="02040503050406030204" pitchFamily="18" charset="0"/>
                            </a:rPr>
                            <m:t>𝑞</m:t>
                          </m:r>
                        </m:e>
                        <m:sub>
                          <m:r>
                            <a:rPr lang="en-GB" altLang="zh-CN" b="0" i="1" smtClean="0">
                              <a:solidFill>
                                <a:srgbClr val="003399"/>
                              </a:solidFill>
                              <a:latin typeface="Cambria Math" panose="02040503050406030204" pitchFamily="18" charset="0"/>
                            </a:rPr>
                            <m:t>𝑘</m:t>
                          </m:r>
                        </m:sub>
                      </m:sSub>
                    </m:oMath>
                  </m:oMathPara>
                </a14:m>
                <a:endParaRPr lang="en-GB" dirty="0"/>
              </a:p>
              <a:p>
                <a14:m>
                  <m:oMath xmlns:m="http://schemas.openxmlformats.org/officeDocument/2006/math">
                    <m:sSub>
                      <m:sSubPr>
                        <m:ctrlPr>
                          <a:rPr lang="en-GB" altLang="zh-CN" b="0" i="1" smtClean="0">
                            <a:solidFill>
                              <a:srgbClr val="003399"/>
                            </a:solidFill>
                            <a:latin typeface="Cambria Math" panose="02040503050406030204" pitchFamily="18" charset="0"/>
                          </a:rPr>
                        </m:ctrlPr>
                      </m:sSubPr>
                      <m:e>
                        <m:r>
                          <a:rPr lang="en-GB" altLang="zh-CN" b="0" i="1" smtClean="0">
                            <a:solidFill>
                              <a:srgbClr val="003399"/>
                            </a:solidFill>
                            <a:latin typeface="Cambria Math" panose="02040503050406030204" pitchFamily="18" charset="0"/>
                          </a:rPr>
                          <m:t>𝑞</m:t>
                        </m:r>
                      </m:e>
                      <m:sub>
                        <m:r>
                          <a:rPr lang="en-GB" altLang="zh-CN" b="0" i="1" smtClean="0">
                            <a:solidFill>
                              <a:srgbClr val="003399"/>
                            </a:solidFill>
                            <a:latin typeface="Cambria Math" panose="02040503050406030204" pitchFamily="18" charset="0"/>
                          </a:rPr>
                          <m:t>𝑘</m:t>
                        </m:r>
                      </m:sub>
                    </m:sSub>
                  </m:oMath>
                </a14:m>
                <a:r>
                  <a:rPr lang="en-GB" altLang="zh-CN" dirty="0"/>
                  <a:t> donotes the process noise. It encapsulates how much uncertainty we believe exists in the dynamics of the system being modelled, between state transitions.</a:t>
                </a:r>
              </a:p>
              <a:p>
                <a:r>
                  <a:rPr lang="en-GB" altLang="zh-CN" dirty="0"/>
                  <a:t>Again, we temporally use </a:t>
                </a:r>
                <a14:m>
                  <m:oMath xmlns:m="http://schemas.openxmlformats.org/officeDocument/2006/math">
                    <m:sSub>
                      <m:sSubPr>
                        <m:ctrlPr>
                          <a:rPr lang="en-GB" altLang="zh-CN" i="1">
                            <a:solidFill>
                              <a:srgbClr val="003399"/>
                            </a:solidFill>
                            <a:latin typeface="Cambria Math" panose="02040503050406030204" pitchFamily="18" charset="0"/>
                          </a:rPr>
                        </m:ctrlPr>
                      </m:sSubPr>
                      <m:e>
                        <m:r>
                          <a:rPr lang="en-GB" altLang="zh-CN" i="1">
                            <a:solidFill>
                              <a:srgbClr val="003399"/>
                            </a:solidFill>
                            <a:latin typeface="Cambria Math" panose="02040503050406030204" pitchFamily="18" charset="0"/>
                          </a:rPr>
                          <m:t>𝑝</m:t>
                        </m:r>
                      </m:e>
                      <m:sub>
                        <m:r>
                          <a:rPr lang="en-GB" altLang="zh-CN" i="1">
                            <a:solidFill>
                              <a:srgbClr val="003399"/>
                            </a:solidFill>
                            <a:latin typeface="Cambria Math" panose="02040503050406030204" pitchFamily="18" charset="0"/>
                          </a:rPr>
                          <m:t>𝑘</m:t>
                        </m:r>
                        <m:r>
                          <a:rPr lang="en-GB" altLang="zh-CN" i="1">
                            <a:solidFill>
                              <a:srgbClr val="003399"/>
                            </a:solidFill>
                            <a:latin typeface="Cambria Math" panose="02040503050406030204" pitchFamily="18" charset="0"/>
                          </a:rPr>
                          <m:t>−</m:t>
                        </m:r>
                      </m:sub>
                    </m:sSub>
                  </m:oMath>
                </a14:m>
                <a:r>
                  <a:rPr lang="en-GB" altLang="zh-CN" dirty="0"/>
                  <a:t> denotes </a:t>
                </a:r>
                <a14:m>
                  <m:oMath xmlns:m="http://schemas.openxmlformats.org/officeDocument/2006/math">
                    <m:sSub>
                      <m:sSubPr>
                        <m:ctrlPr>
                          <a:rPr lang="en-GB" altLang="zh-CN" i="1">
                            <a:solidFill>
                              <a:srgbClr val="003399"/>
                            </a:solidFill>
                            <a:latin typeface="Cambria Math" panose="02040503050406030204" pitchFamily="18" charset="0"/>
                          </a:rPr>
                        </m:ctrlPr>
                      </m:sSubPr>
                      <m:e>
                        <m:r>
                          <a:rPr lang="en-GB" altLang="zh-CN" i="1">
                            <a:solidFill>
                              <a:srgbClr val="003399"/>
                            </a:solidFill>
                            <a:latin typeface="Cambria Math" panose="02040503050406030204" pitchFamily="18" charset="0"/>
                          </a:rPr>
                          <m:t>𝑝</m:t>
                        </m:r>
                      </m:e>
                      <m:sub>
                        <m:r>
                          <a:rPr lang="en-GB" altLang="zh-CN" i="1">
                            <a:solidFill>
                              <a:srgbClr val="003399"/>
                            </a:solidFill>
                            <a:latin typeface="Cambria Math" panose="02040503050406030204" pitchFamily="18" charset="0"/>
                          </a:rPr>
                          <m:t>𝑘</m:t>
                        </m:r>
                      </m:sub>
                    </m:sSub>
                    <m:r>
                      <a:rPr lang="en-GB" altLang="zh-CN" i="1">
                        <a:solidFill>
                          <a:srgbClr val="003399"/>
                        </a:solidFill>
                        <a:latin typeface="Cambria Math" panose="02040503050406030204" pitchFamily="18" charset="0"/>
                      </a:rPr>
                      <m:t> </m:t>
                    </m:r>
                  </m:oMath>
                </a14:m>
                <a:r>
                  <a:rPr lang="en-GB" altLang="zh-CN" dirty="0"/>
                  <a:t>since we haven't taken </a:t>
                </a:r>
                <a14:m>
                  <m:oMath xmlns:m="http://schemas.openxmlformats.org/officeDocument/2006/math">
                    <m:sSub>
                      <m:sSubPr>
                        <m:ctrlPr>
                          <a:rPr lang="en-GB" altLang="zh-CN" i="1">
                            <a:solidFill>
                              <a:srgbClr val="003399"/>
                            </a:solidFill>
                            <a:latin typeface="Cambria Math" panose="02040503050406030204" pitchFamily="18" charset="0"/>
                          </a:rPr>
                        </m:ctrlPr>
                      </m:sSubPr>
                      <m:e>
                        <m:r>
                          <a:rPr lang="en-GB" altLang="zh-CN" i="1">
                            <a:solidFill>
                              <a:srgbClr val="003399"/>
                            </a:solidFill>
                            <a:latin typeface="Cambria Math" panose="02040503050406030204" pitchFamily="18" charset="0"/>
                          </a:rPr>
                          <m:t>𝑧</m:t>
                        </m:r>
                      </m:e>
                      <m:sub>
                        <m:r>
                          <a:rPr lang="en-GB" altLang="zh-CN" i="1">
                            <a:solidFill>
                              <a:srgbClr val="003399"/>
                            </a:solidFill>
                            <a:latin typeface="Cambria Math" panose="02040503050406030204" pitchFamily="18" charset="0"/>
                          </a:rPr>
                          <m:t>𝑘</m:t>
                        </m:r>
                      </m:sub>
                    </m:sSub>
                  </m:oMath>
                </a14:m>
                <a:r>
                  <a:rPr lang="en-GB" altLang="zh-CN" dirty="0"/>
                  <a:t> into account yet. </a:t>
                </a:r>
              </a:p>
            </p:txBody>
          </p:sp>
        </mc:Choice>
        <mc:Fallback xmlns="">
          <p:sp>
            <p:nvSpPr>
              <p:cNvPr id="6" name="文本占位符 5">
                <a:extLst>
                  <a:ext uri="{FF2B5EF4-FFF2-40B4-BE49-F238E27FC236}">
                    <a16:creationId xmlns:a16="http://schemas.microsoft.com/office/drawing/2014/main" id="{F26AF3AB-F8A7-E5AF-9579-53E06432B134}"/>
                  </a:ext>
                </a:extLst>
              </p:cNvPr>
              <p:cNvSpPr>
                <a:spLocks noGrp="1" noRot="1" noChangeAspect="1" noMove="1" noResize="1" noEditPoints="1" noAdjustHandles="1" noChangeArrowheads="1" noChangeShapeType="1" noTextEdit="1"/>
              </p:cNvSpPr>
              <p:nvPr>
                <p:ph type="body" sz="quarter" idx="10"/>
              </p:nvPr>
            </p:nvSpPr>
            <p:spPr>
              <a:xfrm>
                <a:off x="628650" y="1465263"/>
                <a:ext cx="7443788" cy="2915963"/>
              </a:xfrm>
              <a:blipFill>
                <a:blip r:embed="rId3"/>
                <a:stretch>
                  <a:fillRect l="-341" t="-1732"/>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0712137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a:extLst>
              <a:ext uri="{FF2B5EF4-FFF2-40B4-BE49-F238E27FC236}">
                <a16:creationId xmlns:a16="http://schemas.microsoft.com/office/drawing/2014/main" id="{81C8A1BD-4FA8-336D-6F45-1B4B35014DB3}"/>
              </a:ext>
            </a:extLst>
          </p:cNvPr>
          <p:cNvSpPr>
            <a:spLocks noGrp="1"/>
          </p:cNvSpPr>
          <p:nvPr>
            <p:ph type="title"/>
          </p:nvPr>
        </p:nvSpPr>
        <p:spPr>
          <a:xfrm>
            <a:off x="628649" y="559420"/>
            <a:ext cx="7732925" cy="630335"/>
          </a:xfrm>
        </p:spPr>
        <p:txBody>
          <a:bodyPr>
            <a:normAutofit/>
          </a:bodyPr>
          <a:lstStyle/>
          <a:p>
            <a:r>
              <a:rPr lang="en-GB" altLang="zh-CN" b="0" dirty="0"/>
              <a:t>Kalman Filter</a:t>
            </a:r>
            <a:r>
              <a:rPr lang="zh-CN" altLang="en-US" b="0" dirty="0"/>
              <a:t> </a:t>
            </a:r>
            <a:r>
              <a:rPr lang="en-US" altLang="zh-CN" dirty="0"/>
              <a:t>1-D</a:t>
            </a:r>
            <a:r>
              <a:rPr lang="en-US" altLang="zh-CN" b="0" dirty="0"/>
              <a:t> Example</a:t>
            </a:r>
            <a:r>
              <a:rPr lang="en-GB" altLang="zh-CN" b="0" dirty="0"/>
              <a:t> </a:t>
            </a:r>
            <a:endParaRPr lang="en-GB" b="0" dirty="0"/>
          </a:p>
        </p:txBody>
      </p:sp>
      <mc:AlternateContent xmlns:mc="http://schemas.openxmlformats.org/markup-compatibility/2006" xmlns:a14="http://schemas.microsoft.com/office/drawing/2010/main">
        <mc:Choice Requires="a14">
          <p:sp>
            <p:nvSpPr>
              <p:cNvPr id="11" name="文本占位符 10">
                <a:extLst>
                  <a:ext uri="{FF2B5EF4-FFF2-40B4-BE49-F238E27FC236}">
                    <a16:creationId xmlns:a16="http://schemas.microsoft.com/office/drawing/2014/main" id="{3D96306F-07D8-0259-745B-226363E04E23}"/>
                  </a:ext>
                </a:extLst>
              </p:cNvPr>
              <p:cNvSpPr>
                <a:spLocks noGrp="1"/>
              </p:cNvSpPr>
              <p:nvPr>
                <p:ph type="body" sz="quarter" idx="10"/>
              </p:nvPr>
            </p:nvSpPr>
            <p:spPr/>
            <p:txBody>
              <a:bodyPr/>
              <a:lstStyle/>
              <a:p>
                <a:r>
                  <a:rPr lang="en-GB" altLang="zh-CN" dirty="0"/>
                  <a:t>Now, we</a:t>
                </a:r>
                <a:r>
                  <a:rPr lang="zh-CN" altLang="en-US" dirty="0"/>
                  <a:t> </a:t>
                </a:r>
                <a:r>
                  <a:rPr lang="en-US" altLang="zh-CN" dirty="0"/>
                  <a:t>want</a:t>
                </a:r>
                <a:r>
                  <a:rPr lang="zh-CN" altLang="en-US" dirty="0"/>
                  <a:t> </a:t>
                </a:r>
                <a:r>
                  <a:rPr lang="en-GB" altLang="zh-CN" dirty="0"/>
                  <a:t>to use </a:t>
                </a:r>
                <a14:m>
                  <m:oMath xmlns:m="http://schemas.openxmlformats.org/officeDocument/2006/math">
                    <m:sSub>
                      <m:sSubPr>
                        <m:ctrlPr>
                          <a:rPr lang="en-GB" altLang="zh-CN" i="1">
                            <a:latin typeface="Cambria Math" panose="02040503050406030204" pitchFamily="18" charset="0"/>
                          </a:rPr>
                        </m:ctrlPr>
                      </m:sSubPr>
                      <m:e>
                        <m:r>
                          <a:rPr lang="en-GB" altLang="zh-CN" b="0" i="1" smtClean="0">
                            <a:latin typeface="Cambria Math" panose="02040503050406030204" pitchFamily="18" charset="0"/>
                          </a:rPr>
                          <m:t>𝑧</m:t>
                        </m:r>
                      </m:e>
                      <m:sub>
                        <m:r>
                          <a:rPr lang="en-GB" altLang="zh-CN" i="1">
                            <a:latin typeface="Cambria Math" panose="02040503050406030204" pitchFamily="18" charset="0"/>
                          </a:rPr>
                          <m:t>𝑘</m:t>
                        </m:r>
                      </m:sub>
                    </m:sSub>
                  </m:oMath>
                </a14:m>
                <a:r>
                  <a:rPr lang="en-GB" altLang="zh-CN" dirty="0"/>
                  <a:t> to correct </a:t>
                </a:r>
                <a14:m>
                  <m:oMath xmlns:m="http://schemas.openxmlformats.org/officeDocument/2006/math">
                    <m:sSub>
                      <m:sSubPr>
                        <m:ctrlPr>
                          <a:rPr lang="en-GB" altLang="zh-CN" i="1" smtClean="0">
                            <a:solidFill>
                              <a:schemeClr val="tx1"/>
                            </a:solidFill>
                            <a:latin typeface="Cambria Math" panose="02040503050406030204" pitchFamily="18" charset="0"/>
                          </a:rPr>
                        </m:ctrlPr>
                      </m:sSubPr>
                      <m:e>
                        <m:acc>
                          <m:accPr>
                            <m:chr m:val="̂"/>
                            <m:ctrlPr>
                              <a:rPr lang="en-GB" altLang="zh-CN" i="1">
                                <a:solidFill>
                                  <a:schemeClr val="tx1"/>
                                </a:solidFill>
                                <a:latin typeface="Cambria Math" panose="02040503050406030204" pitchFamily="18" charset="0"/>
                              </a:rPr>
                            </m:ctrlPr>
                          </m:accPr>
                          <m:e>
                            <m:r>
                              <a:rPr lang="en-GB" altLang="zh-CN" i="1">
                                <a:solidFill>
                                  <a:schemeClr val="tx1"/>
                                </a:solidFill>
                                <a:latin typeface="Cambria Math" panose="02040503050406030204" pitchFamily="18" charset="0"/>
                              </a:rPr>
                              <m:t>𝑥</m:t>
                            </m:r>
                          </m:e>
                        </m:acc>
                      </m:e>
                      <m:sub>
                        <m:r>
                          <a:rPr lang="en-GB" altLang="zh-CN" i="1">
                            <a:solidFill>
                              <a:schemeClr val="tx1"/>
                            </a:solidFill>
                            <a:latin typeface="Cambria Math" panose="02040503050406030204" pitchFamily="18" charset="0"/>
                          </a:rPr>
                          <m:t>𝑘</m:t>
                        </m:r>
                        <m:r>
                          <a:rPr lang="en-GB" altLang="zh-CN" b="0" i="1" smtClean="0">
                            <a:solidFill>
                              <a:schemeClr val="tx1"/>
                            </a:solidFill>
                            <a:latin typeface="Cambria Math" panose="02040503050406030204" pitchFamily="18" charset="0"/>
                          </a:rPr>
                          <m:t>−</m:t>
                        </m:r>
                      </m:sub>
                    </m:sSub>
                  </m:oMath>
                </a14:m>
                <a:r>
                  <a:rPr lang="en-GB" altLang="zh-CN" dirty="0"/>
                  <a:t>. </a:t>
                </a:r>
                <a:r>
                  <a:rPr lang="en-GB" altLang="zh-CN" dirty="0">
                    <a:solidFill>
                      <a:srgbClr val="003399"/>
                    </a:solidFill>
                  </a:rPr>
                  <a:t>When</a:t>
                </a:r>
                <a:r>
                  <a:rPr lang="zh-CN" altLang="en-US" dirty="0">
                    <a:solidFill>
                      <a:srgbClr val="003399"/>
                    </a:solidFill>
                  </a:rPr>
                  <a:t> </a:t>
                </a:r>
                <a:r>
                  <a:rPr lang="en-GB" altLang="zh-CN" dirty="0">
                    <a:solidFill>
                      <a:srgbClr val="003399"/>
                    </a:solidFill>
                  </a:rPr>
                  <a:t>the values of </a:t>
                </a:r>
                <a14:m>
                  <m:oMath xmlns:m="http://schemas.openxmlformats.org/officeDocument/2006/math">
                    <m:sSub>
                      <m:sSubPr>
                        <m:ctrlPr>
                          <a:rPr lang="en-GB" altLang="zh-CN" i="1">
                            <a:solidFill>
                              <a:srgbClr val="003399"/>
                            </a:solidFill>
                            <a:latin typeface="Cambria Math" panose="02040503050406030204" pitchFamily="18" charset="0"/>
                          </a:rPr>
                        </m:ctrlPr>
                      </m:sSubPr>
                      <m:e>
                        <m:r>
                          <a:rPr lang="en-GB" altLang="zh-CN" i="1">
                            <a:solidFill>
                              <a:srgbClr val="003399"/>
                            </a:solidFill>
                            <a:latin typeface="Cambria Math" panose="02040503050406030204" pitchFamily="18" charset="0"/>
                          </a:rPr>
                          <m:t>𝑧</m:t>
                        </m:r>
                      </m:e>
                      <m:sub>
                        <m:r>
                          <a:rPr lang="en-GB" altLang="zh-CN" i="1">
                            <a:solidFill>
                              <a:srgbClr val="003399"/>
                            </a:solidFill>
                            <a:latin typeface="Cambria Math" panose="02040503050406030204" pitchFamily="18" charset="0"/>
                          </a:rPr>
                          <m:t>𝑘</m:t>
                        </m:r>
                      </m:sub>
                    </m:sSub>
                  </m:oMath>
                </a14:m>
                <a:r>
                  <a:rPr lang="en-GB" altLang="zh-CN" dirty="0">
                    <a:solidFill>
                      <a:srgbClr val="003399"/>
                    </a:solidFill>
                  </a:rPr>
                  <a:t> and </a:t>
                </a:r>
                <a14:m>
                  <m:oMath xmlns:m="http://schemas.openxmlformats.org/officeDocument/2006/math">
                    <m:sSub>
                      <m:sSubPr>
                        <m:ctrlPr>
                          <a:rPr lang="en-GB" altLang="zh-CN" i="1">
                            <a:solidFill>
                              <a:srgbClr val="003399"/>
                            </a:solidFill>
                            <a:latin typeface="Cambria Math" panose="02040503050406030204" pitchFamily="18" charset="0"/>
                          </a:rPr>
                        </m:ctrlPr>
                      </m:sSubPr>
                      <m:e>
                        <m:acc>
                          <m:accPr>
                            <m:chr m:val="̂"/>
                            <m:ctrlPr>
                              <a:rPr lang="en-GB" altLang="zh-CN" i="1">
                                <a:solidFill>
                                  <a:srgbClr val="003399"/>
                                </a:solidFill>
                                <a:latin typeface="Cambria Math" panose="02040503050406030204" pitchFamily="18" charset="0"/>
                              </a:rPr>
                            </m:ctrlPr>
                          </m:accPr>
                          <m:e>
                            <m:r>
                              <a:rPr lang="en-GB" altLang="zh-CN" i="1">
                                <a:solidFill>
                                  <a:srgbClr val="003399"/>
                                </a:solidFill>
                                <a:latin typeface="Cambria Math" panose="02040503050406030204" pitchFamily="18" charset="0"/>
                              </a:rPr>
                              <m:t>𝑥</m:t>
                            </m:r>
                          </m:e>
                        </m:acc>
                      </m:e>
                      <m:sub>
                        <m:r>
                          <a:rPr lang="en-GB" altLang="zh-CN" i="1">
                            <a:solidFill>
                              <a:srgbClr val="003399"/>
                            </a:solidFill>
                            <a:latin typeface="Cambria Math" panose="02040503050406030204" pitchFamily="18" charset="0"/>
                          </a:rPr>
                          <m:t>𝑘</m:t>
                        </m:r>
                        <m:r>
                          <a:rPr lang="en-GB" altLang="zh-CN" i="1">
                            <a:solidFill>
                              <a:srgbClr val="003399"/>
                            </a:solidFill>
                            <a:latin typeface="Cambria Math" panose="02040503050406030204" pitchFamily="18" charset="0"/>
                          </a:rPr>
                          <m:t>−</m:t>
                        </m:r>
                      </m:sub>
                    </m:sSub>
                  </m:oMath>
                </a14:m>
                <a:r>
                  <a:rPr lang="en-GB" altLang="zh-CN" dirty="0">
                    <a:solidFill>
                      <a:srgbClr val="003399"/>
                    </a:solidFill>
                  </a:rPr>
                  <a:t> are different, we need to balance who to believe more</a:t>
                </a:r>
                <a:r>
                  <a:rPr lang="en-GB" altLang="zh-CN" dirty="0"/>
                  <a:t>. Kalman, therefore, introduces a rate parameter </a:t>
                </a:r>
                <a14:m>
                  <m:oMath xmlns:m="http://schemas.openxmlformats.org/officeDocument/2006/math">
                    <m:sSub>
                      <m:sSubPr>
                        <m:ctrlPr>
                          <a:rPr lang="en-GB" altLang="zh-CN" i="1" smtClean="0">
                            <a:solidFill>
                              <a:srgbClr val="003399"/>
                            </a:solidFill>
                            <a:latin typeface="Cambria Math" panose="02040503050406030204" pitchFamily="18" charset="0"/>
                          </a:rPr>
                        </m:ctrlPr>
                      </m:sSubPr>
                      <m:e>
                        <m:r>
                          <a:rPr lang="en-GB" altLang="zh-CN" i="1" smtClean="0">
                            <a:solidFill>
                              <a:srgbClr val="003399"/>
                            </a:solidFill>
                            <a:latin typeface="Cambria Math" panose="02040503050406030204" pitchFamily="18" charset="0"/>
                            <a:ea typeface="Cambria Math" panose="02040503050406030204" pitchFamily="18" charset="0"/>
                          </a:rPr>
                          <m:t>𝜆</m:t>
                        </m:r>
                      </m:e>
                      <m:sub>
                        <m:r>
                          <a:rPr lang="en-GB" altLang="zh-CN" i="1">
                            <a:solidFill>
                              <a:srgbClr val="003399"/>
                            </a:solidFill>
                            <a:latin typeface="Cambria Math" panose="02040503050406030204" pitchFamily="18" charset="0"/>
                          </a:rPr>
                          <m:t>𝑘</m:t>
                        </m:r>
                      </m:sub>
                    </m:sSub>
                  </m:oMath>
                </a14:m>
                <a:r>
                  <a:rPr lang="en-GB" altLang="zh-CN" dirty="0">
                    <a:solidFill>
                      <a:srgbClr val="003399"/>
                    </a:solidFill>
                  </a:rPr>
                  <a:t> </a:t>
                </a:r>
                <a:r>
                  <a:rPr lang="en-GB" altLang="zh-CN" dirty="0"/>
                  <a:t>to deal with the balance, such that:</a:t>
                </a:r>
              </a:p>
              <a:p>
                <a:pPr algn="ctr"/>
                <a14:m>
                  <m:oMath xmlns:m="http://schemas.openxmlformats.org/officeDocument/2006/math">
                    <m:sSub>
                      <m:sSubPr>
                        <m:ctrlPr>
                          <a:rPr lang="en-GB" altLang="zh-CN" i="1" smtClean="0">
                            <a:solidFill>
                              <a:srgbClr val="003399"/>
                            </a:solidFill>
                            <a:latin typeface="Cambria Math" panose="02040503050406030204" pitchFamily="18" charset="0"/>
                          </a:rPr>
                        </m:ctrlPr>
                      </m:sSubPr>
                      <m:e>
                        <m:acc>
                          <m:accPr>
                            <m:chr m:val="̂"/>
                            <m:ctrlPr>
                              <a:rPr lang="en-GB" altLang="zh-CN" i="1">
                                <a:solidFill>
                                  <a:srgbClr val="003399"/>
                                </a:solidFill>
                                <a:latin typeface="Cambria Math" panose="02040503050406030204" pitchFamily="18" charset="0"/>
                              </a:rPr>
                            </m:ctrlPr>
                          </m:accPr>
                          <m:e>
                            <m:r>
                              <a:rPr lang="en-GB" altLang="zh-CN" i="1">
                                <a:solidFill>
                                  <a:srgbClr val="003399"/>
                                </a:solidFill>
                                <a:latin typeface="Cambria Math" panose="02040503050406030204" pitchFamily="18" charset="0"/>
                              </a:rPr>
                              <m:t>𝑥</m:t>
                            </m:r>
                          </m:e>
                        </m:acc>
                      </m:e>
                      <m:sub>
                        <m:r>
                          <a:rPr lang="en-GB" altLang="zh-CN" i="1">
                            <a:solidFill>
                              <a:srgbClr val="003399"/>
                            </a:solidFill>
                            <a:latin typeface="Cambria Math" panose="02040503050406030204" pitchFamily="18" charset="0"/>
                          </a:rPr>
                          <m:t>𝑘</m:t>
                        </m:r>
                      </m:sub>
                    </m:sSub>
                    <m:r>
                      <a:rPr lang="en-GB" altLang="zh-CN" b="0" i="1" smtClean="0">
                        <a:solidFill>
                          <a:schemeClr val="tx1"/>
                        </a:solidFill>
                        <a:latin typeface="Cambria Math" panose="02040503050406030204" pitchFamily="18" charset="0"/>
                      </a:rPr>
                      <m:t>=</m:t>
                    </m:r>
                    <m:sSub>
                      <m:sSubPr>
                        <m:ctrlPr>
                          <a:rPr lang="en-GB" altLang="zh-CN" b="0" i="1" smtClean="0">
                            <a:solidFill>
                              <a:schemeClr val="tx1"/>
                            </a:solidFill>
                            <a:latin typeface="Cambria Math" panose="02040503050406030204" pitchFamily="18" charset="0"/>
                          </a:rPr>
                        </m:ctrlPr>
                      </m:sSubPr>
                      <m:e>
                        <m:r>
                          <a:rPr lang="en-GB" altLang="zh-CN" b="0" i="1" smtClean="0">
                            <a:solidFill>
                              <a:schemeClr val="tx1"/>
                            </a:solidFill>
                            <a:latin typeface="Cambria Math" panose="02040503050406030204" pitchFamily="18" charset="0"/>
                          </a:rPr>
                          <m:t>𝜆</m:t>
                        </m:r>
                      </m:e>
                      <m:sub>
                        <m:r>
                          <a:rPr lang="en-GB" altLang="zh-CN" b="0" i="1" smtClean="0">
                            <a:solidFill>
                              <a:schemeClr val="tx1"/>
                            </a:solidFill>
                            <a:latin typeface="Cambria Math" panose="02040503050406030204" pitchFamily="18" charset="0"/>
                          </a:rPr>
                          <m:t>𝑘</m:t>
                        </m:r>
                      </m:sub>
                    </m:sSub>
                    <m:sSub>
                      <m:sSubPr>
                        <m:ctrlPr>
                          <a:rPr lang="en-GB" altLang="zh-CN" b="0" i="1" smtClean="0">
                            <a:solidFill>
                              <a:schemeClr val="tx1"/>
                            </a:solidFill>
                            <a:latin typeface="Cambria Math" panose="02040503050406030204" pitchFamily="18" charset="0"/>
                          </a:rPr>
                        </m:ctrlPr>
                      </m:sSubPr>
                      <m:e>
                        <m:r>
                          <a:rPr lang="en-GB" altLang="zh-CN" b="0" i="1" smtClean="0">
                            <a:solidFill>
                              <a:schemeClr val="tx1"/>
                            </a:solidFill>
                            <a:latin typeface="Cambria Math" panose="02040503050406030204" pitchFamily="18" charset="0"/>
                          </a:rPr>
                          <m:t>𝑧</m:t>
                        </m:r>
                      </m:e>
                      <m:sub>
                        <m:r>
                          <a:rPr lang="en-GB" altLang="zh-CN" b="0" i="1" smtClean="0">
                            <a:solidFill>
                              <a:schemeClr val="tx1"/>
                            </a:solidFill>
                            <a:latin typeface="Cambria Math" panose="02040503050406030204" pitchFamily="18" charset="0"/>
                          </a:rPr>
                          <m:t>𝑘</m:t>
                        </m:r>
                      </m:sub>
                    </m:sSub>
                    <m:r>
                      <a:rPr lang="en-GB" altLang="zh-CN" b="0" i="1" smtClean="0">
                        <a:solidFill>
                          <a:schemeClr val="tx1"/>
                        </a:solidFill>
                        <a:latin typeface="Cambria Math" panose="02040503050406030204" pitchFamily="18" charset="0"/>
                      </a:rPr>
                      <m:t>+</m:t>
                    </m:r>
                    <m:d>
                      <m:dPr>
                        <m:ctrlPr>
                          <a:rPr lang="en-GB" altLang="zh-CN" b="0" i="1" smtClean="0">
                            <a:solidFill>
                              <a:schemeClr val="tx1"/>
                            </a:solidFill>
                            <a:latin typeface="Cambria Math" panose="02040503050406030204" pitchFamily="18" charset="0"/>
                          </a:rPr>
                        </m:ctrlPr>
                      </m:dPr>
                      <m:e>
                        <m:r>
                          <a:rPr lang="en-GB" altLang="zh-CN" b="0" i="1" smtClean="0">
                            <a:solidFill>
                              <a:schemeClr val="tx1"/>
                            </a:solidFill>
                            <a:latin typeface="Cambria Math" panose="02040503050406030204" pitchFamily="18" charset="0"/>
                          </a:rPr>
                          <m:t>1−</m:t>
                        </m:r>
                        <m:sSub>
                          <m:sSubPr>
                            <m:ctrlPr>
                              <a:rPr lang="en-GB" altLang="zh-CN" i="1">
                                <a:latin typeface="Cambria Math" panose="02040503050406030204" pitchFamily="18" charset="0"/>
                              </a:rPr>
                            </m:ctrlPr>
                          </m:sSubPr>
                          <m:e>
                            <m:r>
                              <a:rPr lang="en-GB" altLang="zh-CN" i="1">
                                <a:latin typeface="Cambria Math" panose="02040503050406030204" pitchFamily="18" charset="0"/>
                              </a:rPr>
                              <m:t>𝜆</m:t>
                            </m:r>
                          </m:e>
                          <m:sub>
                            <m:r>
                              <a:rPr lang="en-GB" altLang="zh-CN" i="1">
                                <a:latin typeface="Cambria Math" panose="02040503050406030204" pitchFamily="18" charset="0"/>
                              </a:rPr>
                              <m:t>𝑘</m:t>
                            </m:r>
                          </m:sub>
                        </m:sSub>
                      </m:e>
                    </m:d>
                    <m:sSub>
                      <m:sSubPr>
                        <m:ctrlPr>
                          <a:rPr lang="en-GB" altLang="zh-CN" i="1">
                            <a:latin typeface="Cambria Math" panose="02040503050406030204" pitchFamily="18" charset="0"/>
                          </a:rPr>
                        </m:ctrlPr>
                      </m:sSubPr>
                      <m:e>
                        <m:acc>
                          <m:accPr>
                            <m:chr m:val="̂"/>
                            <m:ctrlPr>
                              <a:rPr lang="en-GB" altLang="zh-CN" i="1">
                                <a:latin typeface="Cambria Math" panose="02040503050406030204" pitchFamily="18" charset="0"/>
                              </a:rPr>
                            </m:ctrlPr>
                          </m:accPr>
                          <m:e>
                            <m:r>
                              <a:rPr lang="en-GB" altLang="zh-CN" i="1">
                                <a:latin typeface="Cambria Math" panose="02040503050406030204" pitchFamily="18" charset="0"/>
                              </a:rPr>
                              <m:t>𝑥</m:t>
                            </m:r>
                          </m:e>
                        </m:acc>
                      </m:e>
                      <m:sub>
                        <m:r>
                          <a:rPr lang="en-GB" altLang="zh-CN" i="1">
                            <a:latin typeface="Cambria Math" panose="02040503050406030204" pitchFamily="18" charset="0"/>
                          </a:rPr>
                          <m:t>𝑘</m:t>
                        </m:r>
                        <m:r>
                          <a:rPr lang="en-GB" altLang="zh-CN" i="1">
                            <a:latin typeface="Cambria Math" panose="02040503050406030204" pitchFamily="18" charset="0"/>
                          </a:rPr>
                          <m:t>−</m:t>
                        </m:r>
                      </m:sub>
                    </m:sSub>
                    <m:r>
                      <a:rPr lang="en-GB" altLang="zh-CN" b="0" i="1" smtClean="0">
                        <a:latin typeface="Cambria Math" panose="02040503050406030204" pitchFamily="18" charset="0"/>
                      </a:rPr>
                      <m:t>=</m:t>
                    </m:r>
                    <m:sSub>
                      <m:sSubPr>
                        <m:ctrlPr>
                          <a:rPr lang="en-GB" altLang="zh-CN" i="1" smtClean="0">
                            <a:solidFill>
                              <a:srgbClr val="003399"/>
                            </a:solidFill>
                            <a:latin typeface="Cambria Math" panose="02040503050406030204" pitchFamily="18" charset="0"/>
                          </a:rPr>
                        </m:ctrlPr>
                      </m:sSubPr>
                      <m:e>
                        <m:acc>
                          <m:accPr>
                            <m:chr m:val="̂"/>
                            <m:ctrlPr>
                              <a:rPr lang="en-GB" altLang="zh-CN" i="1">
                                <a:solidFill>
                                  <a:srgbClr val="003399"/>
                                </a:solidFill>
                                <a:latin typeface="Cambria Math" panose="02040503050406030204" pitchFamily="18" charset="0"/>
                              </a:rPr>
                            </m:ctrlPr>
                          </m:accPr>
                          <m:e>
                            <m:r>
                              <a:rPr lang="en-GB" altLang="zh-CN" i="1">
                                <a:solidFill>
                                  <a:srgbClr val="003399"/>
                                </a:solidFill>
                                <a:latin typeface="Cambria Math" panose="02040503050406030204" pitchFamily="18" charset="0"/>
                              </a:rPr>
                              <m:t>𝑥</m:t>
                            </m:r>
                          </m:e>
                        </m:acc>
                      </m:e>
                      <m:sub>
                        <m:r>
                          <a:rPr lang="en-GB" altLang="zh-CN" i="1">
                            <a:solidFill>
                              <a:srgbClr val="003399"/>
                            </a:solidFill>
                            <a:latin typeface="Cambria Math" panose="02040503050406030204" pitchFamily="18" charset="0"/>
                          </a:rPr>
                          <m:t>𝑘</m:t>
                        </m:r>
                        <m:r>
                          <a:rPr lang="en-GB" altLang="zh-CN" i="1">
                            <a:solidFill>
                              <a:srgbClr val="003399"/>
                            </a:solidFill>
                            <a:latin typeface="Cambria Math" panose="02040503050406030204" pitchFamily="18" charset="0"/>
                          </a:rPr>
                          <m:t>−</m:t>
                        </m:r>
                      </m:sub>
                    </m:sSub>
                    <m:r>
                      <a:rPr lang="en-GB" altLang="zh-CN" b="0" i="1" smtClean="0">
                        <a:solidFill>
                          <a:srgbClr val="003399"/>
                        </a:solidFill>
                        <a:latin typeface="Cambria Math" panose="02040503050406030204" pitchFamily="18" charset="0"/>
                      </a:rPr>
                      <m:t>+</m:t>
                    </m:r>
                    <m:sSub>
                      <m:sSubPr>
                        <m:ctrlPr>
                          <a:rPr lang="en-GB" altLang="zh-CN" b="0" i="1" smtClean="0">
                            <a:solidFill>
                              <a:srgbClr val="003399"/>
                            </a:solidFill>
                            <a:latin typeface="Cambria Math" panose="02040503050406030204" pitchFamily="18" charset="0"/>
                          </a:rPr>
                        </m:ctrlPr>
                      </m:sSubPr>
                      <m:e>
                        <m:r>
                          <a:rPr lang="en-GB" altLang="zh-CN" b="0" i="1" smtClean="0">
                            <a:solidFill>
                              <a:srgbClr val="003399"/>
                            </a:solidFill>
                            <a:latin typeface="Cambria Math" panose="02040503050406030204" pitchFamily="18" charset="0"/>
                          </a:rPr>
                          <m:t>𝜆</m:t>
                        </m:r>
                      </m:e>
                      <m:sub>
                        <m:r>
                          <a:rPr lang="en-GB" altLang="zh-CN" b="0" i="1" smtClean="0">
                            <a:solidFill>
                              <a:srgbClr val="003399"/>
                            </a:solidFill>
                            <a:latin typeface="Cambria Math" panose="02040503050406030204" pitchFamily="18" charset="0"/>
                          </a:rPr>
                          <m:t>𝑘</m:t>
                        </m:r>
                      </m:sub>
                    </m:sSub>
                    <m:d>
                      <m:dPr>
                        <m:ctrlPr>
                          <a:rPr lang="en-GB" altLang="zh-CN" b="0" i="1" smtClean="0">
                            <a:solidFill>
                              <a:srgbClr val="003399"/>
                            </a:solidFill>
                            <a:latin typeface="Cambria Math" panose="02040503050406030204" pitchFamily="18" charset="0"/>
                          </a:rPr>
                        </m:ctrlPr>
                      </m:dPr>
                      <m:e>
                        <m:sSub>
                          <m:sSubPr>
                            <m:ctrlPr>
                              <a:rPr lang="en-GB" altLang="zh-CN" b="0" i="1" smtClean="0">
                                <a:solidFill>
                                  <a:srgbClr val="003399"/>
                                </a:solidFill>
                                <a:latin typeface="Cambria Math" panose="02040503050406030204" pitchFamily="18" charset="0"/>
                              </a:rPr>
                            </m:ctrlPr>
                          </m:sSubPr>
                          <m:e>
                            <m:r>
                              <a:rPr lang="en-GB" altLang="zh-CN" b="0" i="1" smtClean="0">
                                <a:solidFill>
                                  <a:srgbClr val="003399"/>
                                </a:solidFill>
                                <a:latin typeface="Cambria Math" panose="02040503050406030204" pitchFamily="18" charset="0"/>
                              </a:rPr>
                              <m:t>𝑧</m:t>
                            </m:r>
                          </m:e>
                          <m:sub>
                            <m:r>
                              <a:rPr lang="en-GB" altLang="zh-CN" b="0" i="1" smtClean="0">
                                <a:solidFill>
                                  <a:srgbClr val="003399"/>
                                </a:solidFill>
                                <a:latin typeface="Cambria Math" panose="02040503050406030204" pitchFamily="18" charset="0"/>
                              </a:rPr>
                              <m:t>𝑘</m:t>
                            </m:r>
                          </m:sub>
                        </m:sSub>
                        <m:r>
                          <a:rPr lang="en-GB" altLang="zh-CN" b="0" i="1" smtClean="0">
                            <a:solidFill>
                              <a:srgbClr val="003399"/>
                            </a:solidFill>
                            <a:latin typeface="Cambria Math" panose="02040503050406030204" pitchFamily="18" charset="0"/>
                          </a:rPr>
                          <m:t>−</m:t>
                        </m:r>
                        <m:sSub>
                          <m:sSubPr>
                            <m:ctrlPr>
                              <a:rPr lang="en-GB" altLang="zh-CN" i="1">
                                <a:solidFill>
                                  <a:srgbClr val="003399"/>
                                </a:solidFill>
                                <a:latin typeface="Cambria Math" panose="02040503050406030204" pitchFamily="18" charset="0"/>
                              </a:rPr>
                            </m:ctrlPr>
                          </m:sSubPr>
                          <m:e>
                            <m:acc>
                              <m:accPr>
                                <m:chr m:val="̂"/>
                                <m:ctrlPr>
                                  <a:rPr lang="en-GB" altLang="zh-CN" i="1">
                                    <a:solidFill>
                                      <a:srgbClr val="003399"/>
                                    </a:solidFill>
                                    <a:latin typeface="Cambria Math" panose="02040503050406030204" pitchFamily="18" charset="0"/>
                                  </a:rPr>
                                </m:ctrlPr>
                              </m:accPr>
                              <m:e>
                                <m:r>
                                  <a:rPr lang="en-GB" altLang="zh-CN" i="1">
                                    <a:solidFill>
                                      <a:srgbClr val="003399"/>
                                    </a:solidFill>
                                    <a:latin typeface="Cambria Math" panose="02040503050406030204" pitchFamily="18" charset="0"/>
                                  </a:rPr>
                                  <m:t>𝑥</m:t>
                                </m:r>
                              </m:e>
                            </m:acc>
                          </m:e>
                          <m:sub>
                            <m:r>
                              <a:rPr lang="en-GB" altLang="zh-CN" i="1">
                                <a:solidFill>
                                  <a:srgbClr val="003399"/>
                                </a:solidFill>
                                <a:latin typeface="Cambria Math" panose="02040503050406030204" pitchFamily="18" charset="0"/>
                              </a:rPr>
                              <m:t>𝑘</m:t>
                            </m:r>
                            <m:r>
                              <a:rPr lang="en-GB" altLang="zh-CN" i="1">
                                <a:solidFill>
                                  <a:srgbClr val="003399"/>
                                </a:solidFill>
                                <a:latin typeface="Cambria Math" panose="02040503050406030204" pitchFamily="18" charset="0"/>
                              </a:rPr>
                              <m:t>−</m:t>
                            </m:r>
                          </m:sub>
                        </m:sSub>
                      </m:e>
                    </m:d>
                  </m:oMath>
                </a14:m>
                <a:r>
                  <a:rPr lang="en-GB" altLang="zh-CN" dirty="0"/>
                  <a:t> </a:t>
                </a:r>
              </a:p>
              <a:p>
                <a14:m>
                  <m:oMath xmlns:m="http://schemas.openxmlformats.org/officeDocument/2006/math">
                    <m:sSub>
                      <m:sSubPr>
                        <m:ctrlPr>
                          <a:rPr lang="en-GB" altLang="zh-CN" i="1">
                            <a:latin typeface="Cambria Math" panose="02040503050406030204" pitchFamily="18" charset="0"/>
                          </a:rPr>
                        </m:ctrlPr>
                      </m:sSubPr>
                      <m:e>
                        <m:r>
                          <a:rPr lang="en-GB" altLang="zh-CN" i="1">
                            <a:latin typeface="Cambria Math" panose="02040503050406030204" pitchFamily="18" charset="0"/>
                          </a:rPr>
                          <m:t>𝜆</m:t>
                        </m:r>
                      </m:e>
                      <m:sub>
                        <m:r>
                          <a:rPr lang="en-GB" altLang="zh-CN" i="1">
                            <a:latin typeface="Cambria Math" panose="02040503050406030204" pitchFamily="18" charset="0"/>
                          </a:rPr>
                          <m:t>𝑘</m:t>
                        </m:r>
                      </m:sub>
                    </m:sSub>
                  </m:oMath>
                </a14:m>
                <a:r>
                  <a:rPr lang="en-GB" altLang="zh-CN" dirty="0"/>
                  <a:t>represents the degree of credibility of </a:t>
                </a:r>
                <a14:m>
                  <m:oMath xmlns:m="http://schemas.openxmlformats.org/officeDocument/2006/math">
                    <m:sSub>
                      <m:sSubPr>
                        <m:ctrlPr>
                          <a:rPr lang="en-GB" altLang="zh-CN" i="1">
                            <a:latin typeface="Cambria Math" panose="02040503050406030204" pitchFamily="18" charset="0"/>
                          </a:rPr>
                        </m:ctrlPr>
                      </m:sSubPr>
                      <m:e>
                        <m:acc>
                          <m:accPr>
                            <m:chr m:val="̂"/>
                            <m:ctrlPr>
                              <a:rPr lang="en-GB" altLang="zh-CN" i="1">
                                <a:latin typeface="Cambria Math" panose="02040503050406030204" pitchFamily="18" charset="0"/>
                              </a:rPr>
                            </m:ctrlPr>
                          </m:accPr>
                          <m:e>
                            <m:r>
                              <a:rPr lang="en-GB" altLang="zh-CN" i="1">
                                <a:latin typeface="Cambria Math" panose="02040503050406030204" pitchFamily="18" charset="0"/>
                              </a:rPr>
                              <m:t>𝑥</m:t>
                            </m:r>
                          </m:e>
                        </m:acc>
                      </m:e>
                      <m:sub>
                        <m:r>
                          <a:rPr lang="en-GB" altLang="zh-CN" i="1">
                            <a:latin typeface="Cambria Math" panose="02040503050406030204" pitchFamily="18" charset="0"/>
                          </a:rPr>
                          <m:t>𝑘</m:t>
                        </m:r>
                        <m:r>
                          <a:rPr lang="en-GB" altLang="zh-CN" i="1">
                            <a:latin typeface="Cambria Math" panose="02040503050406030204" pitchFamily="18" charset="0"/>
                          </a:rPr>
                          <m:t>−</m:t>
                        </m:r>
                      </m:sub>
                    </m:sSub>
                  </m:oMath>
                </a14:m>
                <a:r>
                  <a:rPr lang="en-GB" altLang="zh-CN" dirty="0"/>
                  <a:t>, which is estimated from the variance of </a:t>
                </a:r>
                <a14:m>
                  <m:oMath xmlns:m="http://schemas.openxmlformats.org/officeDocument/2006/math">
                    <m:sSub>
                      <m:sSubPr>
                        <m:ctrlPr>
                          <a:rPr lang="en-GB" altLang="zh-CN" i="1">
                            <a:latin typeface="Cambria Math" panose="02040503050406030204" pitchFamily="18" charset="0"/>
                          </a:rPr>
                        </m:ctrlPr>
                      </m:sSubPr>
                      <m:e>
                        <m:acc>
                          <m:accPr>
                            <m:chr m:val="̂"/>
                            <m:ctrlPr>
                              <a:rPr lang="en-GB" altLang="zh-CN" i="1">
                                <a:latin typeface="Cambria Math" panose="02040503050406030204" pitchFamily="18" charset="0"/>
                              </a:rPr>
                            </m:ctrlPr>
                          </m:accPr>
                          <m:e>
                            <m:r>
                              <a:rPr lang="en-GB" altLang="zh-CN" i="1">
                                <a:latin typeface="Cambria Math" panose="02040503050406030204" pitchFamily="18" charset="0"/>
                              </a:rPr>
                              <m:t>𝑥</m:t>
                            </m:r>
                          </m:e>
                        </m:acc>
                      </m:e>
                      <m:sub>
                        <m:r>
                          <a:rPr lang="en-GB" altLang="zh-CN" i="1">
                            <a:latin typeface="Cambria Math" panose="02040503050406030204" pitchFamily="18" charset="0"/>
                          </a:rPr>
                          <m:t>𝑘</m:t>
                        </m:r>
                        <m:r>
                          <a:rPr lang="en-GB" altLang="zh-CN" i="1">
                            <a:latin typeface="Cambria Math" panose="02040503050406030204" pitchFamily="18" charset="0"/>
                          </a:rPr>
                          <m:t>−</m:t>
                        </m:r>
                      </m:sub>
                    </m:sSub>
                  </m:oMath>
                </a14:m>
                <a:r>
                  <a:rPr lang="en-GB" altLang="zh-CN" dirty="0"/>
                  <a:t>. </a:t>
                </a:r>
              </a:p>
              <a:p>
                <a:r>
                  <a:rPr lang="en-GB" altLang="zh-CN" dirty="0">
                    <a:solidFill>
                      <a:srgbClr val="003399"/>
                    </a:solidFill>
                  </a:rPr>
                  <a:t>If the variance of </a:t>
                </a:r>
                <a14:m>
                  <m:oMath xmlns:m="http://schemas.openxmlformats.org/officeDocument/2006/math">
                    <m:sSub>
                      <m:sSubPr>
                        <m:ctrlPr>
                          <a:rPr lang="en-GB" altLang="zh-CN" i="1">
                            <a:solidFill>
                              <a:srgbClr val="003399"/>
                            </a:solidFill>
                            <a:latin typeface="Cambria Math" panose="02040503050406030204" pitchFamily="18" charset="0"/>
                          </a:rPr>
                        </m:ctrlPr>
                      </m:sSubPr>
                      <m:e>
                        <m:acc>
                          <m:accPr>
                            <m:chr m:val="̂"/>
                            <m:ctrlPr>
                              <a:rPr lang="en-GB" altLang="zh-CN" i="1">
                                <a:solidFill>
                                  <a:srgbClr val="003399"/>
                                </a:solidFill>
                                <a:latin typeface="Cambria Math" panose="02040503050406030204" pitchFamily="18" charset="0"/>
                              </a:rPr>
                            </m:ctrlPr>
                          </m:accPr>
                          <m:e>
                            <m:r>
                              <a:rPr lang="en-GB" altLang="zh-CN" i="1">
                                <a:solidFill>
                                  <a:srgbClr val="003399"/>
                                </a:solidFill>
                                <a:latin typeface="Cambria Math" panose="02040503050406030204" pitchFamily="18" charset="0"/>
                              </a:rPr>
                              <m:t>𝑥</m:t>
                            </m:r>
                          </m:e>
                        </m:acc>
                      </m:e>
                      <m:sub>
                        <m:r>
                          <a:rPr lang="en-GB" altLang="zh-CN" i="1">
                            <a:solidFill>
                              <a:srgbClr val="003399"/>
                            </a:solidFill>
                            <a:latin typeface="Cambria Math" panose="02040503050406030204" pitchFamily="18" charset="0"/>
                          </a:rPr>
                          <m:t>𝑘</m:t>
                        </m:r>
                        <m:r>
                          <a:rPr lang="en-GB" altLang="zh-CN" i="1">
                            <a:solidFill>
                              <a:srgbClr val="003399"/>
                            </a:solidFill>
                            <a:latin typeface="Cambria Math" panose="02040503050406030204" pitchFamily="18" charset="0"/>
                          </a:rPr>
                          <m:t>−</m:t>
                        </m:r>
                      </m:sub>
                    </m:sSub>
                  </m:oMath>
                </a14:m>
                <a:r>
                  <a:rPr lang="en-GB" altLang="zh-CN" dirty="0">
                    <a:solidFill>
                      <a:srgbClr val="003399"/>
                    </a:solidFill>
                  </a:rPr>
                  <a:t> is large</a:t>
                </a:r>
                <a:r>
                  <a:rPr lang="zh-CN" altLang="en-US" dirty="0">
                    <a:solidFill>
                      <a:srgbClr val="003399"/>
                    </a:solidFill>
                  </a:rPr>
                  <a:t> </a:t>
                </a:r>
                <a:r>
                  <a:rPr lang="en-GB" altLang="zh-CN" dirty="0">
                    <a:solidFill>
                      <a:srgbClr val="003399"/>
                    </a:solidFill>
                  </a:rPr>
                  <a:t>(i.e. </a:t>
                </a:r>
                <a14:m>
                  <m:oMath xmlns:m="http://schemas.openxmlformats.org/officeDocument/2006/math">
                    <m:sSub>
                      <m:sSubPr>
                        <m:ctrlPr>
                          <a:rPr lang="en-GB" altLang="zh-CN" i="1">
                            <a:solidFill>
                              <a:srgbClr val="003399"/>
                            </a:solidFill>
                            <a:latin typeface="Cambria Math" panose="02040503050406030204" pitchFamily="18" charset="0"/>
                          </a:rPr>
                        </m:ctrlPr>
                      </m:sSubPr>
                      <m:e>
                        <m:r>
                          <a:rPr lang="en-GB" altLang="zh-CN" i="1">
                            <a:solidFill>
                              <a:srgbClr val="003399"/>
                            </a:solidFill>
                            <a:latin typeface="Cambria Math" panose="02040503050406030204" pitchFamily="18" charset="0"/>
                          </a:rPr>
                          <m:t>𝑝</m:t>
                        </m:r>
                      </m:e>
                      <m:sub>
                        <m:r>
                          <a:rPr lang="en-GB" altLang="zh-CN" i="1">
                            <a:solidFill>
                              <a:srgbClr val="003399"/>
                            </a:solidFill>
                            <a:latin typeface="Cambria Math" panose="02040503050406030204" pitchFamily="18" charset="0"/>
                          </a:rPr>
                          <m:t>𝑘</m:t>
                        </m:r>
                        <m:r>
                          <a:rPr lang="en-GB" altLang="zh-CN" i="1">
                            <a:solidFill>
                              <a:srgbClr val="003399"/>
                            </a:solidFill>
                            <a:latin typeface="Cambria Math" panose="02040503050406030204" pitchFamily="18" charset="0"/>
                          </a:rPr>
                          <m:t>−</m:t>
                        </m:r>
                      </m:sub>
                    </m:sSub>
                  </m:oMath>
                </a14:m>
                <a:r>
                  <a:rPr lang="en-GB" altLang="zh-CN" dirty="0">
                    <a:solidFill>
                      <a:srgbClr val="003399"/>
                    </a:solidFill>
                  </a:rPr>
                  <a:t> is large), the degree should be low, vice versa.</a:t>
                </a:r>
              </a:p>
            </p:txBody>
          </p:sp>
        </mc:Choice>
        <mc:Fallback xmlns="">
          <p:sp>
            <p:nvSpPr>
              <p:cNvPr id="11" name="文本占位符 10">
                <a:extLst>
                  <a:ext uri="{FF2B5EF4-FFF2-40B4-BE49-F238E27FC236}">
                    <a16:creationId xmlns:a16="http://schemas.microsoft.com/office/drawing/2014/main" id="{3D96306F-07D8-0259-745B-226363E04E23}"/>
                  </a:ext>
                </a:extLst>
              </p:cNvPr>
              <p:cNvSpPr>
                <a:spLocks noGrp="1" noRot="1" noChangeAspect="1" noMove="1" noResize="1" noEditPoints="1" noAdjustHandles="1" noChangeArrowheads="1" noChangeShapeType="1" noTextEdit="1"/>
              </p:cNvSpPr>
              <p:nvPr>
                <p:ph type="body" sz="quarter" idx="10"/>
              </p:nvPr>
            </p:nvSpPr>
            <p:spPr>
              <a:blipFill>
                <a:blip r:embed="rId3"/>
                <a:stretch>
                  <a:fillRect l="-328" t="-1778" r="-820"/>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68326540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a:extLst>
              <a:ext uri="{FF2B5EF4-FFF2-40B4-BE49-F238E27FC236}">
                <a16:creationId xmlns:a16="http://schemas.microsoft.com/office/drawing/2014/main" id="{81C8A1BD-4FA8-336D-6F45-1B4B35014DB3}"/>
              </a:ext>
            </a:extLst>
          </p:cNvPr>
          <p:cNvSpPr>
            <a:spLocks noGrp="1"/>
          </p:cNvSpPr>
          <p:nvPr>
            <p:ph type="title"/>
          </p:nvPr>
        </p:nvSpPr>
        <p:spPr>
          <a:xfrm>
            <a:off x="628649" y="559420"/>
            <a:ext cx="7732925" cy="630335"/>
          </a:xfrm>
        </p:spPr>
        <p:txBody>
          <a:bodyPr>
            <a:normAutofit/>
          </a:bodyPr>
          <a:lstStyle/>
          <a:p>
            <a:r>
              <a:rPr lang="en-GB" altLang="zh-CN" b="0" dirty="0"/>
              <a:t>Kalman Filter</a:t>
            </a:r>
            <a:r>
              <a:rPr lang="zh-CN" altLang="en-US" b="0" dirty="0"/>
              <a:t> </a:t>
            </a:r>
            <a:r>
              <a:rPr lang="en-US" altLang="zh-CN" dirty="0"/>
              <a:t>1-D</a:t>
            </a:r>
            <a:r>
              <a:rPr lang="en-US" altLang="zh-CN" b="0" dirty="0"/>
              <a:t> Example</a:t>
            </a:r>
            <a:r>
              <a:rPr lang="en-GB" altLang="zh-CN" b="0" dirty="0"/>
              <a:t> </a:t>
            </a:r>
            <a:endParaRPr lang="en-GB" b="0" dirty="0"/>
          </a:p>
        </p:txBody>
      </p:sp>
      <mc:AlternateContent xmlns:mc="http://schemas.openxmlformats.org/markup-compatibility/2006" xmlns:a14="http://schemas.microsoft.com/office/drawing/2010/main">
        <mc:Choice Requires="a14">
          <p:sp>
            <p:nvSpPr>
              <p:cNvPr id="3" name="文本占位符 2">
                <a:extLst>
                  <a:ext uri="{FF2B5EF4-FFF2-40B4-BE49-F238E27FC236}">
                    <a16:creationId xmlns:a16="http://schemas.microsoft.com/office/drawing/2014/main" id="{D2B735C8-460A-67DF-7E65-0951A57A5AD4}"/>
                  </a:ext>
                </a:extLst>
              </p:cNvPr>
              <p:cNvSpPr>
                <a:spLocks noGrp="1"/>
              </p:cNvSpPr>
              <p:nvPr>
                <p:ph type="body" sz="quarter" idx="10"/>
              </p:nvPr>
            </p:nvSpPr>
            <p:spPr/>
            <p:txBody>
              <a:bodyPr/>
              <a:lstStyle/>
              <a:p>
                <a:r>
                  <a:rPr lang="en-GB" altLang="zh-CN" dirty="0"/>
                  <a:t>Kalman use the following formulation to calculate </a:t>
                </a:r>
                <a14:m>
                  <m:oMath xmlns:m="http://schemas.openxmlformats.org/officeDocument/2006/math">
                    <m:sSub>
                      <m:sSubPr>
                        <m:ctrlPr>
                          <a:rPr lang="en-GB" altLang="zh-CN" b="0" i="1" smtClean="0">
                            <a:solidFill>
                              <a:schemeClr val="tx1"/>
                            </a:solidFill>
                            <a:latin typeface="Cambria Math" panose="02040503050406030204" pitchFamily="18" charset="0"/>
                          </a:rPr>
                        </m:ctrlPr>
                      </m:sSubPr>
                      <m:e>
                        <m:r>
                          <a:rPr lang="en-GB" altLang="zh-CN" b="0" i="1" smtClean="0">
                            <a:solidFill>
                              <a:schemeClr val="tx1"/>
                            </a:solidFill>
                            <a:latin typeface="Cambria Math" panose="02040503050406030204" pitchFamily="18" charset="0"/>
                          </a:rPr>
                          <m:t>𝜆</m:t>
                        </m:r>
                      </m:e>
                      <m:sub>
                        <m:r>
                          <a:rPr lang="en-GB" altLang="zh-CN" b="0" i="1" smtClean="0">
                            <a:solidFill>
                              <a:schemeClr val="tx1"/>
                            </a:solidFill>
                            <a:latin typeface="Cambria Math" panose="02040503050406030204" pitchFamily="18" charset="0"/>
                          </a:rPr>
                          <m:t>𝑘</m:t>
                        </m:r>
                      </m:sub>
                    </m:sSub>
                  </m:oMath>
                </a14:m>
                <a:r>
                  <a:rPr lang="en-GB" altLang="zh-CN" dirty="0"/>
                  <a:t>, where </a:t>
                </a:r>
                <a14:m>
                  <m:oMath xmlns:m="http://schemas.openxmlformats.org/officeDocument/2006/math">
                    <m:sSub>
                      <m:sSubPr>
                        <m:ctrlPr>
                          <a:rPr lang="en-GB" altLang="zh-CN" i="1">
                            <a:latin typeface="Cambria Math" panose="02040503050406030204" pitchFamily="18" charset="0"/>
                          </a:rPr>
                        </m:ctrlPr>
                      </m:sSubPr>
                      <m:e>
                        <m:r>
                          <a:rPr lang="en-GB" altLang="zh-CN" i="1">
                            <a:latin typeface="Cambria Math" panose="02040503050406030204" pitchFamily="18" charset="0"/>
                          </a:rPr>
                          <m:t>𝑟</m:t>
                        </m:r>
                      </m:e>
                      <m:sub>
                        <m:r>
                          <a:rPr lang="en-GB" altLang="zh-CN" i="1">
                            <a:latin typeface="Cambria Math" panose="02040503050406030204" pitchFamily="18" charset="0"/>
                          </a:rPr>
                          <m:t>𝑘</m:t>
                        </m:r>
                      </m:sub>
                    </m:sSub>
                    <m:r>
                      <a:rPr lang="en-GB" altLang="zh-CN" i="1">
                        <a:latin typeface="Cambria Math" panose="02040503050406030204" pitchFamily="18" charset="0"/>
                      </a:rPr>
                      <m:t> </m:t>
                    </m:r>
                  </m:oMath>
                </a14:m>
                <a:r>
                  <a:rPr lang="en-GB" altLang="zh-CN" dirty="0"/>
                  <a:t>is the intensity of noise :</a:t>
                </a:r>
              </a:p>
              <a:p>
                <a:pPr algn="ctr"/>
                <a14:m>
                  <m:oMathPara xmlns:m="http://schemas.openxmlformats.org/officeDocument/2006/math">
                    <m:oMathParaPr>
                      <m:jc m:val="centerGroup"/>
                    </m:oMathParaPr>
                    <m:oMath xmlns:m="http://schemas.openxmlformats.org/officeDocument/2006/math">
                      <m:sSub>
                        <m:sSubPr>
                          <m:ctrlPr>
                            <a:rPr lang="en-GB" altLang="zh-CN" b="0" i="1" smtClean="0">
                              <a:solidFill>
                                <a:schemeClr val="tx1"/>
                              </a:solidFill>
                              <a:latin typeface="Cambria Math" panose="02040503050406030204" pitchFamily="18" charset="0"/>
                            </a:rPr>
                          </m:ctrlPr>
                        </m:sSubPr>
                        <m:e>
                          <m:r>
                            <a:rPr lang="en-GB" altLang="zh-CN" b="0" i="1" smtClean="0">
                              <a:solidFill>
                                <a:schemeClr val="tx1"/>
                              </a:solidFill>
                              <a:latin typeface="Cambria Math" panose="02040503050406030204" pitchFamily="18" charset="0"/>
                            </a:rPr>
                            <m:t>𝜆</m:t>
                          </m:r>
                        </m:e>
                        <m:sub>
                          <m:r>
                            <a:rPr lang="en-GB" altLang="zh-CN" b="0" i="1" smtClean="0">
                              <a:solidFill>
                                <a:schemeClr val="tx1"/>
                              </a:solidFill>
                              <a:latin typeface="Cambria Math" panose="02040503050406030204" pitchFamily="18" charset="0"/>
                            </a:rPr>
                            <m:t>𝑘</m:t>
                          </m:r>
                        </m:sub>
                      </m:sSub>
                      <m:r>
                        <a:rPr lang="en-GB" altLang="zh-CN" b="0" i="1" smtClean="0">
                          <a:solidFill>
                            <a:schemeClr val="tx1"/>
                          </a:solidFill>
                          <a:latin typeface="Cambria Math" panose="02040503050406030204" pitchFamily="18" charset="0"/>
                        </a:rPr>
                        <m:t>=</m:t>
                      </m:r>
                      <m:f>
                        <m:fPr>
                          <m:ctrlPr>
                            <a:rPr lang="en-GB" altLang="zh-CN" b="0" i="1" smtClean="0">
                              <a:latin typeface="Cambria Math" panose="02040503050406030204" pitchFamily="18" charset="0"/>
                            </a:rPr>
                          </m:ctrlPr>
                        </m:fPr>
                        <m:num>
                          <m:sSub>
                            <m:sSubPr>
                              <m:ctrlPr>
                                <a:rPr lang="en-GB" altLang="zh-CN" i="1">
                                  <a:latin typeface="Cambria Math" panose="02040503050406030204" pitchFamily="18" charset="0"/>
                                </a:rPr>
                              </m:ctrlPr>
                            </m:sSubPr>
                            <m:e>
                              <m:r>
                                <a:rPr lang="en-GB" altLang="zh-CN" i="1">
                                  <a:latin typeface="Cambria Math" panose="02040503050406030204" pitchFamily="18" charset="0"/>
                                </a:rPr>
                                <m:t>𝑝</m:t>
                              </m:r>
                            </m:e>
                            <m:sub>
                              <m:r>
                                <a:rPr lang="en-GB" altLang="zh-CN" i="1">
                                  <a:latin typeface="Cambria Math" panose="02040503050406030204" pitchFamily="18" charset="0"/>
                                </a:rPr>
                                <m:t>𝑘</m:t>
                              </m:r>
                              <m:r>
                                <a:rPr lang="en-GB" altLang="zh-CN" i="1">
                                  <a:latin typeface="Cambria Math" panose="02040503050406030204" pitchFamily="18" charset="0"/>
                                </a:rPr>
                                <m:t>−</m:t>
                              </m:r>
                            </m:sub>
                          </m:sSub>
                        </m:num>
                        <m:den>
                          <m:sSub>
                            <m:sSubPr>
                              <m:ctrlPr>
                                <a:rPr lang="en-GB" altLang="zh-CN" i="1">
                                  <a:latin typeface="Cambria Math" panose="02040503050406030204" pitchFamily="18" charset="0"/>
                                </a:rPr>
                              </m:ctrlPr>
                            </m:sSubPr>
                            <m:e>
                              <m:r>
                                <a:rPr lang="en-GB" altLang="zh-CN" i="1">
                                  <a:latin typeface="Cambria Math" panose="02040503050406030204" pitchFamily="18" charset="0"/>
                                </a:rPr>
                                <m:t>𝑝</m:t>
                              </m:r>
                            </m:e>
                            <m:sub>
                              <m:r>
                                <a:rPr lang="en-GB" altLang="zh-CN" i="1">
                                  <a:latin typeface="Cambria Math" panose="02040503050406030204" pitchFamily="18" charset="0"/>
                                </a:rPr>
                                <m:t>𝑘</m:t>
                              </m:r>
                              <m:r>
                                <a:rPr lang="en-GB" altLang="zh-CN" i="1">
                                  <a:latin typeface="Cambria Math" panose="02040503050406030204" pitchFamily="18" charset="0"/>
                                </a:rPr>
                                <m:t>−</m:t>
                              </m:r>
                            </m:sub>
                          </m:sSub>
                          <m:r>
                            <a:rPr lang="en-GB" altLang="zh-CN" b="0" i="1" smtClean="0">
                              <a:latin typeface="Cambria Math" panose="02040503050406030204" pitchFamily="18" charset="0"/>
                            </a:rPr>
                            <m:t>+</m:t>
                          </m:r>
                          <m:sSub>
                            <m:sSubPr>
                              <m:ctrlPr>
                                <a:rPr lang="en-GB" altLang="zh-CN" b="0" i="1" smtClean="0">
                                  <a:latin typeface="Cambria Math" panose="02040503050406030204" pitchFamily="18" charset="0"/>
                                </a:rPr>
                              </m:ctrlPr>
                            </m:sSubPr>
                            <m:e>
                              <m:r>
                                <a:rPr lang="en-GB" altLang="zh-CN" b="0" i="1" smtClean="0">
                                  <a:latin typeface="Cambria Math" panose="02040503050406030204" pitchFamily="18" charset="0"/>
                                </a:rPr>
                                <m:t>𝑟</m:t>
                              </m:r>
                            </m:e>
                            <m:sub>
                              <m:r>
                                <a:rPr lang="en-GB" altLang="zh-CN" b="0" i="1" smtClean="0">
                                  <a:latin typeface="Cambria Math" panose="02040503050406030204" pitchFamily="18" charset="0"/>
                                </a:rPr>
                                <m:t>𝑘</m:t>
                              </m:r>
                            </m:sub>
                          </m:sSub>
                        </m:den>
                      </m:f>
                    </m:oMath>
                  </m:oMathPara>
                </a14:m>
                <a:endParaRPr lang="en-GB" altLang="zh-CN" dirty="0"/>
              </a:p>
              <a:p>
                <a14:m>
                  <m:oMath xmlns:m="http://schemas.openxmlformats.org/officeDocument/2006/math">
                    <m:sSub>
                      <m:sSubPr>
                        <m:ctrlPr>
                          <a:rPr lang="en-GB" altLang="zh-CN" i="1" smtClean="0">
                            <a:latin typeface="Cambria Math" panose="02040503050406030204" pitchFamily="18" charset="0"/>
                          </a:rPr>
                        </m:ctrlPr>
                      </m:sSubPr>
                      <m:e>
                        <m:r>
                          <a:rPr lang="en-GB" altLang="zh-CN" i="1">
                            <a:latin typeface="Cambria Math" panose="02040503050406030204" pitchFamily="18" charset="0"/>
                          </a:rPr>
                          <m:t>𝑟</m:t>
                        </m:r>
                      </m:e>
                      <m:sub>
                        <m:r>
                          <a:rPr lang="en-GB" altLang="zh-CN" i="1">
                            <a:latin typeface="Cambria Math" panose="02040503050406030204" pitchFamily="18" charset="0"/>
                          </a:rPr>
                          <m:t>𝑘</m:t>
                        </m:r>
                      </m:sub>
                    </m:sSub>
                  </m:oMath>
                </a14:m>
                <a:r>
                  <a:rPr lang="en-GB" altLang="zh-CN" dirty="0"/>
                  <a:t> is the measurement noise. It represents the uncertainty or the "noise" in the measurements observed from the system.</a:t>
                </a:r>
              </a:p>
              <a:p>
                <a:r>
                  <a:rPr lang="en-GB" altLang="zh-CN" dirty="0"/>
                  <a:t>Because </a:t>
                </a:r>
                <a14:m>
                  <m:oMath xmlns:m="http://schemas.openxmlformats.org/officeDocument/2006/math">
                    <m:sSub>
                      <m:sSubPr>
                        <m:ctrlPr>
                          <a:rPr lang="en-GB" altLang="zh-CN" i="1" smtClean="0">
                            <a:solidFill>
                              <a:schemeClr val="tx1"/>
                            </a:solidFill>
                            <a:latin typeface="Cambria Math" panose="02040503050406030204" pitchFamily="18" charset="0"/>
                          </a:rPr>
                        </m:ctrlPr>
                      </m:sSubPr>
                      <m:e>
                        <m:acc>
                          <m:accPr>
                            <m:chr m:val="̂"/>
                            <m:ctrlPr>
                              <a:rPr lang="en-GB" altLang="zh-CN" i="1">
                                <a:solidFill>
                                  <a:schemeClr val="tx1"/>
                                </a:solidFill>
                                <a:latin typeface="Cambria Math" panose="02040503050406030204" pitchFamily="18" charset="0"/>
                              </a:rPr>
                            </m:ctrlPr>
                          </m:accPr>
                          <m:e>
                            <m:r>
                              <a:rPr lang="en-GB" altLang="zh-CN" i="1">
                                <a:solidFill>
                                  <a:schemeClr val="tx1"/>
                                </a:solidFill>
                                <a:latin typeface="Cambria Math" panose="02040503050406030204" pitchFamily="18" charset="0"/>
                              </a:rPr>
                              <m:t>𝑥</m:t>
                            </m:r>
                          </m:e>
                        </m:acc>
                      </m:e>
                      <m:sub>
                        <m:r>
                          <a:rPr lang="en-GB" altLang="zh-CN" i="1">
                            <a:solidFill>
                              <a:schemeClr val="tx1"/>
                            </a:solidFill>
                            <a:latin typeface="Cambria Math" panose="02040503050406030204" pitchFamily="18" charset="0"/>
                          </a:rPr>
                          <m:t>𝑘</m:t>
                        </m:r>
                      </m:sub>
                    </m:sSub>
                    <m:r>
                      <a:rPr lang="en-GB" altLang="zh-CN" i="1">
                        <a:solidFill>
                          <a:schemeClr val="tx1"/>
                        </a:solidFill>
                        <a:latin typeface="Cambria Math" panose="02040503050406030204" pitchFamily="18" charset="0"/>
                      </a:rPr>
                      <m:t>=</m:t>
                    </m:r>
                    <m:sSub>
                      <m:sSubPr>
                        <m:ctrlPr>
                          <a:rPr lang="en-GB" altLang="zh-CN" i="1">
                            <a:solidFill>
                              <a:schemeClr val="tx1"/>
                            </a:solidFill>
                            <a:latin typeface="Cambria Math" panose="02040503050406030204" pitchFamily="18" charset="0"/>
                          </a:rPr>
                        </m:ctrlPr>
                      </m:sSubPr>
                      <m:e>
                        <m:r>
                          <a:rPr lang="en-GB" altLang="zh-CN" i="1">
                            <a:solidFill>
                              <a:schemeClr val="tx1"/>
                            </a:solidFill>
                            <a:latin typeface="Cambria Math" panose="02040503050406030204" pitchFamily="18" charset="0"/>
                          </a:rPr>
                          <m:t>𝜆</m:t>
                        </m:r>
                      </m:e>
                      <m:sub>
                        <m:r>
                          <a:rPr lang="en-GB" altLang="zh-CN" i="1">
                            <a:solidFill>
                              <a:schemeClr val="tx1"/>
                            </a:solidFill>
                            <a:latin typeface="Cambria Math" panose="02040503050406030204" pitchFamily="18" charset="0"/>
                          </a:rPr>
                          <m:t>𝑘</m:t>
                        </m:r>
                      </m:sub>
                    </m:sSub>
                    <m:sSub>
                      <m:sSubPr>
                        <m:ctrlPr>
                          <a:rPr lang="en-GB" altLang="zh-CN" i="1">
                            <a:solidFill>
                              <a:schemeClr val="tx1"/>
                            </a:solidFill>
                            <a:latin typeface="Cambria Math" panose="02040503050406030204" pitchFamily="18" charset="0"/>
                          </a:rPr>
                        </m:ctrlPr>
                      </m:sSubPr>
                      <m:e>
                        <m:r>
                          <a:rPr lang="en-GB" altLang="zh-CN" i="1">
                            <a:solidFill>
                              <a:schemeClr val="tx1"/>
                            </a:solidFill>
                            <a:latin typeface="Cambria Math" panose="02040503050406030204" pitchFamily="18" charset="0"/>
                          </a:rPr>
                          <m:t>𝑧</m:t>
                        </m:r>
                      </m:e>
                      <m:sub>
                        <m:r>
                          <a:rPr lang="en-GB" altLang="zh-CN" i="1">
                            <a:solidFill>
                              <a:schemeClr val="tx1"/>
                            </a:solidFill>
                            <a:latin typeface="Cambria Math" panose="02040503050406030204" pitchFamily="18" charset="0"/>
                          </a:rPr>
                          <m:t>𝑘</m:t>
                        </m:r>
                      </m:sub>
                    </m:sSub>
                    <m:r>
                      <a:rPr lang="en-GB" altLang="zh-CN" i="1">
                        <a:solidFill>
                          <a:schemeClr val="tx1"/>
                        </a:solidFill>
                        <a:latin typeface="Cambria Math" panose="02040503050406030204" pitchFamily="18" charset="0"/>
                      </a:rPr>
                      <m:t>+</m:t>
                    </m:r>
                    <m:d>
                      <m:dPr>
                        <m:ctrlPr>
                          <a:rPr lang="en-GB" altLang="zh-CN" i="1">
                            <a:solidFill>
                              <a:schemeClr val="tx1"/>
                            </a:solidFill>
                            <a:latin typeface="Cambria Math" panose="02040503050406030204" pitchFamily="18" charset="0"/>
                          </a:rPr>
                        </m:ctrlPr>
                      </m:dPr>
                      <m:e>
                        <m:r>
                          <a:rPr lang="en-GB" altLang="zh-CN" i="1">
                            <a:solidFill>
                              <a:schemeClr val="tx1"/>
                            </a:solidFill>
                            <a:latin typeface="Cambria Math" panose="02040503050406030204" pitchFamily="18" charset="0"/>
                          </a:rPr>
                          <m:t>1−</m:t>
                        </m:r>
                        <m:sSub>
                          <m:sSubPr>
                            <m:ctrlPr>
                              <a:rPr lang="en-GB" altLang="zh-CN" i="1">
                                <a:solidFill>
                                  <a:schemeClr val="tx1"/>
                                </a:solidFill>
                                <a:latin typeface="Cambria Math" panose="02040503050406030204" pitchFamily="18" charset="0"/>
                              </a:rPr>
                            </m:ctrlPr>
                          </m:sSubPr>
                          <m:e>
                            <m:r>
                              <a:rPr lang="en-GB" altLang="zh-CN" i="1">
                                <a:solidFill>
                                  <a:schemeClr val="tx1"/>
                                </a:solidFill>
                                <a:latin typeface="Cambria Math" panose="02040503050406030204" pitchFamily="18" charset="0"/>
                              </a:rPr>
                              <m:t>𝜆</m:t>
                            </m:r>
                          </m:e>
                          <m:sub>
                            <m:r>
                              <a:rPr lang="en-GB" altLang="zh-CN" i="1">
                                <a:solidFill>
                                  <a:schemeClr val="tx1"/>
                                </a:solidFill>
                                <a:latin typeface="Cambria Math" panose="02040503050406030204" pitchFamily="18" charset="0"/>
                              </a:rPr>
                              <m:t>𝑘</m:t>
                            </m:r>
                          </m:sub>
                        </m:sSub>
                      </m:e>
                    </m:d>
                    <m:sSub>
                      <m:sSubPr>
                        <m:ctrlPr>
                          <a:rPr lang="en-GB" altLang="zh-CN" i="1">
                            <a:solidFill>
                              <a:schemeClr val="tx1"/>
                            </a:solidFill>
                            <a:latin typeface="Cambria Math" panose="02040503050406030204" pitchFamily="18" charset="0"/>
                          </a:rPr>
                        </m:ctrlPr>
                      </m:sSubPr>
                      <m:e>
                        <m:acc>
                          <m:accPr>
                            <m:chr m:val="̂"/>
                            <m:ctrlPr>
                              <a:rPr lang="en-GB" altLang="zh-CN" i="1">
                                <a:solidFill>
                                  <a:schemeClr val="tx1"/>
                                </a:solidFill>
                                <a:latin typeface="Cambria Math" panose="02040503050406030204" pitchFamily="18" charset="0"/>
                              </a:rPr>
                            </m:ctrlPr>
                          </m:accPr>
                          <m:e>
                            <m:r>
                              <a:rPr lang="en-GB" altLang="zh-CN" i="1">
                                <a:solidFill>
                                  <a:schemeClr val="tx1"/>
                                </a:solidFill>
                                <a:latin typeface="Cambria Math" panose="02040503050406030204" pitchFamily="18" charset="0"/>
                              </a:rPr>
                              <m:t>𝑥</m:t>
                            </m:r>
                          </m:e>
                        </m:acc>
                      </m:e>
                      <m:sub>
                        <m:r>
                          <a:rPr lang="en-GB" altLang="zh-CN" i="1">
                            <a:solidFill>
                              <a:schemeClr val="tx1"/>
                            </a:solidFill>
                            <a:latin typeface="Cambria Math" panose="02040503050406030204" pitchFamily="18" charset="0"/>
                          </a:rPr>
                          <m:t>𝑘</m:t>
                        </m:r>
                        <m:r>
                          <a:rPr lang="en-GB" altLang="zh-CN" i="1">
                            <a:solidFill>
                              <a:schemeClr val="tx1"/>
                            </a:solidFill>
                            <a:latin typeface="Cambria Math" panose="02040503050406030204" pitchFamily="18" charset="0"/>
                          </a:rPr>
                          <m:t>−</m:t>
                        </m:r>
                      </m:sub>
                    </m:sSub>
                  </m:oMath>
                </a14:m>
                <a:r>
                  <a:rPr lang="en-GB" altLang="zh-CN" dirty="0"/>
                  <a:t>, the term </a:t>
                </a:r>
                <a14:m>
                  <m:oMath xmlns:m="http://schemas.openxmlformats.org/officeDocument/2006/math">
                    <m:d>
                      <m:dPr>
                        <m:ctrlPr>
                          <a:rPr lang="en-GB" altLang="zh-CN" i="1">
                            <a:latin typeface="Cambria Math" panose="02040503050406030204" pitchFamily="18" charset="0"/>
                          </a:rPr>
                        </m:ctrlPr>
                      </m:dPr>
                      <m:e>
                        <m:r>
                          <a:rPr lang="en-GB" altLang="zh-CN" i="1">
                            <a:latin typeface="Cambria Math" panose="02040503050406030204" pitchFamily="18" charset="0"/>
                          </a:rPr>
                          <m:t>1−</m:t>
                        </m:r>
                        <m:sSub>
                          <m:sSubPr>
                            <m:ctrlPr>
                              <a:rPr lang="en-GB" altLang="zh-CN" i="1">
                                <a:latin typeface="Cambria Math" panose="02040503050406030204" pitchFamily="18" charset="0"/>
                              </a:rPr>
                            </m:ctrlPr>
                          </m:sSubPr>
                          <m:e>
                            <m:r>
                              <a:rPr lang="en-GB" altLang="zh-CN" i="1">
                                <a:latin typeface="Cambria Math" panose="02040503050406030204" pitchFamily="18" charset="0"/>
                              </a:rPr>
                              <m:t>𝜆</m:t>
                            </m:r>
                          </m:e>
                          <m:sub>
                            <m:r>
                              <a:rPr lang="en-GB" altLang="zh-CN" i="1">
                                <a:latin typeface="Cambria Math" panose="02040503050406030204" pitchFamily="18" charset="0"/>
                              </a:rPr>
                              <m:t>𝑘</m:t>
                            </m:r>
                          </m:sub>
                        </m:sSub>
                      </m:e>
                    </m:d>
                  </m:oMath>
                </a14:m>
                <a:r>
                  <a:rPr lang="en-GB" altLang="zh-CN" dirty="0"/>
                  <a:t> reduces the uncertainty inherent in </a:t>
                </a:r>
                <a14:m>
                  <m:oMath xmlns:m="http://schemas.openxmlformats.org/officeDocument/2006/math">
                    <m:sSub>
                      <m:sSubPr>
                        <m:ctrlPr>
                          <a:rPr lang="en-GB" altLang="zh-CN" i="1">
                            <a:latin typeface="Cambria Math" panose="02040503050406030204" pitchFamily="18" charset="0"/>
                          </a:rPr>
                        </m:ctrlPr>
                      </m:sSubPr>
                      <m:e>
                        <m:acc>
                          <m:accPr>
                            <m:chr m:val="̂"/>
                            <m:ctrlPr>
                              <a:rPr lang="en-GB" altLang="zh-CN" i="1">
                                <a:latin typeface="Cambria Math" panose="02040503050406030204" pitchFamily="18" charset="0"/>
                              </a:rPr>
                            </m:ctrlPr>
                          </m:accPr>
                          <m:e>
                            <m:r>
                              <a:rPr lang="en-GB" altLang="zh-CN" i="1">
                                <a:latin typeface="Cambria Math" panose="02040503050406030204" pitchFamily="18" charset="0"/>
                              </a:rPr>
                              <m:t>𝑥</m:t>
                            </m:r>
                          </m:e>
                        </m:acc>
                      </m:e>
                      <m:sub>
                        <m:r>
                          <a:rPr lang="en-GB" altLang="zh-CN" i="1">
                            <a:latin typeface="Cambria Math" panose="02040503050406030204" pitchFamily="18" charset="0"/>
                          </a:rPr>
                          <m:t>𝑘</m:t>
                        </m:r>
                        <m:r>
                          <a:rPr lang="en-GB" altLang="zh-CN" i="1">
                            <a:latin typeface="Cambria Math" panose="02040503050406030204" pitchFamily="18" charset="0"/>
                          </a:rPr>
                          <m:t>−</m:t>
                        </m:r>
                      </m:sub>
                    </m:sSub>
                  </m:oMath>
                </a14:m>
                <a:r>
                  <a:rPr lang="en-GB" altLang="zh-CN" dirty="0"/>
                  <a:t> when it passed to </a:t>
                </a:r>
                <a14:m>
                  <m:oMath xmlns:m="http://schemas.openxmlformats.org/officeDocument/2006/math">
                    <m:sSub>
                      <m:sSubPr>
                        <m:ctrlPr>
                          <a:rPr lang="en-GB" altLang="zh-CN" i="1">
                            <a:latin typeface="Cambria Math" panose="02040503050406030204" pitchFamily="18" charset="0"/>
                          </a:rPr>
                        </m:ctrlPr>
                      </m:sSubPr>
                      <m:e>
                        <m:acc>
                          <m:accPr>
                            <m:chr m:val="̂"/>
                            <m:ctrlPr>
                              <a:rPr lang="en-GB" altLang="zh-CN" i="1">
                                <a:latin typeface="Cambria Math" panose="02040503050406030204" pitchFamily="18" charset="0"/>
                              </a:rPr>
                            </m:ctrlPr>
                          </m:accPr>
                          <m:e>
                            <m:r>
                              <a:rPr lang="en-GB" altLang="zh-CN" i="1">
                                <a:latin typeface="Cambria Math" panose="02040503050406030204" pitchFamily="18" charset="0"/>
                              </a:rPr>
                              <m:t>𝑥</m:t>
                            </m:r>
                          </m:e>
                        </m:acc>
                      </m:e>
                      <m:sub>
                        <m:r>
                          <a:rPr lang="en-GB" altLang="zh-CN" i="1">
                            <a:latin typeface="Cambria Math" panose="02040503050406030204" pitchFamily="18" charset="0"/>
                          </a:rPr>
                          <m:t>𝑘</m:t>
                        </m:r>
                      </m:sub>
                    </m:sSub>
                    <m:r>
                      <a:rPr lang="en-GB" altLang="zh-CN" i="1">
                        <a:latin typeface="Cambria Math" panose="02040503050406030204" pitchFamily="18" charset="0"/>
                      </a:rPr>
                      <m:t> </m:t>
                    </m:r>
                  </m:oMath>
                </a14:m>
                <a:r>
                  <a:rPr lang="en-GB" altLang="zh-CN" dirty="0"/>
                  <a:t>, thereby also reducing the variance of </a:t>
                </a:r>
                <a14:m>
                  <m:oMath xmlns:m="http://schemas.openxmlformats.org/officeDocument/2006/math">
                    <m:sSub>
                      <m:sSubPr>
                        <m:ctrlPr>
                          <a:rPr lang="en-GB" altLang="zh-CN" i="1">
                            <a:latin typeface="Cambria Math" panose="02040503050406030204" pitchFamily="18" charset="0"/>
                          </a:rPr>
                        </m:ctrlPr>
                      </m:sSubPr>
                      <m:e>
                        <m:acc>
                          <m:accPr>
                            <m:chr m:val="̂"/>
                            <m:ctrlPr>
                              <a:rPr lang="en-GB" altLang="zh-CN" i="1">
                                <a:latin typeface="Cambria Math" panose="02040503050406030204" pitchFamily="18" charset="0"/>
                              </a:rPr>
                            </m:ctrlPr>
                          </m:accPr>
                          <m:e>
                            <m:r>
                              <a:rPr lang="en-GB" altLang="zh-CN" i="1">
                                <a:latin typeface="Cambria Math" panose="02040503050406030204" pitchFamily="18" charset="0"/>
                              </a:rPr>
                              <m:t>𝑥</m:t>
                            </m:r>
                          </m:e>
                        </m:acc>
                      </m:e>
                      <m:sub>
                        <m:r>
                          <a:rPr lang="en-GB" altLang="zh-CN" i="1">
                            <a:latin typeface="Cambria Math" panose="02040503050406030204" pitchFamily="18" charset="0"/>
                          </a:rPr>
                          <m:t>𝑘</m:t>
                        </m:r>
                      </m:sub>
                    </m:sSub>
                  </m:oMath>
                </a14:m>
                <a:r>
                  <a:rPr lang="en-GB" altLang="zh-CN" dirty="0"/>
                  <a:t>:</a:t>
                </a:r>
              </a:p>
              <a:p>
                <a:pPr algn="ctr">
                  <a:lnSpc>
                    <a:spcPct val="150000"/>
                  </a:lnSpc>
                </a:pPr>
                <a14:m>
                  <m:oMathPara xmlns:m="http://schemas.openxmlformats.org/officeDocument/2006/math">
                    <m:oMathParaPr>
                      <m:jc m:val="centerGroup"/>
                    </m:oMathParaPr>
                    <m:oMath xmlns:m="http://schemas.openxmlformats.org/officeDocument/2006/math">
                      <m:sSub>
                        <m:sSubPr>
                          <m:ctrlPr>
                            <a:rPr lang="en-GB" altLang="zh-CN" i="1">
                              <a:latin typeface="Cambria Math" panose="02040503050406030204" pitchFamily="18" charset="0"/>
                            </a:rPr>
                          </m:ctrlPr>
                        </m:sSubPr>
                        <m:e>
                          <m:r>
                            <a:rPr lang="en-GB" altLang="zh-CN" i="1">
                              <a:latin typeface="Cambria Math" panose="02040503050406030204" pitchFamily="18" charset="0"/>
                            </a:rPr>
                            <m:t>𝑝</m:t>
                          </m:r>
                        </m:e>
                        <m:sub>
                          <m:r>
                            <a:rPr lang="en-GB" altLang="zh-CN" i="1">
                              <a:latin typeface="Cambria Math" panose="02040503050406030204" pitchFamily="18" charset="0"/>
                            </a:rPr>
                            <m:t>𝑘</m:t>
                          </m:r>
                        </m:sub>
                      </m:sSub>
                      <m:r>
                        <a:rPr lang="en-GB" altLang="zh-CN" b="0" i="1" smtClean="0">
                          <a:latin typeface="Cambria Math" panose="02040503050406030204" pitchFamily="18" charset="0"/>
                        </a:rPr>
                        <m:t>=</m:t>
                      </m:r>
                      <m:d>
                        <m:dPr>
                          <m:ctrlPr>
                            <a:rPr lang="en-GB" altLang="zh-CN" i="1">
                              <a:latin typeface="Cambria Math" panose="02040503050406030204" pitchFamily="18" charset="0"/>
                            </a:rPr>
                          </m:ctrlPr>
                        </m:dPr>
                        <m:e>
                          <m:r>
                            <a:rPr lang="en-GB" altLang="zh-CN" i="1">
                              <a:latin typeface="Cambria Math" panose="02040503050406030204" pitchFamily="18" charset="0"/>
                            </a:rPr>
                            <m:t>1−</m:t>
                          </m:r>
                          <m:sSub>
                            <m:sSubPr>
                              <m:ctrlPr>
                                <a:rPr lang="en-GB" altLang="zh-CN" i="1">
                                  <a:latin typeface="Cambria Math" panose="02040503050406030204" pitchFamily="18" charset="0"/>
                                </a:rPr>
                              </m:ctrlPr>
                            </m:sSubPr>
                            <m:e>
                              <m:r>
                                <a:rPr lang="en-GB" altLang="zh-CN" i="1">
                                  <a:latin typeface="Cambria Math" panose="02040503050406030204" pitchFamily="18" charset="0"/>
                                </a:rPr>
                                <m:t>𝜆</m:t>
                              </m:r>
                            </m:e>
                            <m:sub>
                              <m:r>
                                <a:rPr lang="en-GB" altLang="zh-CN" i="1">
                                  <a:latin typeface="Cambria Math" panose="02040503050406030204" pitchFamily="18" charset="0"/>
                                </a:rPr>
                                <m:t>𝑘</m:t>
                              </m:r>
                            </m:sub>
                          </m:sSub>
                        </m:e>
                      </m:d>
                      <m:sSub>
                        <m:sSubPr>
                          <m:ctrlPr>
                            <a:rPr lang="en-GB" altLang="zh-CN" i="1">
                              <a:latin typeface="Cambria Math" panose="02040503050406030204" pitchFamily="18" charset="0"/>
                            </a:rPr>
                          </m:ctrlPr>
                        </m:sSubPr>
                        <m:e>
                          <m:r>
                            <a:rPr lang="en-GB" altLang="zh-CN" i="1">
                              <a:latin typeface="Cambria Math" panose="02040503050406030204" pitchFamily="18" charset="0"/>
                            </a:rPr>
                            <m:t>𝑝</m:t>
                          </m:r>
                        </m:e>
                        <m:sub>
                          <m:r>
                            <a:rPr lang="en-GB" altLang="zh-CN" i="1">
                              <a:latin typeface="Cambria Math" panose="02040503050406030204" pitchFamily="18" charset="0"/>
                            </a:rPr>
                            <m:t>𝑘</m:t>
                          </m:r>
                          <m:r>
                            <a:rPr lang="en-GB" altLang="zh-CN" i="1">
                              <a:latin typeface="Cambria Math" panose="02040503050406030204" pitchFamily="18" charset="0"/>
                            </a:rPr>
                            <m:t>−</m:t>
                          </m:r>
                        </m:sub>
                      </m:sSub>
                    </m:oMath>
                  </m:oMathPara>
                </a14:m>
                <a:endParaRPr lang="en-GB" dirty="0"/>
              </a:p>
            </p:txBody>
          </p:sp>
        </mc:Choice>
        <mc:Fallback xmlns="">
          <p:sp>
            <p:nvSpPr>
              <p:cNvPr id="3" name="文本占位符 2">
                <a:extLst>
                  <a:ext uri="{FF2B5EF4-FFF2-40B4-BE49-F238E27FC236}">
                    <a16:creationId xmlns:a16="http://schemas.microsoft.com/office/drawing/2014/main" id="{D2B735C8-460A-67DF-7E65-0951A57A5AD4}"/>
                  </a:ext>
                </a:extLst>
              </p:cNvPr>
              <p:cNvSpPr>
                <a:spLocks noGrp="1" noRot="1" noChangeAspect="1" noMove="1" noResize="1" noEditPoints="1" noAdjustHandles="1" noChangeArrowheads="1" noChangeShapeType="1" noTextEdit="1"/>
              </p:cNvSpPr>
              <p:nvPr>
                <p:ph type="body" sz="quarter" idx="10"/>
              </p:nvPr>
            </p:nvSpPr>
            <p:spPr>
              <a:blipFill>
                <a:blip r:embed="rId3"/>
                <a:stretch>
                  <a:fillRect l="-328" t="-1778"/>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84985052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a:extLst>
              <a:ext uri="{FF2B5EF4-FFF2-40B4-BE49-F238E27FC236}">
                <a16:creationId xmlns:a16="http://schemas.microsoft.com/office/drawing/2014/main" id="{81C8A1BD-4FA8-336D-6F45-1B4B35014DB3}"/>
              </a:ext>
            </a:extLst>
          </p:cNvPr>
          <p:cNvSpPr>
            <a:spLocks noGrp="1"/>
          </p:cNvSpPr>
          <p:nvPr>
            <p:ph type="title"/>
          </p:nvPr>
        </p:nvSpPr>
        <p:spPr>
          <a:xfrm>
            <a:off x="628651" y="558800"/>
            <a:ext cx="4688192" cy="630238"/>
          </a:xfrm>
        </p:spPr>
        <p:txBody>
          <a:bodyPr>
            <a:normAutofit/>
          </a:bodyPr>
          <a:lstStyle/>
          <a:p>
            <a:r>
              <a:rPr lang="en-GB" altLang="zh-CN" b="0" dirty="0"/>
              <a:t>Kalman Filter</a:t>
            </a:r>
            <a:r>
              <a:rPr lang="zh-CN" altLang="en-US" b="0" dirty="0"/>
              <a:t> </a:t>
            </a:r>
            <a:r>
              <a:rPr lang="en-US" altLang="zh-CN" dirty="0"/>
              <a:t>1-D</a:t>
            </a:r>
            <a:r>
              <a:rPr lang="en-US" altLang="zh-CN" b="0" dirty="0"/>
              <a:t> Example</a:t>
            </a:r>
            <a:r>
              <a:rPr lang="en-GB" altLang="zh-CN" b="0" dirty="0"/>
              <a:t> </a:t>
            </a:r>
            <a:endParaRPr lang="en-GB" b="0" dirty="0"/>
          </a:p>
        </p:txBody>
      </p:sp>
      <mc:AlternateContent xmlns:mc="http://schemas.openxmlformats.org/markup-compatibility/2006" xmlns:a14="http://schemas.microsoft.com/office/drawing/2010/main">
        <mc:Choice Requires="a14">
          <p:sp>
            <p:nvSpPr>
              <p:cNvPr id="6" name="文本占位符 5">
                <a:extLst>
                  <a:ext uri="{FF2B5EF4-FFF2-40B4-BE49-F238E27FC236}">
                    <a16:creationId xmlns:a16="http://schemas.microsoft.com/office/drawing/2014/main" id="{F26AF3AB-F8A7-E5AF-9579-53E06432B134}"/>
                  </a:ext>
                </a:extLst>
              </p:cNvPr>
              <p:cNvSpPr>
                <a:spLocks noGrp="1"/>
              </p:cNvSpPr>
              <p:nvPr>
                <p:ph type="body" sz="quarter" idx="10"/>
              </p:nvPr>
            </p:nvSpPr>
            <p:spPr>
              <a:xfrm>
                <a:off x="628650" y="1484652"/>
                <a:ext cx="3900961" cy="3008403"/>
              </a:xfrm>
            </p:spPr>
            <p:txBody>
              <a:bodyPr/>
              <a:lstStyle/>
              <a:p>
                <a:r>
                  <a:rPr lang="en-GB" dirty="0"/>
                  <a:t>In summary, given </a:t>
                </a:r>
                <a14:m>
                  <m:oMath xmlns:m="http://schemas.openxmlformats.org/officeDocument/2006/math">
                    <m:sSub>
                      <m:sSubPr>
                        <m:ctrlPr>
                          <a:rPr lang="en-GB" altLang="zh-CN" i="1" smtClean="0">
                            <a:latin typeface="Cambria Math" panose="02040503050406030204" pitchFamily="18" charset="0"/>
                          </a:rPr>
                        </m:ctrlPr>
                      </m:sSubPr>
                      <m:e>
                        <m:acc>
                          <m:accPr>
                            <m:chr m:val="̂"/>
                            <m:ctrlPr>
                              <a:rPr lang="en-GB" altLang="zh-CN" i="1">
                                <a:latin typeface="Cambria Math" panose="02040503050406030204" pitchFamily="18" charset="0"/>
                              </a:rPr>
                            </m:ctrlPr>
                          </m:accPr>
                          <m:e>
                            <m:r>
                              <a:rPr lang="en-GB" altLang="zh-CN" i="1">
                                <a:latin typeface="Cambria Math" panose="02040503050406030204" pitchFamily="18" charset="0"/>
                              </a:rPr>
                              <m:t>𝑥</m:t>
                            </m:r>
                          </m:e>
                        </m:acc>
                      </m:e>
                      <m:sub>
                        <m:r>
                          <a:rPr lang="en-GB" altLang="zh-CN" i="1">
                            <a:latin typeface="Cambria Math" panose="02040503050406030204" pitchFamily="18" charset="0"/>
                          </a:rPr>
                          <m:t>𝑘</m:t>
                        </m:r>
                        <m:r>
                          <a:rPr lang="en-GB" altLang="zh-CN" b="0" i="1" smtClean="0">
                            <a:latin typeface="Cambria Math" panose="02040503050406030204" pitchFamily="18" charset="0"/>
                          </a:rPr>
                          <m:t>−1</m:t>
                        </m:r>
                      </m:sub>
                    </m:sSub>
                  </m:oMath>
                </a14:m>
                <a:r>
                  <a:rPr lang="en-GB" dirty="0"/>
                  <a:t>, </a:t>
                </a:r>
                <a14:m>
                  <m:oMath xmlns:m="http://schemas.openxmlformats.org/officeDocument/2006/math">
                    <m:sSub>
                      <m:sSubPr>
                        <m:ctrlPr>
                          <a:rPr lang="en-GB" altLang="zh-CN" i="1">
                            <a:latin typeface="Cambria Math" panose="02040503050406030204" pitchFamily="18" charset="0"/>
                          </a:rPr>
                        </m:ctrlPr>
                      </m:sSubPr>
                      <m:e>
                        <m:r>
                          <a:rPr lang="en-GB" altLang="zh-CN" i="1">
                            <a:latin typeface="Cambria Math" panose="02040503050406030204" pitchFamily="18" charset="0"/>
                          </a:rPr>
                          <m:t>𝑢</m:t>
                        </m:r>
                      </m:e>
                      <m:sub>
                        <m:r>
                          <a:rPr lang="en-GB" altLang="zh-CN" i="1">
                            <a:latin typeface="Cambria Math" panose="02040503050406030204" pitchFamily="18" charset="0"/>
                          </a:rPr>
                          <m:t>𝑘</m:t>
                        </m:r>
                      </m:sub>
                    </m:sSub>
                  </m:oMath>
                </a14:m>
                <a:r>
                  <a:rPr lang="en-GB" dirty="0"/>
                  <a:t>, and </a:t>
                </a:r>
                <a14:m>
                  <m:oMath xmlns:m="http://schemas.openxmlformats.org/officeDocument/2006/math">
                    <m:sSub>
                      <m:sSubPr>
                        <m:ctrlPr>
                          <a:rPr lang="en-GB" altLang="zh-CN" i="1">
                            <a:latin typeface="Cambria Math" panose="02040503050406030204" pitchFamily="18" charset="0"/>
                          </a:rPr>
                        </m:ctrlPr>
                      </m:sSubPr>
                      <m:e>
                        <m:r>
                          <a:rPr lang="en-GB" altLang="zh-CN" b="0" i="1" smtClean="0">
                            <a:latin typeface="Cambria Math" panose="02040503050406030204" pitchFamily="18" charset="0"/>
                          </a:rPr>
                          <m:t>𝑧</m:t>
                        </m:r>
                      </m:e>
                      <m:sub>
                        <m:r>
                          <a:rPr lang="en-GB" altLang="zh-CN" i="1">
                            <a:latin typeface="Cambria Math" panose="02040503050406030204" pitchFamily="18" charset="0"/>
                          </a:rPr>
                          <m:t>𝑘</m:t>
                        </m:r>
                      </m:sub>
                    </m:sSub>
                  </m:oMath>
                </a14:m>
                <a:r>
                  <a:rPr lang="en-GB" altLang="zh-CN" dirty="0"/>
                  <a:t>, Kalman Filter can be regards as a two-step process.</a:t>
                </a:r>
              </a:p>
              <a:p>
                <a:pPr marL="342900" indent="-342900">
                  <a:buFont typeface="+mj-lt"/>
                  <a:buAutoNum type="arabicPeriod"/>
                </a:pPr>
                <a:r>
                  <a:rPr lang="en-GB" dirty="0">
                    <a:solidFill>
                      <a:srgbClr val="003399"/>
                    </a:solidFill>
                  </a:rPr>
                  <a:t>Prediction step </a:t>
                </a:r>
                <a:r>
                  <a:rPr lang="en-GB" dirty="0"/>
                  <a:t>predicts the next state </a:t>
                </a:r>
                <a14:m>
                  <m:oMath xmlns:m="http://schemas.openxmlformats.org/officeDocument/2006/math">
                    <m:sSub>
                      <m:sSubPr>
                        <m:ctrlPr>
                          <a:rPr lang="en-GB" altLang="zh-CN" i="1" smtClean="0">
                            <a:latin typeface="Cambria Math" panose="02040503050406030204" pitchFamily="18" charset="0"/>
                          </a:rPr>
                        </m:ctrlPr>
                      </m:sSubPr>
                      <m:e>
                        <m:acc>
                          <m:accPr>
                            <m:chr m:val="̂"/>
                            <m:ctrlPr>
                              <a:rPr lang="en-GB" altLang="zh-CN" i="1">
                                <a:latin typeface="Cambria Math" panose="02040503050406030204" pitchFamily="18" charset="0"/>
                              </a:rPr>
                            </m:ctrlPr>
                          </m:accPr>
                          <m:e>
                            <m:r>
                              <a:rPr lang="en-GB" altLang="zh-CN" i="1">
                                <a:latin typeface="Cambria Math" panose="02040503050406030204" pitchFamily="18" charset="0"/>
                              </a:rPr>
                              <m:t>𝑥</m:t>
                            </m:r>
                          </m:e>
                        </m:acc>
                      </m:e>
                      <m:sub>
                        <m:r>
                          <a:rPr lang="en-GB" altLang="zh-CN" i="1">
                            <a:latin typeface="Cambria Math" panose="02040503050406030204" pitchFamily="18" charset="0"/>
                          </a:rPr>
                          <m:t>𝑘</m:t>
                        </m:r>
                        <m:r>
                          <a:rPr lang="en-GB" altLang="zh-CN" b="0" i="1" smtClean="0">
                            <a:latin typeface="Cambria Math" panose="02040503050406030204" pitchFamily="18" charset="0"/>
                          </a:rPr>
                          <m:t>−</m:t>
                        </m:r>
                      </m:sub>
                    </m:sSub>
                  </m:oMath>
                </a14:m>
                <a:r>
                  <a:rPr lang="en-GB" altLang="zh-CN" dirty="0"/>
                  <a:t> as well as the </a:t>
                </a:r>
                <a:r>
                  <a:rPr lang="en-GB" altLang="zh-CN" dirty="0">
                    <a:solidFill>
                      <a:schemeClr val="tx1"/>
                    </a:solidFill>
                  </a:rPr>
                  <a:t>variation </a:t>
                </a:r>
                <a14:m>
                  <m:oMath xmlns:m="http://schemas.openxmlformats.org/officeDocument/2006/math">
                    <m:sSub>
                      <m:sSubPr>
                        <m:ctrlPr>
                          <a:rPr lang="en-GB" altLang="zh-CN" i="1">
                            <a:solidFill>
                              <a:schemeClr val="tx1"/>
                            </a:solidFill>
                            <a:latin typeface="Cambria Math" panose="02040503050406030204" pitchFamily="18" charset="0"/>
                          </a:rPr>
                        </m:ctrlPr>
                      </m:sSubPr>
                      <m:e>
                        <m:r>
                          <a:rPr lang="en-GB" altLang="zh-CN" i="1">
                            <a:solidFill>
                              <a:schemeClr val="tx1"/>
                            </a:solidFill>
                            <a:latin typeface="Cambria Math" panose="02040503050406030204" pitchFamily="18" charset="0"/>
                          </a:rPr>
                          <m:t>𝑝</m:t>
                        </m:r>
                      </m:e>
                      <m:sub>
                        <m:r>
                          <a:rPr lang="en-GB" altLang="zh-CN" i="1">
                            <a:solidFill>
                              <a:schemeClr val="tx1"/>
                            </a:solidFill>
                            <a:latin typeface="Cambria Math" panose="02040503050406030204" pitchFamily="18" charset="0"/>
                          </a:rPr>
                          <m:t>𝑘</m:t>
                        </m:r>
                        <m:r>
                          <a:rPr lang="en-GB" altLang="zh-CN" i="1">
                            <a:solidFill>
                              <a:schemeClr val="tx1"/>
                            </a:solidFill>
                            <a:latin typeface="Cambria Math" panose="02040503050406030204" pitchFamily="18" charset="0"/>
                          </a:rPr>
                          <m:t>−</m:t>
                        </m:r>
                      </m:sub>
                    </m:sSub>
                  </m:oMath>
                </a14:m>
                <a:r>
                  <a:rPr lang="en-GB" altLang="zh-CN" dirty="0"/>
                  <a:t>.</a:t>
                </a:r>
              </a:p>
              <a:p>
                <a:pPr marL="342900" indent="-342900">
                  <a:buFont typeface="+mj-lt"/>
                  <a:buAutoNum type="arabicPeriod"/>
                </a:pPr>
                <a:r>
                  <a:rPr lang="en-GB" dirty="0">
                    <a:solidFill>
                      <a:srgbClr val="003399"/>
                    </a:solidFill>
                  </a:rPr>
                  <a:t>Updating step</a:t>
                </a:r>
                <a:r>
                  <a:rPr lang="en-GB" dirty="0"/>
                  <a:t> corrects the prediction according to the observation </a:t>
                </a:r>
                <a14:m>
                  <m:oMath xmlns:m="http://schemas.openxmlformats.org/officeDocument/2006/math">
                    <m:sSub>
                      <m:sSubPr>
                        <m:ctrlPr>
                          <a:rPr lang="en-GB" altLang="zh-CN" i="1" smtClean="0">
                            <a:latin typeface="Cambria Math" panose="02040503050406030204" pitchFamily="18" charset="0"/>
                          </a:rPr>
                        </m:ctrlPr>
                      </m:sSubPr>
                      <m:e>
                        <m:r>
                          <a:rPr lang="en-GB" altLang="zh-CN" b="0" i="1" smtClean="0">
                            <a:latin typeface="Cambria Math" panose="02040503050406030204" pitchFamily="18" charset="0"/>
                          </a:rPr>
                          <m:t>𝑧</m:t>
                        </m:r>
                      </m:e>
                      <m:sub>
                        <m:r>
                          <a:rPr lang="en-GB" altLang="zh-CN" i="1">
                            <a:latin typeface="Cambria Math" panose="02040503050406030204" pitchFamily="18" charset="0"/>
                          </a:rPr>
                          <m:t>𝑘</m:t>
                        </m:r>
                      </m:sub>
                    </m:sSub>
                  </m:oMath>
                </a14:m>
                <a:r>
                  <a:rPr lang="en-GB" dirty="0"/>
                  <a:t>.</a:t>
                </a:r>
              </a:p>
              <a:p>
                <a:r>
                  <a:rPr lang="en-GB" dirty="0"/>
                  <a:t>So far, we introduced the </a:t>
                </a:r>
                <a:r>
                  <a:rPr lang="en-GB" altLang="zh-CN" b="0" dirty="0"/>
                  <a:t>Kalman Filter</a:t>
                </a:r>
                <a:r>
                  <a:rPr lang="zh-CN" altLang="en-US" b="0" dirty="0"/>
                  <a:t> </a:t>
                </a:r>
                <a:r>
                  <a:rPr lang="en-GB" altLang="zh-CN" b="0" dirty="0"/>
                  <a:t>for single state variable (</a:t>
                </a:r>
                <a:r>
                  <a:rPr lang="en-GB" altLang="zh-CN" dirty="0"/>
                  <a:t>e.g. x in the example</a:t>
                </a:r>
                <a:r>
                  <a:rPr lang="en-GB" altLang="zh-CN" b="0" dirty="0"/>
                  <a:t>). </a:t>
                </a:r>
              </a:p>
              <a:p>
                <a:endParaRPr lang="en-GB" dirty="0"/>
              </a:p>
            </p:txBody>
          </p:sp>
        </mc:Choice>
        <mc:Fallback xmlns="">
          <p:sp>
            <p:nvSpPr>
              <p:cNvPr id="6" name="文本占位符 5">
                <a:extLst>
                  <a:ext uri="{FF2B5EF4-FFF2-40B4-BE49-F238E27FC236}">
                    <a16:creationId xmlns:a16="http://schemas.microsoft.com/office/drawing/2014/main" id="{F26AF3AB-F8A7-E5AF-9579-53E06432B134}"/>
                  </a:ext>
                </a:extLst>
              </p:cNvPr>
              <p:cNvSpPr>
                <a:spLocks noGrp="1" noRot="1" noChangeAspect="1" noMove="1" noResize="1" noEditPoints="1" noAdjustHandles="1" noChangeArrowheads="1" noChangeShapeType="1" noTextEdit="1"/>
              </p:cNvSpPr>
              <p:nvPr>
                <p:ph type="body" sz="quarter" idx="10"/>
              </p:nvPr>
            </p:nvSpPr>
            <p:spPr>
              <a:xfrm>
                <a:off x="628650" y="1484652"/>
                <a:ext cx="3900961" cy="3008403"/>
              </a:xfrm>
              <a:blipFill>
                <a:blip r:embed="rId3"/>
                <a:stretch>
                  <a:fillRect l="-974" t="-1688"/>
                </a:stretch>
              </a:blipFill>
            </p:spPr>
            <p:txBody>
              <a:bodyPr/>
              <a:lstStyle/>
              <a:p>
                <a:r>
                  <a:rPr lang="zh-CN" altLang="en-US">
                    <a:noFill/>
                  </a:rPr>
                  <a:t> </a:t>
                </a:r>
              </a:p>
            </p:txBody>
          </p:sp>
        </mc:Fallback>
      </mc:AlternateContent>
      <p:sp>
        <p:nvSpPr>
          <p:cNvPr id="2" name="圆角矩形 1">
            <a:extLst>
              <a:ext uri="{FF2B5EF4-FFF2-40B4-BE49-F238E27FC236}">
                <a16:creationId xmlns:a16="http://schemas.microsoft.com/office/drawing/2014/main" id="{1C4A6C2F-9F33-C494-90B5-73A5CE7607B0}"/>
              </a:ext>
            </a:extLst>
          </p:cNvPr>
          <p:cNvSpPr/>
          <p:nvPr/>
        </p:nvSpPr>
        <p:spPr>
          <a:xfrm>
            <a:off x="6382678" y="804946"/>
            <a:ext cx="2180027" cy="442061"/>
          </a:xfrm>
          <a:prstGeom prst="roundRect">
            <a:avLst>
              <a:gd name="adj" fmla="val 5718"/>
            </a:avLst>
          </a:prstGeom>
          <a:solidFill>
            <a:schemeClr val="bg1">
              <a:lumMod val="95000"/>
              <a:alpha val="6443"/>
            </a:schemeClr>
          </a:solidFill>
          <a:ln>
            <a:solidFill>
              <a:schemeClr val="tx2">
                <a:lumMod val="20000"/>
                <a:lumOff val="80000"/>
                <a:alpha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 name="圆角矩形 2">
            <a:extLst>
              <a:ext uri="{FF2B5EF4-FFF2-40B4-BE49-F238E27FC236}">
                <a16:creationId xmlns:a16="http://schemas.microsoft.com/office/drawing/2014/main" id="{C1E013C5-B775-6D1C-C4FD-8362BC6E3D74}"/>
              </a:ext>
            </a:extLst>
          </p:cNvPr>
          <p:cNvSpPr/>
          <p:nvPr/>
        </p:nvSpPr>
        <p:spPr>
          <a:xfrm>
            <a:off x="6382678" y="1770288"/>
            <a:ext cx="2180027" cy="1977468"/>
          </a:xfrm>
          <a:prstGeom prst="roundRect">
            <a:avLst>
              <a:gd name="adj" fmla="val 2292"/>
            </a:avLst>
          </a:prstGeom>
          <a:solidFill>
            <a:schemeClr val="bg1">
              <a:lumMod val="95000"/>
              <a:alpha val="39768"/>
            </a:schemeClr>
          </a:solid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mc:AlternateContent xmlns:mc="http://schemas.openxmlformats.org/markup-compatibility/2006" xmlns:a14="http://schemas.microsoft.com/office/drawing/2010/main">
        <mc:Choice Requires="a14">
          <p:sp>
            <p:nvSpPr>
              <p:cNvPr id="4" name="文本框 3">
                <a:extLst>
                  <a:ext uri="{FF2B5EF4-FFF2-40B4-BE49-F238E27FC236}">
                    <a16:creationId xmlns:a16="http://schemas.microsoft.com/office/drawing/2014/main" id="{A1D1BFA5-FC68-572B-C40B-6D3B58E3320D}"/>
                  </a:ext>
                </a:extLst>
              </p:cNvPr>
              <p:cNvSpPr txBox="1"/>
              <p:nvPr/>
            </p:nvSpPr>
            <p:spPr>
              <a:xfrm>
                <a:off x="7667956" y="558800"/>
                <a:ext cx="1057405" cy="307777"/>
              </a:xfrm>
              <a:prstGeom prst="rect">
                <a:avLst/>
              </a:prstGeom>
              <a:noFill/>
            </p:spPr>
            <p:txBody>
              <a:bodyPr wrap="none" rtlCol="0">
                <a:spAutoFit/>
              </a:bodyPr>
              <a:lstStyle/>
              <a:p>
                <a:r>
                  <a:rPr lang="en-GB" sz="1400" dirty="0">
                    <a:solidFill>
                      <a:schemeClr val="bg1">
                        <a:lumMod val="50000"/>
                      </a:schemeClr>
                    </a:solidFill>
                  </a:rPr>
                  <a:t>State </a:t>
                </a:r>
                <a14:m>
                  <m:oMath xmlns:m="http://schemas.openxmlformats.org/officeDocument/2006/math">
                    <m:r>
                      <a:rPr lang="en-GB" altLang="zh-CN" sz="1400" i="1" smtClean="0">
                        <a:solidFill>
                          <a:schemeClr val="bg1">
                            <a:lumMod val="50000"/>
                          </a:schemeClr>
                        </a:solidFill>
                        <a:latin typeface="Cambria Math" panose="02040503050406030204" pitchFamily="18" charset="0"/>
                      </a:rPr>
                      <m:t>𝑘</m:t>
                    </m:r>
                    <m:r>
                      <a:rPr lang="en-GB" altLang="zh-CN" sz="1400" b="0" i="1" smtClean="0">
                        <a:solidFill>
                          <a:schemeClr val="bg1">
                            <a:lumMod val="50000"/>
                          </a:schemeClr>
                        </a:solidFill>
                        <a:latin typeface="Cambria Math" panose="02040503050406030204" pitchFamily="18" charset="0"/>
                      </a:rPr>
                      <m:t>−1</m:t>
                    </m:r>
                  </m:oMath>
                </a14:m>
                <a:r>
                  <a:rPr lang="en-GB" sz="1400" dirty="0">
                    <a:solidFill>
                      <a:schemeClr val="bg1">
                        <a:lumMod val="50000"/>
                      </a:schemeClr>
                    </a:solidFill>
                  </a:rPr>
                  <a:t> </a:t>
                </a:r>
              </a:p>
            </p:txBody>
          </p:sp>
        </mc:Choice>
        <mc:Fallback xmlns="">
          <p:sp>
            <p:nvSpPr>
              <p:cNvPr id="4" name="文本框 3">
                <a:extLst>
                  <a:ext uri="{FF2B5EF4-FFF2-40B4-BE49-F238E27FC236}">
                    <a16:creationId xmlns:a16="http://schemas.microsoft.com/office/drawing/2014/main" id="{A1D1BFA5-FC68-572B-C40B-6D3B58E3320D}"/>
                  </a:ext>
                </a:extLst>
              </p:cNvPr>
              <p:cNvSpPr txBox="1">
                <a:spLocks noRot="1" noChangeAspect="1" noMove="1" noResize="1" noEditPoints="1" noAdjustHandles="1" noChangeArrowheads="1" noChangeShapeType="1" noTextEdit="1"/>
              </p:cNvSpPr>
              <p:nvPr/>
            </p:nvSpPr>
            <p:spPr>
              <a:xfrm>
                <a:off x="7667956" y="558800"/>
                <a:ext cx="1057405" cy="307777"/>
              </a:xfrm>
              <a:prstGeom prst="rect">
                <a:avLst/>
              </a:prstGeom>
              <a:blipFill>
                <a:blip r:embed="rId4"/>
                <a:stretch>
                  <a:fillRect l="-1190" t="-4000" b="-2000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 name="文本框 6">
                <a:extLst>
                  <a:ext uri="{FF2B5EF4-FFF2-40B4-BE49-F238E27FC236}">
                    <a16:creationId xmlns:a16="http://schemas.microsoft.com/office/drawing/2014/main" id="{8FFC573A-B76F-3D86-DF55-B491FAE3049C}"/>
                  </a:ext>
                </a:extLst>
              </p:cNvPr>
              <p:cNvSpPr txBox="1"/>
              <p:nvPr/>
            </p:nvSpPr>
            <p:spPr>
              <a:xfrm>
                <a:off x="7941416" y="1526262"/>
                <a:ext cx="743602" cy="307777"/>
              </a:xfrm>
              <a:prstGeom prst="rect">
                <a:avLst/>
              </a:prstGeom>
              <a:noFill/>
            </p:spPr>
            <p:txBody>
              <a:bodyPr wrap="none" rtlCol="0">
                <a:spAutoFit/>
              </a:bodyPr>
              <a:lstStyle/>
              <a:p>
                <a:r>
                  <a:rPr lang="en-GB" sz="1400" dirty="0">
                    <a:solidFill>
                      <a:schemeClr val="tx1">
                        <a:lumMod val="50000"/>
                        <a:lumOff val="50000"/>
                      </a:schemeClr>
                    </a:solidFill>
                  </a:rPr>
                  <a:t>State </a:t>
                </a:r>
                <a14:m>
                  <m:oMath xmlns:m="http://schemas.openxmlformats.org/officeDocument/2006/math">
                    <m:r>
                      <a:rPr lang="en-GB" altLang="zh-CN" sz="1400" i="1" smtClean="0">
                        <a:solidFill>
                          <a:schemeClr val="tx1">
                            <a:lumMod val="50000"/>
                            <a:lumOff val="50000"/>
                          </a:schemeClr>
                        </a:solidFill>
                        <a:latin typeface="Cambria Math" panose="02040503050406030204" pitchFamily="18" charset="0"/>
                      </a:rPr>
                      <m:t>𝑘</m:t>
                    </m:r>
                  </m:oMath>
                </a14:m>
                <a:r>
                  <a:rPr lang="en-GB" sz="1400" dirty="0">
                    <a:solidFill>
                      <a:schemeClr val="tx1">
                        <a:lumMod val="50000"/>
                        <a:lumOff val="50000"/>
                      </a:schemeClr>
                    </a:solidFill>
                  </a:rPr>
                  <a:t> </a:t>
                </a:r>
              </a:p>
            </p:txBody>
          </p:sp>
        </mc:Choice>
        <mc:Fallback xmlns="">
          <p:sp>
            <p:nvSpPr>
              <p:cNvPr id="7" name="文本框 6">
                <a:extLst>
                  <a:ext uri="{FF2B5EF4-FFF2-40B4-BE49-F238E27FC236}">
                    <a16:creationId xmlns:a16="http://schemas.microsoft.com/office/drawing/2014/main" id="{8FFC573A-B76F-3D86-DF55-B491FAE3049C}"/>
                  </a:ext>
                </a:extLst>
              </p:cNvPr>
              <p:cNvSpPr txBox="1">
                <a:spLocks noRot="1" noChangeAspect="1" noMove="1" noResize="1" noEditPoints="1" noAdjustHandles="1" noChangeArrowheads="1" noChangeShapeType="1" noTextEdit="1"/>
              </p:cNvSpPr>
              <p:nvPr/>
            </p:nvSpPr>
            <p:spPr>
              <a:xfrm>
                <a:off x="7941416" y="1526262"/>
                <a:ext cx="743602" cy="307777"/>
              </a:xfrm>
              <a:prstGeom prst="rect">
                <a:avLst/>
              </a:prstGeom>
              <a:blipFill>
                <a:blip r:embed="rId5"/>
                <a:stretch>
                  <a:fillRect l="-1695" t="-4000" b="-20000"/>
                </a:stretch>
              </a:blipFill>
            </p:spPr>
            <p:txBody>
              <a:bodyPr/>
              <a:lstStyle/>
              <a:p>
                <a:r>
                  <a:rPr lang="zh-CN" altLang="en-US">
                    <a:noFill/>
                  </a:rPr>
                  <a:t> </a:t>
                </a:r>
              </a:p>
            </p:txBody>
          </p:sp>
        </mc:Fallback>
      </mc:AlternateContent>
      <p:cxnSp>
        <p:nvCxnSpPr>
          <p:cNvPr id="9" name="直线箭头连接符 8">
            <a:extLst>
              <a:ext uri="{FF2B5EF4-FFF2-40B4-BE49-F238E27FC236}">
                <a16:creationId xmlns:a16="http://schemas.microsoft.com/office/drawing/2014/main" id="{BA8D5446-DB6E-2D39-8915-3C519ACCF10A}"/>
              </a:ext>
            </a:extLst>
          </p:cNvPr>
          <p:cNvCxnSpPr>
            <a:cxnSpLocks/>
            <a:endCxn id="3" idx="0"/>
          </p:cNvCxnSpPr>
          <p:nvPr/>
        </p:nvCxnSpPr>
        <p:spPr>
          <a:xfrm>
            <a:off x="7472692" y="1247069"/>
            <a:ext cx="0" cy="523219"/>
          </a:xfrm>
          <a:prstGeom prst="straightConnector1">
            <a:avLst/>
          </a:prstGeom>
          <a:ln w="15875">
            <a:solidFill>
              <a:srgbClr val="003399"/>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1" name="文本框 10">
                <a:extLst>
                  <a:ext uri="{FF2B5EF4-FFF2-40B4-BE49-F238E27FC236}">
                    <a16:creationId xmlns:a16="http://schemas.microsoft.com/office/drawing/2014/main" id="{B1BBBB3F-8A71-FE1D-C77B-A8401B920D24}"/>
                  </a:ext>
                </a:extLst>
              </p:cNvPr>
              <p:cNvSpPr txBox="1"/>
              <p:nvPr/>
            </p:nvSpPr>
            <p:spPr>
              <a:xfrm>
                <a:off x="6961604" y="1223043"/>
                <a:ext cx="578941" cy="52322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GB" altLang="zh-CN" sz="1400" i="1" smtClean="0">
                              <a:solidFill>
                                <a:schemeClr val="tx1"/>
                              </a:solidFill>
                              <a:latin typeface="Cambria Math" panose="02040503050406030204" pitchFamily="18" charset="0"/>
                            </a:rPr>
                          </m:ctrlPr>
                        </m:sSubPr>
                        <m:e>
                          <m:acc>
                            <m:accPr>
                              <m:chr m:val="̂"/>
                              <m:ctrlPr>
                                <a:rPr lang="en-GB" altLang="zh-CN" sz="1400" i="1">
                                  <a:solidFill>
                                    <a:schemeClr val="tx1"/>
                                  </a:solidFill>
                                  <a:latin typeface="Cambria Math" panose="02040503050406030204" pitchFamily="18" charset="0"/>
                                </a:rPr>
                              </m:ctrlPr>
                            </m:accPr>
                            <m:e>
                              <m:r>
                                <a:rPr lang="en-GB" altLang="zh-CN" sz="1400" i="1">
                                  <a:solidFill>
                                    <a:schemeClr val="tx1"/>
                                  </a:solidFill>
                                  <a:latin typeface="Cambria Math" panose="02040503050406030204" pitchFamily="18" charset="0"/>
                                </a:rPr>
                                <m:t>𝑥</m:t>
                              </m:r>
                            </m:e>
                          </m:acc>
                        </m:e>
                        <m:sub>
                          <m:r>
                            <a:rPr lang="en-GB" altLang="zh-CN" sz="1400" i="1">
                              <a:solidFill>
                                <a:schemeClr val="tx1"/>
                              </a:solidFill>
                              <a:latin typeface="Cambria Math" panose="02040503050406030204" pitchFamily="18" charset="0"/>
                            </a:rPr>
                            <m:t>𝑘</m:t>
                          </m:r>
                          <m:r>
                            <a:rPr lang="en-GB" altLang="zh-CN" sz="1400" b="0" i="1" smtClean="0">
                              <a:solidFill>
                                <a:schemeClr val="tx1"/>
                              </a:solidFill>
                              <a:latin typeface="Cambria Math" panose="02040503050406030204" pitchFamily="18" charset="0"/>
                            </a:rPr>
                            <m:t>−1</m:t>
                          </m:r>
                        </m:sub>
                      </m:sSub>
                    </m:oMath>
                  </m:oMathPara>
                </a14:m>
                <a:endParaRPr lang="en-GB" sz="1400" dirty="0">
                  <a:solidFill>
                    <a:schemeClr val="tx1"/>
                  </a:solidFill>
                </a:endParaRPr>
              </a:p>
              <a:p>
                <a:pPr/>
                <a14:m>
                  <m:oMathPara xmlns:m="http://schemas.openxmlformats.org/officeDocument/2006/math">
                    <m:oMathParaPr>
                      <m:jc m:val="centerGroup"/>
                    </m:oMathParaPr>
                    <m:oMath xmlns:m="http://schemas.openxmlformats.org/officeDocument/2006/math">
                      <m:sSub>
                        <m:sSubPr>
                          <m:ctrlPr>
                            <a:rPr lang="en-GB" altLang="zh-CN" sz="1400" i="1" smtClean="0">
                              <a:solidFill>
                                <a:schemeClr val="tx1"/>
                              </a:solidFill>
                              <a:latin typeface="Cambria Math" panose="02040503050406030204" pitchFamily="18" charset="0"/>
                            </a:rPr>
                          </m:ctrlPr>
                        </m:sSubPr>
                        <m:e>
                          <m:r>
                            <a:rPr lang="en-GB" altLang="zh-CN" sz="1400" i="1">
                              <a:solidFill>
                                <a:schemeClr val="tx1"/>
                              </a:solidFill>
                              <a:latin typeface="Cambria Math" panose="02040503050406030204" pitchFamily="18" charset="0"/>
                            </a:rPr>
                            <m:t>𝑝</m:t>
                          </m:r>
                        </m:e>
                        <m:sub>
                          <m:r>
                            <a:rPr lang="en-GB" altLang="zh-CN" sz="1400" i="1">
                              <a:solidFill>
                                <a:schemeClr val="tx1"/>
                              </a:solidFill>
                              <a:latin typeface="Cambria Math" panose="02040503050406030204" pitchFamily="18" charset="0"/>
                            </a:rPr>
                            <m:t>𝑘</m:t>
                          </m:r>
                          <m:r>
                            <a:rPr lang="en-GB" altLang="zh-CN" sz="1400" b="0" i="1" smtClean="0">
                              <a:solidFill>
                                <a:schemeClr val="tx1"/>
                              </a:solidFill>
                              <a:latin typeface="Cambria Math" panose="02040503050406030204" pitchFamily="18" charset="0"/>
                            </a:rPr>
                            <m:t>−1</m:t>
                          </m:r>
                        </m:sub>
                      </m:sSub>
                    </m:oMath>
                  </m:oMathPara>
                </a14:m>
                <a:endParaRPr lang="en-GB" sz="1400" dirty="0">
                  <a:solidFill>
                    <a:schemeClr val="tx1"/>
                  </a:solidFill>
                </a:endParaRPr>
              </a:p>
            </p:txBody>
          </p:sp>
        </mc:Choice>
        <mc:Fallback xmlns="">
          <p:sp>
            <p:nvSpPr>
              <p:cNvPr id="11" name="文本框 10">
                <a:extLst>
                  <a:ext uri="{FF2B5EF4-FFF2-40B4-BE49-F238E27FC236}">
                    <a16:creationId xmlns:a16="http://schemas.microsoft.com/office/drawing/2014/main" id="{B1BBBB3F-8A71-FE1D-C77B-A8401B920D24}"/>
                  </a:ext>
                </a:extLst>
              </p:cNvPr>
              <p:cNvSpPr txBox="1">
                <a:spLocks noRot="1" noChangeAspect="1" noMove="1" noResize="1" noEditPoints="1" noAdjustHandles="1" noChangeArrowheads="1" noChangeShapeType="1" noTextEdit="1"/>
              </p:cNvSpPr>
              <p:nvPr/>
            </p:nvSpPr>
            <p:spPr>
              <a:xfrm>
                <a:off x="6961604" y="1223043"/>
                <a:ext cx="578941" cy="523220"/>
              </a:xfrm>
              <a:prstGeom prst="rect">
                <a:avLst/>
              </a:prstGeom>
              <a:blipFill>
                <a:blip r:embed="rId6"/>
                <a:stretch>
                  <a:fillRect t="-2381" b="-2381"/>
                </a:stretch>
              </a:blipFill>
            </p:spPr>
            <p:txBody>
              <a:bodyPr/>
              <a:lstStyle/>
              <a:p>
                <a:r>
                  <a:rPr lang="zh-CN" altLang="en-US">
                    <a:noFill/>
                  </a:rPr>
                  <a:t> </a:t>
                </a:r>
              </a:p>
            </p:txBody>
          </p:sp>
        </mc:Fallback>
      </mc:AlternateContent>
      <p:cxnSp>
        <p:nvCxnSpPr>
          <p:cNvPr id="14" name="直线箭头连接符 13">
            <a:extLst>
              <a:ext uri="{FF2B5EF4-FFF2-40B4-BE49-F238E27FC236}">
                <a16:creationId xmlns:a16="http://schemas.microsoft.com/office/drawing/2014/main" id="{6665A95A-5F4D-85B8-949B-70AD38BB802A}"/>
              </a:ext>
            </a:extLst>
          </p:cNvPr>
          <p:cNvCxnSpPr>
            <a:cxnSpLocks/>
          </p:cNvCxnSpPr>
          <p:nvPr/>
        </p:nvCxnSpPr>
        <p:spPr>
          <a:xfrm>
            <a:off x="5838008" y="2389540"/>
            <a:ext cx="499252" cy="0"/>
          </a:xfrm>
          <a:prstGeom prst="straightConnector1">
            <a:avLst/>
          </a:prstGeom>
          <a:ln w="15875">
            <a:solidFill>
              <a:srgbClr val="003399"/>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7" name="文本框 16">
                <a:extLst>
                  <a:ext uri="{FF2B5EF4-FFF2-40B4-BE49-F238E27FC236}">
                    <a16:creationId xmlns:a16="http://schemas.microsoft.com/office/drawing/2014/main" id="{0B21C92D-012E-635B-2CE7-932550CD20F8}"/>
                  </a:ext>
                </a:extLst>
              </p:cNvPr>
              <p:cNvSpPr txBox="1"/>
              <p:nvPr/>
            </p:nvSpPr>
            <p:spPr>
              <a:xfrm>
                <a:off x="5872392" y="2081763"/>
                <a:ext cx="417165" cy="30777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GB" altLang="zh-CN" sz="1400" i="1" smtClean="0">
                              <a:latin typeface="Cambria Math" panose="02040503050406030204" pitchFamily="18" charset="0"/>
                            </a:rPr>
                          </m:ctrlPr>
                        </m:sSubPr>
                        <m:e>
                          <m:r>
                            <a:rPr lang="en-GB" altLang="zh-CN" sz="1400" i="1">
                              <a:latin typeface="Cambria Math" panose="02040503050406030204" pitchFamily="18" charset="0"/>
                            </a:rPr>
                            <m:t>𝑢</m:t>
                          </m:r>
                        </m:e>
                        <m:sub>
                          <m:r>
                            <a:rPr lang="en-GB" altLang="zh-CN" sz="1400" i="1">
                              <a:latin typeface="Cambria Math" panose="02040503050406030204" pitchFamily="18" charset="0"/>
                            </a:rPr>
                            <m:t>𝑘</m:t>
                          </m:r>
                        </m:sub>
                      </m:sSub>
                    </m:oMath>
                  </m:oMathPara>
                </a14:m>
                <a:endParaRPr lang="en-GB" altLang="zh-CN" sz="1400" i="1" dirty="0">
                  <a:latin typeface="Cambria Math" panose="02040503050406030204" pitchFamily="18" charset="0"/>
                </a:endParaRPr>
              </a:p>
            </p:txBody>
          </p:sp>
        </mc:Choice>
        <mc:Fallback xmlns="">
          <p:sp>
            <p:nvSpPr>
              <p:cNvPr id="17" name="文本框 16">
                <a:extLst>
                  <a:ext uri="{FF2B5EF4-FFF2-40B4-BE49-F238E27FC236}">
                    <a16:creationId xmlns:a16="http://schemas.microsoft.com/office/drawing/2014/main" id="{0B21C92D-012E-635B-2CE7-932550CD20F8}"/>
                  </a:ext>
                </a:extLst>
              </p:cNvPr>
              <p:cNvSpPr txBox="1">
                <a:spLocks noRot="1" noChangeAspect="1" noMove="1" noResize="1" noEditPoints="1" noAdjustHandles="1" noChangeArrowheads="1" noChangeShapeType="1" noTextEdit="1"/>
              </p:cNvSpPr>
              <p:nvPr/>
            </p:nvSpPr>
            <p:spPr>
              <a:xfrm>
                <a:off x="5872392" y="2081763"/>
                <a:ext cx="417165" cy="307777"/>
              </a:xfrm>
              <a:prstGeom prst="rect">
                <a:avLst/>
              </a:prstGeom>
              <a:blipFill>
                <a:blip r:embed="rId7"/>
                <a:stretch>
                  <a:fillRect/>
                </a:stretch>
              </a:blipFill>
            </p:spPr>
            <p:txBody>
              <a:bodyPr/>
              <a:lstStyle/>
              <a:p>
                <a:r>
                  <a:rPr lang="zh-CN" altLang="en-US">
                    <a:noFill/>
                  </a:rPr>
                  <a:t> </a:t>
                </a:r>
              </a:p>
            </p:txBody>
          </p:sp>
        </mc:Fallback>
      </mc:AlternateContent>
      <p:cxnSp>
        <p:nvCxnSpPr>
          <p:cNvPr id="18" name="直线箭头连接符 17">
            <a:extLst>
              <a:ext uri="{FF2B5EF4-FFF2-40B4-BE49-F238E27FC236}">
                <a16:creationId xmlns:a16="http://schemas.microsoft.com/office/drawing/2014/main" id="{7F0D6DAB-04B4-E26D-09E9-C01F8C642CC6}"/>
              </a:ext>
            </a:extLst>
          </p:cNvPr>
          <p:cNvCxnSpPr>
            <a:cxnSpLocks/>
          </p:cNvCxnSpPr>
          <p:nvPr/>
        </p:nvCxnSpPr>
        <p:spPr>
          <a:xfrm>
            <a:off x="7472692" y="3747756"/>
            <a:ext cx="0" cy="547246"/>
          </a:xfrm>
          <a:prstGeom prst="straightConnector1">
            <a:avLst/>
          </a:prstGeom>
          <a:ln w="15875">
            <a:solidFill>
              <a:srgbClr val="003399"/>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9" name="文本框 18">
                <a:extLst>
                  <a:ext uri="{FF2B5EF4-FFF2-40B4-BE49-F238E27FC236}">
                    <a16:creationId xmlns:a16="http://schemas.microsoft.com/office/drawing/2014/main" id="{EC14F54A-798B-AE32-5C51-61B40BEFFB59}"/>
                  </a:ext>
                </a:extLst>
              </p:cNvPr>
              <p:cNvSpPr txBox="1"/>
              <p:nvPr/>
            </p:nvSpPr>
            <p:spPr>
              <a:xfrm>
                <a:off x="7063669" y="3747756"/>
                <a:ext cx="409022" cy="52322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GB" altLang="zh-CN" sz="1400" i="1" smtClean="0">
                              <a:solidFill>
                                <a:schemeClr val="tx1"/>
                              </a:solidFill>
                              <a:latin typeface="Cambria Math" panose="02040503050406030204" pitchFamily="18" charset="0"/>
                            </a:rPr>
                          </m:ctrlPr>
                        </m:sSubPr>
                        <m:e>
                          <m:acc>
                            <m:accPr>
                              <m:chr m:val="̂"/>
                              <m:ctrlPr>
                                <a:rPr lang="en-GB" altLang="zh-CN" sz="1400" i="1">
                                  <a:solidFill>
                                    <a:schemeClr val="tx1"/>
                                  </a:solidFill>
                                  <a:latin typeface="Cambria Math" panose="02040503050406030204" pitchFamily="18" charset="0"/>
                                </a:rPr>
                              </m:ctrlPr>
                            </m:accPr>
                            <m:e>
                              <m:r>
                                <a:rPr lang="en-GB" altLang="zh-CN" sz="1400" i="1">
                                  <a:solidFill>
                                    <a:schemeClr val="tx1"/>
                                  </a:solidFill>
                                  <a:latin typeface="Cambria Math" panose="02040503050406030204" pitchFamily="18" charset="0"/>
                                </a:rPr>
                                <m:t>𝑥</m:t>
                              </m:r>
                            </m:e>
                          </m:acc>
                        </m:e>
                        <m:sub>
                          <m:r>
                            <a:rPr lang="en-GB" altLang="zh-CN" sz="1400" i="1">
                              <a:solidFill>
                                <a:schemeClr val="tx1"/>
                              </a:solidFill>
                              <a:latin typeface="Cambria Math" panose="02040503050406030204" pitchFamily="18" charset="0"/>
                            </a:rPr>
                            <m:t>𝑘</m:t>
                          </m:r>
                        </m:sub>
                      </m:sSub>
                    </m:oMath>
                  </m:oMathPara>
                </a14:m>
                <a:endParaRPr lang="en-GB" sz="1400" dirty="0">
                  <a:solidFill>
                    <a:schemeClr val="tx1"/>
                  </a:solidFill>
                </a:endParaRPr>
              </a:p>
              <a:p>
                <a:pPr/>
                <a14:m>
                  <m:oMathPara xmlns:m="http://schemas.openxmlformats.org/officeDocument/2006/math">
                    <m:oMathParaPr>
                      <m:jc m:val="centerGroup"/>
                    </m:oMathParaPr>
                    <m:oMath xmlns:m="http://schemas.openxmlformats.org/officeDocument/2006/math">
                      <m:sSub>
                        <m:sSubPr>
                          <m:ctrlPr>
                            <a:rPr lang="en-GB" altLang="zh-CN" sz="1400" i="1" smtClean="0">
                              <a:solidFill>
                                <a:schemeClr val="tx1"/>
                              </a:solidFill>
                              <a:latin typeface="Cambria Math" panose="02040503050406030204" pitchFamily="18" charset="0"/>
                            </a:rPr>
                          </m:ctrlPr>
                        </m:sSubPr>
                        <m:e>
                          <m:r>
                            <a:rPr lang="en-GB" altLang="zh-CN" sz="1400" i="1">
                              <a:solidFill>
                                <a:schemeClr val="tx1"/>
                              </a:solidFill>
                              <a:latin typeface="Cambria Math" panose="02040503050406030204" pitchFamily="18" charset="0"/>
                            </a:rPr>
                            <m:t>𝑝</m:t>
                          </m:r>
                        </m:e>
                        <m:sub>
                          <m:r>
                            <a:rPr lang="en-GB" altLang="zh-CN" sz="1400" i="1">
                              <a:solidFill>
                                <a:schemeClr val="tx1"/>
                              </a:solidFill>
                              <a:latin typeface="Cambria Math" panose="02040503050406030204" pitchFamily="18" charset="0"/>
                            </a:rPr>
                            <m:t>𝑘</m:t>
                          </m:r>
                        </m:sub>
                      </m:sSub>
                    </m:oMath>
                  </m:oMathPara>
                </a14:m>
                <a:endParaRPr lang="en-GB" sz="1400" dirty="0">
                  <a:solidFill>
                    <a:schemeClr val="tx1"/>
                  </a:solidFill>
                </a:endParaRPr>
              </a:p>
            </p:txBody>
          </p:sp>
        </mc:Choice>
        <mc:Fallback xmlns="">
          <p:sp>
            <p:nvSpPr>
              <p:cNvPr id="19" name="文本框 18">
                <a:extLst>
                  <a:ext uri="{FF2B5EF4-FFF2-40B4-BE49-F238E27FC236}">
                    <a16:creationId xmlns:a16="http://schemas.microsoft.com/office/drawing/2014/main" id="{EC14F54A-798B-AE32-5C51-61B40BEFFB59}"/>
                  </a:ext>
                </a:extLst>
              </p:cNvPr>
              <p:cNvSpPr txBox="1">
                <a:spLocks noRot="1" noChangeAspect="1" noMove="1" noResize="1" noEditPoints="1" noAdjustHandles="1" noChangeArrowheads="1" noChangeShapeType="1" noTextEdit="1"/>
              </p:cNvSpPr>
              <p:nvPr/>
            </p:nvSpPr>
            <p:spPr>
              <a:xfrm>
                <a:off x="7063669" y="3747756"/>
                <a:ext cx="409022" cy="523220"/>
              </a:xfrm>
              <a:prstGeom prst="rect">
                <a:avLst/>
              </a:prstGeom>
              <a:blipFill>
                <a:blip r:embed="rId8"/>
                <a:stretch>
                  <a:fillRect t="-2381"/>
                </a:stretch>
              </a:blipFill>
            </p:spPr>
            <p:txBody>
              <a:bodyPr/>
              <a:lstStyle/>
              <a:p>
                <a:r>
                  <a:rPr lang="zh-CN" altLang="en-US">
                    <a:noFill/>
                  </a:rPr>
                  <a:t> </a:t>
                </a:r>
              </a:p>
            </p:txBody>
          </p:sp>
        </mc:Fallback>
      </mc:AlternateContent>
      <p:sp>
        <p:nvSpPr>
          <p:cNvPr id="21" name="圆角矩形 20">
            <a:extLst>
              <a:ext uri="{FF2B5EF4-FFF2-40B4-BE49-F238E27FC236}">
                <a16:creationId xmlns:a16="http://schemas.microsoft.com/office/drawing/2014/main" id="{E9C43990-668A-5DC6-F349-589D9D2EA287}"/>
              </a:ext>
            </a:extLst>
          </p:cNvPr>
          <p:cNvSpPr/>
          <p:nvPr/>
        </p:nvSpPr>
        <p:spPr>
          <a:xfrm>
            <a:off x="6382678" y="4306265"/>
            <a:ext cx="2180027" cy="442061"/>
          </a:xfrm>
          <a:prstGeom prst="roundRect">
            <a:avLst>
              <a:gd name="adj" fmla="val 5718"/>
            </a:avLst>
          </a:prstGeom>
          <a:solidFill>
            <a:schemeClr val="bg1">
              <a:lumMod val="95000"/>
              <a:alpha val="6443"/>
            </a:schemeClr>
          </a:solidFill>
          <a:ln>
            <a:solidFill>
              <a:schemeClr val="tx2">
                <a:lumMod val="20000"/>
                <a:lumOff val="80000"/>
                <a:alpha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mc:AlternateContent xmlns:mc="http://schemas.openxmlformats.org/markup-compatibility/2006" xmlns:a14="http://schemas.microsoft.com/office/drawing/2010/main">
        <mc:Choice Requires="a14">
          <p:sp>
            <p:nvSpPr>
              <p:cNvPr id="22" name="文本框 21">
                <a:extLst>
                  <a:ext uri="{FF2B5EF4-FFF2-40B4-BE49-F238E27FC236}">
                    <a16:creationId xmlns:a16="http://schemas.microsoft.com/office/drawing/2014/main" id="{7137EDBB-85D0-F06A-1A31-11B28F6203B6}"/>
                  </a:ext>
                </a:extLst>
              </p:cNvPr>
              <p:cNvSpPr txBox="1"/>
              <p:nvPr/>
            </p:nvSpPr>
            <p:spPr>
              <a:xfrm>
                <a:off x="7667956" y="4060119"/>
                <a:ext cx="1057405" cy="307777"/>
              </a:xfrm>
              <a:prstGeom prst="rect">
                <a:avLst/>
              </a:prstGeom>
              <a:noFill/>
            </p:spPr>
            <p:txBody>
              <a:bodyPr wrap="none" rtlCol="0">
                <a:spAutoFit/>
              </a:bodyPr>
              <a:lstStyle/>
              <a:p>
                <a:r>
                  <a:rPr lang="en-GB" sz="1400" dirty="0">
                    <a:solidFill>
                      <a:schemeClr val="bg1">
                        <a:lumMod val="50000"/>
                      </a:schemeClr>
                    </a:solidFill>
                  </a:rPr>
                  <a:t>State </a:t>
                </a:r>
                <a14:m>
                  <m:oMath xmlns:m="http://schemas.openxmlformats.org/officeDocument/2006/math">
                    <m:r>
                      <a:rPr lang="en-GB" altLang="zh-CN" sz="1400" i="1" smtClean="0">
                        <a:solidFill>
                          <a:schemeClr val="bg1">
                            <a:lumMod val="50000"/>
                          </a:schemeClr>
                        </a:solidFill>
                        <a:latin typeface="Cambria Math" panose="02040503050406030204" pitchFamily="18" charset="0"/>
                      </a:rPr>
                      <m:t>𝑘</m:t>
                    </m:r>
                    <m:r>
                      <a:rPr lang="en-GB" altLang="zh-CN" sz="1400" b="0" i="1" smtClean="0">
                        <a:solidFill>
                          <a:schemeClr val="bg1">
                            <a:lumMod val="50000"/>
                          </a:schemeClr>
                        </a:solidFill>
                        <a:latin typeface="Cambria Math" panose="02040503050406030204" pitchFamily="18" charset="0"/>
                      </a:rPr>
                      <m:t>+1</m:t>
                    </m:r>
                  </m:oMath>
                </a14:m>
                <a:r>
                  <a:rPr lang="en-GB" sz="1400" dirty="0">
                    <a:solidFill>
                      <a:schemeClr val="bg1">
                        <a:lumMod val="50000"/>
                      </a:schemeClr>
                    </a:solidFill>
                  </a:rPr>
                  <a:t> </a:t>
                </a:r>
              </a:p>
            </p:txBody>
          </p:sp>
        </mc:Choice>
        <mc:Fallback xmlns="">
          <p:sp>
            <p:nvSpPr>
              <p:cNvPr id="22" name="文本框 21">
                <a:extLst>
                  <a:ext uri="{FF2B5EF4-FFF2-40B4-BE49-F238E27FC236}">
                    <a16:creationId xmlns:a16="http://schemas.microsoft.com/office/drawing/2014/main" id="{7137EDBB-85D0-F06A-1A31-11B28F6203B6}"/>
                  </a:ext>
                </a:extLst>
              </p:cNvPr>
              <p:cNvSpPr txBox="1">
                <a:spLocks noRot="1" noChangeAspect="1" noMove="1" noResize="1" noEditPoints="1" noAdjustHandles="1" noChangeArrowheads="1" noChangeShapeType="1" noTextEdit="1"/>
              </p:cNvSpPr>
              <p:nvPr/>
            </p:nvSpPr>
            <p:spPr>
              <a:xfrm>
                <a:off x="7667956" y="4060119"/>
                <a:ext cx="1057405" cy="307777"/>
              </a:xfrm>
              <a:prstGeom prst="rect">
                <a:avLst/>
              </a:prstGeom>
              <a:blipFill>
                <a:blip r:embed="rId9"/>
                <a:stretch>
                  <a:fillRect l="-1190" t="-3846" b="-1538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3" name="文本框 22">
                <a:extLst>
                  <a:ext uri="{FF2B5EF4-FFF2-40B4-BE49-F238E27FC236}">
                    <a16:creationId xmlns:a16="http://schemas.microsoft.com/office/drawing/2014/main" id="{92312D49-A6BE-5D47-9F2A-E0812BEA8CD8}"/>
                  </a:ext>
                </a:extLst>
              </p:cNvPr>
              <p:cNvSpPr txBox="1"/>
              <p:nvPr/>
            </p:nvSpPr>
            <p:spPr>
              <a:xfrm>
                <a:off x="6382677" y="1761370"/>
                <a:ext cx="2180027" cy="1902059"/>
              </a:xfrm>
              <a:prstGeom prst="rect">
                <a:avLst/>
              </a:prstGeom>
              <a:noFill/>
            </p:spPr>
            <p:txBody>
              <a:bodyPr wrap="square" rtlCol="0">
                <a:spAutoFit/>
              </a:bodyPr>
              <a:lstStyle/>
              <a:p>
                <a:pPr>
                  <a:lnSpc>
                    <a:spcPct val="120000"/>
                  </a:lnSpc>
                </a:pPr>
                <a:r>
                  <a:rPr lang="en-GB" altLang="zh-CN" sz="1400" dirty="0">
                    <a:solidFill>
                      <a:srgbClr val="003399"/>
                    </a:solidFill>
                    <a:latin typeface="Cambria Math" panose="02040503050406030204" pitchFamily="18" charset="0"/>
                  </a:rPr>
                  <a:t>Prediction</a:t>
                </a:r>
              </a:p>
              <a:p>
                <a:pPr algn="r">
                  <a:lnSpc>
                    <a:spcPct val="120000"/>
                  </a:lnSpc>
                </a:pPr>
                <a14:m>
                  <m:oMathPara xmlns:m="http://schemas.openxmlformats.org/officeDocument/2006/math">
                    <m:oMathParaPr>
                      <m:jc m:val="centerGroup"/>
                    </m:oMathParaPr>
                    <m:oMath xmlns:m="http://schemas.openxmlformats.org/officeDocument/2006/math">
                      <m:sSub>
                        <m:sSubPr>
                          <m:ctrlPr>
                            <a:rPr lang="en-GB" altLang="zh-CN" sz="1400" i="1" smtClean="0">
                              <a:solidFill>
                                <a:schemeClr val="tx1"/>
                              </a:solidFill>
                              <a:latin typeface="Cambria Math" panose="02040503050406030204" pitchFamily="18" charset="0"/>
                            </a:rPr>
                          </m:ctrlPr>
                        </m:sSubPr>
                        <m:e>
                          <m:acc>
                            <m:accPr>
                              <m:chr m:val="̂"/>
                              <m:ctrlPr>
                                <a:rPr lang="en-GB" altLang="zh-CN" sz="1400" i="1">
                                  <a:solidFill>
                                    <a:schemeClr val="tx1"/>
                                  </a:solidFill>
                                  <a:latin typeface="Cambria Math" panose="02040503050406030204" pitchFamily="18" charset="0"/>
                                </a:rPr>
                              </m:ctrlPr>
                            </m:accPr>
                            <m:e>
                              <m:r>
                                <a:rPr lang="en-GB" altLang="zh-CN" sz="1400" i="1">
                                  <a:solidFill>
                                    <a:schemeClr val="tx1"/>
                                  </a:solidFill>
                                  <a:latin typeface="Cambria Math" panose="02040503050406030204" pitchFamily="18" charset="0"/>
                                </a:rPr>
                                <m:t>𝑥</m:t>
                              </m:r>
                            </m:e>
                          </m:acc>
                        </m:e>
                        <m:sub>
                          <m:r>
                            <a:rPr lang="en-GB" altLang="zh-CN" sz="1400" i="1">
                              <a:solidFill>
                                <a:schemeClr val="tx1"/>
                              </a:solidFill>
                              <a:latin typeface="Cambria Math" panose="02040503050406030204" pitchFamily="18" charset="0"/>
                            </a:rPr>
                            <m:t>𝑘</m:t>
                          </m:r>
                          <m:r>
                            <a:rPr lang="en-GB" altLang="zh-CN" sz="1400" b="0" i="1" smtClean="0">
                              <a:solidFill>
                                <a:schemeClr val="tx1"/>
                              </a:solidFill>
                              <a:latin typeface="Cambria Math" panose="02040503050406030204" pitchFamily="18" charset="0"/>
                            </a:rPr>
                            <m:t>−</m:t>
                          </m:r>
                        </m:sub>
                      </m:sSub>
                      <m:r>
                        <a:rPr lang="en-GB" altLang="zh-CN" sz="1400" b="0" i="1" smtClean="0">
                          <a:solidFill>
                            <a:schemeClr val="tx1"/>
                          </a:solidFill>
                          <a:latin typeface="Cambria Math" panose="02040503050406030204" pitchFamily="18" charset="0"/>
                        </a:rPr>
                        <m:t>=</m:t>
                      </m:r>
                      <m:r>
                        <a:rPr lang="en-GB" altLang="zh-CN" sz="1400" b="0" i="1" smtClean="0">
                          <a:solidFill>
                            <a:schemeClr val="tx1"/>
                          </a:solidFill>
                          <a:latin typeface="Cambria Math" panose="02040503050406030204" pitchFamily="18" charset="0"/>
                        </a:rPr>
                        <m:t>𝑓</m:t>
                      </m:r>
                      <m:r>
                        <a:rPr lang="en-GB" altLang="zh-CN" sz="1400" b="0" i="1" smtClean="0">
                          <a:solidFill>
                            <a:schemeClr val="tx1"/>
                          </a:solidFill>
                          <a:latin typeface="Cambria Math" panose="02040503050406030204" pitchFamily="18" charset="0"/>
                        </a:rPr>
                        <m:t>⋅</m:t>
                      </m:r>
                      <m:sSub>
                        <m:sSubPr>
                          <m:ctrlPr>
                            <a:rPr lang="en-GB" altLang="zh-CN" sz="1400" i="1">
                              <a:solidFill>
                                <a:schemeClr val="tx1"/>
                              </a:solidFill>
                              <a:latin typeface="Cambria Math" panose="02040503050406030204" pitchFamily="18" charset="0"/>
                            </a:rPr>
                          </m:ctrlPr>
                        </m:sSubPr>
                        <m:e>
                          <m:acc>
                            <m:accPr>
                              <m:chr m:val="̂"/>
                              <m:ctrlPr>
                                <a:rPr lang="en-GB" altLang="zh-CN" sz="1400" i="1">
                                  <a:solidFill>
                                    <a:schemeClr val="tx1"/>
                                  </a:solidFill>
                                  <a:latin typeface="Cambria Math" panose="02040503050406030204" pitchFamily="18" charset="0"/>
                                </a:rPr>
                              </m:ctrlPr>
                            </m:accPr>
                            <m:e>
                              <m:r>
                                <a:rPr lang="en-GB" altLang="zh-CN" sz="1400" i="1">
                                  <a:solidFill>
                                    <a:schemeClr val="tx1"/>
                                  </a:solidFill>
                                  <a:latin typeface="Cambria Math" panose="02040503050406030204" pitchFamily="18" charset="0"/>
                                </a:rPr>
                                <m:t>𝑥</m:t>
                              </m:r>
                            </m:e>
                          </m:acc>
                        </m:e>
                        <m:sub>
                          <m:r>
                            <a:rPr lang="en-GB" altLang="zh-CN" sz="1400" i="1">
                              <a:solidFill>
                                <a:schemeClr val="tx1"/>
                              </a:solidFill>
                              <a:latin typeface="Cambria Math" panose="02040503050406030204" pitchFamily="18" charset="0"/>
                            </a:rPr>
                            <m:t>𝑘</m:t>
                          </m:r>
                          <m:r>
                            <a:rPr lang="en-GB" altLang="zh-CN" sz="1400" i="1">
                              <a:solidFill>
                                <a:schemeClr val="tx1"/>
                              </a:solidFill>
                              <a:latin typeface="Cambria Math" panose="02040503050406030204" pitchFamily="18" charset="0"/>
                            </a:rPr>
                            <m:t>−1</m:t>
                          </m:r>
                        </m:sub>
                      </m:sSub>
                      <m:r>
                        <a:rPr lang="en-GB" altLang="zh-CN" sz="1400" b="0" i="1" smtClean="0">
                          <a:solidFill>
                            <a:schemeClr val="tx1"/>
                          </a:solidFill>
                          <a:latin typeface="Cambria Math" panose="02040503050406030204" pitchFamily="18" charset="0"/>
                        </a:rPr>
                        <m:t>+</m:t>
                      </m:r>
                      <m:r>
                        <a:rPr lang="en-GB" altLang="zh-CN" sz="1400" b="0" i="1" smtClean="0">
                          <a:solidFill>
                            <a:schemeClr val="tx1"/>
                          </a:solidFill>
                          <a:latin typeface="Cambria Math" panose="02040503050406030204" pitchFamily="18" charset="0"/>
                        </a:rPr>
                        <m:t>𝑏</m:t>
                      </m:r>
                      <m:r>
                        <a:rPr lang="en-GB" altLang="zh-CN" sz="1400" b="0" i="1" smtClean="0">
                          <a:solidFill>
                            <a:schemeClr val="tx1"/>
                          </a:solidFill>
                          <a:latin typeface="Cambria Math" panose="02040503050406030204" pitchFamily="18" charset="0"/>
                        </a:rPr>
                        <m:t>⋅</m:t>
                      </m:r>
                      <m:sSub>
                        <m:sSubPr>
                          <m:ctrlPr>
                            <a:rPr lang="en-GB" altLang="zh-CN" sz="1400" i="1">
                              <a:solidFill>
                                <a:schemeClr val="tx1"/>
                              </a:solidFill>
                              <a:latin typeface="Cambria Math" panose="02040503050406030204" pitchFamily="18" charset="0"/>
                            </a:rPr>
                          </m:ctrlPr>
                        </m:sSubPr>
                        <m:e>
                          <m:r>
                            <a:rPr lang="en-GB" altLang="zh-CN" sz="1400" i="1">
                              <a:solidFill>
                                <a:schemeClr val="tx1"/>
                              </a:solidFill>
                              <a:latin typeface="Cambria Math" panose="02040503050406030204" pitchFamily="18" charset="0"/>
                            </a:rPr>
                            <m:t>𝑢</m:t>
                          </m:r>
                        </m:e>
                        <m:sub>
                          <m:r>
                            <a:rPr lang="en-GB" altLang="zh-CN" sz="1400" i="1">
                              <a:solidFill>
                                <a:schemeClr val="tx1"/>
                              </a:solidFill>
                              <a:latin typeface="Cambria Math" panose="02040503050406030204" pitchFamily="18" charset="0"/>
                            </a:rPr>
                            <m:t>𝑘</m:t>
                          </m:r>
                        </m:sub>
                      </m:sSub>
                    </m:oMath>
                  </m:oMathPara>
                </a14:m>
                <a:endParaRPr lang="en-GB" altLang="zh-CN" sz="1400" dirty="0">
                  <a:solidFill>
                    <a:schemeClr val="tx1"/>
                  </a:solidFill>
                </a:endParaRPr>
              </a:p>
              <a:p>
                <a:pPr algn="r">
                  <a:lnSpc>
                    <a:spcPct val="120000"/>
                  </a:lnSpc>
                </a:pPr>
                <a14:m>
                  <m:oMathPara xmlns:m="http://schemas.openxmlformats.org/officeDocument/2006/math">
                    <m:oMathParaPr>
                      <m:jc m:val="centerGroup"/>
                    </m:oMathParaPr>
                    <m:oMath xmlns:m="http://schemas.openxmlformats.org/officeDocument/2006/math">
                      <m:sSub>
                        <m:sSubPr>
                          <m:ctrlPr>
                            <a:rPr lang="en-GB" altLang="zh-CN" sz="1400" i="1" smtClean="0">
                              <a:solidFill>
                                <a:schemeClr val="tx1"/>
                              </a:solidFill>
                              <a:latin typeface="Cambria Math" panose="02040503050406030204" pitchFamily="18" charset="0"/>
                            </a:rPr>
                          </m:ctrlPr>
                        </m:sSubPr>
                        <m:e>
                          <m:r>
                            <a:rPr lang="en-GB" altLang="zh-CN" sz="1400" b="0" i="1" smtClean="0">
                              <a:solidFill>
                                <a:schemeClr val="tx1"/>
                              </a:solidFill>
                              <a:latin typeface="Cambria Math" panose="02040503050406030204" pitchFamily="18" charset="0"/>
                            </a:rPr>
                            <m:t>𝑝</m:t>
                          </m:r>
                        </m:e>
                        <m:sub>
                          <m:r>
                            <a:rPr lang="en-GB" altLang="zh-CN" sz="1400" i="1">
                              <a:solidFill>
                                <a:schemeClr val="tx1"/>
                              </a:solidFill>
                              <a:latin typeface="Cambria Math" panose="02040503050406030204" pitchFamily="18" charset="0"/>
                            </a:rPr>
                            <m:t>𝑘</m:t>
                          </m:r>
                          <m:r>
                            <a:rPr lang="en-GB" altLang="zh-CN" sz="1400" b="0" i="1" smtClean="0">
                              <a:solidFill>
                                <a:schemeClr val="tx1"/>
                              </a:solidFill>
                              <a:latin typeface="Cambria Math" panose="02040503050406030204" pitchFamily="18" charset="0"/>
                            </a:rPr>
                            <m:t>−</m:t>
                          </m:r>
                        </m:sub>
                      </m:sSub>
                      <m:r>
                        <a:rPr lang="en-GB" altLang="zh-CN" sz="1400" i="1">
                          <a:solidFill>
                            <a:schemeClr val="tx1"/>
                          </a:solidFill>
                          <a:latin typeface="Cambria Math" panose="02040503050406030204" pitchFamily="18" charset="0"/>
                        </a:rPr>
                        <m:t>=</m:t>
                      </m:r>
                      <m:sSup>
                        <m:sSupPr>
                          <m:ctrlPr>
                            <a:rPr lang="en-GB" altLang="zh-CN" sz="1400" b="0" i="1" smtClean="0">
                              <a:solidFill>
                                <a:schemeClr val="tx1"/>
                              </a:solidFill>
                              <a:latin typeface="Cambria Math" panose="02040503050406030204" pitchFamily="18" charset="0"/>
                            </a:rPr>
                          </m:ctrlPr>
                        </m:sSupPr>
                        <m:e>
                          <m:r>
                            <a:rPr lang="en-GB" altLang="zh-CN" sz="1400" i="1">
                              <a:solidFill>
                                <a:schemeClr val="tx1"/>
                              </a:solidFill>
                              <a:latin typeface="Cambria Math" panose="02040503050406030204" pitchFamily="18" charset="0"/>
                            </a:rPr>
                            <m:t>𝑓</m:t>
                          </m:r>
                        </m:e>
                        <m:sup>
                          <m:r>
                            <a:rPr lang="en-GB" altLang="zh-CN" sz="1400" b="0" i="1" smtClean="0">
                              <a:solidFill>
                                <a:schemeClr val="tx1"/>
                              </a:solidFill>
                              <a:latin typeface="Cambria Math" panose="02040503050406030204" pitchFamily="18" charset="0"/>
                            </a:rPr>
                            <m:t>2</m:t>
                          </m:r>
                        </m:sup>
                      </m:sSup>
                      <m:r>
                        <a:rPr lang="en-GB" altLang="zh-CN" sz="1400" i="1">
                          <a:solidFill>
                            <a:schemeClr val="tx1"/>
                          </a:solidFill>
                          <a:latin typeface="Cambria Math" panose="02040503050406030204" pitchFamily="18" charset="0"/>
                        </a:rPr>
                        <m:t>⋅</m:t>
                      </m:r>
                      <m:sSub>
                        <m:sSubPr>
                          <m:ctrlPr>
                            <a:rPr lang="en-GB" altLang="zh-CN" sz="1400" i="1">
                              <a:solidFill>
                                <a:schemeClr val="tx1"/>
                              </a:solidFill>
                              <a:latin typeface="Cambria Math" panose="02040503050406030204" pitchFamily="18" charset="0"/>
                            </a:rPr>
                          </m:ctrlPr>
                        </m:sSubPr>
                        <m:e>
                          <m:r>
                            <a:rPr lang="en-GB" altLang="zh-CN" sz="1400" i="1">
                              <a:solidFill>
                                <a:schemeClr val="tx1"/>
                              </a:solidFill>
                              <a:latin typeface="Cambria Math" panose="02040503050406030204" pitchFamily="18" charset="0"/>
                            </a:rPr>
                            <m:t>𝑝</m:t>
                          </m:r>
                        </m:e>
                        <m:sub>
                          <m:r>
                            <a:rPr lang="en-GB" altLang="zh-CN" sz="1400" i="1">
                              <a:solidFill>
                                <a:schemeClr val="tx1"/>
                              </a:solidFill>
                              <a:latin typeface="Cambria Math" panose="02040503050406030204" pitchFamily="18" charset="0"/>
                            </a:rPr>
                            <m:t>𝑘</m:t>
                          </m:r>
                          <m:r>
                            <a:rPr lang="en-GB" altLang="zh-CN" sz="1400" b="0" i="1" smtClean="0">
                              <a:solidFill>
                                <a:schemeClr val="tx1"/>
                              </a:solidFill>
                              <a:latin typeface="Cambria Math" panose="02040503050406030204" pitchFamily="18" charset="0"/>
                            </a:rPr>
                            <m:t>−1</m:t>
                          </m:r>
                        </m:sub>
                      </m:sSub>
                      <m:r>
                        <a:rPr lang="en-GB" altLang="zh-CN" sz="1400" b="0" i="1" smtClean="0">
                          <a:solidFill>
                            <a:schemeClr val="tx1"/>
                          </a:solidFill>
                          <a:latin typeface="Cambria Math" panose="02040503050406030204" pitchFamily="18" charset="0"/>
                        </a:rPr>
                        <m:t>+</m:t>
                      </m:r>
                      <m:sSub>
                        <m:sSubPr>
                          <m:ctrlPr>
                            <a:rPr lang="en-GB" altLang="zh-CN" sz="1400" b="0" i="1" smtClean="0">
                              <a:solidFill>
                                <a:schemeClr val="tx1"/>
                              </a:solidFill>
                              <a:latin typeface="Cambria Math" panose="02040503050406030204" pitchFamily="18" charset="0"/>
                            </a:rPr>
                          </m:ctrlPr>
                        </m:sSubPr>
                        <m:e>
                          <m:r>
                            <a:rPr lang="en-GB" altLang="zh-CN" sz="1400" b="0" i="1" smtClean="0">
                              <a:solidFill>
                                <a:schemeClr val="tx1"/>
                              </a:solidFill>
                              <a:latin typeface="Cambria Math" panose="02040503050406030204" pitchFamily="18" charset="0"/>
                            </a:rPr>
                            <m:t>𝑞</m:t>
                          </m:r>
                        </m:e>
                        <m:sub>
                          <m:r>
                            <a:rPr lang="en-GB" altLang="zh-CN" sz="1400" b="0" i="1" smtClean="0">
                              <a:solidFill>
                                <a:schemeClr val="tx1"/>
                              </a:solidFill>
                              <a:latin typeface="Cambria Math" panose="02040503050406030204" pitchFamily="18" charset="0"/>
                            </a:rPr>
                            <m:t>𝑘</m:t>
                          </m:r>
                        </m:sub>
                      </m:sSub>
                    </m:oMath>
                  </m:oMathPara>
                </a14:m>
                <a:endParaRPr lang="en-GB" sz="1400" dirty="0">
                  <a:solidFill>
                    <a:schemeClr val="tx1"/>
                  </a:solidFill>
                </a:endParaRPr>
              </a:p>
              <a:p>
                <a:pPr>
                  <a:lnSpc>
                    <a:spcPct val="120000"/>
                  </a:lnSpc>
                </a:pPr>
                <a:r>
                  <a:rPr lang="en-GB" sz="1400" dirty="0">
                    <a:solidFill>
                      <a:srgbClr val="003399"/>
                    </a:solidFill>
                  </a:rPr>
                  <a:t>Updating</a:t>
                </a:r>
              </a:p>
              <a:p>
                <a:pPr>
                  <a:lnSpc>
                    <a:spcPct val="120000"/>
                  </a:lnSpc>
                </a:pPr>
                <a14:m>
                  <m:oMathPara xmlns:m="http://schemas.openxmlformats.org/officeDocument/2006/math">
                    <m:oMathParaPr>
                      <m:jc m:val="centerGroup"/>
                    </m:oMathParaPr>
                    <m:oMath xmlns:m="http://schemas.openxmlformats.org/officeDocument/2006/math">
                      <m:sSub>
                        <m:sSubPr>
                          <m:ctrlPr>
                            <a:rPr lang="en-GB" altLang="zh-CN" sz="1400" b="0" i="1" smtClean="0">
                              <a:solidFill>
                                <a:schemeClr val="tx1"/>
                              </a:solidFill>
                              <a:latin typeface="Cambria Math" panose="02040503050406030204" pitchFamily="18" charset="0"/>
                            </a:rPr>
                          </m:ctrlPr>
                        </m:sSubPr>
                        <m:e>
                          <m:r>
                            <a:rPr lang="en-GB" altLang="zh-CN" sz="1400" b="0" i="1" smtClean="0">
                              <a:solidFill>
                                <a:schemeClr val="tx1"/>
                              </a:solidFill>
                              <a:latin typeface="Cambria Math" panose="02040503050406030204" pitchFamily="18" charset="0"/>
                            </a:rPr>
                            <m:t>𝜆</m:t>
                          </m:r>
                        </m:e>
                        <m:sub>
                          <m:r>
                            <a:rPr lang="en-GB" altLang="zh-CN" sz="1400" b="0" i="1" smtClean="0">
                              <a:solidFill>
                                <a:schemeClr val="tx1"/>
                              </a:solidFill>
                              <a:latin typeface="Cambria Math" panose="02040503050406030204" pitchFamily="18" charset="0"/>
                            </a:rPr>
                            <m:t>𝑘</m:t>
                          </m:r>
                        </m:sub>
                      </m:sSub>
                      <m:r>
                        <a:rPr lang="en-GB" altLang="zh-CN" sz="1400" b="0" i="1" smtClean="0">
                          <a:solidFill>
                            <a:schemeClr val="tx1"/>
                          </a:solidFill>
                          <a:latin typeface="Cambria Math" panose="02040503050406030204" pitchFamily="18" charset="0"/>
                        </a:rPr>
                        <m:t>=</m:t>
                      </m:r>
                      <m:sSub>
                        <m:sSubPr>
                          <m:ctrlPr>
                            <a:rPr lang="en-GB" altLang="zh-CN" sz="1400" i="1">
                              <a:latin typeface="Cambria Math" panose="02040503050406030204" pitchFamily="18" charset="0"/>
                            </a:rPr>
                          </m:ctrlPr>
                        </m:sSubPr>
                        <m:e>
                          <m:r>
                            <a:rPr lang="en-GB" altLang="zh-CN" sz="1400" i="1">
                              <a:latin typeface="Cambria Math" panose="02040503050406030204" pitchFamily="18" charset="0"/>
                            </a:rPr>
                            <m:t>𝑝</m:t>
                          </m:r>
                        </m:e>
                        <m:sub>
                          <m:r>
                            <a:rPr lang="en-GB" altLang="zh-CN" sz="1400" i="1">
                              <a:latin typeface="Cambria Math" panose="02040503050406030204" pitchFamily="18" charset="0"/>
                            </a:rPr>
                            <m:t>𝑘</m:t>
                          </m:r>
                          <m:r>
                            <a:rPr lang="en-GB" altLang="zh-CN" sz="1400" i="1">
                              <a:latin typeface="Cambria Math" panose="02040503050406030204" pitchFamily="18" charset="0"/>
                            </a:rPr>
                            <m:t>−</m:t>
                          </m:r>
                        </m:sub>
                      </m:sSub>
                      <m:r>
                        <a:rPr lang="en-GB" altLang="zh-CN" sz="1400" b="0" i="1" smtClean="0">
                          <a:latin typeface="Cambria Math" panose="02040503050406030204" pitchFamily="18" charset="0"/>
                        </a:rPr>
                        <m:t> / </m:t>
                      </m:r>
                      <m:d>
                        <m:dPr>
                          <m:ctrlPr>
                            <a:rPr lang="en-GB" altLang="zh-CN" sz="1400" i="1">
                              <a:latin typeface="Cambria Math" panose="02040503050406030204" pitchFamily="18" charset="0"/>
                            </a:rPr>
                          </m:ctrlPr>
                        </m:dPr>
                        <m:e>
                          <m:sSub>
                            <m:sSubPr>
                              <m:ctrlPr>
                                <a:rPr lang="en-GB" altLang="zh-CN" sz="1400" i="1">
                                  <a:latin typeface="Cambria Math" panose="02040503050406030204" pitchFamily="18" charset="0"/>
                                </a:rPr>
                              </m:ctrlPr>
                            </m:sSubPr>
                            <m:e>
                              <m:r>
                                <a:rPr lang="en-GB" altLang="zh-CN" sz="1400" i="1">
                                  <a:latin typeface="Cambria Math" panose="02040503050406030204" pitchFamily="18" charset="0"/>
                                </a:rPr>
                                <m:t>𝑝</m:t>
                              </m:r>
                            </m:e>
                            <m:sub>
                              <m:r>
                                <a:rPr lang="en-GB" altLang="zh-CN" sz="1400" i="1">
                                  <a:latin typeface="Cambria Math" panose="02040503050406030204" pitchFamily="18" charset="0"/>
                                </a:rPr>
                                <m:t>𝑘</m:t>
                              </m:r>
                              <m:r>
                                <a:rPr lang="en-GB" altLang="zh-CN" sz="1400" i="1">
                                  <a:latin typeface="Cambria Math" panose="02040503050406030204" pitchFamily="18" charset="0"/>
                                </a:rPr>
                                <m:t>−</m:t>
                              </m:r>
                            </m:sub>
                          </m:sSub>
                          <m:r>
                            <a:rPr lang="en-GB" altLang="zh-CN" sz="1400" i="1">
                              <a:latin typeface="Cambria Math" panose="02040503050406030204" pitchFamily="18" charset="0"/>
                            </a:rPr>
                            <m:t>+</m:t>
                          </m:r>
                          <m:sSub>
                            <m:sSubPr>
                              <m:ctrlPr>
                                <a:rPr lang="en-GB" altLang="zh-CN" sz="1400" i="1">
                                  <a:latin typeface="Cambria Math" panose="02040503050406030204" pitchFamily="18" charset="0"/>
                                </a:rPr>
                              </m:ctrlPr>
                            </m:sSubPr>
                            <m:e>
                              <m:r>
                                <a:rPr lang="en-GB" altLang="zh-CN" sz="1400" i="1">
                                  <a:latin typeface="Cambria Math" panose="02040503050406030204" pitchFamily="18" charset="0"/>
                                </a:rPr>
                                <m:t>𝑟</m:t>
                              </m:r>
                            </m:e>
                            <m:sub>
                              <m:r>
                                <a:rPr lang="en-GB" altLang="zh-CN" sz="1400" i="1">
                                  <a:latin typeface="Cambria Math" panose="02040503050406030204" pitchFamily="18" charset="0"/>
                                </a:rPr>
                                <m:t>𝑘</m:t>
                              </m:r>
                            </m:sub>
                          </m:sSub>
                        </m:e>
                      </m:d>
                    </m:oMath>
                  </m:oMathPara>
                </a14:m>
                <a:endParaRPr lang="en-GB" sz="1400" dirty="0">
                  <a:solidFill>
                    <a:schemeClr val="tx1"/>
                  </a:solidFill>
                </a:endParaRPr>
              </a:p>
              <a:p>
                <a:pPr>
                  <a:lnSpc>
                    <a:spcPct val="120000"/>
                  </a:lnSpc>
                </a:pPr>
                <a14:m>
                  <m:oMathPara xmlns:m="http://schemas.openxmlformats.org/officeDocument/2006/math">
                    <m:oMathParaPr>
                      <m:jc m:val="centerGroup"/>
                    </m:oMathParaPr>
                    <m:oMath xmlns:m="http://schemas.openxmlformats.org/officeDocument/2006/math">
                      <m:sSub>
                        <m:sSubPr>
                          <m:ctrlPr>
                            <a:rPr lang="en-GB" altLang="zh-CN" sz="1400" i="1" smtClean="0">
                              <a:solidFill>
                                <a:schemeClr val="tx1"/>
                              </a:solidFill>
                              <a:latin typeface="Cambria Math" panose="02040503050406030204" pitchFamily="18" charset="0"/>
                            </a:rPr>
                          </m:ctrlPr>
                        </m:sSubPr>
                        <m:e>
                          <m:acc>
                            <m:accPr>
                              <m:chr m:val="̂"/>
                              <m:ctrlPr>
                                <a:rPr lang="en-GB" altLang="zh-CN" sz="1400" i="1">
                                  <a:solidFill>
                                    <a:schemeClr val="tx1"/>
                                  </a:solidFill>
                                  <a:latin typeface="Cambria Math" panose="02040503050406030204" pitchFamily="18" charset="0"/>
                                </a:rPr>
                              </m:ctrlPr>
                            </m:accPr>
                            <m:e>
                              <m:r>
                                <a:rPr lang="en-GB" altLang="zh-CN" sz="1400" i="1">
                                  <a:solidFill>
                                    <a:schemeClr val="tx1"/>
                                  </a:solidFill>
                                  <a:latin typeface="Cambria Math" panose="02040503050406030204" pitchFamily="18" charset="0"/>
                                </a:rPr>
                                <m:t>𝑥</m:t>
                              </m:r>
                            </m:e>
                          </m:acc>
                        </m:e>
                        <m:sub>
                          <m:r>
                            <a:rPr lang="en-GB" altLang="zh-CN" sz="1400" i="1">
                              <a:solidFill>
                                <a:schemeClr val="tx1"/>
                              </a:solidFill>
                              <a:latin typeface="Cambria Math" panose="02040503050406030204" pitchFamily="18" charset="0"/>
                            </a:rPr>
                            <m:t>𝑘</m:t>
                          </m:r>
                        </m:sub>
                      </m:sSub>
                      <m:r>
                        <a:rPr lang="en-GB" altLang="zh-CN" sz="1400" b="0" i="1" smtClean="0">
                          <a:solidFill>
                            <a:schemeClr val="tx1"/>
                          </a:solidFill>
                          <a:latin typeface="Cambria Math" panose="02040503050406030204" pitchFamily="18" charset="0"/>
                        </a:rPr>
                        <m:t>=</m:t>
                      </m:r>
                      <m:sSub>
                        <m:sSubPr>
                          <m:ctrlPr>
                            <a:rPr lang="en-GB" altLang="zh-CN" sz="1400" i="1" smtClean="0">
                              <a:solidFill>
                                <a:schemeClr val="tx1"/>
                              </a:solidFill>
                              <a:latin typeface="Cambria Math" panose="02040503050406030204" pitchFamily="18" charset="0"/>
                            </a:rPr>
                          </m:ctrlPr>
                        </m:sSubPr>
                        <m:e>
                          <m:acc>
                            <m:accPr>
                              <m:chr m:val="̂"/>
                              <m:ctrlPr>
                                <a:rPr lang="en-GB" altLang="zh-CN" sz="1400" i="1">
                                  <a:solidFill>
                                    <a:schemeClr val="tx1"/>
                                  </a:solidFill>
                                  <a:latin typeface="Cambria Math" panose="02040503050406030204" pitchFamily="18" charset="0"/>
                                </a:rPr>
                              </m:ctrlPr>
                            </m:accPr>
                            <m:e>
                              <m:r>
                                <a:rPr lang="en-GB" altLang="zh-CN" sz="1400" i="1">
                                  <a:solidFill>
                                    <a:schemeClr val="tx1"/>
                                  </a:solidFill>
                                  <a:latin typeface="Cambria Math" panose="02040503050406030204" pitchFamily="18" charset="0"/>
                                </a:rPr>
                                <m:t>𝑥</m:t>
                              </m:r>
                            </m:e>
                          </m:acc>
                        </m:e>
                        <m:sub>
                          <m:r>
                            <a:rPr lang="en-GB" altLang="zh-CN" sz="1400" i="1">
                              <a:solidFill>
                                <a:schemeClr val="tx1"/>
                              </a:solidFill>
                              <a:latin typeface="Cambria Math" panose="02040503050406030204" pitchFamily="18" charset="0"/>
                            </a:rPr>
                            <m:t>𝑘</m:t>
                          </m:r>
                          <m:r>
                            <a:rPr lang="en-GB" altLang="zh-CN" sz="1400" i="1">
                              <a:solidFill>
                                <a:schemeClr val="tx1"/>
                              </a:solidFill>
                              <a:latin typeface="Cambria Math" panose="02040503050406030204" pitchFamily="18" charset="0"/>
                            </a:rPr>
                            <m:t>−</m:t>
                          </m:r>
                        </m:sub>
                      </m:sSub>
                      <m:r>
                        <a:rPr lang="en-GB" altLang="zh-CN" sz="1400" b="0" i="1" smtClean="0">
                          <a:solidFill>
                            <a:schemeClr val="tx1"/>
                          </a:solidFill>
                          <a:latin typeface="Cambria Math" panose="02040503050406030204" pitchFamily="18" charset="0"/>
                        </a:rPr>
                        <m:t>+</m:t>
                      </m:r>
                      <m:sSub>
                        <m:sSubPr>
                          <m:ctrlPr>
                            <a:rPr lang="en-GB" altLang="zh-CN" sz="1400" b="0" i="1" smtClean="0">
                              <a:solidFill>
                                <a:schemeClr val="tx1"/>
                              </a:solidFill>
                              <a:latin typeface="Cambria Math" panose="02040503050406030204" pitchFamily="18" charset="0"/>
                            </a:rPr>
                          </m:ctrlPr>
                        </m:sSubPr>
                        <m:e>
                          <m:r>
                            <a:rPr lang="en-GB" altLang="zh-CN" sz="1400" b="0" i="1" smtClean="0">
                              <a:solidFill>
                                <a:schemeClr val="tx1"/>
                              </a:solidFill>
                              <a:latin typeface="Cambria Math" panose="02040503050406030204" pitchFamily="18" charset="0"/>
                            </a:rPr>
                            <m:t>𝜆</m:t>
                          </m:r>
                        </m:e>
                        <m:sub>
                          <m:r>
                            <a:rPr lang="en-GB" altLang="zh-CN" sz="1400" b="0" i="1" smtClean="0">
                              <a:solidFill>
                                <a:schemeClr val="tx1"/>
                              </a:solidFill>
                              <a:latin typeface="Cambria Math" panose="02040503050406030204" pitchFamily="18" charset="0"/>
                            </a:rPr>
                            <m:t>𝑘</m:t>
                          </m:r>
                        </m:sub>
                      </m:sSub>
                      <m:d>
                        <m:dPr>
                          <m:ctrlPr>
                            <a:rPr lang="en-GB" altLang="zh-CN" sz="1400" b="0" i="1" smtClean="0">
                              <a:solidFill>
                                <a:schemeClr val="tx1"/>
                              </a:solidFill>
                              <a:latin typeface="Cambria Math" panose="02040503050406030204" pitchFamily="18" charset="0"/>
                            </a:rPr>
                          </m:ctrlPr>
                        </m:dPr>
                        <m:e>
                          <m:sSub>
                            <m:sSubPr>
                              <m:ctrlPr>
                                <a:rPr lang="en-GB" altLang="zh-CN" sz="1400" b="0" i="1" smtClean="0">
                                  <a:solidFill>
                                    <a:schemeClr val="tx1"/>
                                  </a:solidFill>
                                  <a:latin typeface="Cambria Math" panose="02040503050406030204" pitchFamily="18" charset="0"/>
                                </a:rPr>
                              </m:ctrlPr>
                            </m:sSubPr>
                            <m:e>
                              <m:r>
                                <a:rPr lang="en-GB" altLang="zh-CN" sz="1400" b="0" i="1" smtClean="0">
                                  <a:solidFill>
                                    <a:schemeClr val="tx1"/>
                                  </a:solidFill>
                                  <a:latin typeface="Cambria Math" panose="02040503050406030204" pitchFamily="18" charset="0"/>
                                </a:rPr>
                                <m:t>𝑧</m:t>
                              </m:r>
                            </m:e>
                            <m:sub>
                              <m:r>
                                <a:rPr lang="en-GB" altLang="zh-CN" sz="1400" b="0" i="1" smtClean="0">
                                  <a:solidFill>
                                    <a:schemeClr val="tx1"/>
                                  </a:solidFill>
                                  <a:latin typeface="Cambria Math" panose="02040503050406030204" pitchFamily="18" charset="0"/>
                                </a:rPr>
                                <m:t>𝑘</m:t>
                              </m:r>
                            </m:sub>
                          </m:sSub>
                          <m:r>
                            <a:rPr lang="en-GB" altLang="zh-CN" sz="1400" b="0" i="1" smtClean="0">
                              <a:solidFill>
                                <a:schemeClr val="tx1"/>
                              </a:solidFill>
                              <a:latin typeface="Cambria Math" panose="02040503050406030204" pitchFamily="18" charset="0"/>
                            </a:rPr>
                            <m:t>−</m:t>
                          </m:r>
                          <m:sSub>
                            <m:sSubPr>
                              <m:ctrlPr>
                                <a:rPr lang="en-GB" altLang="zh-CN" sz="1400" i="1">
                                  <a:solidFill>
                                    <a:schemeClr val="tx1"/>
                                  </a:solidFill>
                                  <a:latin typeface="Cambria Math" panose="02040503050406030204" pitchFamily="18" charset="0"/>
                                </a:rPr>
                              </m:ctrlPr>
                            </m:sSubPr>
                            <m:e>
                              <m:acc>
                                <m:accPr>
                                  <m:chr m:val="̂"/>
                                  <m:ctrlPr>
                                    <a:rPr lang="en-GB" altLang="zh-CN" sz="1400" i="1">
                                      <a:solidFill>
                                        <a:schemeClr val="tx1"/>
                                      </a:solidFill>
                                      <a:latin typeface="Cambria Math" panose="02040503050406030204" pitchFamily="18" charset="0"/>
                                    </a:rPr>
                                  </m:ctrlPr>
                                </m:accPr>
                                <m:e>
                                  <m:r>
                                    <a:rPr lang="en-GB" altLang="zh-CN" sz="1400" i="1">
                                      <a:solidFill>
                                        <a:schemeClr val="tx1"/>
                                      </a:solidFill>
                                      <a:latin typeface="Cambria Math" panose="02040503050406030204" pitchFamily="18" charset="0"/>
                                    </a:rPr>
                                    <m:t>𝑥</m:t>
                                  </m:r>
                                </m:e>
                              </m:acc>
                            </m:e>
                            <m:sub>
                              <m:r>
                                <a:rPr lang="en-GB" altLang="zh-CN" sz="1400" i="1">
                                  <a:solidFill>
                                    <a:schemeClr val="tx1"/>
                                  </a:solidFill>
                                  <a:latin typeface="Cambria Math" panose="02040503050406030204" pitchFamily="18" charset="0"/>
                                </a:rPr>
                                <m:t>𝑘</m:t>
                              </m:r>
                              <m:r>
                                <a:rPr lang="en-GB" altLang="zh-CN" sz="1400" i="1">
                                  <a:solidFill>
                                    <a:schemeClr val="tx1"/>
                                  </a:solidFill>
                                  <a:latin typeface="Cambria Math" panose="02040503050406030204" pitchFamily="18" charset="0"/>
                                </a:rPr>
                                <m:t>−</m:t>
                              </m:r>
                            </m:sub>
                          </m:sSub>
                        </m:e>
                      </m:d>
                    </m:oMath>
                  </m:oMathPara>
                </a14:m>
                <a:endParaRPr lang="en-GB" altLang="zh-CN" sz="1400" dirty="0">
                  <a:solidFill>
                    <a:schemeClr val="tx1"/>
                  </a:solidFill>
                </a:endParaRPr>
              </a:p>
              <a:p>
                <a:pPr>
                  <a:lnSpc>
                    <a:spcPct val="120000"/>
                  </a:lnSpc>
                </a:pPr>
                <a14:m>
                  <m:oMathPara xmlns:m="http://schemas.openxmlformats.org/officeDocument/2006/math">
                    <m:oMathParaPr>
                      <m:jc m:val="centerGroup"/>
                    </m:oMathParaPr>
                    <m:oMath xmlns:m="http://schemas.openxmlformats.org/officeDocument/2006/math">
                      <m:sSub>
                        <m:sSubPr>
                          <m:ctrlPr>
                            <a:rPr lang="en-GB" altLang="zh-CN" sz="1400" i="1" smtClean="0">
                              <a:solidFill>
                                <a:schemeClr val="tx1"/>
                              </a:solidFill>
                              <a:latin typeface="Cambria Math" panose="02040503050406030204" pitchFamily="18" charset="0"/>
                            </a:rPr>
                          </m:ctrlPr>
                        </m:sSubPr>
                        <m:e>
                          <m:r>
                            <a:rPr lang="en-GB" altLang="zh-CN" sz="1400" i="1">
                              <a:solidFill>
                                <a:schemeClr val="tx1"/>
                              </a:solidFill>
                              <a:latin typeface="Cambria Math" panose="02040503050406030204" pitchFamily="18" charset="0"/>
                            </a:rPr>
                            <m:t>𝑝</m:t>
                          </m:r>
                        </m:e>
                        <m:sub>
                          <m:r>
                            <a:rPr lang="en-GB" altLang="zh-CN" sz="1400" i="1">
                              <a:solidFill>
                                <a:schemeClr val="tx1"/>
                              </a:solidFill>
                              <a:latin typeface="Cambria Math" panose="02040503050406030204" pitchFamily="18" charset="0"/>
                            </a:rPr>
                            <m:t>𝑘</m:t>
                          </m:r>
                        </m:sub>
                      </m:sSub>
                      <m:r>
                        <a:rPr lang="en-GB" altLang="zh-CN" sz="1400" b="0" i="1" smtClean="0">
                          <a:solidFill>
                            <a:schemeClr val="tx1"/>
                          </a:solidFill>
                          <a:latin typeface="Cambria Math" panose="02040503050406030204" pitchFamily="18" charset="0"/>
                        </a:rPr>
                        <m:t>=</m:t>
                      </m:r>
                      <m:d>
                        <m:dPr>
                          <m:ctrlPr>
                            <a:rPr lang="en-GB" altLang="zh-CN" sz="1400" i="1">
                              <a:solidFill>
                                <a:schemeClr val="tx1"/>
                              </a:solidFill>
                              <a:latin typeface="Cambria Math" panose="02040503050406030204" pitchFamily="18" charset="0"/>
                            </a:rPr>
                          </m:ctrlPr>
                        </m:dPr>
                        <m:e>
                          <m:r>
                            <a:rPr lang="en-GB" altLang="zh-CN" sz="1400" i="1">
                              <a:solidFill>
                                <a:schemeClr val="tx1"/>
                              </a:solidFill>
                              <a:latin typeface="Cambria Math" panose="02040503050406030204" pitchFamily="18" charset="0"/>
                            </a:rPr>
                            <m:t>1−</m:t>
                          </m:r>
                          <m:sSub>
                            <m:sSubPr>
                              <m:ctrlPr>
                                <a:rPr lang="en-GB" altLang="zh-CN" sz="1400" i="1">
                                  <a:solidFill>
                                    <a:schemeClr val="tx1"/>
                                  </a:solidFill>
                                  <a:latin typeface="Cambria Math" panose="02040503050406030204" pitchFamily="18" charset="0"/>
                                </a:rPr>
                              </m:ctrlPr>
                            </m:sSubPr>
                            <m:e>
                              <m:r>
                                <a:rPr lang="en-GB" altLang="zh-CN" sz="1400" i="1">
                                  <a:solidFill>
                                    <a:schemeClr val="tx1"/>
                                  </a:solidFill>
                                  <a:latin typeface="Cambria Math" panose="02040503050406030204" pitchFamily="18" charset="0"/>
                                </a:rPr>
                                <m:t>𝜆</m:t>
                              </m:r>
                            </m:e>
                            <m:sub>
                              <m:r>
                                <a:rPr lang="en-GB" altLang="zh-CN" sz="1400" i="1">
                                  <a:solidFill>
                                    <a:schemeClr val="tx1"/>
                                  </a:solidFill>
                                  <a:latin typeface="Cambria Math" panose="02040503050406030204" pitchFamily="18" charset="0"/>
                                </a:rPr>
                                <m:t>𝑘</m:t>
                              </m:r>
                            </m:sub>
                          </m:sSub>
                        </m:e>
                      </m:d>
                      <m:sSub>
                        <m:sSubPr>
                          <m:ctrlPr>
                            <a:rPr lang="en-GB" altLang="zh-CN" sz="1400" i="1">
                              <a:solidFill>
                                <a:schemeClr val="tx1"/>
                              </a:solidFill>
                              <a:latin typeface="Cambria Math" panose="02040503050406030204" pitchFamily="18" charset="0"/>
                            </a:rPr>
                          </m:ctrlPr>
                        </m:sSubPr>
                        <m:e>
                          <m:r>
                            <a:rPr lang="en-GB" altLang="zh-CN" sz="1400" i="1">
                              <a:solidFill>
                                <a:schemeClr val="tx1"/>
                              </a:solidFill>
                              <a:latin typeface="Cambria Math" panose="02040503050406030204" pitchFamily="18" charset="0"/>
                            </a:rPr>
                            <m:t>𝑝</m:t>
                          </m:r>
                        </m:e>
                        <m:sub>
                          <m:r>
                            <a:rPr lang="en-GB" altLang="zh-CN" sz="1400" i="1">
                              <a:solidFill>
                                <a:schemeClr val="tx1"/>
                              </a:solidFill>
                              <a:latin typeface="Cambria Math" panose="02040503050406030204" pitchFamily="18" charset="0"/>
                            </a:rPr>
                            <m:t>𝑘</m:t>
                          </m:r>
                          <m:r>
                            <a:rPr lang="en-GB" altLang="zh-CN" sz="1400" i="1">
                              <a:solidFill>
                                <a:schemeClr val="tx1"/>
                              </a:solidFill>
                              <a:latin typeface="Cambria Math" panose="02040503050406030204" pitchFamily="18" charset="0"/>
                            </a:rPr>
                            <m:t>−</m:t>
                          </m:r>
                        </m:sub>
                      </m:sSub>
                    </m:oMath>
                  </m:oMathPara>
                </a14:m>
                <a:endParaRPr lang="en-GB" altLang="zh-CN" sz="1400" dirty="0">
                  <a:solidFill>
                    <a:schemeClr val="tx1"/>
                  </a:solidFill>
                </a:endParaRPr>
              </a:p>
            </p:txBody>
          </p:sp>
        </mc:Choice>
        <mc:Fallback xmlns="">
          <p:sp>
            <p:nvSpPr>
              <p:cNvPr id="23" name="文本框 22">
                <a:extLst>
                  <a:ext uri="{FF2B5EF4-FFF2-40B4-BE49-F238E27FC236}">
                    <a16:creationId xmlns:a16="http://schemas.microsoft.com/office/drawing/2014/main" id="{92312D49-A6BE-5D47-9F2A-E0812BEA8CD8}"/>
                  </a:ext>
                </a:extLst>
              </p:cNvPr>
              <p:cNvSpPr txBox="1">
                <a:spLocks noRot="1" noChangeAspect="1" noMove="1" noResize="1" noEditPoints="1" noAdjustHandles="1" noChangeArrowheads="1" noChangeShapeType="1" noTextEdit="1"/>
              </p:cNvSpPr>
              <p:nvPr/>
            </p:nvSpPr>
            <p:spPr>
              <a:xfrm>
                <a:off x="6382677" y="1761370"/>
                <a:ext cx="2180027" cy="1902059"/>
              </a:xfrm>
              <a:prstGeom prst="rect">
                <a:avLst/>
              </a:prstGeom>
              <a:blipFill>
                <a:blip r:embed="rId10"/>
                <a:stretch>
                  <a:fillRect l="-57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6" name="文本框 35">
                <a:extLst>
                  <a:ext uri="{FF2B5EF4-FFF2-40B4-BE49-F238E27FC236}">
                    <a16:creationId xmlns:a16="http://schemas.microsoft.com/office/drawing/2014/main" id="{FFDA3C6B-79B1-3045-4252-B2B78A934AD5}"/>
                  </a:ext>
                </a:extLst>
              </p:cNvPr>
              <p:cNvSpPr txBox="1"/>
              <p:nvPr/>
            </p:nvSpPr>
            <p:spPr>
              <a:xfrm>
                <a:off x="5872392" y="2954821"/>
                <a:ext cx="396775" cy="30777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GB" altLang="zh-CN" sz="1400" i="1">
                              <a:latin typeface="Cambria Math" panose="02040503050406030204" pitchFamily="18" charset="0"/>
                            </a:rPr>
                          </m:ctrlPr>
                        </m:sSubPr>
                        <m:e>
                          <m:r>
                            <a:rPr lang="en-GB" altLang="zh-CN" sz="1400" b="0" i="1" smtClean="0">
                              <a:latin typeface="Cambria Math" panose="02040503050406030204" pitchFamily="18" charset="0"/>
                            </a:rPr>
                            <m:t>𝑧</m:t>
                          </m:r>
                        </m:e>
                        <m:sub>
                          <m:r>
                            <a:rPr lang="en-GB" altLang="zh-CN" sz="1400" i="1">
                              <a:latin typeface="Cambria Math" panose="02040503050406030204" pitchFamily="18" charset="0"/>
                            </a:rPr>
                            <m:t>𝑘</m:t>
                          </m:r>
                        </m:sub>
                      </m:sSub>
                    </m:oMath>
                  </m:oMathPara>
                </a14:m>
                <a:endParaRPr lang="en-GB" sz="1400" dirty="0"/>
              </a:p>
            </p:txBody>
          </p:sp>
        </mc:Choice>
        <mc:Fallback xmlns="">
          <p:sp>
            <p:nvSpPr>
              <p:cNvPr id="36" name="文本框 35">
                <a:extLst>
                  <a:ext uri="{FF2B5EF4-FFF2-40B4-BE49-F238E27FC236}">
                    <a16:creationId xmlns:a16="http://schemas.microsoft.com/office/drawing/2014/main" id="{FFDA3C6B-79B1-3045-4252-B2B78A934AD5}"/>
                  </a:ext>
                </a:extLst>
              </p:cNvPr>
              <p:cNvSpPr txBox="1">
                <a:spLocks noRot="1" noChangeAspect="1" noMove="1" noResize="1" noEditPoints="1" noAdjustHandles="1" noChangeArrowheads="1" noChangeShapeType="1" noTextEdit="1"/>
              </p:cNvSpPr>
              <p:nvPr/>
            </p:nvSpPr>
            <p:spPr>
              <a:xfrm>
                <a:off x="5872392" y="2954821"/>
                <a:ext cx="396775" cy="307777"/>
              </a:xfrm>
              <a:prstGeom prst="rect">
                <a:avLst/>
              </a:prstGeom>
              <a:blipFill>
                <a:blip r:embed="rId11"/>
                <a:stretch>
                  <a:fillRect/>
                </a:stretch>
              </a:blipFill>
            </p:spPr>
            <p:txBody>
              <a:bodyPr/>
              <a:lstStyle/>
              <a:p>
                <a:r>
                  <a:rPr lang="zh-CN" altLang="en-US">
                    <a:noFill/>
                  </a:rPr>
                  <a:t> </a:t>
                </a:r>
              </a:p>
            </p:txBody>
          </p:sp>
        </mc:Fallback>
      </mc:AlternateContent>
      <p:cxnSp>
        <p:nvCxnSpPr>
          <p:cNvPr id="37" name="直线箭头连接符 36">
            <a:extLst>
              <a:ext uri="{FF2B5EF4-FFF2-40B4-BE49-F238E27FC236}">
                <a16:creationId xmlns:a16="http://schemas.microsoft.com/office/drawing/2014/main" id="{AA609A84-531D-8C83-197B-A49F0807B8E2}"/>
              </a:ext>
            </a:extLst>
          </p:cNvPr>
          <p:cNvCxnSpPr>
            <a:cxnSpLocks/>
          </p:cNvCxnSpPr>
          <p:nvPr/>
        </p:nvCxnSpPr>
        <p:spPr>
          <a:xfrm>
            <a:off x="5838008" y="3270751"/>
            <a:ext cx="499252" cy="0"/>
          </a:xfrm>
          <a:prstGeom prst="straightConnector1">
            <a:avLst/>
          </a:prstGeom>
          <a:ln w="15875">
            <a:solidFill>
              <a:srgbClr val="003399"/>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8335024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a:extLst>
              <a:ext uri="{FF2B5EF4-FFF2-40B4-BE49-F238E27FC236}">
                <a16:creationId xmlns:a16="http://schemas.microsoft.com/office/drawing/2014/main" id="{5A07DAC7-EBD9-F69B-2743-3C1B6C2DACF1}"/>
              </a:ext>
            </a:extLst>
          </p:cNvPr>
          <p:cNvSpPr>
            <a:spLocks noGrp="1"/>
          </p:cNvSpPr>
          <p:nvPr>
            <p:ph type="title"/>
          </p:nvPr>
        </p:nvSpPr>
        <p:spPr/>
        <p:txBody>
          <a:bodyPr/>
          <a:lstStyle/>
          <a:p>
            <a:r>
              <a:rPr lang="en-GB" altLang="zh-CN" b="0" dirty="0"/>
              <a:t>Kalman Filter (Simplified)</a:t>
            </a:r>
            <a:endParaRPr lang="en-GB" dirty="0"/>
          </a:p>
        </p:txBody>
      </p:sp>
      <p:sp>
        <p:nvSpPr>
          <p:cNvPr id="6" name="文本占位符 5">
            <a:extLst>
              <a:ext uri="{FF2B5EF4-FFF2-40B4-BE49-F238E27FC236}">
                <a16:creationId xmlns:a16="http://schemas.microsoft.com/office/drawing/2014/main" id="{7B370F02-FE93-81B5-0FD4-6EF89F6179BB}"/>
              </a:ext>
            </a:extLst>
          </p:cNvPr>
          <p:cNvSpPr>
            <a:spLocks noGrp="1"/>
          </p:cNvSpPr>
          <p:nvPr>
            <p:ph type="body" sz="quarter" idx="10"/>
          </p:nvPr>
        </p:nvSpPr>
        <p:spPr>
          <a:xfrm>
            <a:off x="628649" y="1465729"/>
            <a:ext cx="7903557" cy="2841951"/>
          </a:xfrm>
        </p:spPr>
        <p:txBody>
          <a:bodyPr/>
          <a:lstStyle/>
          <a:p>
            <a:r>
              <a:rPr lang="en-GB" altLang="zh-CN" b="0" dirty="0"/>
              <a:t>If there are </a:t>
            </a:r>
            <a:r>
              <a:rPr lang="en-GB" altLang="zh-CN" b="0" dirty="0">
                <a:solidFill>
                  <a:srgbClr val="003399"/>
                </a:solidFill>
              </a:rPr>
              <a:t>multiple state variables</a:t>
            </a:r>
            <a:r>
              <a:rPr lang="en-GB" altLang="zh-CN" b="0" dirty="0"/>
              <a:t>, e.g., position x</a:t>
            </a:r>
            <a:r>
              <a:rPr lang="zh-CN" altLang="en-US" b="0" dirty="0"/>
              <a:t> </a:t>
            </a:r>
            <a:r>
              <a:rPr lang="en-GB" altLang="zh-CN" b="0" dirty="0"/>
              <a:t>and velocity</a:t>
            </a:r>
            <a:r>
              <a:rPr lang="zh-CN" altLang="en-US" b="0" dirty="0"/>
              <a:t> </a:t>
            </a:r>
            <a:r>
              <a:rPr lang="en-US" altLang="zh-CN" b="0" dirty="0"/>
              <a:t>v</a:t>
            </a:r>
            <a:r>
              <a:rPr lang="en-GB" altLang="zh-CN" b="0" dirty="0"/>
              <a:t>, and the variables are not independent of each other, we need to consider their </a:t>
            </a:r>
            <a:r>
              <a:rPr lang="en-GB" altLang="zh-CN" b="0" dirty="0">
                <a:solidFill>
                  <a:srgbClr val="003399"/>
                </a:solidFill>
              </a:rPr>
              <a:t>covariance</a:t>
            </a:r>
            <a:r>
              <a:rPr lang="en-GB" altLang="zh-CN" b="0" dirty="0"/>
              <a:t>. </a:t>
            </a:r>
          </a:p>
          <a:p>
            <a:r>
              <a:rPr lang="en-GB" altLang="zh-CN" b="0" dirty="0">
                <a:solidFill>
                  <a:schemeClr val="bg1">
                    <a:lumMod val="50000"/>
                  </a:schemeClr>
                </a:solidFill>
              </a:rPr>
              <a:t>NB: If the variables are independent, we just need to calculate them separately.</a:t>
            </a:r>
          </a:p>
          <a:p>
            <a:r>
              <a:rPr lang="en-GB" dirty="0"/>
              <a:t>The </a:t>
            </a:r>
            <a:r>
              <a:rPr lang="en-GB" altLang="zh-CN" b="0" dirty="0">
                <a:solidFill>
                  <a:srgbClr val="003399"/>
                </a:solidFill>
              </a:rPr>
              <a:t>covariance is represented as matrix</a:t>
            </a:r>
            <a:r>
              <a:rPr lang="en-GB" altLang="zh-CN" b="0" dirty="0"/>
              <a:t>, so the formulars of the 1-D case need to be revised.</a:t>
            </a:r>
            <a:endParaRPr lang="en-GB" dirty="0"/>
          </a:p>
        </p:txBody>
      </p:sp>
    </p:spTree>
    <p:extLst>
      <p:ext uri="{BB962C8B-B14F-4D97-AF65-F5344CB8AC3E}">
        <p14:creationId xmlns:p14="http://schemas.microsoft.com/office/powerpoint/2010/main" val="191709160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a:extLst>
              <a:ext uri="{FF2B5EF4-FFF2-40B4-BE49-F238E27FC236}">
                <a16:creationId xmlns:a16="http://schemas.microsoft.com/office/drawing/2014/main" id="{5A07DAC7-EBD9-F69B-2743-3C1B6C2DACF1}"/>
              </a:ext>
            </a:extLst>
          </p:cNvPr>
          <p:cNvSpPr>
            <a:spLocks noGrp="1"/>
          </p:cNvSpPr>
          <p:nvPr>
            <p:ph type="title"/>
          </p:nvPr>
        </p:nvSpPr>
        <p:spPr/>
        <p:txBody>
          <a:bodyPr/>
          <a:lstStyle/>
          <a:p>
            <a:r>
              <a:rPr lang="en-GB" altLang="zh-CN" b="0" dirty="0"/>
              <a:t>Kalman Filter (Simplified)</a:t>
            </a:r>
            <a:endParaRPr lang="en-GB" dirty="0"/>
          </a:p>
        </p:txBody>
      </p:sp>
      <mc:AlternateContent xmlns:mc="http://schemas.openxmlformats.org/markup-compatibility/2006" xmlns:a14="http://schemas.microsoft.com/office/drawing/2010/main">
        <mc:Choice Requires="a14">
          <p:sp>
            <p:nvSpPr>
              <p:cNvPr id="6" name="文本占位符 5">
                <a:extLst>
                  <a:ext uri="{FF2B5EF4-FFF2-40B4-BE49-F238E27FC236}">
                    <a16:creationId xmlns:a16="http://schemas.microsoft.com/office/drawing/2014/main" id="{7B370F02-FE93-81B5-0FD4-6EF89F6179BB}"/>
                  </a:ext>
                </a:extLst>
              </p:cNvPr>
              <p:cNvSpPr>
                <a:spLocks noGrp="1"/>
              </p:cNvSpPr>
              <p:nvPr>
                <p:ph type="body" sz="quarter" idx="10"/>
              </p:nvPr>
            </p:nvSpPr>
            <p:spPr>
              <a:xfrm>
                <a:off x="628649" y="1327582"/>
                <a:ext cx="5272191" cy="3579917"/>
              </a:xfrm>
            </p:spPr>
            <p:txBody>
              <a:bodyPr/>
              <a:lstStyle/>
              <a:p>
                <a:r>
                  <a:rPr lang="en-GB" altLang="zh-CN" b="0" dirty="0"/>
                  <a:t>First, </a:t>
                </a:r>
                <a14:m>
                  <m:oMath xmlns:m="http://schemas.openxmlformats.org/officeDocument/2006/math">
                    <m:sSub>
                      <m:sSubPr>
                        <m:ctrlPr>
                          <a:rPr lang="en-GB" altLang="zh-CN" sz="1600" i="1" smtClean="0">
                            <a:solidFill>
                              <a:schemeClr val="tx1"/>
                            </a:solidFill>
                            <a:latin typeface="Cambria Math" panose="02040503050406030204" pitchFamily="18" charset="0"/>
                          </a:rPr>
                        </m:ctrlPr>
                      </m:sSubPr>
                      <m:e>
                        <m:acc>
                          <m:accPr>
                            <m:chr m:val="̂"/>
                            <m:ctrlPr>
                              <a:rPr lang="en-GB" altLang="zh-CN" sz="1600" i="1">
                                <a:solidFill>
                                  <a:schemeClr val="tx1"/>
                                </a:solidFill>
                                <a:latin typeface="Cambria Math" panose="02040503050406030204" pitchFamily="18" charset="0"/>
                              </a:rPr>
                            </m:ctrlPr>
                          </m:accPr>
                          <m:e>
                            <m:r>
                              <a:rPr lang="en-GB" altLang="zh-CN" sz="1600" i="1">
                                <a:solidFill>
                                  <a:schemeClr val="tx1"/>
                                </a:solidFill>
                                <a:latin typeface="Cambria Math" panose="02040503050406030204" pitchFamily="18" charset="0"/>
                              </a:rPr>
                              <m:t>𝑥</m:t>
                            </m:r>
                          </m:e>
                        </m:acc>
                      </m:e>
                      <m:sub>
                        <m:r>
                          <a:rPr lang="en-GB" altLang="zh-CN" sz="1600" i="1">
                            <a:solidFill>
                              <a:schemeClr val="tx1"/>
                            </a:solidFill>
                            <a:latin typeface="Cambria Math" panose="02040503050406030204" pitchFamily="18" charset="0"/>
                          </a:rPr>
                          <m:t>𝑘</m:t>
                        </m:r>
                        <m:r>
                          <a:rPr lang="en-GB" altLang="zh-CN" sz="1600" i="1">
                            <a:solidFill>
                              <a:schemeClr val="tx1"/>
                            </a:solidFill>
                            <a:latin typeface="Cambria Math" panose="02040503050406030204" pitchFamily="18" charset="0"/>
                          </a:rPr>
                          <m:t>−1</m:t>
                        </m:r>
                      </m:sub>
                    </m:sSub>
                  </m:oMath>
                </a14:m>
                <a:r>
                  <a:rPr lang="en-GB" dirty="0"/>
                  <a:t> will be a vector.</a:t>
                </a:r>
              </a:p>
              <a:p>
                <a:pPr/>
                <a14:m>
                  <m:oMathPara xmlns:m="http://schemas.openxmlformats.org/officeDocument/2006/math">
                    <m:oMathParaPr>
                      <m:jc m:val="centerGroup"/>
                    </m:oMathParaPr>
                    <m:oMath xmlns:m="http://schemas.openxmlformats.org/officeDocument/2006/math">
                      <m:sSub>
                        <m:sSubPr>
                          <m:ctrlPr>
                            <a:rPr lang="en-GB" altLang="zh-CN" sz="1600" i="1" smtClean="0">
                              <a:solidFill>
                                <a:schemeClr val="tx1"/>
                              </a:solidFill>
                              <a:latin typeface="Cambria Math" panose="02040503050406030204" pitchFamily="18" charset="0"/>
                            </a:rPr>
                          </m:ctrlPr>
                        </m:sSubPr>
                        <m:e>
                          <m:acc>
                            <m:accPr>
                              <m:chr m:val="̂"/>
                              <m:ctrlPr>
                                <a:rPr lang="en-GB" altLang="zh-CN" sz="1600" i="1">
                                  <a:solidFill>
                                    <a:schemeClr val="tx1"/>
                                  </a:solidFill>
                                  <a:latin typeface="Cambria Math" panose="02040503050406030204" pitchFamily="18" charset="0"/>
                                </a:rPr>
                              </m:ctrlPr>
                            </m:accPr>
                            <m:e>
                              <m:r>
                                <a:rPr lang="en-GB" altLang="zh-CN" sz="1600" i="1">
                                  <a:solidFill>
                                    <a:schemeClr val="tx1"/>
                                  </a:solidFill>
                                  <a:latin typeface="Cambria Math" panose="02040503050406030204" pitchFamily="18" charset="0"/>
                                </a:rPr>
                                <m:t>𝑥</m:t>
                              </m:r>
                            </m:e>
                          </m:acc>
                        </m:e>
                        <m:sub>
                          <m:r>
                            <a:rPr lang="en-GB" altLang="zh-CN" sz="1600" i="1">
                              <a:solidFill>
                                <a:schemeClr val="tx1"/>
                              </a:solidFill>
                              <a:latin typeface="Cambria Math" panose="02040503050406030204" pitchFamily="18" charset="0"/>
                            </a:rPr>
                            <m:t>𝑘</m:t>
                          </m:r>
                          <m:r>
                            <a:rPr lang="en-GB" altLang="zh-CN" sz="1600" i="1">
                              <a:solidFill>
                                <a:schemeClr val="tx1"/>
                              </a:solidFill>
                              <a:latin typeface="Cambria Math" panose="02040503050406030204" pitchFamily="18" charset="0"/>
                            </a:rPr>
                            <m:t>−1</m:t>
                          </m:r>
                        </m:sub>
                      </m:sSub>
                      <m:r>
                        <a:rPr lang="en-GB" altLang="zh-CN" sz="1600" b="0" i="1" smtClean="0">
                          <a:solidFill>
                            <a:schemeClr val="tx1"/>
                          </a:solidFill>
                          <a:latin typeface="Cambria Math" panose="02040503050406030204" pitchFamily="18" charset="0"/>
                        </a:rPr>
                        <m:t>=</m:t>
                      </m:r>
                      <m:d>
                        <m:dPr>
                          <m:begChr m:val="["/>
                          <m:endChr m:val="]"/>
                          <m:ctrlPr>
                            <a:rPr lang="en-GB" altLang="zh-CN" sz="1600" b="0" i="1" smtClean="0">
                              <a:solidFill>
                                <a:schemeClr val="tx1"/>
                              </a:solidFill>
                              <a:latin typeface="Cambria Math" panose="02040503050406030204" pitchFamily="18" charset="0"/>
                            </a:rPr>
                          </m:ctrlPr>
                        </m:dPr>
                        <m:e>
                          <m:eqArr>
                            <m:eqArrPr>
                              <m:ctrlPr>
                                <a:rPr lang="en-GB" altLang="zh-CN" sz="1600" b="0" i="1" smtClean="0">
                                  <a:solidFill>
                                    <a:schemeClr val="tx1"/>
                                  </a:solidFill>
                                  <a:latin typeface="Cambria Math" panose="02040503050406030204" pitchFamily="18" charset="0"/>
                                </a:rPr>
                              </m:ctrlPr>
                            </m:eqArrPr>
                            <m:e>
                              <m:sSub>
                                <m:sSubPr>
                                  <m:ctrlPr>
                                    <a:rPr lang="en-GB" altLang="zh-CN" sz="1600" b="0" i="1" smtClean="0">
                                      <a:solidFill>
                                        <a:schemeClr val="tx1"/>
                                      </a:solidFill>
                                      <a:latin typeface="Cambria Math" panose="02040503050406030204" pitchFamily="18" charset="0"/>
                                    </a:rPr>
                                  </m:ctrlPr>
                                </m:sSubPr>
                                <m:e>
                                  <m:r>
                                    <a:rPr lang="en-GB" altLang="zh-CN" sz="1600" b="0" i="1" smtClean="0">
                                      <a:solidFill>
                                        <a:schemeClr val="tx1"/>
                                      </a:solidFill>
                                      <a:latin typeface="Cambria Math" panose="02040503050406030204" pitchFamily="18" charset="0"/>
                                    </a:rPr>
                                    <m:t>𝑥</m:t>
                                  </m:r>
                                </m:e>
                                <m:sub>
                                  <m:r>
                                    <a:rPr lang="en-GB" altLang="zh-CN" sz="1600" b="0" i="1" smtClean="0">
                                      <a:solidFill>
                                        <a:schemeClr val="tx1"/>
                                      </a:solidFill>
                                      <a:latin typeface="Cambria Math" panose="02040503050406030204" pitchFamily="18" charset="0"/>
                                    </a:rPr>
                                    <m:t>𝑘</m:t>
                                  </m:r>
                                  <m:r>
                                    <a:rPr lang="en-GB" altLang="zh-CN" sz="1600" b="0" i="1" smtClean="0">
                                      <a:solidFill>
                                        <a:schemeClr val="tx1"/>
                                      </a:solidFill>
                                      <a:latin typeface="Cambria Math" panose="02040503050406030204" pitchFamily="18" charset="0"/>
                                    </a:rPr>
                                    <m:t>−1</m:t>
                                  </m:r>
                                </m:sub>
                              </m:sSub>
                            </m:e>
                            <m:e>
                              <m:sSub>
                                <m:sSubPr>
                                  <m:ctrlPr>
                                    <a:rPr lang="en-GB" altLang="zh-CN" sz="1600" b="0" i="1" smtClean="0">
                                      <a:solidFill>
                                        <a:schemeClr val="tx1"/>
                                      </a:solidFill>
                                      <a:latin typeface="Cambria Math" panose="02040503050406030204" pitchFamily="18" charset="0"/>
                                    </a:rPr>
                                  </m:ctrlPr>
                                </m:sSubPr>
                                <m:e>
                                  <m:r>
                                    <a:rPr lang="en-GB" altLang="zh-CN" sz="1600" b="0" i="1" smtClean="0">
                                      <a:solidFill>
                                        <a:schemeClr val="tx1"/>
                                      </a:solidFill>
                                      <a:latin typeface="Cambria Math" panose="02040503050406030204" pitchFamily="18" charset="0"/>
                                    </a:rPr>
                                    <m:t>𝑣</m:t>
                                  </m:r>
                                </m:e>
                                <m:sub>
                                  <m:r>
                                    <a:rPr lang="en-GB" altLang="zh-CN" sz="1600" b="0" i="1" smtClean="0">
                                      <a:solidFill>
                                        <a:schemeClr val="tx1"/>
                                      </a:solidFill>
                                      <a:latin typeface="Cambria Math" panose="02040503050406030204" pitchFamily="18" charset="0"/>
                                    </a:rPr>
                                    <m:t>𝑘</m:t>
                                  </m:r>
                                  <m:r>
                                    <a:rPr lang="en-GB" altLang="zh-CN" sz="1600" b="0" i="1" smtClean="0">
                                      <a:solidFill>
                                        <a:schemeClr val="tx1"/>
                                      </a:solidFill>
                                      <a:latin typeface="Cambria Math" panose="02040503050406030204" pitchFamily="18" charset="0"/>
                                    </a:rPr>
                                    <m:t>−1</m:t>
                                  </m:r>
                                </m:sub>
                              </m:sSub>
                            </m:e>
                          </m:eqArr>
                        </m:e>
                      </m:d>
                    </m:oMath>
                  </m:oMathPara>
                </a14:m>
                <a:endParaRPr lang="en-GB" dirty="0"/>
              </a:p>
              <a:p>
                <a14:m>
                  <m:oMath xmlns:m="http://schemas.openxmlformats.org/officeDocument/2006/math">
                    <m:sSub>
                      <m:sSubPr>
                        <m:ctrlPr>
                          <a:rPr lang="en-GB" altLang="zh-CN" sz="1600" i="1" smtClean="0">
                            <a:solidFill>
                              <a:schemeClr val="tx1"/>
                            </a:solidFill>
                            <a:latin typeface="Cambria Math" panose="02040503050406030204" pitchFamily="18" charset="0"/>
                          </a:rPr>
                        </m:ctrlPr>
                      </m:sSubPr>
                      <m:e>
                        <m:r>
                          <a:rPr lang="en-GB" altLang="zh-CN" sz="1600" i="1">
                            <a:solidFill>
                              <a:schemeClr val="tx1"/>
                            </a:solidFill>
                            <a:latin typeface="Cambria Math" panose="02040503050406030204" pitchFamily="18" charset="0"/>
                          </a:rPr>
                          <m:t>𝑢</m:t>
                        </m:r>
                      </m:e>
                      <m:sub>
                        <m:r>
                          <a:rPr lang="en-GB" altLang="zh-CN" sz="1600" i="1">
                            <a:solidFill>
                              <a:schemeClr val="tx1"/>
                            </a:solidFill>
                            <a:latin typeface="Cambria Math" panose="02040503050406030204" pitchFamily="18" charset="0"/>
                          </a:rPr>
                          <m:t>𝑘</m:t>
                        </m:r>
                      </m:sub>
                    </m:sSub>
                  </m:oMath>
                </a14:m>
                <a:r>
                  <a:rPr lang="en-GB" dirty="0"/>
                  <a:t> may also include multiple variables, so a vector again.</a:t>
                </a:r>
              </a:p>
              <a:p>
                <a:r>
                  <a:rPr lang="en-GB" dirty="0"/>
                  <a:t>Therefore, </a:t>
                </a:r>
                <a14:m>
                  <m:oMath xmlns:m="http://schemas.openxmlformats.org/officeDocument/2006/math">
                    <m:r>
                      <a:rPr lang="en-GB" altLang="zh-CN" sz="1600" b="0" i="1" smtClean="0">
                        <a:solidFill>
                          <a:schemeClr val="tx1"/>
                        </a:solidFill>
                        <a:latin typeface="Cambria Math" panose="02040503050406030204" pitchFamily="18" charset="0"/>
                      </a:rPr>
                      <m:t>𝑓</m:t>
                    </m:r>
                  </m:oMath>
                </a14:m>
                <a:r>
                  <a:rPr lang="en-GB" dirty="0"/>
                  <a:t> and </a:t>
                </a:r>
                <a14:m>
                  <m:oMath xmlns:m="http://schemas.openxmlformats.org/officeDocument/2006/math">
                    <m:r>
                      <a:rPr lang="en-GB" altLang="zh-CN" i="1">
                        <a:latin typeface="Cambria Math" panose="02040503050406030204" pitchFamily="18" charset="0"/>
                      </a:rPr>
                      <m:t>𝑏</m:t>
                    </m:r>
                  </m:oMath>
                </a14:m>
                <a:r>
                  <a:rPr lang="en-GB" dirty="0"/>
                  <a:t> become matrix, to be clear, we </a:t>
                </a:r>
                <a:r>
                  <a:rPr lang="en-GB" altLang="zh-CN" dirty="0"/>
                  <a:t>replace them with</a:t>
                </a:r>
                <a:r>
                  <a:rPr lang="en-GB" dirty="0"/>
                  <a:t> </a:t>
                </a:r>
                <a14:m>
                  <m:oMath xmlns:m="http://schemas.openxmlformats.org/officeDocument/2006/math">
                    <m:r>
                      <a:rPr lang="en-GB" altLang="zh-CN" b="0" i="1" smtClean="0">
                        <a:latin typeface="Cambria Math" panose="02040503050406030204" pitchFamily="18" charset="0"/>
                      </a:rPr>
                      <m:t>𝐹</m:t>
                    </m:r>
                  </m:oMath>
                </a14:m>
                <a:r>
                  <a:rPr lang="en-GB" dirty="0"/>
                  <a:t> and </a:t>
                </a:r>
                <a14:m>
                  <m:oMath xmlns:m="http://schemas.openxmlformats.org/officeDocument/2006/math">
                    <m:r>
                      <a:rPr lang="en-GB" altLang="zh-CN" b="0" i="1" smtClean="0">
                        <a:latin typeface="Cambria Math" panose="02040503050406030204" pitchFamily="18" charset="0"/>
                      </a:rPr>
                      <m:t>𝐵</m:t>
                    </m:r>
                  </m:oMath>
                </a14:m>
                <a:r>
                  <a:rPr lang="en-GB" dirty="0"/>
                  <a:t> .</a:t>
                </a:r>
                <a:r>
                  <a:rPr lang="en-GB" altLang="zh-CN" dirty="0"/>
                  <a:t> </a:t>
                </a:r>
                <a:endParaRPr lang="en-GB" dirty="0"/>
              </a:p>
              <a:p>
                <a:pPr/>
                <a14:m>
                  <m:oMathPara xmlns:m="http://schemas.openxmlformats.org/officeDocument/2006/math">
                    <m:oMathParaPr>
                      <m:jc m:val="centerGroup"/>
                    </m:oMathParaPr>
                    <m:oMath xmlns:m="http://schemas.openxmlformats.org/officeDocument/2006/math">
                      <m:r>
                        <a:rPr lang="en-GB" altLang="zh-CN" i="1">
                          <a:latin typeface="Cambria Math" panose="02040503050406030204" pitchFamily="18" charset="0"/>
                        </a:rPr>
                        <m:t>𝐹</m:t>
                      </m:r>
                      <m:r>
                        <a:rPr lang="en-GB" altLang="zh-CN" sz="1600" b="0" i="1" smtClean="0">
                          <a:solidFill>
                            <a:schemeClr val="tx1"/>
                          </a:solidFill>
                          <a:latin typeface="Cambria Math" panose="02040503050406030204" pitchFamily="18" charset="0"/>
                        </a:rPr>
                        <m:t>:</m:t>
                      </m:r>
                      <m:d>
                        <m:dPr>
                          <m:begChr m:val="{"/>
                          <m:endChr m:val="}"/>
                          <m:ctrlPr>
                            <a:rPr lang="en-GB" altLang="zh-CN" sz="1600" b="0" i="1" smtClean="0">
                              <a:solidFill>
                                <a:schemeClr val="tx1"/>
                              </a:solidFill>
                              <a:latin typeface="Cambria Math" panose="02040503050406030204" pitchFamily="18" charset="0"/>
                            </a:rPr>
                          </m:ctrlPr>
                        </m:dPr>
                        <m:e>
                          <m:r>
                            <a:rPr lang="en-GB" altLang="zh-CN" sz="1600" b="0" i="1" smtClean="0">
                              <a:solidFill>
                                <a:schemeClr val="tx1"/>
                              </a:solidFill>
                              <a:latin typeface="Cambria Math" panose="02040503050406030204" pitchFamily="18" charset="0"/>
                            </a:rPr>
                            <m:t>𝑆𝑡𝑎𝑡𝑒</m:t>
                          </m:r>
                        </m:e>
                      </m:d>
                      <m:r>
                        <a:rPr lang="en-GB" altLang="zh-CN" sz="1600" b="0" i="1" smtClean="0">
                          <a:solidFill>
                            <a:schemeClr val="tx1"/>
                          </a:solidFill>
                          <a:latin typeface="Cambria Math" panose="02040503050406030204" pitchFamily="18" charset="0"/>
                        </a:rPr>
                        <m:t>→</m:t>
                      </m:r>
                      <m:d>
                        <m:dPr>
                          <m:begChr m:val="{"/>
                          <m:endChr m:val="}"/>
                          <m:ctrlPr>
                            <a:rPr lang="en-GB" altLang="zh-CN" sz="1600" b="0" i="1" smtClean="0">
                              <a:solidFill>
                                <a:schemeClr val="tx1"/>
                              </a:solidFill>
                              <a:latin typeface="Cambria Math" panose="02040503050406030204" pitchFamily="18" charset="0"/>
                            </a:rPr>
                          </m:ctrlPr>
                        </m:dPr>
                        <m:e>
                          <m:r>
                            <a:rPr lang="en-GB" altLang="zh-CN" sz="1600" b="0" i="1" smtClean="0">
                              <a:solidFill>
                                <a:schemeClr val="tx1"/>
                              </a:solidFill>
                              <a:latin typeface="Cambria Math" panose="02040503050406030204" pitchFamily="18" charset="0"/>
                            </a:rPr>
                            <m:t>𝑆𝑡𝑎𝑡𝑒</m:t>
                          </m:r>
                        </m:e>
                      </m:d>
                    </m:oMath>
                  </m:oMathPara>
                </a14:m>
                <a:endParaRPr lang="en-GB" altLang="zh-CN" sz="1600" b="0" dirty="0">
                  <a:solidFill>
                    <a:schemeClr val="tx1"/>
                  </a:solidFill>
                </a:endParaRPr>
              </a:p>
              <a:p>
                <a:pPr/>
                <a14:m>
                  <m:oMathPara xmlns:m="http://schemas.openxmlformats.org/officeDocument/2006/math">
                    <m:oMathParaPr>
                      <m:jc m:val="centerGroup"/>
                    </m:oMathParaPr>
                    <m:oMath xmlns:m="http://schemas.openxmlformats.org/officeDocument/2006/math">
                      <m:r>
                        <a:rPr lang="en-GB" altLang="zh-CN" sz="1600" b="0" i="1" smtClean="0">
                          <a:solidFill>
                            <a:schemeClr val="tx1"/>
                          </a:solidFill>
                          <a:latin typeface="Cambria Math" panose="02040503050406030204" pitchFamily="18" charset="0"/>
                        </a:rPr>
                        <m:t>𝐵</m:t>
                      </m:r>
                      <m:r>
                        <a:rPr lang="en-GB" altLang="zh-CN" sz="1600" b="0" i="1" smtClean="0">
                          <a:solidFill>
                            <a:schemeClr val="tx1"/>
                          </a:solidFill>
                          <a:latin typeface="Cambria Math" panose="02040503050406030204" pitchFamily="18" charset="0"/>
                        </a:rPr>
                        <m:t>:</m:t>
                      </m:r>
                      <m:d>
                        <m:dPr>
                          <m:begChr m:val="{"/>
                          <m:endChr m:val="}"/>
                          <m:ctrlPr>
                            <a:rPr lang="en-GB" altLang="zh-CN" sz="1600" b="0" i="1" smtClean="0">
                              <a:solidFill>
                                <a:schemeClr val="tx1"/>
                              </a:solidFill>
                              <a:latin typeface="Cambria Math" panose="02040503050406030204" pitchFamily="18" charset="0"/>
                            </a:rPr>
                          </m:ctrlPr>
                        </m:dPr>
                        <m:e>
                          <m:r>
                            <a:rPr lang="en-GB" altLang="zh-CN" sz="1600" b="0" i="1" smtClean="0">
                              <a:solidFill>
                                <a:schemeClr val="tx1"/>
                              </a:solidFill>
                              <a:latin typeface="Cambria Math" panose="02040503050406030204" pitchFamily="18" charset="0"/>
                            </a:rPr>
                            <m:t>𝐶𝑜𝑛𝑡𝑟𝑜𝑙</m:t>
                          </m:r>
                        </m:e>
                      </m:d>
                      <m:r>
                        <a:rPr lang="en-GB" altLang="zh-CN" sz="1600" b="0" i="1" smtClean="0">
                          <a:solidFill>
                            <a:schemeClr val="tx1"/>
                          </a:solidFill>
                          <a:latin typeface="Cambria Math" panose="02040503050406030204" pitchFamily="18" charset="0"/>
                        </a:rPr>
                        <m:t>→{</m:t>
                      </m:r>
                      <m:r>
                        <a:rPr lang="en-GB" altLang="zh-CN" sz="1600" b="0" i="1" smtClean="0">
                          <a:solidFill>
                            <a:schemeClr val="tx1"/>
                          </a:solidFill>
                          <a:latin typeface="Cambria Math" panose="02040503050406030204" pitchFamily="18" charset="0"/>
                        </a:rPr>
                        <m:t>𝑆𝑡𝑎𝑡𝑒</m:t>
                      </m:r>
                      <m:r>
                        <a:rPr lang="en-GB" altLang="zh-CN" sz="1600" b="0" i="1" smtClean="0">
                          <a:solidFill>
                            <a:schemeClr val="tx1"/>
                          </a:solidFill>
                          <a:latin typeface="Cambria Math" panose="02040503050406030204" pitchFamily="18" charset="0"/>
                        </a:rPr>
                        <m:t>}</m:t>
                      </m:r>
                    </m:oMath>
                  </m:oMathPara>
                </a14:m>
                <a:endParaRPr lang="en-GB" altLang="zh-CN" dirty="0"/>
              </a:p>
              <a:p>
                <a:r>
                  <a:rPr lang="en-GB" altLang="zh-CN" dirty="0"/>
                  <a:t>They give,</a:t>
                </a:r>
              </a:p>
              <a:p>
                <a:pPr/>
                <a14:m>
                  <m:oMathPara xmlns:m="http://schemas.openxmlformats.org/officeDocument/2006/math">
                    <m:oMathParaPr>
                      <m:jc m:val="centerGroup"/>
                    </m:oMathParaPr>
                    <m:oMath xmlns:m="http://schemas.openxmlformats.org/officeDocument/2006/math">
                      <m:sSub>
                        <m:sSubPr>
                          <m:ctrlPr>
                            <a:rPr lang="en-GB" altLang="zh-CN" sz="1600" i="1" smtClean="0">
                              <a:solidFill>
                                <a:srgbClr val="003399"/>
                              </a:solidFill>
                              <a:latin typeface="Cambria Math" panose="02040503050406030204" pitchFamily="18" charset="0"/>
                            </a:rPr>
                          </m:ctrlPr>
                        </m:sSubPr>
                        <m:e>
                          <m:acc>
                            <m:accPr>
                              <m:chr m:val="̂"/>
                              <m:ctrlPr>
                                <a:rPr lang="en-GB" altLang="zh-CN" sz="1600" i="1">
                                  <a:solidFill>
                                    <a:srgbClr val="003399"/>
                                  </a:solidFill>
                                  <a:latin typeface="Cambria Math" panose="02040503050406030204" pitchFamily="18" charset="0"/>
                                </a:rPr>
                              </m:ctrlPr>
                            </m:accPr>
                            <m:e>
                              <m:r>
                                <a:rPr lang="en-GB" altLang="zh-CN" sz="1600" i="1">
                                  <a:solidFill>
                                    <a:srgbClr val="003399"/>
                                  </a:solidFill>
                                  <a:latin typeface="Cambria Math" panose="02040503050406030204" pitchFamily="18" charset="0"/>
                                </a:rPr>
                                <m:t>𝑥</m:t>
                              </m:r>
                            </m:e>
                          </m:acc>
                        </m:e>
                        <m:sub>
                          <m:r>
                            <a:rPr lang="en-GB" altLang="zh-CN" sz="1600" i="1">
                              <a:solidFill>
                                <a:srgbClr val="003399"/>
                              </a:solidFill>
                              <a:latin typeface="Cambria Math" panose="02040503050406030204" pitchFamily="18" charset="0"/>
                            </a:rPr>
                            <m:t>𝑘</m:t>
                          </m:r>
                          <m:r>
                            <a:rPr lang="en-GB" altLang="zh-CN" sz="1600" b="0" i="1" smtClean="0">
                              <a:solidFill>
                                <a:srgbClr val="003399"/>
                              </a:solidFill>
                              <a:latin typeface="Cambria Math" panose="02040503050406030204" pitchFamily="18" charset="0"/>
                            </a:rPr>
                            <m:t>−</m:t>
                          </m:r>
                        </m:sub>
                      </m:sSub>
                      <m:r>
                        <a:rPr lang="en-GB" altLang="zh-CN" sz="1600" b="0" i="1" smtClean="0">
                          <a:solidFill>
                            <a:srgbClr val="003399"/>
                          </a:solidFill>
                          <a:latin typeface="Cambria Math" panose="02040503050406030204" pitchFamily="18" charset="0"/>
                        </a:rPr>
                        <m:t>=</m:t>
                      </m:r>
                      <m:r>
                        <a:rPr lang="en-GB" altLang="zh-CN" sz="1600" b="0" i="1" smtClean="0">
                          <a:solidFill>
                            <a:srgbClr val="003399"/>
                          </a:solidFill>
                          <a:latin typeface="Cambria Math" panose="02040503050406030204" pitchFamily="18" charset="0"/>
                        </a:rPr>
                        <m:t>𝐹</m:t>
                      </m:r>
                      <m:sSub>
                        <m:sSubPr>
                          <m:ctrlPr>
                            <a:rPr lang="en-GB" altLang="zh-CN" sz="1600" i="1">
                              <a:solidFill>
                                <a:srgbClr val="003399"/>
                              </a:solidFill>
                              <a:latin typeface="Cambria Math" panose="02040503050406030204" pitchFamily="18" charset="0"/>
                            </a:rPr>
                          </m:ctrlPr>
                        </m:sSubPr>
                        <m:e>
                          <m:acc>
                            <m:accPr>
                              <m:chr m:val="̂"/>
                              <m:ctrlPr>
                                <a:rPr lang="en-GB" altLang="zh-CN" sz="1600" i="1">
                                  <a:solidFill>
                                    <a:srgbClr val="003399"/>
                                  </a:solidFill>
                                  <a:latin typeface="Cambria Math" panose="02040503050406030204" pitchFamily="18" charset="0"/>
                                </a:rPr>
                              </m:ctrlPr>
                            </m:accPr>
                            <m:e>
                              <m:r>
                                <a:rPr lang="en-GB" altLang="zh-CN" sz="1600" i="1">
                                  <a:solidFill>
                                    <a:srgbClr val="003399"/>
                                  </a:solidFill>
                                  <a:latin typeface="Cambria Math" panose="02040503050406030204" pitchFamily="18" charset="0"/>
                                </a:rPr>
                                <m:t>𝑥</m:t>
                              </m:r>
                            </m:e>
                          </m:acc>
                        </m:e>
                        <m:sub>
                          <m:r>
                            <a:rPr lang="en-GB" altLang="zh-CN" sz="1600" i="1">
                              <a:solidFill>
                                <a:srgbClr val="003399"/>
                              </a:solidFill>
                              <a:latin typeface="Cambria Math" panose="02040503050406030204" pitchFamily="18" charset="0"/>
                            </a:rPr>
                            <m:t>𝑘</m:t>
                          </m:r>
                          <m:r>
                            <a:rPr lang="en-GB" altLang="zh-CN" sz="1600" i="1">
                              <a:solidFill>
                                <a:srgbClr val="003399"/>
                              </a:solidFill>
                              <a:latin typeface="Cambria Math" panose="02040503050406030204" pitchFamily="18" charset="0"/>
                            </a:rPr>
                            <m:t>−1</m:t>
                          </m:r>
                        </m:sub>
                      </m:sSub>
                      <m:r>
                        <a:rPr lang="en-GB" altLang="zh-CN" sz="1600" b="0" i="1" smtClean="0">
                          <a:solidFill>
                            <a:srgbClr val="003399"/>
                          </a:solidFill>
                          <a:latin typeface="Cambria Math" panose="02040503050406030204" pitchFamily="18" charset="0"/>
                        </a:rPr>
                        <m:t>+</m:t>
                      </m:r>
                      <m:r>
                        <a:rPr lang="en-GB" altLang="zh-CN" sz="1600" b="0" i="1" smtClean="0">
                          <a:solidFill>
                            <a:srgbClr val="003399"/>
                          </a:solidFill>
                          <a:latin typeface="Cambria Math" panose="02040503050406030204" pitchFamily="18" charset="0"/>
                        </a:rPr>
                        <m:t>𝐵</m:t>
                      </m:r>
                      <m:sSub>
                        <m:sSubPr>
                          <m:ctrlPr>
                            <a:rPr lang="en-GB" altLang="zh-CN" sz="1600" i="1">
                              <a:solidFill>
                                <a:srgbClr val="003399"/>
                              </a:solidFill>
                              <a:latin typeface="Cambria Math" panose="02040503050406030204" pitchFamily="18" charset="0"/>
                            </a:rPr>
                          </m:ctrlPr>
                        </m:sSubPr>
                        <m:e>
                          <m:r>
                            <a:rPr lang="en-GB" altLang="zh-CN" sz="1600" i="1">
                              <a:solidFill>
                                <a:srgbClr val="003399"/>
                              </a:solidFill>
                              <a:latin typeface="Cambria Math" panose="02040503050406030204" pitchFamily="18" charset="0"/>
                            </a:rPr>
                            <m:t>𝑢</m:t>
                          </m:r>
                        </m:e>
                        <m:sub>
                          <m:r>
                            <a:rPr lang="en-GB" altLang="zh-CN" sz="1600" i="1">
                              <a:solidFill>
                                <a:srgbClr val="003399"/>
                              </a:solidFill>
                              <a:latin typeface="Cambria Math" panose="02040503050406030204" pitchFamily="18" charset="0"/>
                            </a:rPr>
                            <m:t>𝑘</m:t>
                          </m:r>
                        </m:sub>
                      </m:sSub>
                    </m:oMath>
                  </m:oMathPara>
                </a14:m>
                <a:endParaRPr lang="en-GB" altLang="zh-CN" dirty="0"/>
              </a:p>
              <a:p>
                <a:r>
                  <a:rPr lang="en-GB" altLang="zh-CN" dirty="0">
                    <a:solidFill>
                      <a:schemeClr val="bg1">
                        <a:lumMod val="50000"/>
                      </a:schemeClr>
                    </a:solidFill>
                  </a:rPr>
                  <a:t>For example,</a:t>
                </a:r>
              </a:p>
              <a:p>
                <a:pPr/>
                <a14:m>
                  <m:oMathPara xmlns:m="http://schemas.openxmlformats.org/officeDocument/2006/math">
                    <m:oMathParaPr>
                      <m:jc m:val="center"/>
                    </m:oMathParaPr>
                    <m:oMath xmlns:m="http://schemas.openxmlformats.org/officeDocument/2006/math">
                      <m:r>
                        <a:rPr lang="en-GB" altLang="zh-CN" sz="1600" b="0" i="1" smtClean="0">
                          <a:solidFill>
                            <a:schemeClr val="bg1">
                              <a:lumMod val="50000"/>
                            </a:schemeClr>
                          </a:solidFill>
                          <a:latin typeface="Cambria Math" panose="02040503050406030204" pitchFamily="18" charset="0"/>
                        </a:rPr>
                        <m:t>𝐹</m:t>
                      </m:r>
                      <m:r>
                        <a:rPr lang="en-GB" altLang="zh-CN" sz="1600" b="0" i="1" smtClean="0">
                          <a:solidFill>
                            <a:schemeClr val="bg1">
                              <a:lumMod val="50000"/>
                            </a:schemeClr>
                          </a:solidFill>
                          <a:latin typeface="Cambria Math" panose="02040503050406030204" pitchFamily="18" charset="0"/>
                        </a:rPr>
                        <m:t>=</m:t>
                      </m:r>
                      <m:d>
                        <m:dPr>
                          <m:begChr m:val="["/>
                          <m:endChr m:val="]"/>
                          <m:ctrlPr>
                            <a:rPr lang="en-GB" altLang="zh-CN" sz="1600" b="0" i="1" smtClean="0">
                              <a:solidFill>
                                <a:schemeClr val="bg1">
                                  <a:lumMod val="50000"/>
                                </a:schemeClr>
                              </a:solidFill>
                              <a:latin typeface="Cambria Math" panose="02040503050406030204" pitchFamily="18" charset="0"/>
                            </a:rPr>
                          </m:ctrlPr>
                        </m:dPr>
                        <m:e>
                          <m:m>
                            <m:mPr>
                              <m:mcs>
                                <m:mc>
                                  <m:mcPr>
                                    <m:count m:val="2"/>
                                    <m:mcJc m:val="center"/>
                                  </m:mcPr>
                                </m:mc>
                              </m:mcs>
                              <m:ctrlPr>
                                <a:rPr lang="en-GB" altLang="zh-CN" sz="1600" b="0" i="1" smtClean="0">
                                  <a:solidFill>
                                    <a:schemeClr val="bg1">
                                      <a:lumMod val="50000"/>
                                    </a:schemeClr>
                                  </a:solidFill>
                                  <a:latin typeface="Cambria Math" panose="02040503050406030204" pitchFamily="18" charset="0"/>
                                </a:rPr>
                              </m:ctrlPr>
                            </m:mPr>
                            <m:mr>
                              <m:e>
                                <m:r>
                                  <m:rPr>
                                    <m:brk m:alnAt="7"/>
                                  </m:rPr>
                                  <a:rPr lang="en-GB" altLang="zh-CN" sz="1600" b="0" i="1" smtClean="0">
                                    <a:solidFill>
                                      <a:schemeClr val="bg1">
                                        <a:lumMod val="50000"/>
                                      </a:schemeClr>
                                    </a:solidFill>
                                    <a:latin typeface="Cambria Math" panose="02040503050406030204" pitchFamily="18" charset="0"/>
                                  </a:rPr>
                                  <m:t>1</m:t>
                                </m:r>
                              </m:e>
                              <m:e>
                                <m:r>
                                  <a:rPr lang="en-GB" altLang="zh-CN" sz="1600" b="0" i="1" smtClean="0">
                                    <a:solidFill>
                                      <a:schemeClr val="bg1">
                                        <a:lumMod val="50000"/>
                                      </a:schemeClr>
                                    </a:solidFill>
                                    <a:latin typeface="Cambria Math" panose="02040503050406030204" pitchFamily="18" charset="0"/>
                                  </a:rPr>
                                  <m:t>1</m:t>
                                </m:r>
                              </m:e>
                            </m:mr>
                            <m:mr>
                              <m:e>
                                <m:r>
                                  <a:rPr lang="en-GB" altLang="zh-CN" sz="1600" b="0" i="1" smtClean="0">
                                    <a:solidFill>
                                      <a:schemeClr val="bg1">
                                        <a:lumMod val="50000"/>
                                      </a:schemeClr>
                                    </a:solidFill>
                                    <a:latin typeface="Cambria Math" panose="02040503050406030204" pitchFamily="18" charset="0"/>
                                  </a:rPr>
                                  <m:t>0</m:t>
                                </m:r>
                              </m:e>
                              <m:e>
                                <m:r>
                                  <a:rPr lang="en-GB" altLang="zh-CN" sz="1600" b="0" i="1" smtClean="0">
                                    <a:solidFill>
                                      <a:schemeClr val="bg1">
                                        <a:lumMod val="50000"/>
                                      </a:schemeClr>
                                    </a:solidFill>
                                    <a:latin typeface="Cambria Math" panose="02040503050406030204" pitchFamily="18" charset="0"/>
                                  </a:rPr>
                                  <m:t>1</m:t>
                                </m:r>
                              </m:e>
                            </m:mr>
                          </m:m>
                        </m:e>
                      </m:d>
                      <m:r>
                        <a:rPr lang="en-GB" altLang="zh-CN" dirty="0" smtClean="0">
                          <a:solidFill>
                            <a:schemeClr val="bg1">
                              <a:lumMod val="50000"/>
                            </a:schemeClr>
                          </a:solidFill>
                          <a:latin typeface="Cambria Math" panose="02040503050406030204" pitchFamily="18" charset="0"/>
                          <a:ea typeface="Cambria Math" panose="02040503050406030204" pitchFamily="18" charset="0"/>
                        </a:rPr>
                        <m:t>⟹</m:t>
                      </m:r>
                      <m:d>
                        <m:dPr>
                          <m:begChr m:val="{"/>
                          <m:endChr m:val=""/>
                          <m:ctrlPr>
                            <a:rPr lang="en-GB" altLang="zh-CN" i="1" dirty="0" smtClean="0">
                              <a:solidFill>
                                <a:schemeClr val="bg1">
                                  <a:lumMod val="50000"/>
                                </a:schemeClr>
                              </a:solidFill>
                              <a:latin typeface="Cambria Math" panose="02040503050406030204" pitchFamily="18" charset="0"/>
                              <a:ea typeface="Cambria Math" panose="02040503050406030204" pitchFamily="18" charset="0"/>
                            </a:rPr>
                          </m:ctrlPr>
                        </m:dPr>
                        <m:e>
                          <m:eqArr>
                            <m:eqArrPr>
                              <m:ctrlPr>
                                <a:rPr lang="en-GB" altLang="zh-CN" i="1" dirty="0" smtClean="0">
                                  <a:solidFill>
                                    <a:schemeClr val="bg1">
                                      <a:lumMod val="50000"/>
                                    </a:schemeClr>
                                  </a:solidFill>
                                  <a:latin typeface="Cambria Math" panose="02040503050406030204" pitchFamily="18" charset="0"/>
                                  <a:ea typeface="Cambria Math" panose="02040503050406030204" pitchFamily="18" charset="0"/>
                                </a:rPr>
                              </m:ctrlPr>
                            </m:eqArrPr>
                            <m:e>
                              <m:sSub>
                                <m:sSubPr>
                                  <m:ctrlPr>
                                    <a:rPr lang="en-GB" altLang="zh-CN" b="0" i="1" dirty="0" smtClean="0">
                                      <a:solidFill>
                                        <a:schemeClr val="bg1">
                                          <a:lumMod val="50000"/>
                                        </a:schemeClr>
                                      </a:solidFill>
                                      <a:latin typeface="Cambria Math" panose="02040503050406030204" pitchFamily="18" charset="0"/>
                                      <a:ea typeface="Cambria Math" panose="02040503050406030204" pitchFamily="18" charset="0"/>
                                    </a:rPr>
                                  </m:ctrlPr>
                                </m:sSubPr>
                                <m:e>
                                  <m:r>
                                    <a:rPr lang="en-GB" altLang="zh-CN" b="0" i="1" dirty="0" smtClean="0">
                                      <a:solidFill>
                                        <a:schemeClr val="bg1">
                                          <a:lumMod val="50000"/>
                                        </a:schemeClr>
                                      </a:solidFill>
                                      <a:latin typeface="Cambria Math" panose="02040503050406030204" pitchFamily="18" charset="0"/>
                                      <a:ea typeface="Cambria Math" panose="02040503050406030204" pitchFamily="18" charset="0"/>
                                    </a:rPr>
                                    <m:t>𝑥</m:t>
                                  </m:r>
                                </m:e>
                                <m:sub>
                                  <m:r>
                                    <a:rPr lang="en-GB" altLang="zh-CN" b="0" i="1" dirty="0" smtClean="0">
                                      <a:solidFill>
                                        <a:schemeClr val="bg1">
                                          <a:lumMod val="50000"/>
                                        </a:schemeClr>
                                      </a:solidFill>
                                      <a:latin typeface="Cambria Math" panose="02040503050406030204" pitchFamily="18" charset="0"/>
                                      <a:ea typeface="Cambria Math" panose="02040503050406030204" pitchFamily="18" charset="0"/>
                                    </a:rPr>
                                    <m:t>𝑘</m:t>
                                  </m:r>
                                </m:sub>
                              </m:sSub>
                              <m:r>
                                <a:rPr lang="en-GB" altLang="zh-CN" b="0" i="1" dirty="0" smtClean="0">
                                  <a:solidFill>
                                    <a:schemeClr val="bg1">
                                      <a:lumMod val="50000"/>
                                    </a:schemeClr>
                                  </a:solidFill>
                                  <a:latin typeface="Cambria Math" panose="02040503050406030204" pitchFamily="18" charset="0"/>
                                  <a:ea typeface="Cambria Math" panose="02040503050406030204" pitchFamily="18" charset="0"/>
                                </a:rPr>
                                <m:t>=</m:t>
                              </m:r>
                              <m:sSub>
                                <m:sSubPr>
                                  <m:ctrlPr>
                                    <a:rPr lang="en-GB" altLang="zh-CN" b="0" i="1" dirty="0" smtClean="0">
                                      <a:solidFill>
                                        <a:schemeClr val="bg1">
                                          <a:lumMod val="50000"/>
                                        </a:schemeClr>
                                      </a:solidFill>
                                      <a:latin typeface="Cambria Math" panose="02040503050406030204" pitchFamily="18" charset="0"/>
                                      <a:ea typeface="Cambria Math" panose="02040503050406030204" pitchFamily="18" charset="0"/>
                                    </a:rPr>
                                  </m:ctrlPr>
                                </m:sSubPr>
                                <m:e>
                                  <m:r>
                                    <a:rPr lang="en-GB" altLang="zh-CN" b="0" i="1" dirty="0" smtClean="0">
                                      <a:solidFill>
                                        <a:schemeClr val="bg1">
                                          <a:lumMod val="50000"/>
                                        </a:schemeClr>
                                      </a:solidFill>
                                      <a:latin typeface="Cambria Math" panose="02040503050406030204" pitchFamily="18" charset="0"/>
                                      <a:ea typeface="Cambria Math" panose="02040503050406030204" pitchFamily="18" charset="0"/>
                                    </a:rPr>
                                    <m:t>𝑥</m:t>
                                  </m:r>
                                </m:e>
                                <m:sub>
                                  <m:r>
                                    <a:rPr lang="en-GB" altLang="zh-CN" b="0" i="1" dirty="0" smtClean="0">
                                      <a:solidFill>
                                        <a:schemeClr val="bg1">
                                          <a:lumMod val="50000"/>
                                        </a:schemeClr>
                                      </a:solidFill>
                                      <a:latin typeface="Cambria Math" panose="02040503050406030204" pitchFamily="18" charset="0"/>
                                      <a:ea typeface="Cambria Math" panose="02040503050406030204" pitchFamily="18" charset="0"/>
                                    </a:rPr>
                                    <m:t>𝑘</m:t>
                                  </m:r>
                                  <m:r>
                                    <a:rPr lang="en-GB" altLang="zh-CN" b="0" i="1" dirty="0" smtClean="0">
                                      <a:solidFill>
                                        <a:schemeClr val="bg1">
                                          <a:lumMod val="50000"/>
                                        </a:schemeClr>
                                      </a:solidFill>
                                      <a:latin typeface="Cambria Math" panose="02040503050406030204" pitchFamily="18" charset="0"/>
                                      <a:ea typeface="Cambria Math" panose="02040503050406030204" pitchFamily="18" charset="0"/>
                                    </a:rPr>
                                    <m:t>−1</m:t>
                                  </m:r>
                                </m:sub>
                              </m:sSub>
                              <m:r>
                                <a:rPr lang="en-GB" altLang="zh-CN" b="0" i="1" dirty="0" smtClean="0">
                                  <a:solidFill>
                                    <a:schemeClr val="bg1">
                                      <a:lumMod val="50000"/>
                                    </a:schemeClr>
                                  </a:solidFill>
                                  <a:latin typeface="Cambria Math" panose="02040503050406030204" pitchFamily="18" charset="0"/>
                                  <a:ea typeface="Cambria Math" panose="02040503050406030204" pitchFamily="18" charset="0"/>
                                </a:rPr>
                                <m:t>+</m:t>
                              </m:r>
                              <m:sSub>
                                <m:sSubPr>
                                  <m:ctrlPr>
                                    <a:rPr lang="en-GB" altLang="zh-CN" b="0" i="1" dirty="0" smtClean="0">
                                      <a:solidFill>
                                        <a:schemeClr val="bg1">
                                          <a:lumMod val="50000"/>
                                        </a:schemeClr>
                                      </a:solidFill>
                                      <a:latin typeface="Cambria Math" panose="02040503050406030204" pitchFamily="18" charset="0"/>
                                      <a:ea typeface="Cambria Math" panose="02040503050406030204" pitchFamily="18" charset="0"/>
                                    </a:rPr>
                                  </m:ctrlPr>
                                </m:sSubPr>
                                <m:e>
                                  <m:r>
                                    <a:rPr lang="en-GB" altLang="zh-CN" b="0" i="1" dirty="0" smtClean="0">
                                      <a:solidFill>
                                        <a:schemeClr val="bg1">
                                          <a:lumMod val="50000"/>
                                        </a:schemeClr>
                                      </a:solidFill>
                                      <a:latin typeface="Cambria Math" panose="02040503050406030204" pitchFamily="18" charset="0"/>
                                      <a:ea typeface="Cambria Math" panose="02040503050406030204" pitchFamily="18" charset="0"/>
                                    </a:rPr>
                                    <m:t>𝑣</m:t>
                                  </m:r>
                                </m:e>
                                <m:sub>
                                  <m:r>
                                    <a:rPr lang="en-GB" altLang="zh-CN" b="0" i="1" dirty="0" smtClean="0">
                                      <a:solidFill>
                                        <a:schemeClr val="bg1">
                                          <a:lumMod val="50000"/>
                                        </a:schemeClr>
                                      </a:solidFill>
                                      <a:latin typeface="Cambria Math" panose="02040503050406030204" pitchFamily="18" charset="0"/>
                                      <a:ea typeface="Cambria Math" panose="02040503050406030204" pitchFamily="18" charset="0"/>
                                    </a:rPr>
                                    <m:t>𝑘</m:t>
                                  </m:r>
                                  <m:r>
                                    <a:rPr lang="en-GB" altLang="zh-CN" b="0" i="1" dirty="0" smtClean="0">
                                      <a:solidFill>
                                        <a:schemeClr val="bg1">
                                          <a:lumMod val="50000"/>
                                        </a:schemeClr>
                                      </a:solidFill>
                                      <a:latin typeface="Cambria Math" panose="02040503050406030204" pitchFamily="18" charset="0"/>
                                      <a:ea typeface="Cambria Math" panose="02040503050406030204" pitchFamily="18" charset="0"/>
                                    </a:rPr>
                                    <m:t>−1</m:t>
                                  </m:r>
                                </m:sub>
                              </m:sSub>
                            </m:e>
                            <m:e>
                              <m:sSub>
                                <m:sSubPr>
                                  <m:ctrlPr>
                                    <a:rPr lang="en-GB" altLang="zh-CN" i="1">
                                      <a:solidFill>
                                        <a:schemeClr val="bg1">
                                          <a:lumMod val="50000"/>
                                        </a:schemeClr>
                                      </a:solidFill>
                                      <a:latin typeface="Cambria Math" panose="02040503050406030204" pitchFamily="18" charset="0"/>
                                    </a:rPr>
                                  </m:ctrlPr>
                                </m:sSubPr>
                                <m:e>
                                  <m:r>
                                    <a:rPr lang="en-GB" altLang="zh-CN" i="1">
                                      <a:solidFill>
                                        <a:schemeClr val="bg1">
                                          <a:lumMod val="50000"/>
                                        </a:schemeClr>
                                      </a:solidFill>
                                      <a:latin typeface="Cambria Math" panose="02040503050406030204" pitchFamily="18" charset="0"/>
                                    </a:rPr>
                                    <m:t>𝑣</m:t>
                                  </m:r>
                                </m:e>
                                <m:sub>
                                  <m:r>
                                    <a:rPr lang="en-GB" altLang="zh-CN" i="1">
                                      <a:solidFill>
                                        <a:schemeClr val="bg1">
                                          <a:lumMod val="50000"/>
                                        </a:schemeClr>
                                      </a:solidFill>
                                      <a:latin typeface="Cambria Math" panose="02040503050406030204" pitchFamily="18" charset="0"/>
                                    </a:rPr>
                                    <m:t>𝑘</m:t>
                                  </m:r>
                                </m:sub>
                              </m:sSub>
                              <m:r>
                                <a:rPr lang="en-GB" altLang="zh-CN" b="0" i="1" smtClean="0">
                                  <a:solidFill>
                                    <a:schemeClr val="bg1">
                                      <a:lumMod val="50000"/>
                                    </a:schemeClr>
                                  </a:solidFill>
                                  <a:latin typeface="Cambria Math" panose="02040503050406030204" pitchFamily="18" charset="0"/>
                                </a:rPr>
                                <m:t>=</m:t>
                              </m:r>
                              <m:sSub>
                                <m:sSubPr>
                                  <m:ctrlPr>
                                    <a:rPr lang="en-GB" altLang="zh-CN" i="1">
                                      <a:solidFill>
                                        <a:schemeClr val="bg1">
                                          <a:lumMod val="50000"/>
                                        </a:schemeClr>
                                      </a:solidFill>
                                      <a:latin typeface="Cambria Math" panose="02040503050406030204" pitchFamily="18" charset="0"/>
                                    </a:rPr>
                                  </m:ctrlPr>
                                </m:sSubPr>
                                <m:e>
                                  <m:r>
                                    <a:rPr lang="en-GB" altLang="zh-CN" i="1">
                                      <a:solidFill>
                                        <a:schemeClr val="bg1">
                                          <a:lumMod val="50000"/>
                                        </a:schemeClr>
                                      </a:solidFill>
                                      <a:latin typeface="Cambria Math" panose="02040503050406030204" pitchFamily="18" charset="0"/>
                                    </a:rPr>
                                    <m:t>𝑣</m:t>
                                  </m:r>
                                </m:e>
                                <m:sub>
                                  <m:r>
                                    <a:rPr lang="en-GB" altLang="zh-CN" i="1">
                                      <a:solidFill>
                                        <a:schemeClr val="bg1">
                                          <a:lumMod val="50000"/>
                                        </a:schemeClr>
                                      </a:solidFill>
                                      <a:latin typeface="Cambria Math" panose="02040503050406030204" pitchFamily="18" charset="0"/>
                                    </a:rPr>
                                    <m:t>𝑘</m:t>
                                  </m:r>
                                  <m:r>
                                    <a:rPr lang="en-GB" altLang="zh-CN" i="1">
                                      <a:solidFill>
                                        <a:schemeClr val="bg1">
                                          <a:lumMod val="50000"/>
                                        </a:schemeClr>
                                      </a:solidFill>
                                      <a:latin typeface="Cambria Math" panose="02040503050406030204" pitchFamily="18" charset="0"/>
                                    </a:rPr>
                                    <m:t>−1</m:t>
                                  </m:r>
                                </m:sub>
                              </m:sSub>
                            </m:e>
                          </m:eqArr>
                        </m:e>
                      </m:d>
                    </m:oMath>
                  </m:oMathPara>
                </a14:m>
                <a:endParaRPr lang="en-GB" altLang="zh-CN" dirty="0"/>
              </a:p>
              <a:p>
                <a:endParaRPr lang="en-GB" dirty="0"/>
              </a:p>
            </p:txBody>
          </p:sp>
        </mc:Choice>
        <mc:Fallback xmlns="">
          <p:sp>
            <p:nvSpPr>
              <p:cNvPr id="6" name="文本占位符 5">
                <a:extLst>
                  <a:ext uri="{FF2B5EF4-FFF2-40B4-BE49-F238E27FC236}">
                    <a16:creationId xmlns:a16="http://schemas.microsoft.com/office/drawing/2014/main" id="{7B370F02-FE93-81B5-0FD4-6EF89F6179BB}"/>
                  </a:ext>
                </a:extLst>
              </p:cNvPr>
              <p:cNvSpPr>
                <a:spLocks noGrp="1" noRot="1" noChangeAspect="1" noMove="1" noResize="1" noEditPoints="1" noAdjustHandles="1" noChangeArrowheads="1" noChangeShapeType="1" noTextEdit="1"/>
              </p:cNvSpPr>
              <p:nvPr>
                <p:ph type="body" sz="quarter" idx="10"/>
              </p:nvPr>
            </p:nvSpPr>
            <p:spPr>
              <a:xfrm>
                <a:off x="628649" y="1327582"/>
                <a:ext cx="5272191" cy="3579917"/>
              </a:xfrm>
              <a:blipFill>
                <a:blip r:embed="rId2"/>
                <a:stretch>
                  <a:fillRect l="-481" t="-1060" b="-44170"/>
                </a:stretch>
              </a:blipFill>
            </p:spPr>
            <p:txBody>
              <a:bodyPr/>
              <a:lstStyle/>
              <a:p>
                <a:r>
                  <a:rPr lang="zh-CN" altLang="en-US">
                    <a:noFill/>
                  </a:rPr>
                  <a:t> </a:t>
                </a:r>
              </a:p>
            </p:txBody>
          </p:sp>
        </mc:Fallback>
      </mc:AlternateContent>
      <p:sp>
        <p:nvSpPr>
          <p:cNvPr id="3" name="圆角矩形 2">
            <a:extLst>
              <a:ext uri="{FF2B5EF4-FFF2-40B4-BE49-F238E27FC236}">
                <a16:creationId xmlns:a16="http://schemas.microsoft.com/office/drawing/2014/main" id="{A2F0A07F-B835-FE87-DC95-4611CAAB8056}"/>
              </a:ext>
            </a:extLst>
          </p:cNvPr>
          <p:cNvSpPr/>
          <p:nvPr/>
        </p:nvSpPr>
        <p:spPr>
          <a:xfrm>
            <a:off x="6711599" y="1465729"/>
            <a:ext cx="2180027" cy="2282027"/>
          </a:xfrm>
          <a:prstGeom prst="roundRect">
            <a:avLst>
              <a:gd name="adj" fmla="val 2292"/>
            </a:avLst>
          </a:prstGeom>
          <a:solidFill>
            <a:schemeClr val="bg1">
              <a:lumMod val="95000"/>
              <a:alpha val="39768"/>
            </a:schemeClr>
          </a:solid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mc:AlternateContent xmlns:mc="http://schemas.openxmlformats.org/markup-compatibility/2006" xmlns:a14="http://schemas.microsoft.com/office/drawing/2010/main">
        <mc:Choice Requires="a14">
          <p:sp>
            <p:nvSpPr>
              <p:cNvPr id="4" name="文本框 3">
                <a:extLst>
                  <a:ext uri="{FF2B5EF4-FFF2-40B4-BE49-F238E27FC236}">
                    <a16:creationId xmlns:a16="http://schemas.microsoft.com/office/drawing/2014/main" id="{88C6A480-788F-D5F0-EC1C-A44FBAD25787}"/>
                  </a:ext>
                </a:extLst>
              </p:cNvPr>
              <p:cNvSpPr txBox="1"/>
              <p:nvPr/>
            </p:nvSpPr>
            <p:spPr>
              <a:xfrm>
                <a:off x="6711598" y="1491454"/>
                <a:ext cx="2180027" cy="2160591"/>
              </a:xfrm>
              <a:prstGeom prst="rect">
                <a:avLst/>
              </a:prstGeom>
              <a:noFill/>
            </p:spPr>
            <p:txBody>
              <a:bodyPr wrap="square" rtlCol="0">
                <a:spAutoFit/>
              </a:bodyPr>
              <a:lstStyle/>
              <a:p>
                <a:pPr>
                  <a:lnSpc>
                    <a:spcPct val="120000"/>
                  </a:lnSpc>
                </a:pPr>
                <a:r>
                  <a:rPr lang="en-GB" altLang="zh-CN" sz="1400" b="1" dirty="0">
                    <a:solidFill>
                      <a:srgbClr val="003399"/>
                    </a:solidFill>
                    <a:latin typeface="Cambria Math" panose="02040503050406030204" pitchFamily="18" charset="0"/>
                  </a:rPr>
                  <a:t>1-D example</a:t>
                </a:r>
              </a:p>
              <a:p>
                <a:pPr>
                  <a:lnSpc>
                    <a:spcPct val="120000"/>
                  </a:lnSpc>
                </a:pPr>
                <a:r>
                  <a:rPr lang="en-GB" altLang="zh-CN" sz="1400" dirty="0">
                    <a:solidFill>
                      <a:srgbClr val="003399"/>
                    </a:solidFill>
                    <a:latin typeface="Cambria Math" panose="02040503050406030204" pitchFamily="18" charset="0"/>
                  </a:rPr>
                  <a:t>Prediction</a:t>
                </a:r>
              </a:p>
              <a:p>
                <a:pPr algn="r">
                  <a:lnSpc>
                    <a:spcPct val="120000"/>
                  </a:lnSpc>
                </a:pPr>
                <a14:m>
                  <m:oMathPara xmlns:m="http://schemas.openxmlformats.org/officeDocument/2006/math">
                    <m:oMathParaPr>
                      <m:jc m:val="centerGroup"/>
                    </m:oMathParaPr>
                    <m:oMath xmlns:m="http://schemas.openxmlformats.org/officeDocument/2006/math">
                      <m:sSub>
                        <m:sSubPr>
                          <m:ctrlPr>
                            <a:rPr lang="en-GB" altLang="zh-CN" sz="1400" i="1" smtClean="0">
                              <a:solidFill>
                                <a:schemeClr val="tx1"/>
                              </a:solidFill>
                              <a:latin typeface="Cambria Math" panose="02040503050406030204" pitchFamily="18" charset="0"/>
                            </a:rPr>
                          </m:ctrlPr>
                        </m:sSubPr>
                        <m:e>
                          <m:acc>
                            <m:accPr>
                              <m:chr m:val="̂"/>
                              <m:ctrlPr>
                                <a:rPr lang="en-GB" altLang="zh-CN" sz="1400" i="1">
                                  <a:solidFill>
                                    <a:schemeClr val="tx1"/>
                                  </a:solidFill>
                                  <a:latin typeface="Cambria Math" panose="02040503050406030204" pitchFamily="18" charset="0"/>
                                </a:rPr>
                              </m:ctrlPr>
                            </m:accPr>
                            <m:e>
                              <m:r>
                                <a:rPr lang="en-GB" altLang="zh-CN" sz="1400" i="1">
                                  <a:solidFill>
                                    <a:schemeClr val="tx1"/>
                                  </a:solidFill>
                                  <a:latin typeface="Cambria Math" panose="02040503050406030204" pitchFamily="18" charset="0"/>
                                </a:rPr>
                                <m:t>𝑥</m:t>
                              </m:r>
                            </m:e>
                          </m:acc>
                        </m:e>
                        <m:sub>
                          <m:r>
                            <a:rPr lang="en-GB" altLang="zh-CN" sz="1400" i="1">
                              <a:solidFill>
                                <a:schemeClr val="tx1"/>
                              </a:solidFill>
                              <a:latin typeface="Cambria Math" panose="02040503050406030204" pitchFamily="18" charset="0"/>
                            </a:rPr>
                            <m:t>𝑘</m:t>
                          </m:r>
                          <m:r>
                            <a:rPr lang="en-GB" altLang="zh-CN" sz="1400" b="0" i="1" smtClean="0">
                              <a:solidFill>
                                <a:schemeClr val="tx1"/>
                              </a:solidFill>
                              <a:latin typeface="Cambria Math" panose="02040503050406030204" pitchFamily="18" charset="0"/>
                            </a:rPr>
                            <m:t>−</m:t>
                          </m:r>
                        </m:sub>
                      </m:sSub>
                      <m:r>
                        <a:rPr lang="en-GB" altLang="zh-CN" sz="1400" b="0" i="1" smtClean="0">
                          <a:solidFill>
                            <a:schemeClr val="tx1"/>
                          </a:solidFill>
                          <a:latin typeface="Cambria Math" panose="02040503050406030204" pitchFamily="18" charset="0"/>
                        </a:rPr>
                        <m:t>=</m:t>
                      </m:r>
                      <m:r>
                        <a:rPr lang="en-GB" altLang="zh-CN" sz="1400" b="0" i="1" smtClean="0">
                          <a:solidFill>
                            <a:schemeClr val="tx1"/>
                          </a:solidFill>
                          <a:latin typeface="Cambria Math" panose="02040503050406030204" pitchFamily="18" charset="0"/>
                        </a:rPr>
                        <m:t>𝑓</m:t>
                      </m:r>
                      <m:r>
                        <a:rPr lang="en-GB" altLang="zh-CN" sz="1400" b="0" i="1" smtClean="0">
                          <a:solidFill>
                            <a:schemeClr val="tx1"/>
                          </a:solidFill>
                          <a:latin typeface="Cambria Math" panose="02040503050406030204" pitchFamily="18" charset="0"/>
                        </a:rPr>
                        <m:t>⋅</m:t>
                      </m:r>
                      <m:sSub>
                        <m:sSubPr>
                          <m:ctrlPr>
                            <a:rPr lang="en-GB" altLang="zh-CN" sz="1400" i="1">
                              <a:solidFill>
                                <a:schemeClr val="tx1"/>
                              </a:solidFill>
                              <a:latin typeface="Cambria Math" panose="02040503050406030204" pitchFamily="18" charset="0"/>
                            </a:rPr>
                          </m:ctrlPr>
                        </m:sSubPr>
                        <m:e>
                          <m:acc>
                            <m:accPr>
                              <m:chr m:val="̂"/>
                              <m:ctrlPr>
                                <a:rPr lang="en-GB" altLang="zh-CN" sz="1400" i="1">
                                  <a:solidFill>
                                    <a:schemeClr val="tx1"/>
                                  </a:solidFill>
                                  <a:latin typeface="Cambria Math" panose="02040503050406030204" pitchFamily="18" charset="0"/>
                                </a:rPr>
                              </m:ctrlPr>
                            </m:accPr>
                            <m:e>
                              <m:r>
                                <a:rPr lang="en-GB" altLang="zh-CN" sz="1400" i="1">
                                  <a:solidFill>
                                    <a:schemeClr val="tx1"/>
                                  </a:solidFill>
                                  <a:latin typeface="Cambria Math" panose="02040503050406030204" pitchFamily="18" charset="0"/>
                                </a:rPr>
                                <m:t>𝑥</m:t>
                              </m:r>
                            </m:e>
                          </m:acc>
                        </m:e>
                        <m:sub>
                          <m:r>
                            <a:rPr lang="en-GB" altLang="zh-CN" sz="1400" i="1">
                              <a:solidFill>
                                <a:schemeClr val="tx1"/>
                              </a:solidFill>
                              <a:latin typeface="Cambria Math" panose="02040503050406030204" pitchFamily="18" charset="0"/>
                            </a:rPr>
                            <m:t>𝑘</m:t>
                          </m:r>
                          <m:r>
                            <a:rPr lang="en-GB" altLang="zh-CN" sz="1400" i="1">
                              <a:solidFill>
                                <a:schemeClr val="tx1"/>
                              </a:solidFill>
                              <a:latin typeface="Cambria Math" panose="02040503050406030204" pitchFamily="18" charset="0"/>
                            </a:rPr>
                            <m:t>−1</m:t>
                          </m:r>
                        </m:sub>
                      </m:sSub>
                      <m:r>
                        <a:rPr lang="en-GB" altLang="zh-CN" sz="1400" b="0" i="1" smtClean="0">
                          <a:solidFill>
                            <a:schemeClr val="tx1"/>
                          </a:solidFill>
                          <a:latin typeface="Cambria Math" panose="02040503050406030204" pitchFamily="18" charset="0"/>
                        </a:rPr>
                        <m:t>+</m:t>
                      </m:r>
                      <m:r>
                        <a:rPr lang="en-GB" altLang="zh-CN" sz="1400" b="0" i="1" smtClean="0">
                          <a:solidFill>
                            <a:schemeClr val="tx1"/>
                          </a:solidFill>
                          <a:latin typeface="Cambria Math" panose="02040503050406030204" pitchFamily="18" charset="0"/>
                        </a:rPr>
                        <m:t>𝑏</m:t>
                      </m:r>
                      <m:r>
                        <a:rPr lang="en-GB" altLang="zh-CN" sz="1400" b="0" i="1" smtClean="0">
                          <a:solidFill>
                            <a:schemeClr val="tx1"/>
                          </a:solidFill>
                          <a:latin typeface="Cambria Math" panose="02040503050406030204" pitchFamily="18" charset="0"/>
                        </a:rPr>
                        <m:t>⋅</m:t>
                      </m:r>
                      <m:sSub>
                        <m:sSubPr>
                          <m:ctrlPr>
                            <a:rPr lang="en-GB" altLang="zh-CN" sz="1400" i="1">
                              <a:solidFill>
                                <a:schemeClr val="tx1"/>
                              </a:solidFill>
                              <a:latin typeface="Cambria Math" panose="02040503050406030204" pitchFamily="18" charset="0"/>
                            </a:rPr>
                          </m:ctrlPr>
                        </m:sSubPr>
                        <m:e>
                          <m:r>
                            <a:rPr lang="en-GB" altLang="zh-CN" sz="1400" i="1">
                              <a:solidFill>
                                <a:schemeClr val="tx1"/>
                              </a:solidFill>
                              <a:latin typeface="Cambria Math" panose="02040503050406030204" pitchFamily="18" charset="0"/>
                            </a:rPr>
                            <m:t>𝑢</m:t>
                          </m:r>
                        </m:e>
                        <m:sub>
                          <m:r>
                            <a:rPr lang="en-GB" altLang="zh-CN" sz="1400" i="1">
                              <a:solidFill>
                                <a:schemeClr val="tx1"/>
                              </a:solidFill>
                              <a:latin typeface="Cambria Math" panose="02040503050406030204" pitchFamily="18" charset="0"/>
                            </a:rPr>
                            <m:t>𝑘</m:t>
                          </m:r>
                        </m:sub>
                      </m:sSub>
                    </m:oMath>
                  </m:oMathPara>
                </a14:m>
                <a:endParaRPr lang="en-GB" altLang="zh-CN" sz="1400" dirty="0">
                  <a:solidFill>
                    <a:schemeClr val="tx1"/>
                  </a:solidFill>
                </a:endParaRPr>
              </a:p>
              <a:p>
                <a:pPr algn="r">
                  <a:lnSpc>
                    <a:spcPct val="120000"/>
                  </a:lnSpc>
                </a:pPr>
                <a14:m>
                  <m:oMathPara xmlns:m="http://schemas.openxmlformats.org/officeDocument/2006/math">
                    <m:oMathParaPr>
                      <m:jc m:val="centerGroup"/>
                    </m:oMathParaPr>
                    <m:oMath xmlns:m="http://schemas.openxmlformats.org/officeDocument/2006/math">
                      <m:sSub>
                        <m:sSubPr>
                          <m:ctrlPr>
                            <a:rPr lang="en-GB" altLang="zh-CN" sz="1400" i="1" smtClean="0">
                              <a:solidFill>
                                <a:schemeClr val="tx1"/>
                              </a:solidFill>
                              <a:latin typeface="Cambria Math" panose="02040503050406030204" pitchFamily="18" charset="0"/>
                            </a:rPr>
                          </m:ctrlPr>
                        </m:sSubPr>
                        <m:e>
                          <m:r>
                            <a:rPr lang="en-GB" altLang="zh-CN" sz="1400" b="0" i="1" smtClean="0">
                              <a:solidFill>
                                <a:schemeClr val="tx1"/>
                              </a:solidFill>
                              <a:latin typeface="Cambria Math" panose="02040503050406030204" pitchFamily="18" charset="0"/>
                            </a:rPr>
                            <m:t>𝑝</m:t>
                          </m:r>
                        </m:e>
                        <m:sub>
                          <m:r>
                            <a:rPr lang="en-GB" altLang="zh-CN" sz="1400" i="1">
                              <a:solidFill>
                                <a:schemeClr val="tx1"/>
                              </a:solidFill>
                              <a:latin typeface="Cambria Math" panose="02040503050406030204" pitchFamily="18" charset="0"/>
                            </a:rPr>
                            <m:t>𝑘</m:t>
                          </m:r>
                          <m:r>
                            <a:rPr lang="en-GB" altLang="zh-CN" sz="1400" b="0" i="1" smtClean="0">
                              <a:solidFill>
                                <a:schemeClr val="tx1"/>
                              </a:solidFill>
                              <a:latin typeface="Cambria Math" panose="02040503050406030204" pitchFamily="18" charset="0"/>
                            </a:rPr>
                            <m:t>−</m:t>
                          </m:r>
                        </m:sub>
                      </m:sSub>
                      <m:r>
                        <a:rPr lang="en-GB" altLang="zh-CN" sz="1400" i="1">
                          <a:solidFill>
                            <a:schemeClr val="tx1"/>
                          </a:solidFill>
                          <a:latin typeface="Cambria Math" panose="02040503050406030204" pitchFamily="18" charset="0"/>
                        </a:rPr>
                        <m:t>=</m:t>
                      </m:r>
                      <m:sSup>
                        <m:sSupPr>
                          <m:ctrlPr>
                            <a:rPr lang="en-GB" altLang="zh-CN" sz="1400" b="0" i="1" smtClean="0">
                              <a:solidFill>
                                <a:schemeClr val="tx1"/>
                              </a:solidFill>
                              <a:latin typeface="Cambria Math" panose="02040503050406030204" pitchFamily="18" charset="0"/>
                            </a:rPr>
                          </m:ctrlPr>
                        </m:sSupPr>
                        <m:e>
                          <m:r>
                            <a:rPr lang="en-GB" altLang="zh-CN" sz="1400" i="1">
                              <a:solidFill>
                                <a:schemeClr val="tx1"/>
                              </a:solidFill>
                              <a:latin typeface="Cambria Math" panose="02040503050406030204" pitchFamily="18" charset="0"/>
                            </a:rPr>
                            <m:t>𝑓</m:t>
                          </m:r>
                        </m:e>
                        <m:sup>
                          <m:r>
                            <a:rPr lang="en-GB" altLang="zh-CN" sz="1400" b="0" i="1" smtClean="0">
                              <a:solidFill>
                                <a:schemeClr val="tx1"/>
                              </a:solidFill>
                              <a:latin typeface="Cambria Math" panose="02040503050406030204" pitchFamily="18" charset="0"/>
                            </a:rPr>
                            <m:t>2</m:t>
                          </m:r>
                        </m:sup>
                      </m:sSup>
                      <m:r>
                        <a:rPr lang="en-GB" altLang="zh-CN" sz="1400" i="1">
                          <a:solidFill>
                            <a:schemeClr val="tx1"/>
                          </a:solidFill>
                          <a:latin typeface="Cambria Math" panose="02040503050406030204" pitchFamily="18" charset="0"/>
                        </a:rPr>
                        <m:t>⋅</m:t>
                      </m:r>
                      <m:sSub>
                        <m:sSubPr>
                          <m:ctrlPr>
                            <a:rPr lang="en-GB" altLang="zh-CN" sz="1400" i="1">
                              <a:solidFill>
                                <a:schemeClr val="tx1"/>
                              </a:solidFill>
                              <a:latin typeface="Cambria Math" panose="02040503050406030204" pitchFamily="18" charset="0"/>
                            </a:rPr>
                          </m:ctrlPr>
                        </m:sSubPr>
                        <m:e>
                          <m:r>
                            <a:rPr lang="en-GB" altLang="zh-CN" sz="1400" i="1">
                              <a:solidFill>
                                <a:schemeClr val="tx1"/>
                              </a:solidFill>
                              <a:latin typeface="Cambria Math" panose="02040503050406030204" pitchFamily="18" charset="0"/>
                            </a:rPr>
                            <m:t>𝑝</m:t>
                          </m:r>
                        </m:e>
                        <m:sub>
                          <m:r>
                            <a:rPr lang="en-GB" altLang="zh-CN" sz="1400" i="1">
                              <a:solidFill>
                                <a:schemeClr val="tx1"/>
                              </a:solidFill>
                              <a:latin typeface="Cambria Math" panose="02040503050406030204" pitchFamily="18" charset="0"/>
                            </a:rPr>
                            <m:t>𝑘</m:t>
                          </m:r>
                          <m:r>
                            <a:rPr lang="en-GB" altLang="zh-CN" sz="1400" b="0" i="1" smtClean="0">
                              <a:solidFill>
                                <a:schemeClr val="tx1"/>
                              </a:solidFill>
                              <a:latin typeface="Cambria Math" panose="02040503050406030204" pitchFamily="18" charset="0"/>
                            </a:rPr>
                            <m:t>−1</m:t>
                          </m:r>
                        </m:sub>
                      </m:sSub>
                      <m:r>
                        <a:rPr lang="en-GB" altLang="zh-CN" sz="1400" b="0" i="1" smtClean="0">
                          <a:solidFill>
                            <a:schemeClr val="tx1"/>
                          </a:solidFill>
                          <a:latin typeface="Cambria Math" panose="02040503050406030204" pitchFamily="18" charset="0"/>
                        </a:rPr>
                        <m:t>+</m:t>
                      </m:r>
                      <m:sSub>
                        <m:sSubPr>
                          <m:ctrlPr>
                            <a:rPr lang="en-GB" altLang="zh-CN" sz="1400" b="0" i="1" smtClean="0">
                              <a:solidFill>
                                <a:schemeClr val="tx1"/>
                              </a:solidFill>
                              <a:latin typeface="Cambria Math" panose="02040503050406030204" pitchFamily="18" charset="0"/>
                            </a:rPr>
                          </m:ctrlPr>
                        </m:sSubPr>
                        <m:e>
                          <m:r>
                            <a:rPr lang="en-GB" altLang="zh-CN" sz="1400" b="0" i="1" smtClean="0">
                              <a:solidFill>
                                <a:schemeClr val="tx1"/>
                              </a:solidFill>
                              <a:latin typeface="Cambria Math" panose="02040503050406030204" pitchFamily="18" charset="0"/>
                            </a:rPr>
                            <m:t>𝑞</m:t>
                          </m:r>
                        </m:e>
                        <m:sub>
                          <m:r>
                            <a:rPr lang="en-GB" altLang="zh-CN" sz="1400" b="0" i="1" smtClean="0">
                              <a:solidFill>
                                <a:schemeClr val="tx1"/>
                              </a:solidFill>
                              <a:latin typeface="Cambria Math" panose="02040503050406030204" pitchFamily="18" charset="0"/>
                            </a:rPr>
                            <m:t>𝑘</m:t>
                          </m:r>
                        </m:sub>
                      </m:sSub>
                    </m:oMath>
                  </m:oMathPara>
                </a14:m>
                <a:endParaRPr lang="en-GB" sz="1400" dirty="0">
                  <a:solidFill>
                    <a:schemeClr val="tx1"/>
                  </a:solidFill>
                </a:endParaRPr>
              </a:p>
              <a:p>
                <a:pPr>
                  <a:lnSpc>
                    <a:spcPct val="120000"/>
                  </a:lnSpc>
                </a:pPr>
                <a:r>
                  <a:rPr lang="en-GB" sz="1400" dirty="0">
                    <a:solidFill>
                      <a:srgbClr val="003399"/>
                    </a:solidFill>
                  </a:rPr>
                  <a:t>Updating</a:t>
                </a:r>
              </a:p>
              <a:p>
                <a:pPr>
                  <a:lnSpc>
                    <a:spcPct val="120000"/>
                  </a:lnSpc>
                </a:pPr>
                <a14:m>
                  <m:oMathPara xmlns:m="http://schemas.openxmlformats.org/officeDocument/2006/math">
                    <m:oMathParaPr>
                      <m:jc m:val="centerGroup"/>
                    </m:oMathParaPr>
                    <m:oMath xmlns:m="http://schemas.openxmlformats.org/officeDocument/2006/math">
                      <m:sSub>
                        <m:sSubPr>
                          <m:ctrlPr>
                            <a:rPr lang="en-GB" altLang="zh-CN" sz="1400" b="0" i="1" smtClean="0">
                              <a:solidFill>
                                <a:schemeClr val="tx1"/>
                              </a:solidFill>
                              <a:latin typeface="Cambria Math" panose="02040503050406030204" pitchFamily="18" charset="0"/>
                            </a:rPr>
                          </m:ctrlPr>
                        </m:sSubPr>
                        <m:e>
                          <m:r>
                            <a:rPr lang="en-GB" altLang="zh-CN" sz="1400" b="0" i="1" smtClean="0">
                              <a:solidFill>
                                <a:schemeClr val="tx1"/>
                              </a:solidFill>
                              <a:latin typeface="Cambria Math" panose="02040503050406030204" pitchFamily="18" charset="0"/>
                            </a:rPr>
                            <m:t>𝜆</m:t>
                          </m:r>
                        </m:e>
                        <m:sub>
                          <m:r>
                            <a:rPr lang="en-GB" altLang="zh-CN" sz="1400" b="0" i="1" smtClean="0">
                              <a:solidFill>
                                <a:schemeClr val="tx1"/>
                              </a:solidFill>
                              <a:latin typeface="Cambria Math" panose="02040503050406030204" pitchFamily="18" charset="0"/>
                            </a:rPr>
                            <m:t>𝑘</m:t>
                          </m:r>
                        </m:sub>
                      </m:sSub>
                      <m:r>
                        <a:rPr lang="en-GB" altLang="zh-CN" sz="1400" b="0" i="1" smtClean="0">
                          <a:solidFill>
                            <a:schemeClr val="tx1"/>
                          </a:solidFill>
                          <a:latin typeface="Cambria Math" panose="02040503050406030204" pitchFamily="18" charset="0"/>
                        </a:rPr>
                        <m:t>=</m:t>
                      </m:r>
                      <m:sSub>
                        <m:sSubPr>
                          <m:ctrlPr>
                            <a:rPr lang="en-GB" altLang="zh-CN" sz="1400" i="1">
                              <a:latin typeface="Cambria Math" panose="02040503050406030204" pitchFamily="18" charset="0"/>
                            </a:rPr>
                          </m:ctrlPr>
                        </m:sSubPr>
                        <m:e>
                          <m:r>
                            <a:rPr lang="en-GB" altLang="zh-CN" sz="1400" i="1">
                              <a:latin typeface="Cambria Math" panose="02040503050406030204" pitchFamily="18" charset="0"/>
                            </a:rPr>
                            <m:t>𝑝</m:t>
                          </m:r>
                        </m:e>
                        <m:sub>
                          <m:r>
                            <a:rPr lang="en-GB" altLang="zh-CN" sz="1400" i="1">
                              <a:latin typeface="Cambria Math" panose="02040503050406030204" pitchFamily="18" charset="0"/>
                            </a:rPr>
                            <m:t>𝑘</m:t>
                          </m:r>
                          <m:r>
                            <a:rPr lang="en-GB" altLang="zh-CN" sz="1400" i="1">
                              <a:latin typeface="Cambria Math" panose="02040503050406030204" pitchFamily="18" charset="0"/>
                            </a:rPr>
                            <m:t>−</m:t>
                          </m:r>
                        </m:sub>
                      </m:sSub>
                      <m:r>
                        <a:rPr lang="en-GB" altLang="zh-CN" sz="1400" b="0" i="1" smtClean="0">
                          <a:latin typeface="Cambria Math" panose="02040503050406030204" pitchFamily="18" charset="0"/>
                        </a:rPr>
                        <m:t> / </m:t>
                      </m:r>
                      <m:d>
                        <m:dPr>
                          <m:ctrlPr>
                            <a:rPr lang="en-GB" altLang="zh-CN" sz="1400" i="1">
                              <a:latin typeface="Cambria Math" panose="02040503050406030204" pitchFamily="18" charset="0"/>
                            </a:rPr>
                          </m:ctrlPr>
                        </m:dPr>
                        <m:e>
                          <m:sSub>
                            <m:sSubPr>
                              <m:ctrlPr>
                                <a:rPr lang="en-GB" altLang="zh-CN" sz="1400" i="1">
                                  <a:latin typeface="Cambria Math" panose="02040503050406030204" pitchFamily="18" charset="0"/>
                                </a:rPr>
                              </m:ctrlPr>
                            </m:sSubPr>
                            <m:e>
                              <m:r>
                                <a:rPr lang="en-GB" altLang="zh-CN" sz="1400" i="1">
                                  <a:latin typeface="Cambria Math" panose="02040503050406030204" pitchFamily="18" charset="0"/>
                                </a:rPr>
                                <m:t>𝑝</m:t>
                              </m:r>
                            </m:e>
                            <m:sub>
                              <m:r>
                                <a:rPr lang="en-GB" altLang="zh-CN" sz="1400" i="1">
                                  <a:latin typeface="Cambria Math" panose="02040503050406030204" pitchFamily="18" charset="0"/>
                                </a:rPr>
                                <m:t>𝑘</m:t>
                              </m:r>
                              <m:r>
                                <a:rPr lang="en-GB" altLang="zh-CN" sz="1400" i="1">
                                  <a:latin typeface="Cambria Math" panose="02040503050406030204" pitchFamily="18" charset="0"/>
                                </a:rPr>
                                <m:t>−</m:t>
                              </m:r>
                            </m:sub>
                          </m:sSub>
                          <m:r>
                            <a:rPr lang="en-GB" altLang="zh-CN" sz="1400" i="1">
                              <a:latin typeface="Cambria Math" panose="02040503050406030204" pitchFamily="18" charset="0"/>
                            </a:rPr>
                            <m:t>+</m:t>
                          </m:r>
                          <m:sSub>
                            <m:sSubPr>
                              <m:ctrlPr>
                                <a:rPr lang="en-GB" altLang="zh-CN" sz="1400" i="1">
                                  <a:latin typeface="Cambria Math" panose="02040503050406030204" pitchFamily="18" charset="0"/>
                                </a:rPr>
                              </m:ctrlPr>
                            </m:sSubPr>
                            <m:e>
                              <m:r>
                                <a:rPr lang="en-GB" altLang="zh-CN" sz="1400" i="1">
                                  <a:latin typeface="Cambria Math" panose="02040503050406030204" pitchFamily="18" charset="0"/>
                                </a:rPr>
                                <m:t>𝑟</m:t>
                              </m:r>
                            </m:e>
                            <m:sub>
                              <m:r>
                                <a:rPr lang="en-GB" altLang="zh-CN" sz="1400" i="1">
                                  <a:latin typeface="Cambria Math" panose="02040503050406030204" pitchFamily="18" charset="0"/>
                                </a:rPr>
                                <m:t>𝑘</m:t>
                              </m:r>
                            </m:sub>
                          </m:sSub>
                        </m:e>
                      </m:d>
                    </m:oMath>
                  </m:oMathPara>
                </a14:m>
                <a:endParaRPr lang="en-GB" sz="1400" dirty="0">
                  <a:solidFill>
                    <a:schemeClr val="tx1"/>
                  </a:solidFill>
                </a:endParaRPr>
              </a:p>
              <a:p>
                <a:pPr>
                  <a:lnSpc>
                    <a:spcPct val="120000"/>
                  </a:lnSpc>
                </a:pPr>
                <a14:m>
                  <m:oMathPara xmlns:m="http://schemas.openxmlformats.org/officeDocument/2006/math">
                    <m:oMathParaPr>
                      <m:jc m:val="centerGroup"/>
                    </m:oMathParaPr>
                    <m:oMath xmlns:m="http://schemas.openxmlformats.org/officeDocument/2006/math">
                      <m:sSub>
                        <m:sSubPr>
                          <m:ctrlPr>
                            <a:rPr lang="en-GB" altLang="zh-CN" sz="1400" i="1" smtClean="0">
                              <a:solidFill>
                                <a:schemeClr val="tx1"/>
                              </a:solidFill>
                              <a:latin typeface="Cambria Math" panose="02040503050406030204" pitchFamily="18" charset="0"/>
                            </a:rPr>
                          </m:ctrlPr>
                        </m:sSubPr>
                        <m:e>
                          <m:acc>
                            <m:accPr>
                              <m:chr m:val="̂"/>
                              <m:ctrlPr>
                                <a:rPr lang="en-GB" altLang="zh-CN" sz="1400" i="1">
                                  <a:solidFill>
                                    <a:schemeClr val="tx1"/>
                                  </a:solidFill>
                                  <a:latin typeface="Cambria Math" panose="02040503050406030204" pitchFamily="18" charset="0"/>
                                </a:rPr>
                              </m:ctrlPr>
                            </m:accPr>
                            <m:e>
                              <m:r>
                                <a:rPr lang="en-GB" altLang="zh-CN" sz="1400" i="1">
                                  <a:solidFill>
                                    <a:schemeClr val="tx1"/>
                                  </a:solidFill>
                                  <a:latin typeface="Cambria Math" panose="02040503050406030204" pitchFamily="18" charset="0"/>
                                </a:rPr>
                                <m:t>𝑥</m:t>
                              </m:r>
                            </m:e>
                          </m:acc>
                        </m:e>
                        <m:sub>
                          <m:r>
                            <a:rPr lang="en-GB" altLang="zh-CN" sz="1400" i="1">
                              <a:solidFill>
                                <a:schemeClr val="tx1"/>
                              </a:solidFill>
                              <a:latin typeface="Cambria Math" panose="02040503050406030204" pitchFamily="18" charset="0"/>
                            </a:rPr>
                            <m:t>𝑘</m:t>
                          </m:r>
                        </m:sub>
                      </m:sSub>
                      <m:r>
                        <a:rPr lang="en-GB" altLang="zh-CN" sz="1400" b="0" i="1" smtClean="0">
                          <a:solidFill>
                            <a:schemeClr val="tx1"/>
                          </a:solidFill>
                          <a:latin typeface="Cambria Math" panose="02040503050406030204" pitchFamily="18" charset="0"/>
                        </a:rPr>
                        <m:t>=</m:t>
                      </m:r>
                      <m:sSub>
                        <m:sSubPr>
                          <m:ctrlPr>
                            <a:rPr lang="en-GB" altLang="zh-CN" sz="1400" i="1" smtClean="0">
                              <a:solidFill>
                                <a:schemeClr val="tx1"/>
                              </a:solidFill>
                              <a:latin typeface="Cambria Math" panose="02040503050406030204" pitchFamily="18" charset="0"/>
                            </a:rPr>
                          </m:ctrlPr>
                        </m:sSubPr>
                        <m:e>
                          <m:acc>
                            <m:accPr>
                              <m:chr m:val="̂"/>
                              <m:ctrlPr>
                                <a:rPr lang="en-GB" altLang="zh-CN" sz="1400" i="1">
                                  <a:solidFill>
                                    <a:schemeClr val="tx1"/>
                                  </a:solidFill>
                                  <a:latin typeface="Cambria Math" panose="02040503050406030204" pitchFamily="18" charset="0"/>
                                </a:rPr>
                              </m:ctrlPr>
                            </m:accPr>
                            <m:e>
                              <m:r>
                                <a:rPr lang="en-GB" altLang="zh-CN" sz="1400" i="1">
                                  <a:solidFill>
                                    <a:schemeClr val="tx1"/>
                                  </a:solidFill>
                                  <a:latin typeface="Cambria Math" panose="02040503050406030204" pitchFamily="18" charset="0"/>
                                </a:rPr>
                                <m:t>𝑥</m:t>
                              </m:r>
                            </m:e>
                          </m:acc>
                        </m:e>
                        <m:sub>
                          <m:r>
                            <a:rPr lang="en-GB" altLang="zh-CN" sz="1400" i="1">
                              <a:solidFill>
                                <a:schemeClr val="tx1"/>
                              </a:solidFill>
                              <a:latin typeface="Cambria Math" panose="02040503050406030204" pitchFamily="18" charset="0"/>
                            </a:rPr>
                            <m:t>𝑘</m:t>
                          </m:r>
                          <m:r>
                            <a:rPr lang="en-GB" altLang="zh-CN" sz="1400" i="1">
                              <a:solidFill>
                                <a:schemeClr val="tx1"/>
                              </a:solidFill>
                              <a:latin typeface="Cambria Math" panose="02040503050406030204" pitchFamily="18" charset="0"/>
                            </a:rPr>
                            <m:t>−</m:t>
                          </m:r>
                        </m:sub>
                      </m:sSub>
                      <m:r>
                        <a:rPr lang="en-GB" altLang="zh-CN" sz="1400" b="0" i="1" smtClean="0">
                          <a:solidFill>
                            <a:schemeClr val="tx1"/>
                          </a:solidFill>
                          <a:latin typeface="Cambria Math" panose="02040503050406030204" pitchFamily="18" charset="0"/>
                        </a:rPr>
                        <m:t>+</m:t>
                      </m:r>
                      <m:sSub>
                        <m:sSubPr>
                          <m:ctrlPr>
                            <a:rPr lang="en-GB" altLang="zh-CN" sz="1400" b="0" i="1" smtClean="0">
                              <a:solidFill>
                                <a:schemeClr val="tx1"/>
                              </a:solidFill>
                              <a:latin typeface="Cambria Math" panose="02040503050406030204" pitchFamily="18" charset="0"/>
                            </a:rPr>
                          </m:ctrlPr>
                        </m:sSubPr>
                        <m:e>
                          <m:r>
                            <a:rPr lang="en-GB" altLang="zh-CN" sz="1400" b="0" i="1" smtClean="0">
                              <a:solidFill>
                                <a:schemeClr val="tx1"/>
                              </a:solidFill>
                              <a:latin typeface="Cambria Math" panose="02040503050406030204" pitchFamily="18" charset="0"/>
                            </a:rPr>
                            <m:t>𝜆</m:t>
                          </m:r>
                        </m:e>
                        <m:sub>
                          <m:r>
                            <a:rPr lang="en-GB" altLang="zh-CN" sz="1400" b="0" i="1" smtClean="0">
                              <a:solidFill>
                                <a:schemeClr val="tx1"/>
                              </a:solidFill>
                              <a:latin typeface="Cambria Math" panose="02040503050406030204" pitchFamily="18" charset="0"/>
                            </a:rPr>
                            <m:t>𝑘</m:t>
                          </m:r>
                        </m:sub>
                      </m:sSub>
                      <m:d>
                        <m:dPr>
                          <m:ctrlPr>
                            <a:rPr lang="en-GB" altLang="zh-CN" sz="1400" b="0" i="1" smtClean="0">
                              <a:solidFill>
                                <a:schemeClr val="tx1"/>
                              </a:solidFill>
                              <a:latin typeface="Cambria Math" panose="02040503050406030204" pitchFamily="18" charset="0"/>
                            </a:rPr>
                          </m:ctrlPr>
                        </m:dPr>
                        <m:e>
                          <m:sSub>
                            <m:sSubPr>
                              <m:ctrlPr>
                                <a:rPr lang="en-GB" altLang="zh-CN" sz="1400" b="0" i="1" smtClean="0">
                                  <a:solidFill>
                                    <a:schemeClr val="tx1"/>
                                  </a:solidFill>
                                  <a:latin typeface="Cambria Math" panose="02040503050406030204" pitchFamily="18" charset="0"/>
                                </a:rPr>
                              </m:ctrlPr>
                            </m:sSubPr>
                            <m:e>
                              <m:r>
                                <a:rPr lang="en-GB" altLang="zh-CN" sz="1400" b="0" i="1" smtClean="0">
                                  <a:solidFill>
                                    <a:schemeClr val="tx1"/>
                                  </a:solidFill>
                                  <a:latin typeface="Cambria Math" panose="02040503050406030204" pitchFamily="18" charset="0"/>
                                </a:rPr>
                                <m:t>𝑧</m:t>
                              </m:r>
                            </m:e>
                            <m:sub>
                              <m:r>
                                <a:rPr lang="en-GB" altLang="zh-CN" sz="1400" b="0" i="1" smtClean="0">
                                  <a:solidFill>
                                    <a:schemeClr val="tx1"/>
                                  </a:solidFill>
                                  <a:latin typeface="Cambria Math" panose="02040503050406030204" pitchFamily="18" charset="0"/>
                                </a:rPr>
                                <m:t>𝑘</m:t>
                              </m:r>
                            </m:sub>
                          </m:sSub>
                          <m:r>
                            <a:rPr lang="en-GB" altLang="zh-CN" sz="1400" b="0" i="1" smtClean="0">
                              <a:solidFill>
                                <a:schemeClr val="tx1"/>
                              </a:solidFill>
                              <a:latin typeface="Cambria Math" panose="02040503050406030204" pitchFamily="18" charset="0"/>
                            </a:rPr>
                            <m:t>−</m:t>
                          </m:r>
                          <m:sSub>
                            <m:sSubPr>
                              <m:ctrlPr>
                                <a:rPr lang="en-GB" altLang="zh-CN" sz="1400" i="1">
                                  <a:solidFill>
                                    <a:schemeClr val="tx1"/>
                                  </a:solidFill>
                                  <a:latin typeface="Cambria Math" panose="02040503050406030204" pitchFamily="18" charset="0"/>
                                </a:rPr>
                              </m:ctrlPr>
                            </m:sSubPr>
                            <m:e>
                              <m:acc>
                                <m:accPr>
                                  <m:chr m:val="̂"/>
                                  <m:ctrlPr>
                                    <a:rPr lang="en-GB" altLang="zh-CN" sz="1400" i="1">
                                      <a:solidFill>
                                        <a:schemeClr val="tx1"/>
                                      </a:solidFill>
                                      <a:latin typeface="Cambria Math" panose="02040503050406030204" pitchFamily="18" charset="0"/>
                                    </a:rPr>
                                  </m:ctrlPr>
                                </m:accPr>
                                <m:e>
                                  <m:r>
                                    <a:rPr lang="en-GB" altLang="zh-CN" sz="1400" i="1">
                                      <a:solidFill>
                                        <a:schemeClr val="tx1"/>
                                      </a:solidFill>
                                      <a:latin typeface="Cambria Math" panose="02040503050406030204" pitchFamily="18" charset="0"/>
                                    </a:rPr>
                                    <m:t>𝑥</m:t>
                                  </m:r>
                                </m:e>
                              </m:acc>
                            </m:e>
                            <m:sub>
                              <m:r>
                                <a:rPr lang="en-GB" altLang="zh-CN" sz="1400" i="1">
                                  <a:solidFill>
                                    <a:schemeClr val="tx1"/>
                                  </a:solidFill>
                                  <a:latin typeface="Cambria Math" panose="02040503050406030204" pitchFamily="18" charset="0"/>
                                </a:rPr>
                                <m:t>𝑘</m:t>
                              </m:r>
                              <m:r>
                                <a:rPr lang="en-GB" altLang="zh-CN" sz="1400" i="1">
                                  <a:solidFill>
                                    <a:schemeClr val="tx1"/>
                                  </a:solidFill>
                                  <a:latin typeface="Cambria Math" panose="02040503050406030204" pitchFamily="18" charset="0"/>
                                </a:rPr>
                                <m:t>−</m:t>
                              </m:r>
                            </m:sub>
                          </m:sSub>
                        </m:e>
                      </m:d>
                    </m:oMath>
                  </m:oMathPara>
                </a14:m>
                <a:endParaRPr lang="en-GB" altLang="zh-CN" sz="1400" dirty="0">
                  <a:solidFill>
                    <a:schemeClr val="tx1"/>
                  </a:solidFill>
                </a:endParaRPr>
              </a:p>
              <a:p>
                <a:pPr>
                  <a:lnSpc>
                    <a:spcPct val="120000"/>
                  </a:lnSpc>
                </a:pPr>
                <a14:m>
                  <m:oMathPara xmlns:m="http://schemas.openxmlformats.org/officeDocument/2006/math">
                    <m:oMathParaPr>
                      <m:jc m:val="centerGroup"/>
                    </m:oMathParaPr>
                    <m:oMath xmlns:m="http://schemas.openxmlformats.org/officeDocument/2006/math">
                      <m:sSub>
                        <m:sSubPr>
                          <m:ctrlPr>
                            <a:rPr lang="en-GB" altLang="zh-CN" sz="1400" i="1" smtClean="0">
                              <a:solidFill>
                                <a:schemeClr val="tx1"/>
                              </a:solidFill>
                              <a:latin typeface="Cambria Math" panose="02040503050406030204" pitchFamily="18" charset="0"/>
                            </a:rPr>
                          </m:ctrlPr>
                        </m:sSubPr>
                        <m:e>
                          <m:r>
                            <a:rPr lang="en-GB" altLang="zh-CN" sz="1400" i="1">
                              <a:solidFill>
                                <a:schemeClr val="tx1"/>
                              </a:solidFill>
                              <a:latin typeface="Cambria Math" panose="02040503050406030204" pitchFamily="18" charset="0"/>
                            </a:rPr>
                            <m:t>𝑝</m:t>
                          </m:r>
                        </m:e>
                        <m:sub>
                          <m:r>
                            <a:rPr lang="en-GB" altLang="zh-CN" sz="1400" i="1">
                              <a:solidFill>
                                <a:schemeClr val="tx1"/>
                              </a:solidFill>
                              <a:latin typeface="Cambria Math" panose="02040503050406030204" pitchFamily="18" charset="0"/>
                            </a:rPr>
                            <m:t>𝑘</m:t>
                          </m:r>
                        </m:sub>
                      </m:sSub>
                      <m:r>
                        <a:rPr lang="en-GB" altLang="zh-CN" sz="1400" b="0" i="1" smtClean="0">
                          <a:solidFill>
                            <a:schemeClr val="tx1"/>
                          </a:solidFill>
                          <a:latin typeface="Cambria Math" panose="02040503050406030204" pitchFamily="18" charset="0"/>
                        </a:rPr>
                        <m:t>=</m:t>
                      </m:r>
                      <m:d>
                        <m:dPr>
                          <m:ctrlPr>
                            <a:rPr lang="en-GB" altLang="zh-CN" sz="1400" i="1">
                              <a:solidFill>
                                <a:schemeClr val="tx1"/>
                              </a:solidFill>
                              <a:latin typeface="Cambria Math" panose="02040503050406030204" pitchFamily="18" charset="0"/>
                            </a:rPr>
                          </m:ctrlPr>
                        </m:dPr>
                        <m:e>
                          <m:r>
                            <a:rPr lang="en-GB" altLang="zh-CN" sz="1400" i="1">
                              <a:solidFill>
                                <a:schemeClr val="tx1"/>
                              </a:solidFill>
                              <a:latin typeface="Cambria Math" panose="02040503050406030204" pitchFamily="18" charset="0"/>
                            </a:rPr>
                            <m:t>1−</m:t>
                          </m:r>
                          <m:sSub>
                            <m:sSubPr>
                              <m:ctrlPr>
                                <a:rPr lang="en-GB" altLang="zh-CN" sz="1400" i="1">
                                  <a:solidFill>
                                    <a:schemeClr val="tx1"/>
                                  </a:solidFill>
                                  <a:latin typeface="Cambria Math" panose="02040503050406030204" pitchFamily="18" charset="0"/>
                                </a:rPr>
                              </m:ctrlPr>
                            </m:sSubPr>
                            <m:e>
                              <m:r>
                                <a:rPr lang="en-GB" altLang="zh-CN" sz="1400" i="1">
                                  <a:solidFill>
                                    <a:schemeClr val="tx1"/>
                                  </a:solidFill>
                                  <a:latin typeface="Cambria Math" panose="02040503050406030204" pitchFamily="18" charset="0"/>
                                </a:rPr>
                                <m:t>𝜆</m:t>
                              </m:r>
                            </m:e>
                            <m:sub>
                              <m:r>
                                <a:rPr lang="en-GB" altLang="zh-CN" sz="1400" i="1">
                                  <a:solidFill>
                                    <a:schemeClr val="tx1"/>
                                  </a:solidFill>
                                  <a:latin typeface="Cambria Math" panose="02040503050406030204" pitchFamily="18" charset="0"/>
                                </a:rPr>
                                <m:t>𝑘</m:t>
                              </m:r>
                            </m:sub>
                          </m:sSub>
                        </m:e>
                      </m:d>
                      <m:sSub>
                        <m:sSubPr>
                          <m:ctrlPr>
                            <a:rPr lang="en-GB" altLang="zh-CN" sz="1400" i="1">
                              <a:solidFill>
                                <a:schemeClr val="tx1"/>
                              </a:solidFill>
                              <a:latin typeface="Cambria Math" panose="02040503050406030204" pitchFamily="18" charset="0"/>
                            </a:rPr>
                          </m:ctrlPr>
                        </m:sSubPr>
                        <m:e>
                          <m:r>
                            <a:rPr lang="en-GB" altLang="zh-CN" sz="1400" i="1">
                              <a:solidFill>
                                <a:schemeClr val="tx1"/>
                              </a:solidFill>
                              <a:latin typeface="Cambria Math" panose="02040503050406030204" pitchFamily="18" charset="0"/>
                            </a:rPr>
                            <m:t>𝑝</m:t>
                          </m:r>
                        </m:e>
                        <m:sub>
                          <m:r>
                            <a:rPr lang="en-GB" altLang="zh-CN" sz="1400" i="1">
                              <a:solidFill>
                                <a:schemeClr val="tx1"/>
                              </a:solidFill>
                              <a:latin typeface="Cambria Math" panose="02040503050406030204" pitchFamily="18" charset="0"/>
                            </a:rPr>
                            <m:t>𝑘</m:t>
                          </m:r>
                          <m:r>
                            <a:rPr lang="en-GB" altLang="zh-CN" sz="1400" i="1">
                              <a:solidFill>
                                <a:schemeClr val="tx1"/>
                              </a:solidFill>
                              <a:latin typeface="Cambria Math" panose="02040503050406030204" pitchFamily="18" charset="0"/>
                            </a:rPr>
                            <m:t>−</m:t>
                          </m:r>
                        </m:sub>
                      </m:sSub>
                    </m:oMath>
                  </m:oMathPara>
                </a14:m>
                <a:endParaRPr lang="en-GB" altLang="zh-CN" sz="1400" dirty="0">
                  <a:solidFill>
                    <a:schemeClr val="tx1"/>
                  </a:solidFill>
                </a:endParaRPr>
              </a:p>
            </p:txBody>
          </p:sp>
        </mc:Choice>
        <mc:Fallback xmlns="">
          <p:sp>
            <p:nvSpPr>
              <p:cNvPr id="4" name="文本框 3">
                <a:extLst>
                  <a:ext uri="{FF2B5EF4-FFF2-40B4-BE49-F238E27FC236}">
                    <a16:creationId xmlns:a16="http://schemas.microsoft.com/office/drawing/2014/main" id="{88C6A480-788F-D5F0-EC1C-A44FBAD25787}"/>
                  </a:ext>
                </a:extLst>
              </p:cNvPr>
              <p:cNvSpPr txBox="1">
                <a:spLocks noRot="1" noChangeAspect="1" noMove="1" noResize="1" noEditPoints="1" noAdjustHandles="1" noChangeArrowheads="1" noChangeShapeType="1" noTextEdit="1"/>
              </p:cNvSpPr>
              <p:nvPr/>
            </p:nvSpPr>
            <p:spPr>
              <a:xfrm>
                <a:off x="6711598" y="1491454"/>
                <a:ext cx="2180027" cy="2160591"/>
              </a:xfrm>
              <a:prstGeom prst="rect">
                <a:avLst/>
              </a:prstGeom>
              <a:blipFill>
                <a:blip r:embed="rId3"/>
                <a:stretch>
                  <a:fillRect l="-578"/>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78487596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a:extLst>
              <a:ext uri="{FF2B5EF4-FFF2-40B4-BE49-F238E27FC236}">
                <a16:creationId xmlns:a16="http://schemas.microsoft.com/office/drawing/2014/main" id="{5A07DAC7-EBD9-F69B-2743-3C1B6C2DACF1}"/>
              </a:ext>
            </a:extLst>
          </p:cNvPr>
          <p:cNvSpPr>
            <a:spLocks noGrp="1"/>
          </p:cNvSpPr>
          <p:nvPr>
            <p:ph type="title"/>
          </p:nvPr>
        </p:nvSpPr>
        <p:spPr/>
        <p:txBody>
          <a:bodyPr/>
          <a:lstStyle/>
          <a:p>
            <a:r>
              <a:rPr lang="en-GB" altLang="zh-CN" b="0" dirty="0"/>
              <a:t>Kalman Filter (Simplified)</a:t>
            </a:r>
            <a:endParaRPr lang="en-GB" dirty="0"/>
          </a:p>
        </p:txBody>
      </p:sp>
      <mc:AlternateContent xmlns:mc="http://schemas.openxmlformats.org/markup-compatibility/2006" xmlns:a14="http://schemas.microsoft.com/office/drawing/2010/main">
        <mc:Choice Requires="a14">
          <p:sp>
            <p:nvSpPr>
              <p:cNvPr id="6" name="文本占位符 5">
                <a:extLst>
                  <a:ext uri="{FF2B5EF4-FFF2-40B4-BE49-F238E27FC236}">
                    <a16:creationId xmlns:a16="http://schemas.microsoft.com/office/drawing/2014/main" id="{7B370F02-FE93-81B5-0FD4-6EF89F6179BB}"/>
                  </a:ext>
                </a:extLst>
              </p:cNvPr>
              <p:cNvSpPr>
                <a:spLocks noGrp="1"/>
              </p:cNvSpPr>
              <p:nvPr>
                <p:ph type="body" sz="quarter" idx="10"/>
              </p:nvPr>
            </p:nvSpPr>
            <p:spPr>
              <a:xfrm>
                <a:off x="628649" y="1465729"/>
                <a:ext cx="5627426" cy="3118351"/>
              </a:xfrm>
            </p:spPr>
            <p:txBody>
              <a:bodyPr/>
              <a:lstStyle/>
              <a:p>
                <a14:m>
                  <m:oMath xmlns:m="http://schemas.openxmlformats.org/officeDocument/2006/math">
                    <m:sSub>
                      <m:sSubPr>
                        <m:ctrlPr>
                          <a:rPr lang="en-GB" altLang="zh-CN" i="1" smtClean="0">
                            <a:latin typeface="Cambria Math" panose="02040503050406030204" pitchFamily="18" charset="0"/>
                          </a:rPr>
                        </m:ctrlPr>
                      </m:sSubPr>
                      <m:e>
                        <m:r>
                          <a:rPr lang="en-GB" altLang="zh-CN" i="1">
                            <a:latin typeface="Cambria Math" panose="02040503050406030204" pitchFamily="18" charset="0"/>
                          </a:rPr>
                          <m:t>𝑝</m:t>
                        </m:r>
                      </m:e>
                      <m:sub>
                        <m:r>
                          <a:rPr lang="en-GB" altLang="zh-CN" i="1">
                            <a:latin typeface="Cambria Math" panose="02040503050406030204" pitchFamily="18" charset="0"/>
                          </a:rPr>
                          <m:t>𝑘</m:t>
                        </m:r>
                        <m:r>
                          <a:rPr lang="en-GB" altLang="zh-CN" i="1">
                            <a:latin typeface="Cambria Math" panose="02040503050406030204" pitchFamily="18" charset="0"/>
                          </a:rPr>
                          <m:t>−1</m:t>
                        </m:r>
                      </m:sub>
                    </m:sSub>
                  </m:oMath>
                </a14:m>
                <a:r>
                  <a:rPr lang="en-GB" altLang="zh-CN" dirty="0"/>
                  <a:t> becomes the covariance matrix </a:t>
                </a:r>
                <a14:m>
                  <m:oMath xmlns:m="http://schemas.openxmlformats.org/officeDocument/2006/math">
                    <m:sSub>
                      <m:sSubPr>
                        <m:ctrlPr>
                          <a:rPr lang="en-GB" altLang="zh-CN" i="1">
                            <a:latin typeface="Cambria Math" panose="02040503050406030204" pitchFamily="18" charset="0"/>
                          </a:rPr>
                        </m:ctrlPr>
                      </m:sSubPr>
                      <m:e>
                        <m:r>
                          <a:rPr lang="en-GB" altLang="zh-CN" i="1">
                            <a:latin typeface="Cambria Math" panose="02040503050406030204" pitchFamily="18" charset="0"/>
                          </a:rPr>
                          <m:t>𝑃</m:t>
                        </m:r>
                      </m:e>
                      <m:sub>
                        <m:r>
                          <a:rPr lang="en-GB" altLang="zh-CN" i="1">
                            <a:latin typeface="Cambria Math" panose="02040503050406030204" pitchFamily="18" charset="0"/>
                          </a:rPr>
                          <m:t>𝑘</m:t>
                        </m:r>
                        <m:r>
                          <a:rPr lang="en-GB" altLang="zh-CN" i="1">
                            <a:latin typeface="Cambria Math" panose="02040503050406030204" pitchFamily="18" charset="0"/>
                          </a:rPr>
                          <m:t>−1</m:t>
                        </m:r>
                      </m:sub>
                    </m:sSub>
                  </m:oMath>
                </a14:m>
                <a:r>
                  <a:rPr lang="en-GB" altLang="zh-CN" dirty="0"/>
                  <a:t>. </a:t>
                </a:r>
              </a:p>
              <a:p>
                <a:r>
                  <a:rPr lang="en-GB" altLang="zh-CN" dirty="0"/>
                  <a:t>Because of the covariance </a:t>
                </a:r>
              </a:p>
              <a:p>
                <a:pPr/>
                <a14:m>
                  <m:oMathPara xmlns:m="http://schemas.openxmlformats.org/officeDocument/2006/math">
                    <m:oMathParaPr>
                      <m:jc m:val="centerGroup"/>
                    </m:oMathParaPr>
                    <m:oMath xmlns:m="http://schemas.openxmlformats.org/officeDocument/2006/math">
                      <m:r>
                        <m:rPr>
                          <m:sty m:val="p"/>
                        </m:rPr>
                        <a:rPr lang="el-GR" altLang="zh-CN" b="0" i="1" smtClean="0">
                          <a:solidFill>
                            <a:schemeClr val="tx1">
                              <a:lumMod val="65000"/>
                              <a:lumOff val="35000"/>
                            </a:schemeClr>
                          </a:solidFill>
                          <a:latin typeface="Cambria Math" panose="02040503050406030204" pitchFamily="18" charset="0"/>
                          <a:ea typeface="Cambria Math" panose="02040503050406030204" pitchFamily="18" charset="0"/>
                        </a:rPr>
                        <m:t>Σ</m:t>
                      </m:r>
                      <m:r>
                        <a:rPr lang="en-GB" altLang="zh-CN" b="0" i="1" smtClean="0">
                          <a:solidFill>
                            <a:schemeClr val="tx1">
                              <a:lumMod val="65000"/>
                              <a:lumOff val="35000"/>
                            </a:schemeClr>
                          </a:solidFill>
                          <a:latin typeface="Cambria Math" panose="02040503050406030204" pitchFamily="18" charset="0"/>
                        </a:rPr>
                        <m:t>=</m:t>
                      </m:r>
                      <m:r>
                        <a:rPr lang="en-GB" altLang="zh-CN" b="0" i="1" smtClean="0">
                          <a:solidFill>
                            <a:schemeClr val="tx1">
                              <a:lumMod val="65000"/>
                              <a:lumOff val="35000"/>
                            </a:schemeClr>
                          </a:solidFill>
                          <a:latin typeface="Cambria Math" panose="02040503050406030204" pitchFamily="18" charset="0"/>
                        </a:rPr>
                        <m:t>𝑐𝑜𝑣</m:t>
                      </m:r>
                      <m:d>
                        <m:dPr>
                          <m:ctrlPr>
                            <a:rPr lang="en-GB" altLang="zh-CN" b="0" i="1" smtClean="0">
                              <a:solidFill>
                                <a:schemeClr val="tx1">
                                  <a:lumMod val="65000"/>
                                  <a:lumOff val="35000"/>
                                </a:schemeClr>
                              </a:solidFill>
                              <a:latin typeface="Cambria Math" panose="02040503050406030204" pitchFamily="18" charset="0"/>
                            </a:rPr>
                          </m:ctrlPr>
                        </m:dPr>
                        <m:e>
                          <m:r>
                            <a:rPr lang="en-GB" altLang="zh-CN" b="0" i="1" smtClean="0">
                              <a:solidFill>
                                <a:schemeClr val="tx1">
                                  <a:lumMod val="65000"/>
                                  <a:lumOff val="35000"/>
                                </a:schemeClr>
                              </a:solidFill>
                              <a:latin typeface="Cambria Math" panose="02040503050406030204" pitchFamily="18" charset="0"/>
                            </a:rPr>
                            <m:t>𝑋</m:t>
                          </m:r>
                        </m:e>
                      </m:d>
                      <m:r>
                        <a:rPr lang="en-GB" altLang="zh-CN" b="0" i="1" smtClean="0">
                          <a:solidFill>
                            <a:schemeClr val="tx1">
                              <a:lumMod val="65000"/>
                              <a:lumOff val="35000"/>
                            </a:schemeClr>
                          </a:solidFill>
                          <a:latin typeface="Cambria Math" panose="02040503050406030204" pitchFamily="18" charset="0"/>
                        </a:rPr>
                        <m:t>=</m:t>
                      </m:r>
                      <m:r>
                        <m:rPr>
                          <m:sty m:val="p"/>
                        </m:rPr>
                        <a:rPr lang="en-GB" altLang="zh-CN" b="0" i="0" smtClean="0">
                          <a:solidFill>
                            <a:schemeClr val="tx1">
                              <a:lumMod val="65000"/>
                              <a:lumOff val="35000"/>
                            </a:schemeClr>
                          </a:solidFill>
                          <a:latin typeface="Cambria Math" panose="02040503050406030204" pitchFamily="18" charset="0"/>
                        </a:rPr>
                        <m:t>E</m:t>
                      </m:r>
                      <m:d>
                        <m:dPr>
                          <m:ctrlPr>
                            <a:rPr lang="en-GB" altLang="zh-CN" b="0" i="1" smtClean="0">
                              <a:solidFill>
                                <a:schemeClr val="tx1">
                                  <a:lumMod val="65000"/>
                                  <a:lumOff val="35000"/>
                                </a:schemeClr>
                              </a:solidFill>
                              <a:latin typeface="Cambria Math" panose="02040503050406030204" pitchFamily="18" charset="0"/>
                            </a:rPr>
                          </m:ctrlPr>
                        </m:dPr>
                        <m:e>
                          <m:d>
                            <m:dPr>
                              <m:ctrlPr>
                                <a:rPr lang="en-GB" altLang="zh-CN" b="0" i="1" smtClean="0">
                                  <a:solidFill>
                                    <a:schemeClr val="tx1">
                                      <a:lumMod val="65000"/>
                                      <a:lumOff val="35000"/>
                                    </a:schemeClr>
                                  </a:solidFill>
                                  <a:latin typeface="Cambria Math" panose="02040503050406030204" pitchFamily="18" charset="0"/>
                                </a:rPr>
                              </m:ctrlPr>
                            </m:dPr>
                            <m:e>
                              <m:r>
                                <m:rPr>
                                  <m:sty m:val="p"/>
                                </m:rPr>
                                <a:rPr lang="en-GB" altLang="zh-CN" i="0">
                                  <a:solidFill>
                                    <a:schemeClr val="tx1">
                                      <a:lumMod val="65000"/>
                                      <a:lumOff val="35000"/>
                                    </a:schemeClr>
                                  </a:solidFill>
                                  <a:latin typeface="Cambria Math" panose="02040503050406030204" pitchFamily="18" charset="0"/>
                                </a:rPr>
                                <m:t>E</m:t>
                              </m:r>
                              <m:d>
                                <m:dPr>
                                  <m:ctrlPr>
                                    <a:rPr lang="en-GB" altLang="zh-CN" i="1">
                                      <a:solidFill>
                                        <a:schemeClr val="tx1">
                                          <a:lumMod val="65000"/>
                                          <a:lumOff val="35000"/>
                                        </a:schemeClr>
                                      </a:solidFill>
                                      <a:latin typeface="Cambria Math" panose="02040503050406030204" pitchFamily="18" charset="0"/>
                                    </a:rPr>
                                  </m:ctrlPr>
                                </m:dPr>
                                <m:e>
                                  <m:r>
                                    <a:rPr lang="en-GB" altLang="zh-CN" i="1">
                                      <a:solidFill>
                                        <a:schemeClr val="tx1">
                                          <a:lumMod val="65000"/>
                                          <a:lumOff val="35000"/>
                                        </a:schemeClr>
                                      </a:solidFill>
                                      <a:latin typeface="Cambria Math" panose="02040503050406030204" pitchFamily="18" charset="0"/>
                                    </a:rPr>
                                    <m:t>𝑋</m:t>
                                  </m:r>
                                </m:e>
                              </m:d>
                              <m:r>
                                <a:rPr lang="en-GB" altLang="zh-CN" i="1">
                                  <a:solidFill>
                                    <a:schemeClr val="tx1">
                                      <a:lumMod val="65000"/>
                                      <a:lumOff val="35000"/>
                                    </a:schemeClr>
                                  </a:solidFill>
                                  <a:latin typeface="Cambria Math" panose="02040503050406030204" pitchFamily="18" charset="0"/>
                                </a:rPr>
                                <m:t>−</m:t>
                              </m:r>
                              <m:r>
                                <a:rPr lang="en-GB" altLang="zh-CN" i="1">
                                  <a:solidFill>
                                    <a:schemeClr val="tx1">
                                      <a:lumMod val="65000"/>
                                      <a:lumOff val="35000"/>
                                    </a:schemeClr>
                                  </a:solidFill>
                                  <a:latin typeface="Cambria Math" panose="02040503050406030204" pitchFamily="18" charset="0"/>
                                </a:rPr>
                                <m:t>𝑋</m:t>
                              </m:r>
                            </m:e>
                          </m:d>
                          <m:sSup>
                            <m:sSupPr>
                              <m:ctrlPr>
                                <a:rPr lang="en-GB" altLang="zh-CN" b="0" i="1" smtClean="0">
                                  <a:solidFill>
                                    <a:schemeClr val="tx1">
                                      <a:lumMod val="65000"/>
                                      <a:lumOff val="35000"/>
                                    </a:schemeClr>
                                  </a:solidFill>
                                  <a:latin typeface="Cambria Math" panose="02040503050406030204" pitchFamily="18" charset="0"/>
                                </a:rPr>
                              </m:ctrlPr>
                            </m:sSupPr>
                            <m:e>
                              <m:d>
                                <m:dPr>
                                  <m:ctrlPr>
                                    <a:rPr lang="en-GB" altLang="zh-CN" b="0" i="1" smtClean="0">
                                      <a:solidFill>
                                        <a:schemeClr val="tx1">
                                          <a:lumMod val="65000"/>
                                          <a:lumOff val="35000"/>
                                        </a:schemeClr>
                                      </a:solidFill>
                                      <a:latin typeface="Cambria Math" panose="02040503050406030204" pitchFamily="18" charset="0"/>
                                    </a:rPr>
                                  </m:ctrlPr>
                                </m:dPr>
                                <m:e>
                                  <m:r>
                                    <a:rPr lang="en-GB" altLang="zh-CN" b="0" i="1" smtClean="0">
                                      <a:solidFill>
                                        <a:schemeClr val="tx1">
                                          <a:lumMod val="65000"/>
                                          <a:lumOff val="35000"/>
                                        </a:schemeClr>
                                      </a:solidFill>
                                      <a:latin typeface="Cambria Math" panose="02040503050406030204" pitchFamily="18" charset="0"/>
                                    </a:rPr>
                                    <m:t>𝑋</m:t>
                                  </m:r>
                                  <m:r>
                                    <a:rPr lang="en-GB" altLang="zh-CN" b="0" i="1" smtClean="0">
                                      <a:solidFill>
                                        <a:schemeClr val="tx1">
                                          <a:lumMod val="65000"/>
                                          <a:lumOff val="35000"/>
                                        </a:schemeClr>
                                      </a:solidFill>
                                      <a:latin typeface="Cambria Math" panose="02040503050406030204" pitchFamily="18" charset="0"/>
                                    </a:rPr>
                                    <m:t>−</m:t>
                                  </m:r>
                                  <m:r>
                                    <m:rPr>
                                      <m:sty m:val="p"/>
                                    </m:rPr>
                                    <a:rPr lang="en-GB" altLang="zh-CN" i="0">
                                      <a:solidFill>
                                        <a:schemeClr val="tx1">
                                          <a:lumMod val="65000"/>
                                          <a:lumOff val="35000"/>
                                        </a:schemeClr>
                                      </a:solidFill>
                                      <a:latin typeface="Cambria Math" panose="02040503050406030204" pitchFamily="18" charset="0"/>
                                    </a:rPr>
                                    <m:t>E</m:t>
                                  </m:r>
                                  <m:d>
                                    <m:dPr>
                                      <m:ctrlPr>
                                        <a:rPr lang="en-GB" altLang="zh-CN" i="1">
                                          <a:solidFill>
                                            <a:schemeClr val="tx1">
                                              <a:lumMod val="65000"/>
                                              <a:lumOff val="35000"/>
                                            </a:schemeClr>
                                          </a:solidFill>
                                          <a:latin typeface="Cambria Math" panose="02040503050406030204" pitchFamily="18" charset="0"/>
                                        </a:rPr>
                                      </m:ctrlPr>
                                    </m:dPr>
                                    <m:e>
                                      <m:r>
                                        <a:rPr lang="en-GB" altLang="zh-CN" i="1">
                                          <a:solidFill>
                                            <a:schemeClr val="tx1">
                                              <a:lumMod val="65000"/>
                                              <a:lumOff val="35000"/>
                                            </a:schemeClr>
                                          </a:solidFill>
                                          <a:latin typeface="Cambria Math" panose="02040503050406030204" pitchFamily="18" charset="0"/>
                                        </a:rPr>
                                        <m:t>𝑋</m:t>
                                      </m:r>
                                    </m:e>
                                  </m:d>
                                </m:e>
                              </m:d>
                            </m:e>
                            <m:sup>
                              <m:r>
                                <a:rPr lang="en-GB" altLang="zh-CN" b="0" i="1" smtClean="0">
                                  <a:solidFill>
                                    <a:schemeClr val="tx1">
                                      <a:lumMod val="65000"/>
                                      <a:lumOff val="35000"/>
                                    </a:schemeClr>
                                  </a:solidFill>
                                  <a:latin typeface="Cambria Math" panose="02040503050406030204" pitchFamily="18" charset="0"/>
                                </a:rPr>
                                <m:t>𝑇</m:t>
                              </m:r>
                            </m:sup>
                          </m:sSup>
                        </m:e>
                      </m:d>
                    </m:oMath>
                  </m:oMathPara>
                </a14:m>
                <a:endParaRPr lang="en-GB" altLang="zh-CN" dirty="0">
                  <a:solidFill>
                    <a:schemeClr val="tx1">
                      <a:lumMod val="65000"/>
                      <a:lumOff val="35000"/>
                    </a:schemeClr>
                  </a:solidFill>
                </a:endParaRPr>
              </a:p>
              <a:p>
                <a:pPr/>
                <a14:m>
                  <m:oMathPara xmlns:m="http://schemas.openxmlformats.org/officeDocument/2006/math">
                    <m:oMathParaPr>
                      <m:jc m:val="centerGroup"/>
                    </m:oMathParaPr>
                    <m:oMath xmlns:m="http://schemas.openxmlformats.org/officeDocument/2006/math">
                      <m:r>
                        <a:rPr lang="en-GB" altLang="zh-CN" b="0" i="1" smtClean="0">
                          <a:solidFill>
                            <a:schemeClr val="tx1">
                              <a:lumMod val="65000"/>
                              <a:lumOff val="35000"/>
                            </a:schemeClr>
                          </a:solidFill>
                          <a:latin typeface="Cambria Math" panose="02040503050406030204" pitchFamily="18" charset="0"/>
                        </a:rPr>
                        <m:t>𝑐𝑜𝑣</m:t>
                      </m:r>
                      <m:d>
                        <m:dPr>
                          <m:ctrlPr>
                            <a:rPr lang="en-GB" altLang="zh-CN" b="0" i="1" smtClean="0">
                              <a:solidFill>
                                <a:schemeClr val="tx1">
                                  <a:lumMod val="65000"/>
                                  <a:lumOff val="35000"/>
                                </a:schemeClr>
                              </a:solidFill>
                              <a:latin typeface="Cambria Math" panose="02040503050406030204" pitchFamily="18" charset="0"/>
                            </a:rPr>
                          </m:ctrlPr>
                        </m:dPr>
                        <m:e>
                          <m:r>
                            <a:rPr lang="en-GB" altLang="zh-CN" b="0" i="1" smtClean="0">
                              <a:solidFill>
                                <a:schemeClr val="tx1">
                                  <a:lumMod val="65000"/>
                                  <a:lumOff val="35000"/>
                                </a:schemeClr>
                              </a:solidFill>
                              <a:latin typeface="Cambria Math" panose="02040503050406030204" pitchFamily="18" charset="0"/>
                            </a:rPr>
                            <m:t>𝐹𝑋</m:t>
                          </m:r>
                        </m:e>
                      </m:d>
                      <m:r>
                        <a:rPr lang="en-GB" altLang="zh-CN" b="0" i="1" smtClean="0">
                          <a:solidFill>
                            <a:schemeClr val="tx1">
                              <a:lumMod val="65000"/>
                              <a:lumOff val="35000"/>
                            </a:schemeClr>
                          </a:solidFill>
                          <a:latin typeface="Cambria Math" panose="02040503050406030204" pitchFamily="18" charset="0"/>
                        </a:rPr>
                        <m:t>=</m:t>
                      </m:r>
                      <m:r>
                        <a:rPr lang="en-GB" altLang="zh-CN" i="1">
                          <a:solidFill>
                            <a:schemeClr val="tx1">
                              <a:lumMod val="65000"/>
                              <a:lumOff val="35000"/>
                            </a:schemeClr>
                          </a:solidFill>
                          <a:latin typeface="Cambria Math" panose="02040503050406030204" pitchFamily="18" charset="0"/>
                        </a:rPr>
                        <m:t>𝐹</m:t>
                      </m:r>
                      <m:r>
                        <m:rPr>
                          <m:sty m:val="p"/>
                        </m:rPr>
                        <a:rPr lang="el-GR" altLang="zh-CN" i="1">
                          <a:solidFill>
                            <a:schemeClr val="tx1">
                              <a:lumMod val="65000"/>
                              <a:lumOff val="35000"/>
                            </a:schemeClr>
                          </a:solidFill>
                          <a:latin typeface="Cambria Math" panose="02040503050406030204" pitchFamily="18" charset="0"/>
                          <a:ea typeface="Cambria Math" panose="02040503050406030204" pitchFamily="18" charset="0"/>
                        </a:rPr>
                        <m:t>Σ</m:t>
                      </m:r>
                      <m:sSup>
                        <m:sSupPr>
                          <m:ctrlPr>
                            <a:rPr lang="en-GB" altLang="zh-CN" b="0" i="1" smtClean="0">
                              <a:solidFill>
                                <a:schemeClr val="tx1">
                                  <a:lumMod val="65000"/>
                                  <a:lumOff val="35000"/>
                                </a:schemeClr>
                              </a:solidFill>
                              <a:latin typeface="Cambria Math" panose="02040503050406030204" pitchFamily="18" charset="0"/>
                              <a:ea typeface="Cambria Math" panose="02040503050406030204" pitchFamily="18" charset="0"/>
                            </a:rPr>
                          </m:ctrlPr>
                        </m:sSupPr>
                        <m:e>
                          <m:r>
                            <a:rPr lang="en-GB" altLang="zh-CN" b="0" i="1" smtClean="0">
                              <a:solidFill>
                                <a:schemeClr val="tx1">
                                  <a:lumMod val="65000"/>
                                  <a:lumOff val="35000"/>
                                </a:schemeClr>
                              </a:solidFill>
                              <a:latin typeface="Cambria Math" panose="02040503050406030204" pitchFamily="18" charset="0"/>
                              <a:ea typeface="Cambria Math" panose="02040503050406030204" pitchFamily="18" charset="0"/>
                            </a:rPr>
                            <m:t>𝐹</m:t>
                          </m:r>
                        </m:e>
                        <m:sup>
                          <m:r>
                            <a:rPr lang="en-GB" altLang="zh-CN" b="0" i="1" smtClean="0">
                              <a:solidFill>
                                <a:schemeClr val="tx1">
                                  <a:lumMod val="65000"/>
                                  <a:lumOff val="35000"/>
                                </a:schemeClr>
                              </a:solidFill>
                              <a:latin typeface="Cambria Math" panose="02040503050406030204" pitchFamily="18" charset="0"/>
                              <a:ea typeface="Cambria Math" panose="02040503050406030204" pitchFamily="18" charset="0"/>
                            </a:rPr>
                            <m:t>𝑇</m:t>
                          </m:r>
                        </m:sup>
                      </m:sSup>
                    </m:oMath>
                  </m:oMathPara>
                </a14:m>
                <a:endParaRPr lang="en-GB" altLang="zh-CN" i="1" dirty="0">
                  <a:solidFill>
                    <a:schemeClr val="tx1">
                      <a:lumMod val="65000"/>
                      <a:lumOff val="35000"/>
                    </a:schemeClr>
                  </a:solidFill>
                </a:endParaRPr>
              </a:p>
              <a:p>
                <a:r>
                  <a:rPr lang="en-GB" altLang="zh-CN" dirty="0"/>
                  <a:t>It gives:</a:t>
                </a:r>
              </a:p>
              <a:p>
                <a:pPr/>
                <a14:m>
                  <m:oMathPara xmlns:m="http://schemas.openxmlformats.org/officeDocument/2006/math">
                    <m:oMathParaPr>
                      <m:jc m:val="centerGroup"/>
                    </m:oMathParaPr>
                    <m:oMath xmlns:m="http://schemas.openxmlformats.org/officeDocument/2006/math">
                      <m:sSub>
                        <m:sSubPr>
                          <m:ctrlPr>
                            <a:rPr lang="en-GB" altLang="zh-CN" sz="1600" i="1" smtClean="0">
                              <a:solidFill>
                                <a:srgbClr val="003399"/>
                              </a:solidFill>
                              <a:latin typeface="Cambria Math" panose="02040503050406030204" pitchFamily="18" charset="0"/>
                            </a:rPr>
                          </m:ctrlPr>
                        </m:sSubPr>
                        <m:e>
                          <m:r>
                            <a:rPr lang="en-GB" altLang="zh-CN" sz="1600" b="0" i="1" smtClean="0">
                              <a:solidFill>
                                <a:srgbClr val="003399"/>
                              </a:solidFill>
                              <a:latin typeface="Cambria Math" panose="02040503050406030204" pitchFamily="18" charset="0"/>
                            </a:rPr>
                            <m:t>𝑃</m:t>
                          </m:r>
                        </m:e>
                        <m:sub>
                          <m:r>
                            <a:rPr lang="en-GB" altLang="zh-CN" sz="1600" i="1">
                              <a:solidFill>
                                <a:srgbClr val="003399"/>
                              </a:solidFill>
                              <a:latin typeface="Cambria Math" panose="02040503050406030204" pitchFamily="18" charset="0"/>
                            </a:rPr>
                            <m:t>𝑘</m:t>
                          </m:r>
                          <m:r>
                            <a:rPr lang="en-GB" altLang="zh-CN" sz="1600" b="0" i="1" smtClean="0">
                              <a:solidFill>
                                <a:srgbClr val="003399"/>
                              </a:solidFill>
                              <a:latin typeface="Cambria Math" panose="02040503050406030204" pitchFamily="18" charset="0"/>
                            </a:rPr>
                            <m:t>−</m:t>
                          </m:r>
                        </m:sub>
                      </m:sSub>
                      <m:r>
                        <a:rPr lang="en-GB" altLang="zh-CN" sz="1600" i="1">
                          <a:solidFill>
                            <a:srgbClr val="003399"/>
                          </a:solidFill>
                          <a:latin typeface="Cambria Math" panose="02040503050406030204" pitchFamily="18" charset="0"/>
                        </a:rPr>
                        <m:t>=</m:t>
                      </m:r>
                      <m:r>
                        <a:rPr lang="en-GB" altLang="zh-CN" sz="1600" b="0" i="1" smtClean="0">
                          <a:solidFill>
                            <a:srgbClr val="003399"/>
                          </a:solidFill>
                          <a:latin typeface="Cambria Math" panose="02040503050406030204" pitchFamily="18" charset="0"/>
                        </a:rPr>
                        <m:t>𝐹</m:t>
                      </m:r>
                      <m:sSub>
                        <m:sSubPr>
                          <m:ctrlPr>
                            <a:rPr lang="en-GB" altLang="zh-CN" sz="1600" i="1">
                              <a:solidFill>
                                <a:srgbClr val="003399"/>
                              </a:solidFill>
                              <a:latin typeface="Cambria Math" panose="02040503050406030204" pitchFamily="18" charset="0"/>
                            </a:rPr>
                          </m:ctrlPr>
                        </m:sSubPr>
                        <m:e>
                          <m:r>
                            <a:rPr lang="en-GB" altLang="zh-CN" sz="1600" b="0" i="1" smtClean="0">
                              <a:solidFill>
                                <a:srgbClr val="003399"/>
                              </a:solidFill>
                              <a:latin typeface="Cambria Math" panose="02040503050406030204" pitchFamily="18" charset="0"/>
                            </a:rPr>
                            <m:t>𝑃</m:t>
                          </m:r>
                        </m:e>
                        <m:sub>
                          <m:r>
                            <a:rPr lang="en-GB" altLang="zh-CN" sz="1600" i="1">
                              <a:solidFill>
                                <a:srgbClr val="003399"/>
                              </a:solidFill>
                              <a:latin typeface="Cambria Math" panose="02040503050406030204" pitchFamily="18" charset="0"/>
                            </a:rPr>
                            <m:t>𝑘</m:t>
                          </m:r>
                          <m:r>
                            <a:rPr lang="en-GB" altLang="zh-CN" sz="1600" b="0" i="1" smtClean="0">
                              <a:solidFill>
                                <a:srgbClr val="003399"/>
                              </a:solidFill>
                              <a:latin typeface="Cambria Math" panose="02040503050406030204" pitchFamily="18" charset="0"/>
                            </a:rPr>
                            <m:t>−1</m:t>
                          </m:r>
                        </m:sub>
                      </m:sSub>
                      <m:sSup>
                        <m:sSupPr>
                          <m:ctrlPr>
                            <a:rPr lang="en-GB" altLang="zh-CN" sz="1600" b="0" i="1" smtClean="0">
                              <a:solidFill>
                                <a:srgbClr val="003399"/>
                              </a:solidFill>
                              <a:latin typeface="Cambria Math" panose="02040503050406030204" pitchFamily="18" charset="0"/>
                            </a:rPr>
                          </m:ctrlPr>
                        </m:sSupPr>
                        <m:e>
                          <m:r>
                            <a:rPr lang="en-GB" altLang="zh-CN" sz="1600" b="0" i="1" smtClean="0">
                              <a:solidFill>
                                <a:srgbClr val="003399"/>
                              </a:solidFill>
                              <a:latin typeface="Cambria Math" panose="02040503050406030204" pitchFamily="18" charset="0"/>
                            </a:rPr>
                            <m:t>𝐹</m:t>
                          </m:r>
                        </m:e>
                        <m:sup>
                          <m:r>
                            <a:rPr lang="en-GB" altLang="zh-CN" sz="1600" b="0" i="1" smtClean="0">
                              <a:solidFill>
                                <a:srgbClr val="003399"/>
                              </a:solidFill>
                              <a:latin typeface="Cambria Math" panose="02040503050406030204" pitchFamily="18" charset="0"/>
                            </a:rPr>
                            <m:t>𝑇</m:t>
                          </m:r>
                        </m:sup>
                      </m:sSup>
                      <m:r>
                        <a:rPr lang="en-GB" altLang="zh-CN" sz="1600" b="0" i="1" smtClean="0">
                          <a:solidFill>
                            <a:srgbClr val="003399"/>
                          </a:solidFill>
                          <a:latin typeface="Cambria Math" panose="02040503050406030204" pitchFamily="18" charset="0"/>
                        </a:rPr>
                        <m:t>+</m:t>
                      </m:r>
                      <m:sSub>
                        <m:sSubPr>
                          <m:ctrlPr>
                            <a:rPr lang="en-GB" altLang="zh-CN" sz="1600" b="0" i="1" smtClean="0">
                              <a:solidFill>
                                <a:srgbClr val="003399"/>
                              </a:solidFill>
                              <a:latin typeface="Cambria Math" panose="02040503050406030204" pitchFamily="18" charset="0"/>
                            </a:rPr>
                          </m:ctrlPr>
                        </m:sSubPr>
                        <m:e>
                          <m:r>
                            <a:rPr lang="en-GB" altLang="zh-CN" sz="1600" b="0" i="1" smtClean="0">
                              <a:solidFill>
                                <a:srgbClr val="003399"/>
                              </a:solidFill>
                              <a:latin typeface="Cambria Math" panose="02040503050406030204" pitchFamily="18" charset="0"/>
                            </a:rPr>
                            <m:t>𝑄</m:t>
                          </m:r>
                        </m:e>
                        <m:sub>
                          <m:r>
                            <a:rPr lang="en-GB" altLang="zh-CN" sz="1600" b="0" i="1" smtClean="0">
                              <a:solidFill>
                                <a:srgbClr val="003399"/>
                              </a:solidFill>
                              <a:latin typeface="Cambria Math" panose="02040503050406030204" pitchFamily="18" charset="0"/>
                            </a:rPr>
                            <m:t>𝑘</m:t>
                          </m:r>
                        </m:sub>
                      </m:sSub>
                    </m:oMath>
                  </m:oMathPara>
                </a14:m>
                <a:endParaRPr lang="en-GB" altLang="zh-CN" dirty="0"/>
              </a:p>
              <a:p>
                <a14:m>
                  <m:oMath xmlns:m="http://schemas.openxmlformats.org/officeDocument/2006/math">
                    <m:sSub>
                      <m:sSubPr>
                        <m:ctrlPr>
                          <a:rPr lang="en-GB" altLang="zh-CN" sz="1600" b="0" i="1" smtClean="0">
                            <a:solidFill>
                              <a:schemeClr val="tx1"/>
                            </a:solidFill>
                            <a:latin typeface="Cambria Math" panose="02040503050406030204" pitchFamily="18" charset="0"/>
                          </a:rPr>
                        </m:ctrlPr>
                      </m:sSubPr>
                      <m:e>
                        <m:r>
                          <a:rPr lang="en-GB" altLang="zh-CN" sz="1600" b="0" i="1" smtClean="0">
                            <a:solidFill>
                              <a:schemeClr val="tx1"/>
                            </a:solidFill>
                            <a:latin typeface="Cambria Math" panose="02040503050406030204" pitchFamily="18" charset="0"/>
                          </a:rPr>
                          <m:t>𝑄</m:t>
                        </m:r>
                      </m:e>
                      <m:sub>
                        <m:r>
                          <a:rPr lang="en-GB" altLang="zh-CN" sz="1600" b="0" i="1" smtClean="0">
                            <a:solidFill>
                              <a:schemeClr val="tx1"/>
                            </a:solidFill>
                            <a:latin typeface="Cambria Math" panose="02040503050406030204" pitchFamily="18" charset="0"/>
                          </a:rPr>
                          <m:t>𝑘</m:t>
                        </m:r>
                      </m:sub>
                    </m:sSub>
                  </m:oMath>
                </a14:m>
                <a:r>
                  <a:rPr lang="en-GB" altLang="zh-CN" dirty="0"/>
                  <a:t> is the matrix version noises.</a:t>
                </a:r>
              </a:p>
              <a:p>
                <a:endParaRPr lang="en-GB" dirty="0"/>
              </a:p>
            </p:txBody>
          </p:sp>
        </mc:Choice>
        <mc:Fallback xmlns="">
          <p:sp>
            <p:nvSpPr>
              <p:cNvPr id="6" name="文本占位符 5">
                <a:extLst>
                  <a:ext uri="{FF2B5EF4-FFF2-40B4-BE49-F238E27FC236}">
                    <a16:creationId xmlns:a16="http://schemas.microsoft.com/office/drawing/2014/main" id="{7B370F02-FE93-81B5-0FD4-6EF89F6179BB}"/>
                  </a:ext>
                </a:extLst>
              </p:cNvPr>
              <p:cNvSpPr>
                <a:spLocks noGrp="1" noRot="1" noChangeAspect="1" noMove="1" noResize="1" noEditPoints="1" noAdjustHandles="1" noChangeArrowheads="1" noChangeShapeType="1" noTextEdit="1"/>
              </p:cNvSpPr>
              <p:nvPr>
                <p:ph type="body" sz="quarter" idx="10"/>
              </p:nvPr>
            </p:nvSpPr>
            <p:spPr>
              <a:xfrm>
                <a:off x="628649" y="1465729"/>
                <a:ext cx="5627426" cy="3118351"/>
              </a:xfrm>
              <a:blipFill>
                <a:blip r:embed="rId2"/>
                <a:stretch>
                  <a:fillRect l="-450" t="-1626"/>
                </a:stretch>
              </a:blipFill>
            </p:spPr>
            <p:txBody>
              <a:bodyPr/>
              <a:lstStyle/>
              <a:p>
                <a:r>
                  <a:rPr lang="zh-CN" altLang="en-US">
                    <a:noFill/>
                  </a:rPr>
                  <a:t> </a:t>
                </a:r>
              </a:p>
            </p:txBody>
          </p:sp>
        </mc:Fallback>
      </mc:AlternateContent>
      <p:sp>
        <p:nvSpPr>
          <p:cNvPr id="3" name="圆角矩形 2">
            <a:extLst>
              <a:ext uri="{FF2B5EF4-FFF2-40B4-BE49-F238E27FC236}">
                <a16:creationId xmlns:a16="http://schemas.microsoft.com/office/drawing/2014/main" id="{A2F0A07F-B835-FE87-DC95-4611CAAB8056}"/>
              </a:ext>
            </a:extLst>
          </p:cNvPr>
          <p:cNvSpPr/>
          <p:nvPr/>
        </p:nvSpPr>
        <p:spPr>
          <a:xfrm>
            <a:off x="6711599" y="1465729"/>
            <a:ext cx="2180027" cy="2282027"/>
          </a:xfrm>
          <a:prstGeom prst="roundRect">
            <a:avLst>
              <a:gd name="adj" fmla="val 2292"/>
            </a:avLst>
          </a:prstGeom>
          <a:solidFill>
            <a:schemeClr val="bg1">
              <a:lumMod val="95000"/>
              <a:alpha val="39768"/>
            </a:schemeClr>
          </a:solid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mc:AlternateContent xmlns:mc="http://schemas.openxmlformats.org/markup-compatibility/2006" xmlns:a14="http://schemas.microsoft.com/office/drawing/2010/main">
        <mc:Choice Requires="a14">
          <p:sp>
            <p:nvSpPr>
              <p:cNvPr id="4" name="文本框 3">
                <a:extLst>
                  <a:ext uri="{FF2B5EF4-FFF2-40B4-BE49-F238E27FC236}">
                    <a16:creationId xmlns:a16="http://schemas.microsoft.com/office/drawing/2014/main" id="{88C6A480-788F-D5F0-EC1C-A44FBAD25787}"/>
                  </a:ext>
                </a:extLst>
              </p:cNvPr>
              <p:cNvSpPr txBox="1"/>
              <p:nvPr/>
            </p:nvSpPr>
            <p:spPr>
              <a:xfrm>
                <a:off x="6711598" y="1491454"/>
                <a:ext cx="2180027" cy="2160591"/>
              </a:xfrm>
              <a:prstGeom prst="rect">
                <a:avLst/>
              </a:prstGeom>
              <a:noFill/>
            </p:spPr>
            <p:txBody>
              <a:bodyPr wrap="square" rtlCol="0">
                <a:spAutoFit/>
              </a:bodyPr>
              <a:lstStyle/>
              <a:p>
                <a:pPr>
                  <a:lnSpc>
                    <a:spcPct val="120000"/>
                  </a:lnSpc>
                </a:pPr>
                <a:r>
                  <a:rPr lang="en-GB" altLang="zh-CN" sz="1400" b="1" dirty="0">
                    <a:solidFill>
                      <a:srgbClr val="003399"/>
                    </a:solidFill>
                    <a:latin typeface="Cambria Math" panose="02040503050406030204" pitchFamily="18" charset="0"/>
                  </a:rPr>
                  <a:t>1-D example</a:t>
                </a:r>
              </a:p>
              <a:p>
                <a:pPr>
                  <a:lnSpc>
                    <a:spcPct val="120000"/>
                  </a:lnSpc>
                </a:pPr>
                <a:r>
                  <a:rPr lang="en-GB" altLang="zh-CN" sz="1400" dirty="0">
                    <a:solidFill>
                      <a:srgbClr val="003399"/>
                    </a:solidFill>
                    <a:latin typeface="Cambria Math" panose="02040503050406030204" pitchFamily="18" charset="0"/>
                  </a:rPr>
                  <a:t>Prediction</a:t>
                </a:r>
              </a:p>
              <a:p>
                <a:pPr algn="r">
                  <a:lnSpc>
                    <a:spcPct val="120000"/>
                  </a:lnSpc>
                </a:pPr>
                <a14:m>
                  <m:oMathPara xmlns:m="http://schemas.openxmlformats.org/officeDocument/2006/math">
                    <m:oMathParaPr>
                      <m:jc m:val="centerGroup"/>
                    </m:oMathParaPr>
                    <m:oMath xmlns:m="http://schemas.openxmlformats.org/officeDocument/2006/math">
                      <m:sSub>
                        <m:sSubPr>
                          <m:ctrlPr>
                            <a:rPr lang="en-GB" altLang="zh-CN" sz="1400" i="1" smtClean="0">
                              <a:solidFill>
                                <a:schemeClr val="tx1"/>
                              </a:solidFill>
                              <a:latin typeface="Cambria Math" panose="02040503050406030204" pitchFamily="18" charset="0"/>
                            </a:rPr>
                          </m:ctrlPr>
                        </m:sSubPr>
                        <m:e>
                          <m:acc>
                            <m:accPr>
                              <m:chr m:val="̂"/>
                              <m:ctrlPr>
                                <a:rPr lang="en-GB" altLang="zh-CN" sz="1400" i="1">
                                  <a:solidFill>
                                    <a:schemeClr val="tx1"/>
                                  </a:solidFill>
                                  <a:latin typeface="Cambria Math" panose="02040503050406030204" pitchFamily="18" charset="0"/>
                                </a:rPr>
                              </m:ctrlPr>
                            </m:accPr>
                            <m:e>
                              <m:r>
                                <a:rPr lang="en-GB" altLang="zh-CN" sz="1400" i="1">
                                  <a:solidFill>
                                    <a:schemeClr val="tx1"/>
                                  </a:solidFill>
                                  <a:latin typeface="Cambria Math" panose="02040503050406030204" pitchFamily="18" charset="0"/>
                                </a:rPr>
                                <m:t>𝑥</m:t>
                              </m:r>
                            </m:e>
                          </m:acc>
                        </m:e>
                        <m:sub>
                          <m:r>
                            <a:rPr lang="en-GB" altLang="zh-CN" sz="1400" i="1">
                              <a:solidFill>
                                <a:schemeClr val="tx1"/>
                              </a:solidFill>
                              <a:latin typeface="Cambria Math" panose="02040503050406030204" pitchFamily="18" charset="0"/>
                            </a:rPr>
                            <m:t>𝑘</m:t>
                          </m:r>
                          <m:r>
                            <a:rPr lang="en-GB" altLang="zh-CN" sz="1400" b="0" i="1" smtClean="0">
                              <a:solidFill>
                                <a:schemeClr val="tx1"/>
                              </a:solidFill>
                              <a:latin typeface="Cambria Math" panose="02040503050406030204" pitchFamily="18" charset="0"/>
                            </a:rPr>
                            <m:t>−</m:t>
                          </m:r>
                        </m:sub>
                      </m:sSub>
                      <m:r>
                        <a:rPr lang="en-GB" altLang="zh-CN" sz="1400" b="0" i="1" smtClean="0">
                          <a:solidFill>
                            <a:schemeClr val="tx1"/>
                          </a:solidFill>
                          <a:latin typeface="Cambria Math" panose="02040503050406030204" pitchFamily="18" charset="0"/>
                        </a:rPr>
                        <m:t>=</m:t>
                      </m:r>
                      <m:r>
                        <a:rPr lang="en-GB" altLang="zh-CN" sz="1400" b="0" i="1" smtClean="0">
                          <a:solidFill>
                            <a:schemeClr val="tx1"/>
                          </a:solidFill>
                          <a:latin typeface="Cambria Math" panose="02040503050406030204" pitchFamily="18" charset="0"/>
                        </a:rPr>
                        <m:t>𝑓</m:t>
                      </m:r>
                      <m:r>
                        <a:rPr lang="en-GB" altLang="zh-CN" sz="1400" b="0" i="1" smtClean="0">
                          <a:solidFill>
                            <a:schemeClr val="tx1"/>
                          </a:solidFill>
                          <a:latin typeface="Cambria Math" panose="02040503050406030204" pitchFamily="18" charset="0"/>
                        </a:rPr>
                        <m:t>⋅</m:t>
                      </m:r>
                      <m:sSub>
                        <m:sSubPr>
                          <m:ctrlPr>
                            <a:rPr lang="en-GB" altLang="zh-CN" sz="1400" i="1">
                              <a:solidFill>
                                <a:schemeClr val="tx1"/>
                              </a:solidFill>
                              <a:latin typeface="Cambria Math" panose="02040503050406030204" pitchFamily="18" charset="0"/>
                            </a:rPr>
                          </m:ctrlPr>
                        </m:sSubPr>
                        <m:e>
                          <m:acc>
                            <m:accPr>
                              <m:chr m:val="̂"/>
                              <m:ctrlPr>
                                <a:rPr lang="en-GB" altLang="zh-CN" sz="1400" i="1">
                                  <a:solidFill>
                                    <a:schemeClr val="tx1"/>
                                  </a:solidFill>
                                  <a:latin typeface="Cambria Math" panose="02040503050406030204" pitchFamily="18" charset="0"/>
                                </a:rPr>
                              </m:ctrlPr>
                            </m:accPr>
                            <m:e>
                              <m:r>
                                <a:rPr lang="en-GB" altLang="zh-CN" sz="1400" i="1">
                                  <a:solidFill>
                                    <a:schemeClr val="tx1"/>
                                  </a:solidFill>
                                  <a:latin typeface="Cambria Math" panose="02040503050406030204" pitchFamily="18" charset="0"/>
                                </a:rPr>
                                <m:t>𝑥</m:t>
                              </m:r>
                            </m:e>
                          </m:acc>
                        </m:e>
                        <m:sub>
                          <m:r>
                            <a:rPr lang="en-GB" altLang="zh-CN" sz="1400" i="1">
                              <a:solidFill>
                                <a:schemeClr val="tx1"/>
                              </a:solidFill>
                              <a:latin typeface="Cambria Math" panose="02040503050406030204" pitchFamily="18" charset="0"/>
                            </a:rPr>
                            <m:t>𝑘</m:t>
                          </m:r>
                          <m:r>
                            <a:rPr lang="en-GB" altLang="zh-CN" sz="1400" i="1">
                              <a:solidFill>
                                <a:schemeClr val="tx1"/>
                              </a:solidFill>
                              <a:latin typeface="Cambria Math" panose="02040503050406030204" pitchFamily="18" charset="0"/>
                            </a:rPr>
                            <m:t>−1</m:t>
                          </m:r>
                        </m:sub>
                      </m:sSub>
                      <m:r>
                        <a:rPr lang="en-GB" altLang="zh-CN" sz="1400" b="0" i="1" smtClean="0">
                          <a:solidFill>
                            <a:schemeClr val="tx1"/>
                          </a:solidFill>
                          <a:latin typeface="Cambria Math" panose="02040503050406030204" pitchFamily="18" charset="0"/>
                        </a:rPr>
                        <m:t>+</m:t>
                      </m:r>
                      <m:r>
                        <a:rPr lang="en-GB" altLang="zh-CN" sz="1400" b="0" i="1" smtClean="0">
                          <a:solidFill>
                            <a:schemeClr val="tx1"/>
                          </a:solidFill>
                          <a:latin typeface="Cambria Math" panose="02040503050406030204" pitchFamily="18" charset="0"/>
                        </a:rPr>
                        <m:t>𝑏</m:t>
                      </m:r>
                      <m:r>
                        <a:rPr lang="en-GB" altLang="zh-CN" sz="1400" b="0" i="1" smtClean="0">
                          <a:solidFill>
                            <a:schemeClr val="tx1"/>
                          </a:solidFill>
                          <a:latin typeface="Cambria Math" panose="02040503050406030204" pitchFamily="18" charset="0"/>
                        </a:rPr>
                        <m:t>⋅</m:t>
                      </m:r>
                      <m:sSub>
                        <m:sSubPr>
                          <m:ctrlPr>
                            <a:rPr lang="en-GB" altLang="zh-CN" sz="1400" i="1">
                              <a:solidFill>
                                <a:schemeClr val="tx1"/>
                              </a:solidFill>
                              <a:latin typeface="Cambria Math" panose="02040503050406030204" pitchFamily="18" charset="0"/>
                            </a:rPr>
                          </m:ctrlPr>
                        </m:sSubPr>
                        <m:e>
                          <m:r>
                            <a:rPr lang="en-GB" altLang="zh-CN" sz="1400" i="1">
                              <a:solidFill>
                                <a:schemeClr val="tx1"/>
                              </a:solidFill>
                              <a:latin typeface="Cambria Math" panose="02040503050406030204" pitchFamily="18" charset="0"/>
                            </a:rPr>
                            <m:t>𝑢</m:t>
                          </m:r>
                        </m:e>
                        <m:sub>
                          <m:r>
                            <a:rPr lang="en-GB" altLang="zh-CN" sz="1400" i="1">
                              <a:solidFill>
                                <a:schemeClr val="tx1"/>
                              </a:solidFill>
                              <a:latin typeface="Cambria Math" panose="02040503050406030204" pitchFamily="18" charset="0"/>
                            </a:rPr>
                            <m:t>𝑘</m:t>
                          </m:r>
                        </m:sub>
                      </m:sSub>
                    </m:oMath>
                  </m:oMathPara>
                </a14:m>
                <a:endParaRPr lang="en-GB" altLang="zh-CN" sz="1400" dirty="0">
                  <a:solidFill>
                    <a:schemeClr val="tx1"/>
                  </a:solidFill>
                </a:endParaRPr>
              </a:p>
              <a:p>
                <a:pPr algn="r">
                  <a:lnSpc>
                    <a:spcPct val="120000"/>
                  </a:lnSpc>
                </a:pPr>
                <a14:m>
                  <m:oMathPara xmlns:m="http://schemas.openxmlformats.org/officeDocument/2006/math">
                    <m:oMathParaPr>
                      <m:jc m:val="centerGroup"/>
                    </m:oMathParaPr>
                    <m:oMath xmlns:m="http://schemas.openxmlformats.org/officeDocument/2006/math">
                      <m:sSub>
                        <m:sSubPr>
                          <m:ctrlPr>
                            <a:rPr lang="en-GB" altLang="zh-CN" sz="1400" i="1" smtClean="0">
                              <a:solidFill>
                                <a:schemeClr val="tx1"/>
                              </a:solidFill>
                              <a:latin typeface="Cambria Math" panose="02040503050406030204" pitchFamily="18" charset="0"/>
                            </a:rPr>
                          </m:ctrlPr>
                        </m:sSubPr>
                        <m:e>
                          <m:r>
                            <a:rPr lang="en-GB" altLang="zh-CN" sz="1400" b="0" i="1" smtClean="0">
                              <a:solidFill>
                                <a:schemeClr val="tx1"/>
                              </a:solidFill>
                              <a:latin typeface="Cambria Math" panose="02040503050406030204" pitchFamily="18" charset="0"/>
                            </a:rPr>
                            <m:t>𝑝</m:t>
                          </m:r>
                        </m:e>
                        <m:sub>
                          <m:r>
                            <a:rPr lang="en-GB" altLang="zh-CN" sz="1400" i="1">
                              <a:solidFill>
                                <a:schemeClr val="tx1"/>
                              </a:solidFill>
                              <a:latin typeface="Cambria Math" panose="02040503050406030204" pitchFamily="18" charset="0"/>
                            </a:rPr>
                            <m:t>𝑘</m:t>
                          </m:r>
                          <m:r>
                            <a:rPr lang="en-GB" altLang="zh-CN" sz="1400" b="0" i="1" smtClean="0">
                              <a:solidFill>
                                <a:schemeClr val="tx1"/>
                              </a:solidFill>
                              <a:latin typeface="Cambria Math" panose="02040503050406030204" pitchFamily="18" charset="0"/>
                            </a:rPr>
                            <m:t>−</m:t>
                          </m:r>
                        </m:sub>
                      </m:sSub>
                      <m:r>
                        <a:rPr lang="en-GB" altLang="zh-CN" sz="1400" i="1">
                          <a:solidFill>
                            <a:schemeClr val="tx1"/>
                          </a:solidFill>
                          <a:latin typeface="Cambria Math" panose="02040503050406030204" pitchFamily="18" charset="0"/>
                        </a:rPr>
                        <m:t>=</m:t>
                      </m:r>
                      <m:sSup>
                        <m:sSupPr>
                          <m:ctrlPr>
                            <a:rPr lang="en-GB" altLang="zh-CN" sz="1400" b="0" i="1" smtClean="0">
                              <a:solidFill>
                                <a:schemeClr val="tx1"/>
                              </a:solidFill>
                              <a:latin typeface="Cambria Math" panose="02040503050406030204" pitchFamily="18" charset="0"/>
                            </a:rPr>
                          </m:ctrlPr>
                        </m:sSupPr>
                        <m:e>
                          <m:r>
                            <a:rPr lang="en-GB" altLang="zh-CN" sz="1400" i="1">
                              <a:solidFill>
                                <a:schemeClr val="tx1"/>
                              </a:solidFill>
                              <a:latin typeface="Cambria Math" panose="02040503050406030204" pitchFamily="18" charset="0"/>
                            </a:rPr>
                            <m:t>𝑓</m:t>
                          </m:r>
                        </m:e>
                        <m:sup>
                          <m:r>
                            <a:rPr lang="en-GB" altLang="zh-CN" sz="1400" b="0" i="1" smtClean="0">
                              <a:solidFill>
                                <a:schemeClr val="tx1"/>
                              </a:solidFill>
                              <a:latin typeface="Cambria Math" panose="02040503050406030204" pitchFamily="18" charset="0"/>
                            </a:rPr>
                            <m:t>2</m:t>
                          </m:r>
                        </m:sup>
                      </m:sSup>
                      <m:r>
                        <a:rPr lang="en-GB" altLang="zh-CN" sz="1400" i="1">
                          <a:solidFill>
                            <a:schemeClr val="tx1"/>
                          </a:solidFill>
                          <a:latin typeface="Cambria Math" panose="02040503050406030204" pitchFamily="18" charset="0"/>
                        </a:rPr>
                        <m:t>⋅</m:t>
                      </m:r>
                      <m:sSub>
                        <m:sSubPr>
                          <m:ctrlPr>
                            <a:rPr lang="en-GB" altLang="zh-CN" sz="1400" i="1">
                              <a:solidFill>
                                <a:schemeClr val="tx1"/>
                              </a:solidFill>
                              <a:latin typeface="Cambria Math" panose="02040503050406030204" pitchFamily="18" charset="0"/>
                            </a:rPr>
                          </m:ctrlPr>
                        </m:sSubPr>
                        <m:e>
                          <m:r>
                            <a:rPr lang="en-GB" altLang="zh-CN" sz="1400" i="1">
                              <a:solidFill>
                                <a:schemeClr val="tx1"/>
                              </a:solidFill>
                              <a:latin typeface="Cambria Math" panose="02040503050406030204" pitchFamily="18" charset="0"/>
                            </a:rPr>
                            <m:t>𝑝</m:t>
                          </m:r>
                        </m:e>
                        <m:sub>
                          <m:r>
                            <a:rPr lang="en-GB" altLang="zh-CN" sz="1400" i="1">
                              <a:solidFill>
                                <a:schemeClr val="tx1"/>
                              </a:solidFill>
                              <a:latin typeface="Cambria Math" panose="02040503050406030204" pitchFamily="18" charset="0"/>
                            </a:rPr>
                            <m:t>𝑘</m:t>
                          </m:r>
                          <m:r>
                            <a:rPr lang="en-GB" altLang="zh-CN" sz="1400" b="0" i="1" smtClean="0">
                              <a:solidFill>
                                <a:schemeClr val="tx1"/>
                              </a:solidFill>
                              <a:latin typeface="Cambria Math" panose="02040503050406030204" pitchFamily="18" charset="0"/>
                            </a:rPr>
                            <m:t>−1</m:t>
                          </m:r>
                        </m:sub>
                      </m:sSub>
                      <m:r>
                        <a:rPr lang="en-GB" altLang="zh-CN" sz="1400" b="0" i="1" smtClean="0">
                          <a:solidFill>
                            <a:schemeClr val="tx1"/>
                          </a:solidFill>
                          <a:latin typeface="Cambria Math" panose="02040503050406030204" pitchFamily="18" charset="0"/>
                        </a:rPr>
                        <m:t>+</m:t>
                      </m:r>
                      <m:sSub>
                        <m:sSubPr>
                          <m:ctrlPr>
                            <a:rPr lang="en-GB" altLang="zh-CN" sz="1400" b="0" i="1" smtClean="0">
                              <a:solidFill>
                                <a:schemeClr val="tx1"/>
                              </a:solidFill>
                              <a:latin typeface="Cambria Math" panose="02040503050406030204" pitchFamily="18" charset="0"/>
                            </a:rPr>
                          </m:ctrlPr>
                        </m:sSubPr>
                        <m:e>
                          <m:r>
                            <a:rPr lang="en-GB" altLang="zh-CN" sz="1400" b="0" i="1" smtClean="0">
                              <a:solidFill>
                                <a:schemeClr val="tx1"/>
                              </a:solidFill>
                              <a:latin typeface="Cambria Math" panose="02040503050406030204" pitchFamily="18" charset="0"/>
                            </a:rPr>
                            <m:t>𝑞</m:t>
                          </m:r>
                        </m:e>
                        <m:sub>
                          <m:r>
                            <a:rPr lang="en-GB" altLang="zh-CN" sz="1400" b="0" i="1" smtClean="0">
                              <a:solidFill>
                                <a:schemeClr val="tx1"/>
                              </a:solidFill>
                              <a:latin typeface="Cambria Math" panose="02040503050406030204" pitchFamily="18" charset="0"/>
                            </a:rPr>
                            <m:t>𝑘</m:t>
                          </m:r>
                        </m:sub>
                      </m:sSub>
                    </m:oMath>
                  </m:oMathPara>
                </a14:m>
                <a:endParaRPr lang="en-GB" sz="1400" dirty="0">
                  <a:solidFill>
                    <a:schemeClr val="tx1"/>
                  </a:solidFill>
                </a:endParaRPr>
              </a:p>
              <a:p>
                <a:pPr>
                  <a:lnSpc>
                    <a:spcPct val="120000"/>
                  </a:lnSpc>
                </a:pPr>
                <a:r>
                  <a:rPr lang="en-GB" sz="1400" dirty="0">
                    <a:solidFill>
                      <a:srgbClr val="003399"/>
                    </a:solidFill>
                  </a:rPr>
                  <a:t>Updating</a:t>
                </a:r>
              </a:p>
              <a:p>
                <a:pPr>
                  <a:lnSpc>
                    <a:spcPct val="120000"/>
                  </a:lnSpc>
                </a:pPr>
                <a14:m>
                  <m:oMathPara xmlns:m="http://schemas.openxmlformats.org/officeDocument/2006/math">
                    <m:oMathParaPr>
                      <m:jc m:val="centerGroup"/>
                    </m:oMathParaPr>
                    <m:oMath xmlns:m="http://schemas.openxmlformats.org/officeDocument/2006/math">
                      <m:sSub>
                        <m:sSubPr>
                          <m:ctrlPr>
                            <a:rPr lang="en-GB" altLang="zh-CN" sz="1400" b="0" i="1" smtClean="0">
                              <a:solidFill>
                                <a:schemeClr val="tx1"/>
                              </a:solidFill>
                              <a:latin typeface="Cambria Math" panose="02040503050406030204" pitchFamily="18" charset="0"/>
                            </a:rPr>
                          </m:ctrlPr>
                        </m:sSubPr>
                        <m:e>
                          <m:r>
                            <a:rPr lang="en-GB" altLang="zh-CN" sz="1400" b="0" i="1" smtClean="0">
                              <a:solidFill>
                                <a:schemeClr val="tx1"/>
                              </a:solidFill>
                              <a:latin typeface="Cambria Math" panose="02040503050406030204" pitchFamily="18" charset="0"/>
                            </a:rPr>
                            <m:t>𝜆</m:t>
                          </m:r>
                        </m:e>
                        <m:sub>
                          <m:r>
                            <a:rPr lang="en-GB" altLang="zh-CN" sz="1400" b="0" i="1" smtClean="0">
                              <a:solidFill>
                                <a:schemeClr val="tx1"/>
                              </a:solidFill>
                              <a:latin typeface="Cambria Math" panose="02040503050406030204" pitchFamily="18" charset="0"/>
                            </a:rPr>
                            <m:t>𝑘</m:t>
                          </m:r>
                        </m:sub>
                      </m:sSub>
                      <m:r>
                        <a:rPr lang="en-GB" altLang="zh-CN" sz="1400" b="0" i="1" smtClean="0">
                          <a:solidFill>
                            <a:schemeClr val="tx1"/>
                          </a:solidFill>
                          <a:latin typeface="Cambria Math" panose="02040503050406030204" pitchFamily="18" charset="0"/>
                        </a:rPr>
                        <m:t>=</m:t>
                      </m:r>
                      <m:sSub>
                        <m:sSubPr>
                          <m:ctrlPr>
                            <a:rPr lang="en-GB" altLang="zh-CN" sz="1400" i="1">
                              <a:latin typeface="Cambria Math" panose="02040503050406030204" pitchFamily="18" charset="0"/>
                            </a:rPr>
                          </m:ctrlPr>
                        </m:sSubPr>
                        <m:e>
                          <m:r>
                            <a:rPr lang="en-GB" altLang="zh-CN" sz="1400" i="1">
                              <a:latin typeface="Cambria Math" panose="02040503050406030204" pitchFamily="18" charset="0"/>
                            </a:rPr>
                            <m:t>𝑝</m:t>
                          </m:r>
                        </m:e>
                        <m:sub>
                          <m:r>
                            <a:rPr lang="en-GB" altLang="zh-CN" sz="1400" i="1">
                              <a:latin typeface="Cambria Math" panose="02040503050406030204" pitchFamily="18" charset="0"/>
                            </a:rPr>
                            <m:t>𝑘</m:t>
                          </m:r>
                          <m:r>
                            <a:rPr lang="en-GB" altLang="zh-CN" sz="1400" i="1">
                              <a:latin typeface="Cambria Math" panose="02040503050406030204" pitchFamily="18" charset="0"/>
                            </a:rPr>
                            <m:t>−</m:t>
                          </m:r>
                        </m:sub>
                      </m:sSub>
                      <m:r>
                        <a:rPr lang="en-GB" altLang="zh-CN" sz="1400" b="0" i="1" smtClean="0">
                          <a:latin typeface="Cambria Math" panose="02040503050406030204" pitchFamily="18" charset="0"/>
                        </a:rPr>
                        <m:t> / </m:t>
                      </m:r>
                      <m:d>
                        <m:dPr>
                          <m:ctrlPr>
                            <a:rPr lang="en-GB" altLang="zh-CN" sz="1400" i="1">
                              <a:latin typeface="Cambria Math" panose="02040503050406030204" pitchFamily="18" charset="0"/>
                            </a:rPr>
                          </m:ctrlPr>
                        </m:dPr>
                        <m:e>
                          <m:sSub>
                            <m:sSubPr>
                              <m:ctrlPr>
                                <a:rPr lang="en-GB" altLang="zh-CN" sz="1400" i="1">
                                  <a:latin typeface="Cambria Math" panose="02040503050406030204" pitchFamily="18" charset="0"/>
                                </a:rPr>
                              </m:ctrlPr>
                            </m:sSubPr>
                            <m:e>
                              <m:r>
                                <a:rPr lang="en-GB" altLang="zh-CN" sz="1400" i="1">
                                  <a:latin typeface="Cambria Math" panose="02040503050406030204" pitchFamily="18" charset="0"/>
                                </a:rPr>
                                <m:t>𝑝</m:t>
                              </m:r>
                            </m:e>
                            <m:sub>
                              <m:r>
                                <a:rPr lang="en-GB" altLang="zh-CN" sz="1400" i="1">
                                  <a:latin typeface="Cambria Math" panose="02040503050406030204" pitchFamily="18" charset="0"/>
                                </a:rPr>
                                <m:t>𝑘</m:t>
                              </m:r>
                              <m:r>
                                <a:rPr lang="en-GB" altLang="zh-CN" sz="1400" i="1">
                                  <a:latin typeface="Cambria Math" panose="02040503050406030204" pitchFamily="18" charset="0"/>
                                </a:rPr>
                                <m:t>−</m:t>
                              </m:r>
                            </m:sub>
                          </m:sSub>
                          <m:r>
                            <a:rPr lang="en-GB" altLang="zh-CN" sz="1400" i="1">
                              <a:latin typeface="Cambria Math" panose="02040503050406030204" pitchFamily="18" charset="0"/>
                            </a:rPr>
                            <m:t>+</m:t>
                          </m:r>
                          <m:sSub>
                            <m:sSubPr>
                              <m:ctrlPr>
                                <a:rPr lang="en-GB" altLang="zh-CN" sz="1400" i="1">
                                  <a:latin typeface="Cambria Math" panose="02040503050406030204" pitchFamily="18" charset="0"/>
                                </a:rPr>
                              </m:ctrlPr>
                            </m:sSubPr>
                            <m:e>
                              <m:r>
                                <a:rPr lang="en-GB" altLang="zh-CN" sz="1400" i="1">
                                  <a:latin typeface="Cambria Math" panose="02040503050406030204" pitchFamily="18" charset="0"/>
                                </a:rPr>
                                <m:t>𝑟</m:t>
                              </m:r>
                            </m:e>
                            <m:sub>
                              <m:r>
                                <a:rPr lang="en-GB" altLang="zh-CN" sz="1400" i="1">
                                  <a:latin typeface="Cambria Math" panose="02040503050406030204" pitchFamily="18" charset="0"/>
                                </a:rPr>
                                <m:t>𝑘</m:t>
                              </m:r>
                            </m:sub>
                          </m:sSub>
                        </m:e>
                      </m:d>
                    </m:oMath>
                  </m:oMathPara>
                </a14:m>
                <a:endParaRPr lang="en-GB" sz="1400" dirty="0">
                  <a:solidFill>
                    <a:schemeClr val="tx1"/>
                  </a:solidFill>
                </a:endParaRPr>
              </a:p>
              <a:p>
                <a:pPr>
                  <a:lnSpc>
                    <a:spcPct val="120000"/>
                  </a:lnSpc>
                </a:pPr>
                <a14:m>
                  <m:oMathPara xmlns:m="http://schemas.openxmlformats.org/officeDocument/2006/math">
                    <m:oMathParaPr>
                      <m:jc m:val="centerGroup"/>
                    </m:oMathParaPr>
                    <m:oMath xmlns:m="http://schemas.openxmlformats.org/officeDocument/2006/math">
                      <m:sSub>
                        <m:sSubPr>
                          <m:ctrlPr>
                            <a:rPr lang="en-GB" altLang="zh-CN" sz="1400" i="1" smtClean="0">
                              <a:solidFill>
                                <a:schemeClr val="tx1"/>
                              </a:solidFill>
                              <a:latin typeface="Cambria Math" panose="02040503050406030204" pitchFamily="18" charset="0"/>
                            </a:rPr>
                          </m:ctrlPr>
                        </m:sSubPr>
                        <m:e>
                          <m:acc>
                            <m:accPr>
                              <m:chr m:val="̂"/>
                              <m:ctrlPr>
                                <a:rPr lang="en-GB" altLang="zh-CN" sz="1400" i="1">
                                  <a:solidFill>
                                    <a:schemeClr val="tx1"/>
                                  </a:solidFill>
                                  <a:latin typeface="Cambria Math" panose="02040503050406030204" pitchFamily="18" charset="0"/>
                                </a:rPr>
                              </m:ctrlPr>
                            </m:accPr>
                            <m:e>
                              <m:r>
                                <a:rPr lang="en-GB" altLang="zh-CN" sz="1400" i="1">
                                  <a:solidFill>
                                    <a:schemeClr val="tx1"/>
                                  </a:solidFill>
                                  <a:latin typeface="Cambria Math" panose="02040503050406030204" pitchFamily="18" charset="0"/>
                                </a:rPr>
                                <m:t>𝑥</m:t>
                              </m:r>
                            </m:e>
                          </m:acc>
                        </m:e>
                        <m:sub>
                          <m:r>
                            <a:rPr lang="en-GB" altLang="zh-CN" sz="1400" i="1">
                              <a:solidFill>
                                <a:schemeClr val="tx1"/>
                              </a:solidFill>
                              <a:latin typeface="Cambria Math" panose="02040503050406030204" pitchFamily="18" charset="0"/>
                            </a:rPr>
                            <m:t>𝑘</m:t>
                          </m:r>
                        </m:sub>
                      </m:sSub>
                      <m:r>
                        <a:rPr lang="en-GB" altLang="zh-CN" sz="1400" b="0" i="1" smtClean="0">
                          <a:solidFill>
                            <a:schemeClr val="tx1"/>
                          </a:solidFill>
                          <a:latin typeface="Cambria Math" panose="02040503050406030204" pitchFamily="18" charset="0"/>
                        </a:rPr>
                        <m:t>=</m:t>
                      </m:r>
                      <m:sSub>
                        <m:sSubPr>
                          <m:ctrlPr>
                            <a:rPr lang="en-GB" altLang="zh-CN" sz="1400" i="1" smtClean="0">
                              <a:solidFill>
                                <a:schemeClr val="tx1"/>
                              </a:solidFill>
                              <a:latin typeface="Cambria Math" panose="02040503050406030204" pitchFamily="18" charset="0"/>
                            </a:rPr>
                          </m:ctrlPr>
                        </m:sSubPr>
                        <m:e>
                          <m:acc>
                            <m:accPr>
                              <m:chr m:val="̂"/>
                              <m:ctrlPr>
                                <a:rPr lang="en-GB" altLang="zh-CN" sz="1400" i="1">
                                  <a:solidFill>
                                    <a:schemeClr val="tx1"/>
                                  </a:solidFill>
                                  <a:latin typeface="Cambria Math" panose="02040503050406030204" pitchFamily="18" charset="0"/>
                                </a:rPr>
                              </m:ctrlPr>
                            </m:accPr>
                            <m:e>
                              <m:r>
                                <a:rPr lang="en-GB" altLang="zh-CN" sz="1400" i="1">
                                  <a:solidFill>
                                    <a:schemeClr val="tx1"/>
                                  </a:solidFill>
                                  <a:latin typeface="Cambria Math" panose="02040503050406030204" pitchFamily="18" charset="0"/>
                                </a:rPr>
                                <m:t>𝑥</m:t>
                              </m:r>
                            </m:e>
                          </m:acc>
                        </m:e>
                        <m:sub>
                          <m:r>
                            <a:rPr lang="en-GB" altLang="zh-CN" sz="1400" i="1">
                              <a:solidFill>
                                <a:schemeClr val="tx1"/>
                              </a:solidFill>
                              <a:latin typeface="Cambria Math" panose="02040503050406030204" pitchFamily="18" charset="0"/>
                            </a:rPr>
                            <m:t>𝑘</m:t>
                          </m:r>
                          <m:r>
                            <a:rPr lang="en-GB" altLang="zh-CN" sz="1400" i="1">
                              <a:solidFill>
                                <a:schemeClr val="tx1"/>
                              </a:solidFill>
                              <a:latin typeface="Cambria Math" panose="02040503050406030204" pitchFamily="18" charset="0"/>
                            </a:rPr>
                            <m:t>−</m:t>
                          </m:r>
                        </m:sub>
                      </m:sSub>
                      <m:r>
                        <a:rPr lang="en-GB" altLang="zh-CN" sz="1400" b="0" i="1" smtClean="0">
                          <a:solidFill>
                            <a:schemeClr val="tx1"/>
                          </a:solidFill>
                          <a:latin typeface="Cambria Math" panose="02040503050406030204" pitchFamily="18" charset="0"/>
                        </a:rPr>
                        <m:t>+</m:t>
                      </m:r>
                      <m:sSub>
                        <m:sSubPr>
                          <m:ctrlPr>
                            <a:rPr lang="en-GB" altLang="zh-CN" sz="1400" b="0" i="1" smtClean="0">
                              <a:solidFill>
                                <a:schemeClr val="tx1"/>
                              </a:solidFill>
                              <a:latin typeface="Cambria Math" panose="02040503050406030204" pitchFamily="18" charset="0"/>
                            </a:rPr>
                          </m:ctrlPr>
                        </m:sSubPr>
                        <m:e>
                          <m:r>
                            <a:rPr lang="en-GB" altLang="zh-CN" sz="1400" b="0" i="1" smtClean="0">
                              <a:solidFill>
                                <a:schemeClr val="tx1"/>
                              </a:solidFill>
                              <a:latin typeface="Cambria Math" panose="02040503050406030204" pitchFamily="18" charset="0"/>
                            </a:rPr>
                            <m:t>𝜆</m:t>
                          </m:r>
                        </m:e>
                        <m:sub>
                          <m:r>
                            <a:rPr lang="en-GB" altLang="zh-CN" sz="1400" b="0" i="1" smtClean="0">
                              <a:solidFill>
                                <a:schemeClr val="tx1"/>
                              </a:solidFill>
                              <a:latin typeface="Cambria Math" panose="02040503050406030204" pitchFamily="18" charset="0"/>
                            </a:rPr>
                            <m:t>𝑘</m:t>
                          </m:r>
                        </m:sub>
                      </m:sSub>
                      <m:d>
                        <m:dPr>
                          <m:ctrlPr>
                            <a:rPr lang="en-GB" altLang="zh-CN" sz="1400" b="0" i="1" smtClean="0">
                              <a:solidFill>
                                <a:schemeClr val="tx1"/>
                              </a:solidFill>
                              <a:latin typeface="Cambria Math" panose="02040503050406030204" pitchFamily="18" charset="0"/>
                            </a:rPr>
                          </m:ctrlPr>
                        </m:dPr>
                        <m:e>
                          <m:sSub>
                            <m:sSubPr>
                              <m:ctrlPr>
                                <a:rPr lang="en-GB" altLang="zh-CN" sz="1400" b="0" i="1" smtClean="0">
                                  <a:solidFill>
                                    <a:schemeClr val="tx1"/>
                                  </a:solidFill>
                                  <a:latin typeface="Cambria Math" panose="02040503050406030204" pitchFamily="18" charset="0"/>
                                </a:rPr>
                              </m:ctrlPr>
                            </m:sSubPr>
                            <m:e>
                              <m:r>
                                <a:rPr lang="en-GB" altLang="zh-CN" sz="1400" b="0" i="1" smtClean="0">
                                  <a:solidFill>
                                    <a:schemeClr val="tx1"/>
                                  </a:solidFill>
                                  <a:latin typeface="Cambria Math" panose="02040503050406030204" pitchFamily="18" charset="0"/>
                                </a:rPr>
                                <m:t>𝑧</m:t>
                              </m:r>
                            </m:e>
                            <m:sub>
                              <m:r>
                                <a:rPr lang="en-GB" altLang="zh-CN" sz="1400" b="0" i="1" smtClean="0">
                                  <a:solidFill>
                                    <a:schemeClr val="tx1"/>
                                  </a:solidFill>
                                  <a:latin typeface="Cambria Math" panose="02040503050406030204" pitchFamily="18" charset="0"/>
                                </a:rPr>
                                <m:t>𝑘</m:t>
                              </m:r>
                            </m:sub>
                          </m:sSub>
                          <m:r>
                            <a:rPr lang="en-GB" altLang="zh-CN" sz="1400" b="0" i="1" smtClean="0">
                              <a:solidFill>
                                <a:schemeClr val="tx1"/>
                              </a:solidFill>
                              <a:latin typeface="Cambria Math" panose="02040503050406030204" pitchFamily="18" charset="0"/>
                            </a:rPr>
                            <m:t>−</m:t>
                          </m:r>
                          <m:sSub>
                            <m:sSubPr>
                              <m:ctrlPr>
                                <a:rPr lang="en-GB" altLang="zh-CN" sz="1400" i="1">
                                  <a:solidFill>
                                    <a:schemeClr val="tx1"/>
                                  </a:solidFill>
                                  <a:latin typeface="Cambria Math" panose="02040503050406030204" pitchFamily="18" charset="0"/>
                                </a:rPr>
                              </m:ctrlPr>
                            </m:sSubPr>
                            <m:e>
                              <m:acc>
                                <m:accPr>
                                  <m:chr m:val="̂"/>
                                  <m:ctrlPr>
                                    <a:rPr lang="en-GB" altLang="zh-CN" sz="1400" i="1">
                                      <a:solidFill>
                                        <a:schemeClr val="tx1"/>
                                      </a:solidFill>
                                      <a:latin typeface="Cambria Math" panose="02040503050406030204" pitchFamily="18" charset="0"/>
                                    </a:rPr>
                                  </m:ctrlPr>
                                </m:accPr>
                                <m:e>
                                  <m:r>
                                    <a:rPr lang="en-GB" altLang="zh-CN" sz="1400" i="1">
                                      <a:solidFill>
                                        <a:schemeClr val="tx1"/>
                                      </a:solidFill>
                                      <a:latin typeface="Cambria Math" panose="02040503050406030204" pitchFamily="18" charset="0"/>
                                    </a:rPr>
                                    <m:t>𝑥</m:t>
                                  </m:r>
                                </m:e>
                              </m:acc>
                            </m:e>
                            <m:sub>
                              <m:r>
                                <a:rPr lang="en-GB" altLang="zh-CN" sz="1400" i="1">
                                  <a:solidFill>
                                    <a:schemeClr val="tx1"/>
                                  </a:solidFill>
                                  <a:latin typeface="Cambria Math" panose="02040503050406030204" pitchFamily="18" charset="0"/>
                                </a:rPr>
                                <m:t>𝑘</m:t>
                              </m:r>
                              <m:r>
                                <a:rPr lang="en-GB" altLang="zh-CN" sz="1400" i="1">
                                  <a:solidFill>
                                    <a:schemeClr val="tx1"/>
                                  </a:solidFill>
                                  <a:latin typeface="Cambria Math" panose="02040503050406030204" pitchFamily="18" charset="0"/>
                                </a:rPr>
                                <m:t>−</m:t>
                              </m:r>
                            </m:sub>
                          </m:sSub>
                        </m:e>
                      </m:d>
                    </m:oMath>
                  </m:oMathPara>
                </a14:m>
                <a:endParaRPr lang="en-GB" altLang="zh-CN" sz="1400" dirty="0">
                  <a:solidFill>
                    <a:schemeClr val="tx1"/>
                  </a:solidFill>
                </a:endParaRPr>
              </a:p>
              <a:p>
                <a:pPr>
                  <a:lnSpc>
                    <a:spcPct val="120000"/>
                  </a:lnSpc>
                </a:pPr>
                <a14:m>
                  <m:oMathPara xmlns:m="http://schemas.openxmlformats.org/officeDocument/2006/math">
                    <m:oMathParaPr>
                      <m:jc m:val="centerGroup"/>
                    </m:oMathParaPr>
                    <m:oMath xmlns:m="http://schemas.openxmlformats.org/officeDocument/2006/math">
                      <m:sSub>
                        <m:sSubPr>
                          <m:ctrlPr>
                            <a:rPr lang="en-GB" altLang="zh-CN" sz="1400" i="1" smtClean="0">
                              <a:solidFill>
                                <a:schemeClr val="tx1"/>
                              </a:solidFill>
                              <a:latin typeface="Cambria Math" panose="02040503050406030204" pitchFamily="18" charset="0"/>
                            </a:rPr>
                          </m:ctrlPr>
                        </m:sSubPr>
                        <m:e>
                          <m:r>
                            <a:rPr lang="en-GB" altLang="zh-CN" sz="1400" i="1">
                              <a:solidFill>
                                <a:schemeClr val="tx1"/>
                              </a:solidFill>
                              <a:latin typeface="Cambria Math" panose="02040503050406030204" pitchFamily="18" charset="0"/>
                            </a:rPr>
                            <m:t>𝑝</m:t>
                          </m:r>
                        </m:e>
                        <m:sub>
                          <m:r>
                            <a:rPr lang="en-GB" altLang="zh-CN" sz="1400" i="1">
                              <a:solidFill>
                                <a:schemeClr val="tx1"/>
                              </a:solidFill>
                              <a:latin typeface="Cambria Math" panose="02040503050406030204" pitchFamily="18" charset="0"/>
                            </a:rPr>
                            <m:t>𝑘</m:t>
                          </m:r>
                        </m:sub>
                      </m:sSub>
                      <m:r>
                        <a:rPr lang="en-GB" altLang="zh-CN" sz="1400" b="0" i="1" smtClean="0">
                          <a:solidFill>
                            <a:schemeClr val="tx1"/>
                          </a:solidFill>
                          <a:latin typeface="Cambria Math" panose="02040503050406030204" pitchFamily="18" charset="0"/>
                        </a:rPr>
                        <m:t>=</m:t>
                      </m:r>
                      <m:d>
                        <m:dPr>
                          <m:ctrlPr>
                            <a:rPr lang="en-GB" altLang="zh-CN" sz="1400" i="1">
                              <a:solidFill>
                                <a:schemeClr val="tx1"/>
                              </a:solidFill>
                              <a:latin typeface="Cambria Math" panose="02040503050406030204" pitchFamily="18" charset="0"/>
                            </a:rPr>
                          </m:ctrlPr>
                        </m:dPr>
                        <m:e>
                          <m:r>
                            <a:rPr lang="en-GB" altLang="zh-CN" sz="1400" i="1">
                              <a:solidFill>
                                <a:schemeClr val="tx1"/>
                              </a:solidFill>
                              <a:latin typeface="Cambria Math" panose="02040503050406030204" pitchFamily="18" charset="0"/>
                            </a:rPr>
                            <m:t>1−</m:t>
                          </m:r>
                          <m:sSub>
                            <m:sSubPr>
                              <m:ctrlPr>
                                <a:rPr lang="en-GB" altLang="zh-CN" sz="1400" i="1">
                                  <a:solidFill>
                                    <a:schemeClr val="tx1"/>
                                  </a:solidFill>
                                  <a:latin typeface="Cambria Math" panose="02040503050406030204" pitchFamily="18" charset="0"/>
                                </a:rPr>
                              </m:ctrlPr>
                            </m:sSubPr>
                            <m:e>
                              <m:r>
                                <a:rPr lang="en-GB" altLang="zh-CN" sz="1400" i="1">
                                  <a:solidFill>
                                    <a:schemeClr val="tx1"/>
                                  </a:solidFill>
                                  <a:latin typeface="Cambria Math" panose="02040503050406030204" pitchFamily="18" charset="0"/>
                                </a:rPr>
                                <m:t>𝜆</m:t>
                              </m:r>
                            </m:e>
                            <m:sub>
                              <m:r>
                                <a:rPr lang="en-GB" altLang="zh-CN" sz="1400" i="1">
                                  <a:solidFill>
                                    <a:schemeClr val="tx1"/>
                                  </a:solidFill>
                                  <a:latin typeface="Cambria Math" panose="02040503050406030204" pitchFamily="18" charset="0"/>
                                </a:rPr>
                                <m:t>𝑘</m:t>
                              </m:r>
                            </m:sub>
                          </m:sSub>
                        </m:e>
                      </m:d>
                      <m:sSub>
                        <m:sSubPr>
                          <m:ctrlPr>
                            <a:rPr lang="en-GB" altLang="zh-CN" sz="1400" i="1">
                              <a:solidFill>
                                <a:schemeClr val="tx1"/>
                              </a:solidFill>
                              <a:latin typeface="Cambria Math" panose="02040503050406030204" pitchFamily="18" charset="0"/>
                            </a:rPr>
                          </m:ctrlPr>
                        </m:sSubPr>
                        <m:e>
                          <m:r>
                            <a:rPr lang="en-GB" altLang="zh-CN" sz="1400" i="1">
                              <a:solidFill>
                                <a:schemeClr val="tx1"/>
                              </a:solidFill>
                              <a:latin typeface="Cambria Math" panose="02040503050406030204" pitchFamily="18" charset="0"/>
                            </a:rPr>
                            <m:t>𝑝</m:t>
                          </m:r>
                        </m:e>
                        <m:sub>
                          <m:r>
                            <a:rPr lang="en-GB" altLang="zh-CN" sz="1400" i="1">
                              <a:solidFill>
                                <a:schemeClr val="tx1"/>
                              </a:solidFill>
                              <a:latin typeface="Cambria Math" panose="02040503050406030204" pitchFamily="18" charset="0"/>
                            </a:rPr>
                            <m:t>𝑘</m:t>
                          </m:r>
                          <m:r>
                            <a:rPr lang="en-GB" altLang="zh-CN" sz="1400" i="1">
                              <a:solidFill>
                                <a:schemeClr val="tx1"/>
                              </a:solidFill>
                              <a:latin typeface="Cambria Math" panose="02040503050406030204" pitchFamily="18" charset="0"/>
                            </a:rPr>
                            <m:t>−</m:t>
                          </m:r>
                        </m:sub>
                      </m:sSub>
                    </m:oMath>
                  </m:oMathPara>
                </a14:m>
                <a:endParaRPr lang="en-GB" altLang="zh-CN" sz="1400" dirty="0">
                  <a:solidFill>
                    <a:schemeClr val="tx1"/>
                  </a:solidFill>
                </a:endParaRPr>
              </a:p>
            </p:txBody>
          </p:sp>
        </mc:Choice>
        <mc:Fallback xmlns="">
          <p:sp>
            <p:nvSpPr>
              <p:cNvPr id="4" name="文本框 3">
                <a:extLst>
                  <a:ext uri="{FF2B5EF4-FFF2-40B4-BE49-F238E27FC236}">
                    <a16:creationId xmlns:a16="http://schemas.microsoft.com/office/drawing/2014/main" id="{88C6A480-788F-D5F0-EC1C-A44FBAD25787}"/>
                  </a:ext>
                </a:extLst>
              </p:cNvPr>
              <p:cNvSpPr txBox="1">
                <a:spLocks noRot="1" noChangeAspect="1" noMove="1" noResize="1" noEditPoints="1" noAdjustHandles="1" noChangeArrowheads="1" noChangeShapeType="1" noTextEdit="1"/>
              </p:cNvSpPr>
              <p:nvPr/>
            </p:nvSpPr>
            <p:spPr>
              <a:xfrm>
                <a:off x="6711598" y="1491454"/>
                <a:ext cx="2180027" cy="2160591"/>
              </a:xfrm>
              <a:prstGeom prst="rect">
                <a:avLst/>
              </a:prstGeom>
              <a:blipFill>
                <a:blip r:embed="rId3"/>
                <a:stretch>
                  <a:fillRect l="-578"/>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94568836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a:extLst>
              <a:ext uri="{FF2B5EF4-FFF2-40B4-BE49-F238E27FC236}">
                <a16:creationId xmlns:a16="http://schemas.microsoft.com/office/drawing/2014/main" id="{5A07DAC7-EBD9-F69B-2743-3C1B6C2DACF1}"/>
              </a:ext>
            </a:extLst>
          </p:cNvPr>
          <p:cNvSpPr>
            <a:spLocks noGrp="1"/>
          </p:cNvSpPr>
          <p:nvPr>
            <p:ph type="title"/>
          </p:nvPr>
        </p:nvSpPr>
        <p:spPr/>
        <p:txBody>
          <a:bodyPr/>
          <a:lstStyle/>
          <a:p>
            <a:r>
              <a:rPr lang="en-GB" altLang="zh-CN" b="0" dirty="0"/>
              <a:t>Kalman Filter (Simplified)</a:t>
            </a:r>
            <a:endParaRPr lang="en-GB" dirty="0"/>
          </a:p>
        </p:txBody>
      </p:sp>
      <mc:AlternateContent xmlns:mc="http://schemas.openxmlformats.org/markup-compatibility/2006" xmlns:a14="http://schemas.microsoft.com/office/drawing/2010/main">
        <mc:Choice Requires="a14">
          <p:sp>
            <p:nvSpPr>
              <p:cNvPr id="6" name="文本占位符 5">
                <a:extLst>
                  <a:ext uri="{FF2B5EF4-FFF2-40B4-BE49-F238E27FC236}">
                    <a16:creationId xmlns:a16="http://schemas.microsoft.com/office/drawing/2014/main" id="{7B370F02-FE93-81B5-0FD4-6EF89F6179BB}"/>
                  </a:ext>
                </a:extLst>
              </p:cNvPr>
              <p:cNvSpPr>
                <a:spLocks noGrp="1"/>
              </p:cNvSpPr>
              <p:nvPr>
                <p:ph type="body" sz="quarter" idx="10"/>
              </p:nvPr>
            </p:nvSpPr>
            <p:spPr>
              <a:xfrm>
                <a:off x="628649" y="1465729"/>
                <a:ext cx="5627426" cy="3118351"/>
              </a:xfrm>
            </p:spPr>
            <p:txBody>
              <a:bodyPr/>
              <a:lstStyle/>
              <a:p>
                <a14:m>
                  <m:oMath xmlns:m="http://schemas.openxmlformats.org/officeDocument/2006/math">
                    <m:sSub>
                      <m:sSubPr>
                        <m:ctrlPr>
                          <a:rPr lang="en-GB" altLang="zh-CN" i="1" smtClean="0">
                            <a:latin typeface="Cambria Math" panose="02040503050406030204" pitchFamily="18" charset="0"/>
                          </a:rPr>
                        </m:ctrlPr>
                      </m:sSubPr>
                      <m:e>
                        <m:r>
                          <a:rPr lang="en-GB" altLang="zh-CN" i="1">
                            <a:latin typeface="Cambria Math" panose="02040503050406030204" pitchFamily="18" charset="0"/>
                          </a:rPr>
                          <m:t>𝜆</m:t>
                        </m:r>
                      </m:e>
                      <m:sub>
                        <m:r>
                          <a:rPr lang="en-GB" altLang="zh-CN" i="1">
                            <a:latin typeface="Cambria Math" panose="02040503050406030204" pitchFamily="18" charset="0"/>
                          </a:rPr>
                          <m:t>𝑘</m:t>
                        </m:r>
                      </m:sub>
                    </m:sSub>
                    <m:r>
                      <a:rPr lang="en-GB" altLang="zh-CN" i="1">
                        <a:latin typeface="Cambria Math" panose="02040503050406030204" pitchFamily="18" charset="0"/>
                      </a:rPr>
                      <m:t> </m:t>
                    </m:r>
                  </m:oMath>
                </a14:m>
                <a:r>
                  <a:rPr lang="en-GB" altLang="zh-CN" dirty="0"/>
                  <a:t>becomes a matrix </a:t>
                </a:r>
                <a14:m>
                  <m:oMath xmlns:m="http://schemas.openxmlformats.org/officeDocument/2006/math">
                    <m:sSub>
                      <m:sSubPr>
                        <m:ctrlPr>
                          <a:rPr lang="en-GB" altLang="zh-CN" i="1">
                            <a:latin typeface="Cambria Math" panose="02040503050406030204" pitchFamily="18" charset="0"/>
                          </a:rPr>
                        </m:ctrlPr>
                      </m:sSubPr>
                      <m:e>
                        <m:r>
                          <a:rPr lang="en-GB" altLang="zh-CN" b="0" i="1" smtClean="0">
                            <a:latin typeface="Cambria Math" panose="02040503050406030204" pitchFamily="18" charset="0"/>
                          </a:rPr>
                          <m:t>𝛬</m:t>
                        </m:r>
                      </m:e>
                      <m:sub>
                        <m:r>
                          <a:rPr lang="en-GB" altLang="zh-CN" i="1">
                            <a:latin typeface="Cambria Math" panose="02040503050406030204" pitchFamily="18" charset="0"/>
                          </a:rPr>
                          <m:t>𝑘</m:t>
                        </m:r>
                      </m:sub>
                    </m:sSub>
                  </m:oMath>
                </a14:m>
                <a:r>
                  <a:rPr lang="en-GB" altLang="zh-CN" dirty="0"/>
                  <a:t>, because</a:t>
                </a:r>
              </a:p>
              <a:p>
                <a:pPr>
                  <a:lnSpc>
                    <a:spcPct val="120000"/>
                  </a:lnSpc>
                </a:pPr>
                <a14:m>
                  <m:oMathPara xmlns:m="http://schemas.openxmlformats.org/officeDocument/2006/math">
                    <m:oMathParaPr>
                      <m:jc m:val="centerGroup"/>
                    </m:oMathParaPr>
                    <m:oMath xmlns:m="http://schemas.openxmlformats.org/officeDocument/2006/math">
                      <m:sSub>
                        <m:sSubPr>
                          <m:ctrlPr>
                            <a:rPr lang="en-GB" altLang="zh-CN" i="1" smtClean="0">
                              <a:solidFill>
                                <a:srgbClr val="003399"/>
                              </a:solidFill>
                              <a:latin typeface="Cambria Math" panose="02040503050406030204" pitchFamily="18" charset="0"/>
                            </a:rPr>
                          </m:ctrlPr>
                        </m:sSubPr>
                        <m:e>
                          <m:r>
                            <a:rPr lang="en-GB" altLang="zh-CN" i="1" smtClean="0">
                              <a:solidFill>
                                <a:srgbClr val="003399"/>
                              </a:solidFill>
                              <a:latin typeface="Cambria Math" panose="02040503050406030204" pitchFamily="18" charset="0"/>
                            </a:rPr>
                            <m:t>𝛬</m:t>
                          </m:r>
                        </m:e>
                        <m:sub>
                          <m:r>
                            <a:rPr lang="en-GB" altLang="zh-CN" i="1">
                              <a:solidFill>
                                <a:srgbClr val="003399"/>
                              </a:solidFill>
                              <a:latin typeface="Cambria Math" panose="02040503050406030204" pitchFamily="18" charset="0"/>
                            </a:rPr>
                            <m:t>𝑘</m:t>
                          </m:r>
                        </m:sub>
                      </m:sSub>
                      <m:r>
                        <a:rPr lang="en-GB" altLang="zh-CN" b="0" i="1" smtClean="0">
                          <a:solidFill>
                            <a:srgbClr val="003399"/>
                          </a:solidFill>
                          <a:latin typeface="Cambria Math" panose="02040503050406030204" pitchFamily="18" charset="0"/>
                        </a:rPr>
                        <m:t>=</m:t>
                      </m:r>
                      <m:f>
                        <m:fPr>
                          <m:ctrlPr>
                            <a:rPr lang="en-GB" altLang="zh-CN" b="0" i="1" smtClean="0">
                              <a:latin typeface="Cambria Math" panose="02040503050406030204" pitchFamily="18" charset="0"/>
                            </a:rPr>
                          </m:ctrlPr>
                        </m:fPr>
                        <m:num>
                          <m:sSub>
                            <m:sSubPr>
                              <m:ctrlPr>
                                <a:rPr lang="en-GB" altLang="zh-CN" i="1">
                                  <a:latin typeface="Cambria Math" panose="02040503050406030204" pitchFamily="18" charset="0"/>
                                </a:rPr>
                              </m:ctrlPr>
                            </m:sSubPr>
                            <m:e>
                              <m:r>
                                <a:rPr lang="en-GB" altLang="zh-CN" i="1">
                                  <a:latin typeface="Cambria Math" panose="02040503050406030204" pitchFamily="18" charset="0"/>
                                </a:rPr>
                                <m:t>𝑃</m:t>
                              </m:r>
                            </m:e>
                            <m:sub>
                              <m:r>
                                <a:rPr lang="en-GB" altLang="zh-CN" i="1">
                                  <a:latin typeface="Cambria Math" panose="02040503050406030204" pitchFamily="18" charset="0"/>
                                </a:rPr>
                                <m:t>𝑘</m:t>
                              </m:r>
                              <m:r>
                                <a:rPr lang="en-GB" altLang="zh-CN" i="1">
                                  <a:latin typeface="Cambria Math" panose="02040503050406030204" pitchFamily="18" charset="0"/>
                                </a:rPr>
                                <m:t>−</m:t>
                              </m:r>
                            </m:sub>
                          </m:sSub>
                        </m:num>
                        <m:den>
                          <m:d>
                            <m:dPr>
                              <m:ctrlPr>
                                <a:rPr lang="en-GB" altLang="zh-CN" i="1">
                                  <a:latin typeface="Cambria Math" panose="02040503050406030204" pitchFamily="18" charset="0"/>
                                </a:rPr>
                              </m:ctrlPr>
                            </m:dPr>
                            <m:e>
                              <m:sSub>
                                <m:sSubPr>
                                  <m:ctrlPr>
                                    <a:rPr lang="en-GB" altLang="zh-CN" i="1">
                                      <a:latin typeface="Cambria Math" panose="02040503050406030204" pitchFamily="18" charset="0"/>
                                    </a:rPr>
                                  </m:ctrlPr>
                                </m:sSubPr>
                                <m:e>
                                  <m:r>
                                    <a:rPr lang="en-GB" altLang="zh-CN" i="1">
                                      <a:latin typeface="Cambria Math" panose="02040503050406030204" pitchFamily="18" charset="0"/>
                                    </a:rPr>
                                    <m:t>𝑃</m:t>
                                  </m:r>
                                </m:e>
                                <m:sub>
                                  <m:r>
                                    <a:rPr lang="en-GB" altLang="zh-CN" i="1">
                                      <a:latin typeface="Cambria Math" panose="02040503050406030204" pitchFamily="18" charset="0"/>
                                    </a:rPr>
                                    <m:t>𝑘</m:t>
                                  </m:r>
                                  <m:r>
                                    <a:rPr lang="en-GB" altLang="zh-CN" i="1">
                                      <a:latin typeface="Cambria Math" panose="02040503050406030204" pitchFamily="18" charset="0"/>
                                    </a:rPr>
                                    <m:t>−</m:t>
                                  </m:r>
                                </m:sub>
                              </m:sSub>
                              <m:r>
                                <a:rPr lang="en-GB" altLang="zh-CN" i="1">
                                  <a:latin typeface="Cambria Math" panose="02040503050406030204" pitchFamily="18" charset="0"/>
                                </a:rPr>
                                <m:t>+</m:t>
                              </m:r>
                              <m:sSub>
                                <m:sSubPr>
                                  <m:ctrlPr>
                                    <a:rPr lang="en-GB" altLang="zh-CN" i="1">
                                      <a:latin typeface="Cambria Math" panose="02040503050406030204" pitchFamily="18" charset="0"/>
                                    </a:rPr>
                                  </m:ctrlPr>
                                </m:sSubPr>
                                <m:e>
                                  <m:r>
                                    <a:rPr lang="en-GB" altLang="zh-CN" i="1">
                                      <a:latin typeface="Cambria Math" panose="02040503050406030204" pitchFamily="18" charset="0"/>
                                    </a:rPr>
                                    <m:t>𝑅</m:t>
                                  </m:r>
                                </m:e>
                                <m:sub>
                                  <m:r>
                                    <a:rPr lang="en-GB" altLang="zh-CN" i="1">
                                      <a:latin typeface="Cambria Math" panose="02040503050406030204" pitchFamily="18" charset="0"/>
                                    </a:rPr>
                                    <m:t>𝑘</m:t>
                                  </m:r>
                                </m:sub>
                              </m:sSub>
                            </m:e>
                          </m:d>
                        </m:den>
                      </m:f>
                      <m:r>
                        <a:rPr lang="en-GB" altLang="zh-CN" b="0" i="1" smtClean="0">
                          <a:latin typeface="Cambria Math" panose="02040503050406030204" pitchFamily="18" charset="0"/>
                        </a:rPr>
                        <m:t>=</m:t>
                      </m:r>
                      <m:sSub>
                        <m:sSubPr>
                          <m:ctrlPr>
                            <a:rPr lang="en-GB" altLang="zh-CN" i="1" smtClean="0">
                              <a:solidFill>
                                <a:srgbClr val="003399"/>
                              </a:solidFill>
                              <a:latin typeface="Cambria Math" panose="02040503050406030204" pitchFamily="18" charset="0"/>
                            </a:rPr>
                          </m:ctrlPr>
                        </m:sSubPr>
                        <m:e>
                          <m:r>
                            <a:rPr lang="en-GB" altLang="zh-CN" i="1">
                              <a:solidFill>
                                <a:srgbClr val="003399"/>
                              </a:solidFill>
                              <a:latin typeface="Cambria Math" panose="02040503050406030204" pitchFamily="18" charset="0"/>
                            </a:rPr>
                            <m:t>𝑃</m:t>
                          </m:r>
                        </m:e>
                        <m:sub>
                          <m:r>
                            <a:rPr lang="en-GB" altLang="zh-CN" i="1">
                              <a:solidFill>
                                <a:srgbClr val="003399"/>
                              </a:solidFill>
                              <a:latin typeface="Cambria Math" panose="02040503050406030204" pitchFamily="18" charset="0"/>
                            </a:rPr>
                            <m:t>𝑘</m:t>
                          </m:r>
                          <m:r>
                            <a:rPr lang="en-GB" altLang="zh-CN" i="1">
                              <a:solidFill>
                                <a:srgbClr val="003399"/>
                              </a:solidFill>
                              <a:latin typeface="Cambria Math" panose="02040503050406030204" pitchFamily="18" charset="0"/>
                            </a:rPr>
                            <m:t>−</m:t>
                          </m:r>
                        </m:sub>
                      </m:sSub>
                      <m:sSup>
                        <m:sSupPr>
                          <m:ctrlPr>
                            <a:rPr lang="en-GB" altLang="zh-CN" b="0" i="1" smtClean="0">
                              <a:solidFill>
                                <a:srgbClr val="003399"/>
                              </a:solidFill>
                              <a:latin typeface="Cambria Math" panose="02040503050406030204" pitchFamily="18" charset="0"/>
                            </a:rPr>
                          </m:ctrlPr>
                        </m:sSupPr>
                        <m:e>
                          <m:d>
                            <m:dPr>
                              <m:ctrlPr>
                                <a:rPr lang="en-GB" altLang="zh-CN" i="1">
                                  <a:solidFill>
                                    <a:srgbClr val="003399"/>
                                  </a:solidFill>
                                  <a:latin typeface="Cambria Math" panose="02040503050406030204" pitchFamily="18" charset="0"/>
                                </a:rPr>
                              </m:ctrlPr>
                            </m:dPr>
                            <m:e>
                              <m:sSub>
                                <m:sSubPr>
                                  <m:ctrlPr>
                                    <a:rPr lang="en-GB" altLang="zh-CN" i="1">
                                      <a:solidFill>
                                        <a:srgbClr val="003399"/>
                                      </a:solidFill>
                                      <a:latin typeface="Cambria Math" panose="02040503050406030204" pitchFamily="18" charset="0"/>
                                    </a:rPr>
                                  </m:ctrlPr>
                                </m:sSubPr>
                                <m:e>
                                  <m:r>
                                    <a:rPr lang="en-GB" altLang="zh-CN" i="1">
                                      <a:solidFill>
                                        <a:srgbClr val="003399"/>
                                      </a:solidFill>
                                      <a:latin typeface="Cambria Math" panose="02040503050406030204" pitchFamily="18" charset="0"/>
                                    </a:rPr>
                                    <m:t>𝑃</m:t>
                                  </m:r>
                                </m:e>
                                <m:sub>
                                  <m:r>
                                    <a:rPr lang="en-GB" altLang="zh-CN" i="1">
                                      <a:solidFill>
                                        <a:srgbClr val="003399"/>
                                      </a:solidFill>
                                      <a:latin typeface="Cambria Math" panose="02040503050406030204" pitchFamily="18" charset="0"/>
                                    </a:rPr>
                                    <m:t>𝑘</m:t>
                                  </m:r>
                                  <m:r>
                                    <a:rPr lang="en-GB" altLang="zh-CN" i="1">
                                      <a:solidFill>
                                        <a:srgbClr val="003399"/>
                                      </a:solidFill>
                                      <a:latin typeface="Cambria Math" panose="02040503050406030204" pitchFamily="18" charset="0"/>
                                    </a:rPr>
                                    <m:t>−</m:t>
                                  </m:r>
                                </m:sub>
                              </m:sSub>
                              <m:r>
                                <a:rPr lang="en-GB" altLang="zh-CN" i="1">
                                  <a:solidFill>
                                    <a:srgbClr val="003399"/>
                                  </a:solidFill>
                                  <a:latin typeface="Cambria Math" panose="02040503050406030204" pitchFamily="18" charset="0"/>
                                </a:rPr>
                                <m:t>+</m:t>
                              </m:r>
                              <m:sSub>
                                <m:sSubPr>
                                  <m:ctrlPr>
                                    <a:rPr lang="en-GB" altLang="zh-CN" i="1">
                                      <a:solidFill>
                                        <a:srgbClr val="003399"/>
                                      </a:solidFill>
                                      <a:latin typeface="Cambria Math" panose="02040503050406030204" pitchFamily="18" charset="0"/>
                                    </a:rPr>
                                  </m:ctrlPr>
                                </m:sSubPr>
                                <m:e>
                                  <m:r>
                                    <a:rPr lang="en-GB" altLang="zh-CN" i="1">
                                      <a:solidFill>
                                        <a:srgbClr val="003399"/>
                                      </a:solidFill>
                                      <a:latin typeface="Cambria Math" panose="02040503050406030204" pitchFamily="18" charset="0"/>
                                    </a:rPr>
                                    <m:t>𝑅</m:t>
                                  </m:r>
                                </m:e>
                                <m:sub>
                                  <m:r>
                                    <a:rPr lang="en-GB" altLang="zh-CN" i="1">
                                      <a:solidFill>
                                        <a:srgbClr val="003399"/>
                                      </a:solidFill>
                                      <a:latin typeface="Cambria Math" panose="02040503050406030204" pitchFamily="18" charset="0"/>
                                    </a:rPr>
                                    <m:t>𝑘</m:t>
                                  </m:r>
                                </m:sub>
                              </m:sSub>
                            </m:e>
                          </m:d>
                        </m:e>
                        <m:sup>
                          <m:r>
                            <a:rPr lang="en-GB" altLang="zh-CN" b="0" i="1" smtClean="0">
                              <a:solidFill>
                                <a:srgbClr val="003399"/>
                              </a:solidFill>
                              <a:latin typeface="Cambria Math" panose="02040503050406030204" pitchFamily="18" charset="0"/>
                            </a:rPr>
                            <m:t>−1</m:t>
                          </m:r>
                        </m:sup>
                      </m:sSup>
                    </m:oMath>
                  </m:oMathPara>
                </a14:m>
                <a:endParaRPr lang="en-GB" dirty="0"/>
              </a:p>
              <a:p>
                <a14:m>
                  <m:oMath xmlns:m="http://schemas.openxmlformats.org/officeDocument/2006/math">
                    <m:sSub>
                      <m:sSubPr>
                        <m:ctrlPr>
                          <a:rPr lang="en-GB" altLang="zh-CN" sz="1600" b="0" i="1" smtClean="0">
                            <a:solidFill>
                              <a:schemeClr val="tx1"/>
                            </a:solidFill>
                            <a:latin typeface="Cambria Math" panose="02040503050406030204" pitchFamily="18" charset="0"/>
                          </a:rPr>
                        </m:ctrlPr>
                      </m:sSubPr>
                      <m:e>
                        <m:r>
                          <a:rPr lang="en-GB" altLang="zh-CN" sz="1600" b="0" i="1" smtClean="0">
                            <a:solidFill>
                              <a:schemeClr val="tx1"/>
                            </a:solidFill>
                            <a:latin typeface="Cambria Math" panose="02040503050406030204" pitchFamily="18" charset="0"/>
                          </a:rPr>
                          <m:t>𝑅</m:t>
                        </m:r>
                      </m:e>
                      <m:sub>
                        <m:r>
                          <a:rPr lang="en-GB" altLang="zh-CN" sz="1600" b="0" i="1" smtClean="0">
                            <a:solidFill>
                              <a:schemeClr val="tx1"/>
                            </a:solidFill>
                            <a:latin typeface="Cambria Math" panose="02040503050406030204" pitchFamily="18" charset="0"/>
                          </a:rPr>
                          <m:t>𝑘</m:t>
                        </m:r>
                      </m:sub>
                    </m:sSub>
                  </m:oMath>
                </a14:m>
                <a:r>
                  <a:rPr lang="en-GB" altLang="zh-CN" dirty="0"/>
                  <a:t> is the matrix version noises.</a:t>
                </a:r>
              </a:p>
              <a:p>
                <a:r>
                  <a:rPr lang="en-GB" dirty="0"/>
                  <a:t>Therefore,</a:t>
                </a:r>
              </a:p>
              <a:p>
                <a:pPr>
                  <a:lnSpc>
                    <a:spcPct val="150000"/>
                  </a:lnSpc>
                </a:pPr>
                <a14:m>
                  <m:oMathPara xmlns:m="http://schemas.openxmlformats.org/officeDocument/2006/math">
                    <m:oMathParaPr>
                      <m:jc m:val="centerGroup"/>
                    </m:oMathParaPr>
                    <m:oMath xmlns:m="http://schemas.openxmlformats.org/officeDocument/2006/math">
                      <m:sSub>
                        <m:sSubPr>
                          <m:ctrlPr>
                            <a:rPr lang="en-GB" altLang="zh-CN" sz="1600" i="1" smtClean="0">
                              <a:solidFill>
                                <a:schemeClr val="tx1"/>
                              </a:solidFill>
                              <a:latin typeface="Cambria Math" panose="02040503050406030204" pitchFamily="18" charset="0"/>
                            </a:rPr>
                          </m:ctrlPr>
                        </m:sSubPr>
                        <m:e>
                          <m:acc>
                            <m:accPr>
                              <m:chr m:val="̂"/>
                              <m:ctrlPr>
                                <a:rPr lang="en-GB" altLang="zh-CN" sz="1600" i="1">
                                  <a:solidFill>
                                    <a:schemeClr val="tx1"/>
                                  </a:solidFill>
                                  <a:latin typeface="Cambria Math" panose="02040503050406030204" pitchFamily="18" charset="0"/>
                                </a:rPr>
                              </m:ctrlPr>
                            </m:accPr>
                            <m:e>
                              <m:r>
                                <a:rPr lang="en-GB" altLang="zh-CN" sz="1600" i="1">
                                  <a:solidFill>
                                    <a:schemeClr val="tx1"/>
                                  </a:solidFill>
                                  <a:latin typeface="Cambria Math" panose="02040503050406030204" pitchFamily="18" charset="0"/>
                                </a:rPr>
                                <m:t>𝑥</m:t>
                              </m:r>
                            </m:e>
                          </m:acc>
                        </m:e>
                        <m:sub>
                          <m:r>
                            <a:rPr lang="en-GB" altLang="zh-CN" sz="1600" i="1">
                              <a:solidFill>
                                <a:schemeClr val="tx1"/>
                              </a:solidFill>
                              <a:latin typeface="Cambria Math" panose="02040503050406030204" pitchFamily="18" charset="0"/>
                            </a:rPr>
                            <m:t>𝑘</m:t>
                          </m:r>
                        </m:sub>
                      </m:sSub>
                      <m:r>
                        <a:rPr lang="en-GB" altLang="zh-CN" sz="1600" b="0" i="1" smtClean="0">
                          <a:solidFill>
                            <a:schemeClr val="tx1"/>
                          </a:solidFill>
                          <a:latin typeface="Cambria Math" panose="02040503050406030204" pitchFamily="18" charset="0"/>
                        </a:rPr>
                        <m:t>=</m:t>
                      </m:r>
                      <m:sSub>
                        <m:sSubPr>
                          <m:ctrlPr>
                            <a:rPr lang="en-GB" altLang="zh-CN" sz="1600" i="1" smtClean="0">
                              <a:solidFill>
                                <a:schemeClr val="tx1"/>
                              </a:solidFill>
                              <a:latin typeface="Cambria Math" panose="02040503050406030204" pitchFamily="18" charset="0"/>
                            </a:rPr>
                          </m:ctrlPr>
                        </m:sSubPr>
                        <m:e>
                          <m:acc>
                            <m:accPr>
                              <m:chr m:val="̂"/>
                              <m:ctrlPr>
                                <a:rPr lang="en-GB" altLang="zh-CN" sz="1600" i="1">
                                  <a:solidFill>
                                    <a:schemeClr val="tx1"/>
                                  </a:solidFill>
                                  <a:latin typeface="Cambria Math" panose="02040503050406030204" pitchFamily="18" charset="0"/>
                                </a:rPr>
                              </m:ctrlPr>
                            </m:accPr>
                            <m:e>
                              <m:r>
                                <a:rPr lang="en-GB" altLang="zh-CN" sz="1600" i="1">
                                  <a:solidFill>
                                    <a:schemeClr val="tx1"/>
                                  </a:solidFill>
                                  <a:latin typeface="Cambria Math" panose="02040503050406030204" pitchFamily="18" charset="0"/>
                                </a:rPr>
                                <m:t>𝑥</m:t>
                              </m:r>
                            </m:e>
                          </m:acc>
                        </m:e>
                        <m:sub>
                          <m:r>
                            <a:rPr lang="en-GB" altLang="zh-CN" sz="1600" i="1">
                              <a:solidFill>
                                <a:schemeClr val="tx1"/>
                              </a:solidFill>
                              <a:latin typeface="Cambria Math" panose="02040503050406030204" pitchFamily="18" charset="0"/>
                            </a:rPr>
                            <m:t>𝑘</m:t>
                          </m:r>
                          <m:r>
                            <a:rPr lang="en-GB" altLang="zh-CN" sz="1600" i="1">
                              <a:solidFill>
                                <a:schemeClr val="tx1"/>
                              </a:solidFill>
                              <a:latin typeface="Cambria Math" panose="02040503050406030204" pitchFamily="18" charset="0"/>
                            </a:rPr>
                            <m:t>−</m:t>
                          </m:r>
                        </m:sub>
                      </m:sSub>
                      <m:r>
                        <a:rPr lang="en-GB" altLang="zh-CN" sz="1600" b="0" i="1" smtClean="0">
                          <a:solidFill>
                            <a:schemeClr val="tx1"/>
                          </a:solidFill>
                          <a:latin typeface="Cambria Math" panose="02040503050406030204" pitchFamily="18" charset="0"/>
                        </a:rPr>
                        <m:t>+</m:t>
                      </m:r>
                      <m:sSub>
                        <m:sSubPr>
                          <m:ctrlPr>
                            <a:rPr lang="en-GB" altLang="zh-CN" i="1">
                              <a:solidFill>
                                <a:srgbClr val="003399"/>
                              </a:solidFill>
                              <a:latin typeface="Cambria Math" panose="02040503050406030204" pitchFamily="18" charset="0"/>
                            </a:rPr>
                          </m:ctrlPr>
                        </m:sSubPr>
                        <m:e>
                          <m:r>
                            <a:rPr lang="en-GB" altLang="zh-CN" i="1">
                              <a:solidFill>
                                <a:srgbClr val="003399"/>
                              </a:solidFill>
                              <a:latin typeface="Cambria Math" panose="02040503050406030204" pitchFamily="18" charset="0"/>
                            </a:rPr>
                            <m:t>𝛬</m:t>
                          </m:r>
                        </m:e>
                        <m:sub>
                          <m:r>
                            <a:rPr lang="en-GB" altLang="zh-CN" i="1">
                              <a:solidFill>
                                <a:srgbClr val="003399"/>
                              </a:solidFill>
                              <a:latin typeface="Cambria Math" panose="02040503050406030204" pitchFamily="18" charset="0"/>
                            </a:rPr>
                            <m:t>𝑘</m:t>
                          </m:r>
                        </m:sub>
                      </m:sSub>
                      <m:d>
                        <m:dPr>
                          <m:ctrlPr>
                            <a:rPr lang="en-GB" altLang="zh-CN" sz="1600" b="0" i="1" smtClean="0">
                              <a:solidFill>
                                <a:schemeClr val="tx1"/>
                              </a:solidFill>
                              <a:latin typeface="Cambria Math" panose="02040503050406030204" pitchFamily="18" charset="0"/>
                            </a:rPr>
                          </m:ctrlPr>
                        </m:dPr>
                        <m:e>
                          <m:sSub>
                            <m:sSubPr>
                              <m:ctrlPr>
                                <a:rPr lang="en-GB" altLang="zh-CN" sz="1600" b="0" i="1" smtClean="0">
                                  <a:solidFill>
                                    <a:schemeClr val="tx1"/>
                                  </a:solidFill>
                                  <a:latin typeface="Cambria Math" panose="02040503050406030204" pitchFamily="18" charset="0"/>
                                </a:rPr>
                              </m:ctrlPr>
                            </m:sSubPr>
                            <m:e>
                              <m:r>
                                <a:rPr lang="en-GB" altLang="zh-CN" sz="1600" b="0" i="1" smtClean="0">
                                  <a:solidFill>
                                    <a:schemeClr val="tx1"/>
                                  </a:solidFill>
                                  <a:latin typeface="Cambria Math" panose="02040503050406030204" pitchFamily="18" charset="0"/>
                                </a:rPr>
                                <m:t>𝑧</m:t>
                              </m:r>
                            </m:e>
                            <m:sub>
                              <m:r>
                                <a:rPr lang="en-GB" altLang="zh-CN" sz="1600" b="0" i="1" smtClean="0">
                                  <a:solidFill>
                                    <a:schemeClr val="tx1"/>
                                  </a:solidFill>
                                  <a:latin typeface="Cambria Math" panose="02040503050406030204" pitchFamily="18" charset="0"/>
                                </a:rPr>
                                <m:t>𝑘</m:t>
                              </m:r>
                            </m:sub>
                          </m:sSub>
                          <m:r>
                            <a:rPr lang="en-GB" altLang="zh-CN" sz="1600" b="0" i="1" smtClean="0">
                              <a:solidFill>
                                <a:schemeClr val="tx1"/>
                              </a:solidFill>
                              <a:latin typeface="Cambria Math" panose="02040503050406030204" pitchFamily="18" charset="0"/>
                            </a:rPr>
                            <m:t>−</m:t>
                          </m:r>
                          <m:sSub>
                            <m:sSubPr>
                              <m:ctrlPr>
                                <a:rPr lang="en-GB" altLang="zh-CN" sz="1600" i="1">
                                  <a:solidFill>
                                    <a:schemeClr val="tx1"/>
                                  </a:solidFill>
                                  <a:latin typeface="Cambria Math" panose="02040503050406030204" pitchFamily="18" charset="0"/>
                                </a:rPr>
                              </m:ctrlPr>
                            </m:sSubPr>
                            <m:e>
                              <m:acc>
                                <m:accPr>
                                  <m:chr m:val="̂"/>
                                  <m:ctrlPr>
                                    <a:rPr lang="en-GB" altLang="zh-CN" sz="1600" i="1">
                                      <a:solidFill>
                                        <a:schemeClr val="tx1"/>
                                      </a:solidFill>
                                      <a:latin typeface="Cambria Math" panose="02040503050406030204" pitchFamily="18" charset="0"/>
                                    </a:rPr>
                                  </m:ctrlPr>
                                </m:accPr>
                                <m:e>
                                  <m:r>
                                    <a:rPr lang="en-GB" altLang="zh-CN" sz="1600" i="1">
                                      <a:solidFill>
                                        <a:schemeClr val="tx1"/>
                                      </a:solidFill>
                                      <a:latin typeface="Cambria Math" panose="02040503050406030204" pitchFamily="18" charset="0"/>
                                    </a:rPr>
                                    <m:t>𝑥</m:t>
                                  </m:r>
                                </m:e>
                              </m:acc>
                            </m:e>
                            <m:sub>
                              <m:r>
                                <a:rPr lang="en-GB" altLang="zh-CN" sz="1600" i="1">
                                  <a:solidFill>
                                    <a:schemeClr val="tx1"/>
                                  </a:solidFill>
                                  <a:latin typeface="Cambria Math" panose="02040503050406030204" pitchFamily="18" charset="0"/>
                                </a:rPr>
                                <m:t>𝑘</m:t>
                              </m:r>
                              <m:r>
                                <a:rPr lang="en-GB" altLang="zh-CN" sz="1600" i="1">
                                  <a:solidFill>
                                    <a:schemeClr val="tx1"/>
                                  </a:solidFill>
                                  <a:latin typeface="Cambria Math" panose="02040503050406030204" pitchFamily="18" charset="0"/>
                                </a:rPr>
                                <m:t>−</m:t>
                              </m:r>
                            </m:sub>
                          </m:sSub>
                        </m:e>
                      </m:d>
                    </m:oMath>
                  </m:oMathPara>
                </a14:m>
                <a:endParaRPr lang="en-GB" i="1" dirty="0"/>
              </a:p>
              <a:p>
                <a:pPr>
                  <a:lnSpc>
                    <a:spcPct val="150000"/>
                  </a:lnSpc>
                </a:pPr>
                <a14:m>
                  <m:oMathPara xmlns:m="http://schemas.openxmlformats.org/officeDocument/2006/math">
                    <m:oMathParaPr>
                      <m:jc m:val="centerGroup"/>
                    </m:oMathParaPr>
                    <m:oMath xmlns:m="http://schemas.openxmlformats.org/officeDocument/2006/math">
                      <m:sSub>
                        <m:sSubPr>
                          <m:ctrlPr>
                            <a:rPr lang="en-GB" altLang="zh-CN" sz="1600" i="1" smtClean="0">
                              <a:solidFill>
                                <a:schemeClr val="tx1"/>
                              </a:solidFill>
                              <a:latin typeface="Cambria Math" panose="02040503050406030204" pitchFamily="18" charset="0"/>
                            </a:rPr>
                          </m:ctrlPr>
                        </m:sSubPr>
                        <m:e>
                          <m:r>
                            <a:rPr lang="en-GB" altLang="zh-CN" sz="1600" b="0" i="1" smtClean="0">
                              <a:solidFill>
                                <a:schemeClr val="tx1"/>
                              </a:solidFill>
                              <a:latin typeface="Cambria Math" panose="02040503050406030204" pitchFamily="18" charset="0"/>
                            </a:rPr>
                            <m:t>𝑃</m:t>
                          </m:r>
                        </m:e>
                        <m:sub>
                          <m:r>
                            <a:rPr lang="en-GB" altLang="zh-CN" sz="1600" i="1">
                              <a:solidFill>
                                <a:schemeClr val="tx1"/>
                              </a:solidFill>
                              <a:latin typeface="Cambria Math" panose="02040503050406030204" pitchFamily="18" charset="0"/>
                            </a:rPr>
                            <m:t>𝑘</m:t>
                          </m:r>
                        </m:sub>
                      </m:sSub>
                      <m:r>
                        <a:rPr lang="en-GB" altLang="zh-CN" sz="1600" b="0" i="1" smtClean="0">
                          <a:solidFill>
                            <a:schemeClr val="tx1"/>
                          </a:solidFill>
                          <a:latin typeface="Cambria Math" panose="02040503050406030204" pitchFamily="18" charset="0"/>
                        </a:rPr>
                        <m:t>=</m:t>
                      </m:r>
                      <m:d>
                        <m:dPr>
                          <m:ctrlPr>
                            <a:rPr lang="en-GB" altLang="zh-CN" sz="1600" i="1">
                              <a:solidFill>
                                <a:schemeClr val="tx1"/>
                              </a:solidFill>
                              <a:latin typeface="Cambria Math" panose="02040503050406030204" pitchFamily="18" charset="0"/>
                            </a:rPr>
                          </m:ctrlPr>
                        </m:dPr>
                        <m:e>
                          <m:r>
                            <a:rPr lang="en-GB" altLang="zh-CN" sz="1600" b="0" i="1" smtClean="0">
                              <a:solidFill>
                                <a:schemeClr val="tx1"/>
                              </a:solidFill>
                              <a:latin typeface="Cambria Math" panose="02040503050406030204" pitchFamily="18" charset="0"/>
                            </a:rPr>
                            <m:t>𝐼</m:t>
                          </m:r>
                          <m:r>
                            <a:rPr lang="en-GB" altLang="zh-CN" sz="1600" i="1">
                              <a:solidFill>
                                <a:schemeClr val="tx1"/>
                              </a:solidFill>
                              <a:latin typeface="Cambria Math" panose="02040503050406030204" pitchFamily="18" charset="0"/>
                            </a:rPr>
                            <m:t>−</m:t>
                          </m:r>
                          <m:sSub>
                            <m:sSubPr>
                              <m:ctrlPr>
                                <a:rPr lang="en-GB" altLang="zh-CN" i="1">
                                  <a:solidFill>
                                    <a:srgbClr val="003399"/>
                                  </a:solidFill>
                                  <a:latin typeface="Cambria Math" panose="02040503050406030204" pitchFamily="18" charset="0"/>
                                </a:rPr>
                              </m:ctrlPr>
                            </m:sSubPr>
                            <m:e>
                              <m:r>
                                <a:rPr lang="en-GB" altLang="zh-CN" i="1">
                                  <a:solidFill>
                                    <a:srgbClr val="003399"/>
                                  </a:solidFill>
                                  <a:latin typeface="Cambria Math" panose="02040503050406030204" pitchFamily="18" charset="0"/>
                                </a:rPr>
                                <m:t>𝛬</m:t>
                              </m:r>
                            </m:e>
                            <m:sub>
                              <m:r>
                                <a:rPr lang="en-GB" altLang="zh-CN" i="1">
                                  <a:solidFill>
                                    <a:srgbClr val="003399"/>
                                  </a:solidFill>
                                  <a:latin typeface="Cambria Math" panose="02040503050406030204" pitchFamily="18" charset="0"/>
                                </a:rPr>
                                <m:t>𝑘</m:t>
                              </m:r>
                            </m:sub>
                          </m:sSub>
                        </m:e>
                      </m:d>
                      <m:sSub>
                        <m:sSubPr>
                          <m:ctrlPr>
                            <a:rPr lang="en-GB" altLang="zh-CN" sz="1600" i="1">
                              <a:solidFill>
                                <a:schemeClr val="tx1"/>
                              </a:solidFill>
                              <a:latin typeface="Cambria Math" panose="02040503050406030204" pitchFamily="18" charset="0"/>
                            </a:rPr>
                          </m:ctrlPr>
                        </m:sSubPr>
                        <m:e>
                          <m:r>
                            <a:rPr lang="en-GB" altLang="zh-CN" sz="1600" b="0" i="1" smtClean="0">
                              <a:solidFill>
                                <a:schemeClr val="tx1"/>
                              </a:solidFill>
                              <a:latin typeface="Cambria Math" panose="02040503050406030204" pitchFamily="18" charset="0"/>
                            </a:rPr>
                            <m:t>𝑃</m:t>
                          </m:r>
                        </m:e>
                        <m:sub>
                          <m:r>
                            <a:rPr lang="en-GB" altLang="zh-CN" sz="1600" i="1">
                              <a:solidFill>
                                <a:schemeClr val="tx1"/>
                              </a:solidFill>
                              <a:latin typeface="Cambria Math" panose="02040503050406030204" pitchFamily="18" charset="0"/>
                            </a:rPr>
                            <m:t>𝑘</m:t>
                          </m:r>
                          <m:r>
                            <a:rPr lang="en-GB" altLang="zh-CN" sz="1600" i="1">
                              <a:solidFill>
                                <a:schemeClr val="tx1"/>
                              </a:solidFill>
                              <a:latin typeface="Cambria Math" panose="02040503050406030204" pitchFamily="18" charset="0"/>
                            </a:rPr>
                            <m:t>−</m:t>
                          </m:r>
                        </m:sub>
                      </m:sSub>
                    </m:oMath>
                  </m:oMathPara>
                </a14:m>
                <a:endParaRPr lang="en-GB" i="1" dirty="0"/>
              </a:p>
            </p:txBody>
          </p:sp>
        </mc:Choice>
        <mc:Fallback xmlns="">
          <p:sp>
            <p:nvSpPr>
              <p:cNvPr id="6" name="文本占位符 5">
                <a:extLst>
                  <a:ext uri="{FF2B5EF4-FFF2-40B4-BE49-F238E27FC236}">
                    <a16:creationId xmlns:a16="http://schemas.microsoft.com/office/drawing/2014/main" id="{7B370F02-FE93-81B5-0FD4-6EF89F6179BB}"/>
                  </a:ext>
                </a:extLst>
              </p:cNvPr>
              <p:cNvSpPr>
                <a:spLocks noGrp="1" noRot="1" noChangeAspect="1" noMove="1" noResize="1" noEditPoints="1" noAdjustHandles="1" noChangeArrowheads="1" noChangeShapeType="1" noTextEdit="1"/>
              </p:cNvSpPr>
              <p:nvPr>
                <p:ph type="body" sz="quarter" idx="10"/>
              </p:nvPr>
            </p:nvSpPr>
            <p:spPr>
              <a:xfrm>
                <a:off x="628649" y="1465729"/>
                <a:ext cx="5627426" cy="3118351"/>
              </a:xfrm>
              <a:blipFill>
                <a:blip r:embed="rId2"/>
                <a:stretch>
                  <a:fillRect l="-450" t="-1626"/>
                </a:stretch>
              </a:blipFill>
            </p:spPr>
            <p:txBody>
              <a:bodyPr/>
              <a:lstStyle/>
              <a:p>
                <a:r>
                  <a:rPr lang="zh-CN" altLang="en-US">
                    <a:noFill/>
                  </a:rPr>
                  <a:t> </a:t>
                </a:r>
              </a:p>
            </p:txBody>
          </p:sp>
        </mc:Fallback>
      </mc:AlternateContent>
      <p:sp>
        <p:nvSpPr>
          <p:cNvPr id="3" name="圆角矩形 2">
            <a:extLst>
              <a:ext uri="{FF2B5EF4-FFF2-40B4-BE49-F238E27FC236}">
                <a16:creationId xmlns:a16="http://schemas.microsoft.com/office/drawing/2014/main" id="{A2F0A07F-B835-FE87-DC95-4611CAAB8056}"/>
              </a:ext>
            </a:extLst>
          </p:cNvPr>
          <p:cNvSpPr/>
          <p:nvPr/>
        </p:nvSpPr>
        <p:spPr>
          <a:xfrm>
            <a:off x="6711599" y="1465729"/>
            <a:ext cx="2180027" cy="2282027"/>
          </a:xfrm>
          <a:prstGeom prst="roundRect">
            <a:avLst>
              <a:gd name="adj" fmla="val 2292"/>
            </a:avLst>
          </a:prstGeom>
          <a:solidFill>
            <a:schemeClr val="bg1">
              <a:lumMod val="95000"/>
              <a:alpha val="39768"/>
            </a:schemeClr>
          </a:solid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mc:AlternateContent xmlns:mc="http://schemas.openxmlformats.org/markup-compatibility/2006" xmlns:a14="http://schemas.microsoft.com/office/drawing/2010/main">
        <mc:Choice Requires="a14">
          <p:sp>
            <p:nvSpPr>
              <p:cNvPr id="4" name="文本框 3">
                <a:extLst>
                  <a:ext uri="{FF2B5EF4-FFF2-40B4-BE49-F238E27FC236}">
                    <a16:creationId xmlns:a16="http://schemas.microsoft.com/office/drawing/2014/main" id="{88C6A480-788F-D5F0-EC1C-A44FBAD25787}"/>
                  </a:ext>
                </a:extLst>
              </p:cNvPr>
              <p:cNvSpPr txBox="1"/>
              <p:nvPr/>
            </p:nvSpPr>
            <p:spPr>
              <a:xfrm>
                <a:off x="6711598" y="1491454"/>
                <a:ext cx="2180027" cy="2160591"/>
              </a:xfrm>
              <a:prstGeom prst="rect">
                <a:avLst/>
              </a:prstGeom>
              <a:noFill/>
            </p:spPr>
            <p:txBody>
              <a:bodyPr wrap="square" rtlCol="0">
                <a:spAutoFit/>
              </a:bodyPr>
              <a:lstStyle/>
              <a:p>
                <a:pPr>
                  <a:lnSpc>
                    <a:spcPct val="120000"/>
                  </a:lnSpc>
                </a:pPr>
                <a:r>
                  <a:rPr lang="en-GB" altLang="zh-CN" sz="1400" b="1" dirty="0">
                    <a:solidFill>
                      <a:srgbClr val="003399"/>
                    </a:solidFill>
                    <a:latin typeface="Cambria Math" panose="02040503050406030204" pitchFamily="18" charset="0"/>
                  </a:rPr>
                  <a:t>1-D example</a:t>
                </a:r>
              </a:p>
              <a:p>
                <a:pPr>
                  <a:lnSpc>
                    <a:spcPct val="120000"/>
                  </a:lnSpc>
                </a:pPr>
                <a:r>
                  <a:rPr lang="en-GB" altLang="zh-CN" sz="1400" dirty="0">
                    <a:solidFill>
                      <a:srgbClr val="003399"/>
                    </a:solidFill>
                    <a:latin typeface="Cambria Math" panose="02040503050406030204" pitchFamily="18" charset="0"/>
                  </a:rPr>
                  <a:t>Prediction</a:t>
                </a:r>
              </a:p>
              <a:p>
                <a:pPr algn="r">
                  <a:lnSpc>
                    <a:spcPct val="120000"/>
                  </a:lnSpc>
                </a:pPr>
                <a14:m>
                  <m:oMathPara xmlns:m="http://schemas.openxmlformats.org/officeDocument/2006/math">
                    <m:oMathParaPr>
                      <m:jc m:val="centerGroup"/>
                    </m:oMathParaPr>
                    <m:oMath xmlns:m="http://schemas.openxmlformats.org/officeDocument/2006/math">
                      <m:sSub>
                        <m:sSubPr>
                          <m:ctrlPr>
                            <a:rPr lang="en-GB" altLang="zh-CN" sz="1400" i="1" smtClean="0">
                              <a:solidFill>
                                <a:schemeClr val="tx1"/>
                              </a:solidFill>
                              <a:latin typeface="Cambria Math" panose="02040503050406030204" pitchFamily="18" charset="0"/>
                            </a:rPr>
                          </m:ctrlPr>
                        </m:sSubPr>
                        <m:e>
                          <m:acc>
                            <m:accPr>
                              <m:chr m:val="̂"/>
                              <m:ctrlPr>
                                <a:rPr lang="en-GB" altLang="zh-CN" sz="1400" i="1">
                                  <a:solidFill>
                                    <a:schemeClr val="tx1"/>
                                  </a:solidFill>
                                  <a:latin typeface="Cambria Math" panose="02040503050406030204" pitchFamily="18" charset="0"/>
                                </a:rPr>
                              </m:ctrlPr>
                            </m:accPr>
                            <m:e>
                              <m:r>
                                <a:rPr lang="en-GB" altLang="zh-CN" sz="1400" i="1">
                                  <a:solidFill>
                                    <a:schemeClr val="tx1"/>
                                  </a:solidFill>
                                  <a:latin typeface="Cambria Math" panose="02040503050406030204" pitchFamily="18" charset="0"/>
                                </a:rPr>
                                <m:t>𝑥</m:t>
                              </m:r>
                            </m:e>
                          </m:acc>
                        </m:e>
                        <m:sub>
                          <m:r>
                            <a:rPr lang="en-GB" altLang="zh-CN" sz="1400" i="1">
                              <a:solidFill>
                                <a:schemeClr val="tx1"/>
                              </a:solidFill>
                              <a:latin typeface="Cambria Math" panose="02040503050406030204" pitchFamily="18" charset="0"/>
                            </a:rPr>
                            <m:t>𝑘</m:t>
                          </m:r>
                          <m:r>
                            <a:rPr lang="en-GB" altLang="zh-CN" sz="1400" b="0" i="1" smtClean="0">
                              <a:solidFill>
                                <a:schemeClr val="tx1"/>
                              </a:solidFill>
                              <a:latin typeface="Cambria Math" panose="02040503050406030204" pitchFamily="18" charset="0"/>
                            </a:rPr>
                            <m:t>−</m:t>
                          </m:r>
                        </m:sub>
                      </m:sSub>
                      <m:r>
                        <a:rPr lang="en-GB" altLang="zh-CN" sz="1400" b="0" i="1" smtClean="0">
                          <a:solidFill>
                            <a:schemeClr val="tx1"/>
                          </a:solidFill>
                          <a:latin typeface="Cambria Math" panose="02040503050406030204" pitchFamily="18" charset="0"/>
                        </a:rPr>
                        <m:t>=</m:t>
                      </m:r>
                      <m:r>
                        <a:rPr lang="en-GB" altLang="zh-CN" sz="1400" b="0" i="1" smtClean="0">
                          <a:solidFill>
                            <a:schemeClr val="tx1"/>
                          </a:solidFill>
                          <a:latin typeface="Cambria Math" panose="02040503050406030204" pitchFamily="18" charset="0"/>
                        </a:rPr>
                        <m:t>𝑓</m:t>
                      </m:r>
                      <m:r>
                        <a:rPr lang="en-GB" altLang="zh-CN" sz="1400" b="0" i="1" smtClean="0">
                          <a:solidFill>
                            <a:schemeClr val="tx1"/>
                          </a:solidFill>
                          <a:latin typeface="Cambria Math" panose="02040503050406030204" pitchFamily="18" charset="0"/>
                        </a:rPr>
                        <m:t>⋅</m:t>
                      </m:r>
                      <m:sSub>
                        <m:sSubPr>
                          <m:ctrlPr>
                            <a:rPr lang="en-GB" altLang="zh-CN" sz="1400" i="1">
                              <a:solidFill>
                                <a:schemeClr val="tx1"/>
                              </a:solidFill>
                              <a:latin typeface="Cambria Math" panose="02040503050406030204" pitchFamily="18" charset="0"/>
                            </a:rPr>
                          </m:ctrlPr>
                        </m:sSubPr>
                        <m:e>
                          <m:acc>
                            <m:accPr>
                              <m:chr m:val="̂"/>
                              <m:ctrlPr>
                                <a:rPr lang="en-GB" altLang="zh-CN" sz="1400" i="1">
                                  <a:solidFill>
                                    <a:schemeClr val="tx1"/>
                                  </a:solidFill>
                                  <a:latin typeface="Cambria Math" panose="02040503050406030204" pitchFamily="18" charset="0"/>
                                </a:rPr>
                              </m:ctrlPr>
                            </m:accPr>
                            <m:e>
                              <m:r>
                                <a:rPr lang="en-GB" altLang="zh-CN" sz="1400" i="1">
                                  <a:solidFill>
                                    <a:schemeClr val="tx1"/>
                                  </a:solidFill>
                                  <a:latin typeface="Cambria Math" panose="02040503050406030204" pitchFamily="18" charset="0"/>
                                </a:rPr>
                                <m:t>𝑥</m:t>
                              </m:r>
                            </m:e>
                          </m:acc>
                        </m:e>
                        <m:sub>
                          <m:r>
                            <a:rPr lang="en-GB" altLang="zh-CN" sz="1400" i="1">
                              <a:solidFill>
                                <a:schemeClr val="tx1"/>
                              </a:solidFill>
                              <a:latin typeface="Cambria Math" panose="02040503050406030204" pitchFamily="18" charset="0"/>
                            </a:rPr>
                            <m:t>𝑘</m:t>
                          </m:r>
                          <m:r>
                            <a:rPr lang="en-GB" altLang="zh-CN" sz="1400" i="1">
                              <a:solidFill>
                                <a:schemeClr val="tx1"/>
                              </a:solidFill>
                              <a:latin typeface="Cambria Math" panose="02040503050406030204" pitchFamily="18" charset="0"/>
                            </a:rPr>
                            <m:t>−1</m:t>
                          </m:r>
                        </m:sub>
                      </m:sSub>
                      <m:r>
                        <a:rPr lang="en-GB" altLang="zh-CN" sz="1400" b="0" i="1" smtClean="0">
                          <a:solidFill>
                            <a:schemeClr val="tx1"/>
                          </a:solidFill>
                          <a:latin typeface="Cambria Math" panose="02040503050406030204" pitchFamily="18" charset="0"/>
                        </a:rPr>
                        <m:t>+</m:t>
                      </m:r>
                      <m:r>
                        <a:rPr lang="en-GB" altLang="zh-CN" sz="1400" b="0" i="1" smtClean="0">
                          <a:solidFill>
                            <a:schemeClr val="tx1"/>
                          </a:solidFill>
                          <a:latin typeface="Cambria Math" panose="02040503050406030204" pitchFamily="18" charset="0"/>
                        </a:rPr>
                        <m:t>𝑏</m:t>
                      </m:r>
                      <m:r>
                        <a:rPr lang="en-GB" altLang="zh-CN" sz="1400" b="0" i="1" smtClean="0">
                          <a:solidFill>
                            <a:schemeClr val="tx1"/>
                          </a:solidFill>
                          <a:latin typeface="Cambria Math" panose="02040503050406030204" pitchFamily="18" charset="0"/>
                        </a:rPr>
                        <m:t>⋅</m:t>
                      </m:r>
                      <m:sSub>
                        <m:sSubPr>
                          <m:ctrlPr>
                            <a:rPr lang="en-GB" altLang="zh-CN" sz="1400" i="1">
                              <a:solidFill>
                                <a:schemeClr val="tx1"/>
                              </a:solidFill>
                              <a:latin typeface="Cambria Math" panose="02040503050406030204" pitchFamily="18" charset="0"/>
                            </a:rPr>
                          </m:ctrlPr>
                        </m:sSubPr>
                        <m:e>
                          <m:r>
                            <a:rPr lang="en-GB" altLang="zh-CN" sz="1400" i="1">
                              <a:solidFill>
                                <a:schemeClr val="tx1"/>
                              </a:solidFill>
                              <a:latin typeface="Cambria Math" panose="02040503050406030204" pitchFamily="18" charset="0"/>
                            </a:rPr>
                            <m:t>𝑢</m:t>
                          </m:r>
                        </m:e>
                        <m:sub>
                          <m:r>
                            <a:rPr lang="en-GB" altLang="zh-CN" sz="1400" i="1">
                              <a:solidFill>
                                <a:schemeClr val="tx1"/>
                              </a:solidFill>
                              <a:latin typeface="Cambria Math" panose="02040503050406030204" pitchFamily="18" charset="0"/>
                            </a:rPr>
                            <m:t>𝑘</m:t>
                          </m:r>
                        </m:sub>
                      </m:sSub>
                    </m:oMath>
                  </m:oMathPara>
                </a14:m>
                <a:endParaRPr lang="en-GB" altLang="zh-CN" sz="1400" dirty="0">
                  <a:solidFill>
                    <a:schemeClr val="tx1"/>
                  </a:solidFill>
                </a:endParaRPr>
              </a:p>
              <a:p>
                <a:pPr algn="r">
                  <a:lnSpc>
                    <a:spcPct val="120000"/>
                  </a:lnSpc>
                </a:pPr>
                <a14:m>
                  <m:oMathPara xmlns:m="http://schemas.openxmlformats.org/officeDocument/2006/math">
                    <m:oMathParaPr>
                      <m:jc m:val="centerGroup"/>
                    </m:oMathParaPr>
                    <m:oMath xmlns:m="http://schemas.openxmlformats.org/officeDocument/2006/math">
                      <m:sSub>
                        <m:sSubPr>
                          <m:ctrlPr>
                            <a:rPr lang="en-GB" altLang="zh-CN" sz="1400" i="1" smtClean="0">
                              <a:solidFill>
                                <a:schemeClr val="tx1"/>
                              </a:solidFill>
                              <a:latin typeface="Cambria Math" panose="02040503050406030204" pitchFamily="18" charset="0"/>
                            </a:rPr>
                          </m:ctrlPr>
                        </m:sSubPr>
                        <m:e>
                          <m:r>
                            <a:rPr lang="en-GB" altLang="zh-CN" sz="1400" b="0" i="1" smtClean="0">
                              <a:solidFill>
                                <a:schemeClr val="tx1"/>
                              </a:solidFill>
                              <a:latin typeface="Cambria Math" panose="02040503050406030204" pitchFamily="18" charset="0"/>
                            </a:rPr>
                            <m:t>𝑝</m:t>
                          </m:r>
                        </m:e>
                        <m:sub>
                          <m:r>
                            <a:rPr lang="en-GB" altLang="zh-CN" sz="1400" i="1">
                              <a:solidFill>
                                <a:schemeClr val="tx1"/>
                              </a:solidFill>
                              <a:latin typeface="Cambria Math" panose="02040503050406030204" pitchFamily="18" charset="0"/>
                            </a:rPr>
                            <m:t>𝑘</m:t>
                          </m:r>
                          <m:r>
                            <a:rPr lang="en-GB" altLang="zh-CN" sz="1400" b="0" i="1" smtClean="0">
                              <a:solidFill>
                                <a:schemeClr val="tx1"/>
                              </a:solidFill>
                              <a:latin typeface="Cambria Math" panose="02040503050406030204" pitchFamily="18" charset="0"/>
                            </a:rPr>
                            <m:t>−</m:t>
                          </m:r>
                        </m:sub>
                      </m:sSub>
                      <m:r>
                        <a:rPr lang="en-GB" altLang="zh-CN" sz="1400" i="1">
                          <a:solidFill>
                            <a:schemeClr val="tx1"/>
                          </a:solidFill>
                          <a:latin typeface="Cambria Math" panose="02040503050406030204" pitchFamily="18" charset="0"/>
                        </a:rPr>
                        <m:t>=</m:t>
                      </m:r>
                      <m:sSup>
                        <m:sSupPr>
                          <m:ctrlPr>
                            <a:rPr lang="en-GB" altLang="zh-CN" sz="1400" b="0" i="1" smtClean="0">
                              <a:solidFill>
                                <a:schemeClr val="tx1"/>
                              </a:solidFill>
                              <a:latin typeface="Cambria Math" panose="02040503050406030204" pitchFamily="18" charset="0"/>
                            </a:rPr>
                          </m:ctrlPr>
                        </m:sSupPr>
                        <m:e>
                          <m:r>
                            <a:rPr lang="en-GB" altLang="zh-CN" sz="1400" i="1">
                              <a:solidFill>
                                <a:schemeClr val="tx1"/>
                              </a:solidFill>
                              <a:latin typeface="Cambria Math" panose="02040503050406030204" pitchFamily="18" charset="0"/>
                            </a:rPr>
                            <m:t>𝑓</m:t>
                          </m:r>
                        </m:e>
                        <m:sup>
                          <m:r>
                            <a:rPr lang="en-GB" altLang="zh-CN" sz="1400" b="0" i="1" smtClean="0">
                              <a:solidFill>
                                <a:schemeClr val="tx1"/>
                              </a:solidFill>
                              <a:latin typeface="Cambria Math" panose="02040503050406030204" pitchFamily="18" charset="0"/>
                            </a:rPr>
                            <m:t>2</m:t>
                          </m:r>
                        </m:sup>
                      </m:sSup>
                      <m:r>
                        <a:rPr lang="en-GB" altLang="zh-CN" sz="1400" i="1">
                          <a:solidFill>
                            <a:schemeClr val="tx1"/>
                          </a:solidFill>
                          <a:latin typeface="Cambria Math" panose="02040503050406030204" pitchFamily="18" charset="0"/>
                        </a:rPr>
                        <m:t>⋅</m:t>
                      </m:r>
                      <m:sSub>
                        <m:sSubPr>
                          <m:ctrlPr>
                            <a:rPr lang="en-GB" altLang="zh-CN" sz="1400" i="1">
                              <a:solidFill>
                                <a:schemeClr val="tx1"/>
                              </a:solidFill>
                              <a:latin typeface="Cambria Math" panose="02040503050406030204" pitchFamily="18" charset="0"/>
                            </a:rPr>
                          </m:ctrlPr>
                        </m:sSubPr>
                        <m:e>
                          <m:r>
                            <a:rPr lang="en-GB" altLang="zh-CN" sz="1400" i="1">
                              <a:solidFill>
                                <a:schemeClr val="tx1"/>
                              </a:solidFill>
                              <a:latin typeface="Cambria Math" panose="02040503050406030204" pitchFamily="18" charset="0"/>
                            </a:rPr>
                            <m:t>𝑝</m:t>
                          </m:r>
                        </m:e>
                        <m:sub>
                          <m:r>
                            <a:rPr lang="en-GB" altLang="zh-CN" sz="1400" i="1">
                              <a:solidFill>
                                <a:schemeClr val="tx1"/>
                              </a:solidFill>
                              <a:latin typeface="Cambria Math" panose="02040503050406030204" pitchFamily="18" charset="0"/>
                            </a:rPr>
                            <m:t>𝑘</m:t>
                          </m:r>
                          <m:r>
                            <a:rPr lang="en-GB" altLang="zh-CN" sz="1400" b="0" i="1" smtClean="0">
                              <a:solidFill>
                                <a:schemeClr val="tx1"/>
                              </a:solidFill>
                              <a:latin typeface="Cambria Math" panose="02040503050406030204" pitchFamily="18" charset="0"/>
                            </a:rPr>
                            <m:t>−1</m:t>
                          </m:r>
                        </m:sub>
                      </m:sSub>
                      <m:r>
                        <a:rPr lang="en-GB" altLang="zh-CN" sz="1400" b="0" i="1" smtClean="0">
                          <a:solidFill>
                            <a:schemeClr val="tx1"/>
                          </a:solidFill>
                          <a:latin typeface="Cambria Math" panose="02040503050406030204" pitchFamily="18" charset="0"/>
                        </a:rPr>
                        <m:t>+</m:t>
                      </m:r>
                      <m:sSub>
                        <m:sSubPr>
                          <m:ctrlPr>
                            <a:rPr lang="en-GB" altLang="zh-CN" sz="1400" b="0" i="1" smtClean="0">
                              <a:solidFill>
                                <a:schemeClr val="tx1"/>
                              </a:solidFill>
                              <a:latin typeface="Cambria Math" panose="02040503050406030204" pitchFamily="18" charset="0"/>
                            </a:rPr>
                          </m:ctrlPr>
                        </m:sSubPr>
                        <m:e>
                          <m:r>
                            <a:rPr lang="en-GB" altLang="zh-CN" sz="1400" b="0" i="1" smtClean="0">
                              <a:solidFill>
                                <a:schemeClr val="tx1"/>
                              </a:solidFill>
                              <a:latin typeface="Cambria Math" panose="02040503050406030204" pitchFamily="18" charset="0"/>
                            </a:rPr>
                            <m:t>𝑞</m:t>
                          </m:r>
                        </m:e>
                        <m:sub>
                          <m:r>
                            <a:rPr lang="en-GB" altLang="zh-CN" sz="1400" b="0" i="1" smtClean="0">
                              <a:solidFill>
                                <a:schemeClr val="tx1"/>
                              </a:solidFill>
                              <a:latin typeface="Cambria Math" panose="02040503050406030204" pitchFamily="18" charset="0"/>
                            </a:rPr>
                            <m:t>𝑘</m:t>
                          </m:r>
                        </m:sub>
                      </m:sSub>
                    </m:oMath>
                  </m:oMathPara>
                </a14:m>
                <a:endParaRPr lang="en-GB" sz="1400" dirty="0">
                  <a:solidFill>
                    <a:schemeClr val="tx1"/>
                  </a:solidFill>
                </a:endParaRPr>
              </a:p>
              <a:p>
                <a:pPr>
                  <a:lnSpc>
                    <a:spcPct val="120000"/>
                  </a:lnSpc>
                </a:pPr>
                <a:r>
                  <a:rPr lang="en-GB" sz="1400" dirty="0">
                    <a:solidFill>
                      <a:srgbClr val="003399"/>
                    </a:solidFill>
                  </a:rPr>
                  <a:t>Updating</a:t>
                </a:r>
              </a:p>
              <a:p>
                <a:pPr>
                  <a:lnSpc>
                    <a:spcPct val="120000"/>
                  </a:lnSpc>
                </a:pPr>
                <a14:m>
                  <m:oMathPara xmlns:m="http://schemas.openxmlformats.org/officeDocument/2006/math">
                    <m:oMathParaPr>
                      <m:jc m:val="centerGroup"/>
                    </m:oMathParaPr>
                    <m:oMath xmlns:m="http://schemas.openxmlformats.org/officeDocument/2006/math">
                      <m:sSub>
                        <m:sSubPr>
                          <m:ctrlPr>
                            <a:rPr lang="en-GB" altLang="zh-CN" sz="1400" b="0" i="1" smtClean="0">
                              <a:solidFill>
                                <a:schemeClr val="tx1"/>
                              </a:solidFill>
                              <a:latin typeface="Cambria Math" panose="02040503050406030204" pitchFamily="18" charset="0"/>
                            </a:rPr>
                          </m:ctrlPr>
                        </m:sSubPr>
                        <m:e>
                          <m:r>
                            <a:rPr lang="en-GB" altLang="zh-CN" sz="1400" b="0" i="1" smtClean="0">
                              <a:solidFill>
                                <a:schemeClr val="tx1"/>
                              </a:solidFill>
                              <a:latin typeface="Cambria Math" panose="02040503050406030204" pitchFamily="18" charset="0"/>
                            </a:rPr>
                            <m:t>𝜆</m:t>
                          </m:r>
                        </m:e>
                        <m:sub>
                          <m:r>
                            <a:rPr lang="en-GB" altLang="zh-CN" sz="1400" b="0" i="1" smtClean="0">
                              <a:solidFill>
                                <a:schemeClr val="tx1"/>
                              </a:solidFill>
                              <a:latin typeface="Cambria Math" panose="02040503050406030204" pitchFamily="18" charset="0"/>
                            </a:rPr>
                            <m:t>𝑘</m:t>
                          </m:r>
                        </m:sub>
                      </m:sSub>
                      <m:r>
                        <a:rPr lang="en-GB" altLang="zh-CN" sz="1400" b="0" i="1" smtClean="0">
                          <a:solidFill>
                            <a:schemeClr val="tx1"/>
                          </a:solidFill>
                          <a:latin typeface="Cambria Math" panose="02040503050406030204" pitchFamily="18" charset="0"/>
                        </a:rPr>
                        <m:t>=</m:t>
                      </m:r>
                      <m:sSub>
                        <m:sSubPr>
                          <m:ctrlPr>
                            <a:rPr lang="en-GB" altLang="zh-CN" sz="1400" i="1">
                              <a:latin typeface="Cambria Math" panose="02040503050406030204" pitchFamily="18" charset="0"/>
                            </a:rPr>
                          </m:ctrlPr>
                        </m:sSubPr>
                        <m:e>
                          <m:r>
                            <a:rPr lang="en-GB" altLang="zh-CN" sz="1400" i="1">
                              <a:latin typeface="Cambria Math" panose="02040503050406030204" pitchFamily="18" charset="0"/>
                            </a:rPr>
                            <m:t>𝑝</m:t>
                          </m:r>
                        </m:e>
                        <m:sub>
                          <m:r>
                            <a:rPr lang="en-GB" altLang="zh-CN" sz="1400" i="1">
                              <a:latin typeface="Cambria Math" panose="02040503050406030204" pitchFamily="18" charset="0"/>
                            </a:rPr>
                            <m:t>𝑘</m:t>
                          </m:r>
                          <m:r>
                            <a:rPr lang="en-GB" altLang="zh-CN" sz="1400" i="1">
                              <a:latin typeface="Cambria Math" panose="02040503050406030204" pitchFamily="18" charset="0"/>
                            </a:rPr>
                            <m:t>−</m:t>
                          </m:r>
                        </m:sub>
                      </m:sSub>
                      <m:r>
                        <a:rPr lang="en-GB" altLang="zh-CN" sz="1400" b="0" i="1" smtClean="0">
                          <a:latin typeface="Cambria Math" panose="02040503050406030204" pitchFamily="18" charset="0"/>
                        </a:rPr>
                        <m:t> / </m:t>
                      </m:r>
                      <m:d>
                        <m:dPr>
                          <m:ctrlPr>
                            <a:rPr lang="en-GB" altLang="zh-CN" sz="1400" i="1">
                              <a:latin typeface="Cambria Math" panose="02040503050406030204" pitchFamily="18" charset="0"/>
                            </a:rPr>
                          </m:ctrlPr>
                        </m:dPr>
                        <m:e>
                          <m:sSub>
                            <m:sSubPr>
                              <m:ctrlPr>
                                <a:rPr lang="en-GB" altLang="zh-CN" sz="1400" i="1">
                                  <a:latin typeface="Cambria Math" panose="02040503050406030204" pitchFamily="18" charset="0"/>
                                </a:rPr>
                              </m:ctrlPr>
                            </m:sSubPr>
                            <m:e>
                              <m:r>
                                <a:rPr lang="en-GB" altLang="zh-CN" sz="1400" i="1">
                                  <a:latin typeface="Cambria Math" panose="02040503050406030204" pitchFamily="18" charset="0"/>
                                </a:rPr>
                                <m:t>𝑝</m:t>
                              </m:r>
                            </m:e>
                            <m:sub>
                              <m:r>
                                <a:rPr lang="en-GB" altLang="zh-CN" sz="1400" i="1">
                                  <a:latin typeface="Cambria Math" panose="02040503050406030204" pitchFamily="18" charset="0"/>
                                </a:rPr>
                                <m:t>𝑘</m:t>
                              </m:r>
                              <m:r>
                                <a:rPr lang="en-GB" altLang="zh-CN" sz="1400" i="1">
                                  <a:latin typeface="Cambria Math" panose="02040503050406030204" pitchFamily="18" charset="0"/>
                                </a:rPr>
                                <m:t>−</m:t>
                              </m:r>
                            </m:sub>
                          </m:sSub>
                          <m:r>
                            <a:rPr lang="en-GB" altLang="zh-CN" sz="1400" i="1">
                              <a:latin typeface="Cambria Math" panose="02040503050406030204" pitchFamily="18" charset="0"/>
                            </a:rPr>
                            <m:t>+</m:t>
                          </m:r>
                          <m:sSub>
                            <m:sSubPr>
                              <m:ctrlPr>
                                <a:rPr lang="en-GB" altLang="zh-CN" sz="1400" i="1">
                                  <a:latin typeface="Cambria Math" panose="02040503050406030204" pitchFamily="18" charset="0"/>
                                </a:rPr>
                              </m:ctrlPr>
                            </m:sSubPr>
                            <m:e>
                              <m:r>
                                <a:rPr lang="en-GB" altLang="zh-CN" sz="1400" i="1">
                                  <a:latin typeface="Cambria Math" panose="02040503050406030204" pitchFamily="18" charset="0"/>
                                </a:rPr>
                                <m:t>𝑟</m:t>
                              </m:r>
                            </m:e>
                            <m:sub>
                              <m:r>
                                <a:rPr lang="en-GB" altLang="zh-CN" sz="1400" i="1">
                                  <a:latin typeface="Cambria Math" panose="02040503050406030204" pitchFamily="18" charset="0"/>
                                </a:rPr>
                                <m:t>𝑘</m:t>
                              </m:r>
                            </m:sub>
                          </m:sSub>
                        </m:e>
                      </m:d>
                    </m:oMath>
                  </m:oMathPara>
                </a14:m>
                <a:endParaRPr lang="en-GB" sz="1400" dirty="0">
                  <a:solidFill>
                    <a:schemeClr val="tx1"/>
                  </a:solidFill>
                </a:endParaRPr>
              </a:p>
              <a:p>
                <a:pPr>
                  <a:lnSpc>
                    <a:spcPct val="120000"/>
                  </a:lnSpc>
                </a:pPr>
                <a14:m>
                  <m:oMathPara xmlns:m="http://schemas.openxmlformats.org/officeDocument/2006/math">
                    <m:oMathParaPr>
                      <m:jc m:val="centerGroup"/>
                    </m:oMathParaPr>
                    <m:oMath xmlns:m="http://schemas.openxmlformats.org/officeDocument/2006/math">
                      <m:sSub>
                        <m:sSubPr>
                          <m:ctrlPr>
                            <a:rPr lang="en-GB" altLang="zh-CN" sz="1400" i="1" smtClean="0">
                              <a:solidFill>
                                <a:schemeClr val="tx1"/>
                              </a:solidFill>
                              <a:latin typeface="Cambria Math" panose="02040503050406030204" pitchFamily="18" charset="0"/>
                            </a:rPr>
                          </m:ctrlPr>
                        </m:sSubPr>
                        <m:e>
                          <m:acc>
                            <m:accPr>
                              <m:chr m:val="̂"/>
                              <m:ctrlPr>
                                <a:rPr lang="en-GB" altLang="zh-CN" sz="1400" i="1">
                                  <a:solidFill>
                                    <a:schemeClr val="tx1"/>
                                  </a:solidFill>
                                  <a:latin typeface="Cambria Math" panose="02040503050406030204" pitchFamily="18" charset="0"/>
                                </a:rPr>
                              </m:ctrlPr>
                            </m:accPr>
                            <m:e>
                              <m:r>
                                <a:rPr lang="en-GB" altLang="zh-CN" sz="1400" i="1">
                                  <a:solidFill>
                                    <a:schemeClr val="tx1"/>
                                  </a:solidFill>
                                  <a:latin typeface="Cambria Math" panose="02040503050406030204" pitchFamily="18" charset="0"/>
                                </a:rPr>
                                <m:t>𝑥</m:t>
                              </m:r>
                            </m:e>
                          </m:acc>
                        </m:e>
                        <m:sub>
                          <m:r>
                            <a:rPr lang="en-GB" altLang="zh-CN" sz="1400" i="1">
                              <a:solidFill>
                                <a:schemeClr val="tx1"/>
                              </a:solidFill>
                              <a:latin typeface="Cambria Math" panose="02040503050406030204" pitchFamily="18" charset="0"/>
                            </a:rPr>
                            <m:t>𝑘</m:t>
                          </m:r>
                        </m:sub>
                      </m:sSub>
                      <m:r>
                        <a:rPr lang="en-GB" altLang="zh-CN" sz="1400" b="0" i="1" smtClean="0">
                          <a:solidFill>
                            <a:schemeClr val="tx1"/>
                          </a:solidFill>
                          <a:latin typeface="Cambria Math" panose="02040503050406030204" pitchFamily="18" charset="0"/>
                        </a:rPr>
                        <m:t>=</m:t>
                      </m:r>
                      <m:sSub>
                        <m:sSubPr>
                          <m:ctrlPr>
                            <a:rPr lang="en-GB" altLang="zh-CN" sz="1400" i="1" smtClean="0">
                              <a:solidFill>
                                <a:schemeClr val="tx1"/>
                              </a:solidFill>
                              <a:latin typeface="Cambria Math" panose="02040503050406030204" pitchFamily="18" charset="0"/>
                            </a:rPr>
                          </m:ctrlPr>
                        </m:sSubPr>
                        <m:e>
                          <m:acc>
                            <m:accPr>
                              <m:chr m:val="̂"/>
                              <m:ctrlPr>
                                <a:rPr lang="en-GB" altLang="zh-CN" sz="1400" i="1">
                                  <a:solidFill>
                                    <a:schemeClr val="tx1"/>
                                  </a:solidFill>
                                  <a:latin typeface="Cambria Math" panose="02040503050406030204" pitchFamily="18" charset="0"/>
                                </a:rPr>
                              </m:ctrlPr>
                            </m:accPr>
                            <m:e>
                              <m:r>
                                <a:rPr lang="en-GB" altLang="zh-CN" sz="1400" i="1">
                                  <a:solidFill>
                                    <a:schemeClr val="tx1"/>
                                  </a:solidFill>
                                  <a:latin typeface="Cambria Math" panose="02040503050406030204" pitchFamily="18" charset="0"/>
                                </a:rPr>
                                <m:t>𝑥</m:t>
                              </m:r>
                            </m:e>
                          </m:acc>
                        </m:e>
                        <m:sub>
                          <m:r>
                            <a:rPr lang="en-GB" altLang="zh-CN" sz="1400" i="1">
                              <a:solidFill>
                                <a:schemeClr val="tx1"/>
                              </a:solidFill>
                              <a:latin typeface="Cambria Math" panose="02040503050406030204" pitchFamily="18" charset="0"/>
                            </a:rPr>
                            <m:t>𝑘</m:t>
                          </m:r>
                          <m:r>
                            <a:rPr lang="en-GB" altLang="zh-CN" sz="1400" i="1">
                              <a:solidFill>
                                <a:schemeClr val="tx1"/>
                              </a:solidFill>
                              <a:latin typeface="Cambria Math" panose="02040503050406030204" pitchFamily="18" charset="0"/>
                            </a:rPr>
                            <m:t>−</m:t>
                          </m:r>
                        </m:sub>
                      </m:sSub>
                      <m:r>
                        <a:rPr lang="en-GB" altLang="zh-CN" sz="1400" b="0" i="1" smtClean="0">
                          <a:solidFill>
                            <a:schemeClr val="tx1"/>
                          </a:solidFill>
                          <a:latin typeface="Cambria Math" panose="02040503050406030204" pitchFamily="18" charset="0"/>
                        </a:rPr>
                        <m:t>+</m:t>
                      </m:r>
                      <m:sSub>
                        <m:sSubPr>
                          <m:ctrlPr>
                            <a:rPr lang="en-GB" altLang="zh-CN" sz="1400" b="0" i="1" smtClean="0">
                              <a:solidFill>
                                <a:schemeClr val="tx1"/>
                              </a:solidFill>
                              <a:latin typeface="Cambria Math" panose="02040503050406030204" pitchFamily="18" charset="0"/>
                            </a:rPr>
                          </m:ctrlPr>
                        </m:sSubPr>
                        <m:e>
                          <m:r>
                            <a:rPr lang="en-GB" altLang="zh-CN" sz="1400" b="0" i="1" smtClean="0">
                              <a:solidFill>
                                <a:schemeClr val="tx1"/>
                              </a:solidFill>
                              <a:latin typeface="Cambria Math" panose="02040503050406030204" pitchFamily="18" charset="0"/>
                            </a:rPr>
                            <m:t>𝜆</m:t>
                          </m:r>
                        </m:e>
                        <m:sub>
                          <m:r>
                            <a:rPr lang="en-GB" altLang="zh-CN" sz="1400" b="0" i="1" smtClean="0">
                              <a:solidFill>
                                <a:schemeClr val="tx1"/>
                              </a:solidFill>
                              <a:latin typeface="Cambria Math" panose="02040503050406030204" pitchFamily="18" charset="0"/>
                            </a:rPr>
                            <m:t>𝑘</m:t>
                          </m:r>
                        </m:sub>
                      </m:sSub>
                      <m:d>
                        <m:dPr>
                          <m:ctrlPr>
                            <a:rPr lang="en-GB" altLang="zh-CN" sz="1400" b="0" i="1" smtClean="0">
                              <a:solidFill>
                                <a:schemeClr val="tx1"/>
                              </a:solidFill>
                              <a:latin typeface="Cambria Math" panose="02040503050406030204" pitchFamily="18" charset="0"/>
                            </a:rPr>
                          </m:ctrlPr>
                        </m:dPr>
                        <m:e>
                          <m:sSub>
                            <m:sSubPr>
                              <m:ctrlPr>
                                <a:rPr lang="en-GB" altLang="zh-CN" sz="1400" b="0" i="1" smtClean="0">
                                  <a:solidFill>
                                    <a:schemeClr val="tx1"/>
                                  </a:solidFill>
                                  <a:latin typeface="Cambria Math" panose="02040503050406030204" pitchFamily="18" charset="0"/>
                                </a:rPr>
                              </m:ctrlPr>
                            </m:sSubPr>
                            <m:e>
                              <m:r>
                                <a:rPr lang="en-GB" altLang="zh-CN" sz="1400" b="0" i="1" smtClean="0">
                                  <a:solidFill>
                                    <a:schemeClr val="tx1"/>
                                  </a:solidFill>
                                  <a:latin typeface="Cambria Math" panose="02040503050406030204" pitchFamily="18" charset="0"/>
                                </a:rPr>
                                <m:t>𝑧</m:t>
                              </m:r>
                            </m:e>
                            <m:sub>
                              <m:r>
                                <a:rPr lang="en-GB" altLang="zh-CN" sz="1400" b="0" i="1" smtClean="0">
                                  <a:solidFill>
                                    <a:schemeClr val="tx1"/>
                                  </a:solidFill>
                                  <a:latin typeface="Cambria Math" panose="02040503050406030204" pitchFamily="18" charset="0"/>
                                </a:rPr>
                                <m:t>𝑘</m:t>
                              </m:r>
                            </m:sub>
                          </m:sSub>
                          <m:r>
                            <a:rPr lang="en-GB" altLang="zh-CN" sz="1400" b="0" i="1" smtClean="0">
                              <a:solidFill>
                                <a:schemeClr val="tx1"/>
                              </a:solidFill>
                              <a:latin typeface="Cambria Math" panose="02040503050406030204" pitchFamily="18" charset="0"/>
                            </a:rPr>
                            <m:t>−</m:t>
                          </m:r>
                          <m:sSub>
                            <m:sSubPr>
                              <m:ctrlPr>
                                <a:rPr lang="en-GB" altLang="zh-CN" sz="1400" i="1">
                                  <a:solidFill>
                                    <a:schemeClr val="tx1"/>
                                  </a:solidFill>
                                  <a:latin typeface="Cambria Math" panose="02040503050406030204" pitchFamily="18" charset="0"/>
                                </a:rPr>
                              </m:ctrlPr>
                            </m:sSubPr>
                            <m:e>
                              <m:acc>
                                <m:accPr>
                                  <m:chr m:val="̂"/>
                                  <m:ctrlPr>
                                    <a:rPr lang="en-GB" altLang="zh-CN" sz="1400" i="1">
                                      <a:solidFill>
                                        <a:schemeClr val="tx1"/>
                                      </a:solidFill>
                                      <a:latin typeface="Cambria Math" panose="02040503050406030204" pitchFamily="18" charset="0"/>
                                    </a:rPr>
                                  </m:ctrlPr>
                                </m:accPr>
                                <m:e>
                                  <m:r>
                                    <a:rPr lang="en-GB" altLang="zh-CN" sz="1400" i="1">
                                      <a:solidFill>
                                        <a:schemeClr val="tx1"/>
                                      </a:solidFill>
                                      <a:latin typeface="Cambria Math" panose="02040503050406030204" pitchFamily="18" charset="0"/>
                                    </a:rPr>
                                    <m:t>𝑥</m:t>
                                  </m:r>
                                </m:e>
                              </m:acc>
                            </m:e>
                            <m:sub>
                              <m:r>
                                <a:rPr lang="en-GB" altLang="zh-CN" sz="1400" i="1">
                                  <a:solidFill>
                                    <a:schemeClr val="tx1"/>
                                  </a:solidFill>
                                  <a:latin typeface="Cambria Math" panose="02040503050406030204" pitchFamily="18" charset="0"/>
                                </a:rPr>
                                <m:t>𝑘</m:t>
                              </m:r>
                              <m:r>
                                <a:rPr lang="en-GB" altLang="zh-CN" sz="1400" i="1">
                                  <a:solidFill>
                                    <a:schemeClr val="tx1"/>
                                  </a:solidFill>
                                  <a:latin typeface="Cambria Math" panose="02040503050406030204" pitchFamily="18" charset="0"/>
                                </a:rPr>
                                <m:t>−</m:t>
                              </m:r>
                            </m:sub>
                          </m:sSub>
                        </m:e>
                      </m:d>
                    </m:oMath>
                  </m:oMathPara>
                </a14:m>
                <a:endParaRPr lang="en-GB" altLang="zh-CN" sz="1400" dirty="0">
                  <a:solidFill>
                    <a:schemeClr val="tx1"/>
                  </a:solidFill>
                </a:endParaRPr>
              </a:p>
              <a:p>
                <a:pPr>
                  <a:lnSpc>
                    <a:spcPct val="120000"/>
                  </a:lnSpc>
                </a:pPr>
                <a14:m>
                  <m:oMathPara xmlns:m="http://schemas.openxmlformats.org/officeDocument/2006/math">
                    <m:oMathParaPr>
                      <m:jc m:val="centerGroup"/>
                    </m:oMathParaPr>
                    <m:oMath xmlns:m="http://schemas.openxmlformats.org/officeDocument/2006/math">
                      <m:sSub>
                        <m:sSubPr>
                          <m:ctrlPr>
                            <a:rPr lang="en-GB" altLang="zh-CN" sz="1400" i="1" smtClean="0">
                              <a:solidFill>
                                <a:schemeClr val="tx1"/>
                              </a:solidFill>
                              <a:latin typeface="Cambria Math" panose="02040503050406030204" pitchFamily="18" charset="0"/>
                            </a:rPr>
                          </m:ctrlPr>
                        </m:sSubPr>
                        <m:e>
                          <m:r>
                            <a:rPr lang="en-GB" altLang="zh-CN" sz="1400" i="1">
                              <a:solidFill>
                                <a:schemeClr val="tx1"/>
                              </a:solidFill>
                              <a:latin typeface="Cambria Math" panose="02040503050406030204" pitchFamily="18" charset="0"/>
                            </a:rPr>
                            <m:t>𝑝</m:t>
                          </m:r>
                        </m:e>
                        <m:sub>
                          <m:r>
                            <a:rPr lang="en-GB" altLang="zh-CN" sz="1400" i="1">
                              <a:solidFill>
                                <a:schemeClr val="tx1"/>
                              </a:solidFill>
                              <a:latin typeface="Cambria Math" panose="02040503050406030204" pitchFamily="18" charset="0"/>
                            </a:rPr>
                            <m:t>𝑘</m:t>
                          </m:r>
                        </m:sub>
                      </m:sSub>
                      <m:r>
                        <a:rPr lang="en-GB" altLang="zh-CN" sz="1400" b="0" i="1" smtClean="0">
                          <a:solidFill>
                            <a:schemeClr val="tx1"/>
                          </a:solidFill>
                          <a:latin typeface="Cambria Math" panose="02040503050406030204" pitchFamily="18" charset="0"/>
                        </a:rPr>
                        <m:t>=</m:t>
                      </m:r>
                      <m:d>
                        <m:dPr>
                          <m:ctrlPr>
                            <a:rPr lang="en-GB" altLang="zh-CN" sz="1400" i="1">
                              <a:solidFill>
                                <a:schemeClr val="tx1"/>
                              </a:solidFill>
                              <a:latin typeface="Cambria Math" panose="02040503050406030204" pitchFamily="18" charset="0"/>
                            </a:rPr>
                          </m:ctrlPr>
                        </m:dPr>
                        <m:e>
                          <m:r>
                            <a:rPr lang="en-GB" altLang="zh-CN" sz="1400" i="1">
                              <a:solidFill>
                                <a:schemeClr val="tx1"/>
                              </a:solidFill>
                              <a:latin typeface="Cambria Math" panose="02040503050406030204" pitchFamily="18" charset="0"/>
                            </a:rPr>
                            <m:t>1−</m:t>
                          </m:r>
                          <m:sSub>
                            <m:sSubPr>
                              <m:ctrlPr>
                                <a:rPr lang="en-GB" altLang="zh-CN" sz="1400" i="1">
                                  <a:solidFill>
                                    <a:schemeClr val="tx1"/>
                                  </a:solidFill>
                                  <a:latin typeface="Cambria Math" panose="02040503050406030204" pitchFamily="18" charset="0"/>
                                </a:rPr>
                              </m:ctrlPr>
                            </m:sSubPr>
                            <m:e>
                              <m:r>
                                <a:rPr lang="en-GB" altLang="zh-CN" sz="1400" i="1">
                                  <a:solidFill>
                                    <a:schemeClr val="tx1"/>
                                  </a:solidFill>
                                  <a:latin typeface="Cambria Math" panose="02040503050406030204" pitchFamily="18" charset="0"/>
                                </a:rPr>
                                <m:t>𝜆</m:t>
                              </m:r>
                            </m:e>
                            <m:sub>
                              <m:r>
                                <a:rPr lang="en-GB" altLang="zh-CN" sz="1400" i="1">
                                  <a:solidFill>
                                    <a:schemeClr val="tx1"/>
                                  </a:solidFill>
                                  <a:latin typeface="Cambria Math" panose="02040503050406030204" pitchFamily="18" charset="0"/>
                                </a:rPr>
                                <m:t>𝑘</m:t>
                              </m:r>
                            </m:sub>
                          </m:sSub>
                        </m:e>
                      </m:d>
                      <m:sSub>
                        <m:sSubPr>
                          <m:ctrlPr>
                            <a:rPr lang="en-GB" altLang="zh-CN" sz="1400" i="1">
                              <a:solidFill>
                                <a:schemeClr val="tx1"/>
                              </a:solidFill>
                              <a:latin typeface="Cambria Math" panose="02040503050406030204" pitchFamily="18" charset="0"/>
                            </a:rPr>
                          </m:ctrlPr>
                        </m:sSubPr>
                        <m:e>
                          <m:r>
                            <a:rPr lang="en-GB" altLang="zh-CN" sz="1400" i="1">
                              <a:solidFill>
                                <a:schemeClr val="tx1"/>
                              </a:solidFill>
                              <a:latin typeface="Cambria Math" panose="02040503050406030204" pitchFamily="18" charset="0"/>
                            </a:rPr>
                            <m:t>𝑝</m:t>
                          </m:r>
                        </m:e>
                        <m:sub>
                          <m:r>
                            <a:rPr lang="en-GB" altLang="zh-CN" sz="1400" i="1">
                              <a:solidFill>
                                <a:schemeClr val="tx1"/>
                              </a:solidFill>
                              <a:latin typeface="Cambria Math" panose="02040503050406030204" pitchFamily="18" charset="0"/>
                            </a:rPr>
                            <m:t>𝑘</m:t>
                          </m:r>
                          <m:r>
                            <a:rPr lang="en-GB" altLang="zh-CN" sz="1400" i="1">
                              <a:solidFill>
                                <a:schemeClr val="tx1"/>
                              </a:solidFill>
                              <a:latin typeface="Cambria Math" panose="02040503050406030204" pitchFamily="18" charset="0"/>
                            </a:rPr>
                            <m:t>−</m:t>
                          </m:r>
                        </m:sub>
                      </m:sSub>
                    </m:oMath>
                  </m:oMathPara>
                </a14:m>
                <a:endParaRPr lang="en-GB" altLang="zh-CN" sz="1400" dirty="0">
                  <a:solidFill>
                    <a:schemeClr val="tx1"/>
                  </a:solidFill>
                </a:endParaRPr>
              </a:p>
            </p:txBody>
          </p:sp>
        </mc:Choice>
        <mc:Fallback xmlns="">
          <p:sp>
            <p:nvSpPr>
              <p:cNvPr id="4" name="文本框 3">
                <a:extLst>
                  <a:ext uri="{FF2B5EF4-FFF2-40B4-BE49-F238E27FC236}">
                    <a16:creationId xmlns:a16="http://schemas.microsoft.com/office/drawing/2014/main" id="{88C6A480-788F-D5F0-EC1C-A44FBAD25787}"/>
                  </a:ext>
                </a:extLst>
              </p:cNvPr>
              <p:cNvSpPr txBox="1">
                <a:spLocks noRot="1" noChangeAspect="1" noMove="1" noResize="1" noEditPoints="1" noAdjustHandles="1" noChangeArrowheads="1" noChangeShapeType="1" noTextEdit="1"/>
              </p:cNvSpPr>
              <p:nvPr/>
            </p:nvSpPr>
            <p:spPr>
              <a:xfrm>
                <a:off x="6711598" y="1491454"/>
                <a:ext cx="2180027" cy="2160591"/>
              </a:xfrm>
              <a:prstGeom prst="rect">
                <a:avLst/>
              </a:prstGeom>
              <a:blipFill>
                <a:blip r:embed="rId3"/>
                <a:stretch>
                  <a:fillRect l="-578"/>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422571121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a:extLst>
              <a:ext uri="{FF2B5EF4-FFF2-40B4-BE49-F238E27FC236}">
                <a16:creationId xmlns:a16="http://schemas.microsoft.com/office/drawing/2014/main" id="{5A07DAC7-EBD9-F69B-2743-3C1B6C2DACF1}"/>
              </a:ext>
            </a:extLst>
          </p:cNvPr>
          <p:cNvSpPr>
            <a:spLocks noGrp="1"/>
          </p:cNvSpPr>
          <p:nvPr>
            <p:ph type="title"/>
          </p:nvPr>
        </p:nvSpPr>
        <p:spPr/>
        <p:txBody>
          <a:bodyPr/>
          <a:lstStyle/>
          <a:p>
            <a:r>
              <a:rPr lang="en-GB" altLang="zh-CN" b="0" dirty="0"/>
              <a:t>Kalman Filter (Simplified)</a:t>
            </a:r>
            <a:endParaRPr lang="en-GB" dirty="0"/>
          </a:p>
        </p:txBody>
      </p:sp>
      <mc:AlternateContent xmlns:mc="http://schemas.openxmlformats.org/markup-compatibility/2006" xmlns:a14="http://schemas.microsoft.com/office/drawing/2010/main">
        <mc:Choice Requires="a14">
          <p:sp>
            <p:nvSpPr>
              <p:cNvPr id="6" name="文本占位符 5">
                <a:extLst>
                  <a:ext uri="{FF2B5EF4-FFF2-40B4-BE49-F238E27FC236}">
                    <a16:creationId xmlns:a16="http://schemas.microsoft.com/office/drawing/2014/main" id="{7B370F02-FE93-81B5-0FD4-6EF89F6179BB}"/>
                  </a:ext>
                </a:extLst>
              </p:cNvPr>
              <p:cNvSpPr>
                <a:spLocks noGrp="1"/>
              </p:cNvSpPr>
              <p:nvPr>
                <p:ph type="body" sz="quarter" idx="10"/>
              </p:nvPr>
            </p:nvSpPr>
            <p:spPr>
              <a:xfrm>
                <a:off x="628649" y="1465729"/>
                <a:ext cx="5627426" cy="3118351"/>
              </a:xfrm>
            </p:spPr>
            <p:txBody>
              <a:bodyPr/>
              <a:lstStyle/>
              <a:p>
                <a:r>
                  <a:rPr lang="en-GB" dirty="0"/>
                  <a:t>Then we got the matrix version of </a:t>
                </a:r>
                <a:r>
                  <a:rPr lang="en-GB" altLang="zh-CN" b="0" dirty="0"/>
                  <a:t>Kalman Filter </a:t>
                </a:r>
              </a:p>
              <a:p>
                <a:pPr>
                  <a:lnSpc>
                    <a:spcPct val="120000"/>
                  </a:lnSpc>
                </a:pPr>
                <a:r>
                  <a:rPr lang="en-GB" altLang="zh-CN" sz="1600" dirty="0">
                    <a:solidFill>
                      <a:srgbClr val="003399"/>
                    </a:solidFill>
                    <a:latin typeface="Cambria Math" panose="02040503050406030204" pitchFamily="18" charset="0"/>
                  </a:rPr>
                  <a:t>Prediction</a:t>
                </a:r>
              </a:p>
              <a:p>
                <a:pPr algn="ctr">
                  <a:lnSpc>
                    <a:spcPct val="120000"/>
                  </a:lnSpc>
                </a:pPr>
                <a14:m>
                  <m:oMath xmlns:m="http://schemas.openxmlformats.org/officeDocument/2006/math">
                    <m:sSub>
                      <m:sSubPr>
                        <m:ctrlPr>
                          <a:rPr lang="en-GB" altLang="zh-CN" i="1" smtClean="0">
                            <a:solidFill>
                              <a:schemeClr val="tx1"/>
                            </a:solidFill>
                            <a:latin typeface="Cambria Math" panose="02040503050406030204" pitchFamily="18" charset="0"/>
                          </a:rPr>
                        </m:ctrlPr>
                      </m:sSubPr>
                      <m:e>
                        <m:acc>
                          <m:accPr>
                            <m:chr m:val="̂"/>
                            <m:ctrlPr>
                              <a:rPr lang="en-GB" altLang="zh-CN" i="1">
                                <a:solidFill>
                                  <a:schemeClr val="tx1"/>
                                </a:solidFill>
                                <a:latin typeface="Cambria Math" panose="02040503050406030204" pitchFamily="18" charset="0"/>
                              </a:rPr>
                            </m:ctrlPr>
                          </m:accPr>
                          <m:e>
                            <m:r>
                              <a:rPr lang="en-GB" altLang="zh-CN" i="1">
                                <a:solidFill>
                                  <a:schemeClr val="tx1"/>
                                </a:solidFill>
                                <a:latin typeface="Cambria Math" panose="02040503050406030204" pitchFamily="18" charset="0"/>
                              </a:rPr>
                              <m:t>𝑥</m:t>
                            </m:r>
                          </m:e>
                        </m:acc>
                      </m:e>
                      <m:sub>
                        <m:r>
                          <a:rPr lang="en-GB" altLang="zh-CN" i="1">
                            <a:solidFill>
                              <a:schemeClr val="tx1"/>
                            </a:solidFill>
                            <a:latin typeface="Cambria Math" panose="02040503050406030204" pitchFamily="18" charset="0"/>
                          </a:rPr>
                          <m:t>𝑘</m:t>
                        </m:r>
                        <m:r>
                          <a:rPr lang="en-GB" altLang="zh-CN" i="1">
                            <a:solidFill>
                              <a:schemeClr val="tx1"/>
                            </a:solidFill>
                            <a:latin typeface="Cambria Math" panose="02040503050406030204" pitchFamily="18" charset="0"/>
                          </a:rPr>
                          <m:t>−</m:t>
                        </m:r>
                      </m:sub>
                    </m:sSub>
                    <m:r>
                      <a:rPr lang="en-GB" altLang="zh-CN" i="1">
                        <a:solidFill>
                          <a:schemeClr val="tx1"/>
                        </a:solidFill>
                        <a:latin typeface="Cambria Math" panose="02040503050406030204" pitchFamily="18" charset="0"/>
                      </a:rPr>
                      <m:t>=</m:t>
                    </m:r>
                    <m:r>
                      <a:rPr lang="en-GB" altLang="zh-CN" i="1">
                        <a:solidFill>
                          <a:schemeClr val="tx1"/>
                        </a:solidFill>
                        <a:latin typeface="Cambria Math" panose="02040503050406030204" pitchFamily="18" charset="0"/>
                      </a:rPr>
                      <m:t>𝐹</m:t>
                    </m:r>
                    <m:sSub>
                      <m:sSubPr>
                        <m:ctrlPr>
                          <a:rPr lang="en-GB" altLang="zh-CN" i="1">
                            <a:solidFill>
                              <a:schemeClr val="tx1"/>
                            </a:solidFill>
                            <a:latin typeface="Cambria Math" panose="02040503050406030204" pitchFamily="18" charset="0"/>
                          </a:rPr>
                        </m:ctrlPr>
                      </m:sSubPr>
                      <m:e>
                        <m:acc>
                          <m:accPr>
                            <m:chr m:val="̂"/>
                            <m:ctrlPr>
                              <a:rPr lang="en-GB" altLang="zh-CN" i="1">
                                <a:solidFill>
                                  <a:schemeClr val="tx1"/>
                                </a:solidFill>
                                <a:latin typeface="Cambria Math" panose="02040503050406030204" pitchFamily="18" charset="0"/>
                              </a:rPr>
                            </m:ctrlPr>
                          </m:accPr>
                          <m:e>
                            <m:r>
                              <a:rPr lang="en-GB" altLang="zh-CN" i="1">
                                <a:solidFill>
                                  <a:schemeClr val="tx1"/>
                                </a:solidFill>
                                <a:latin typeface="Cambria Math" panose="02040503050406030204" pitchFamily="18" charset="0"/>
                              </a:rPr>
                              <m:t>𝑥</m:t>
                            </m:r>
                          </m:e>
                        </m:acc>
                      </m:e>
                      <m:sub>
                        <m:r>
                          <a:rPr lang="en-GB" altLang="zh-CN" i="1">
                            <a:solidFill>
                              <a:schemeClr val="tx1"/>
                            </a:solidFill>
                            <a:latin typeface="Cambria Math" panose="02040503050406030204" pitchFamily="18" charset="0"/>
                          </a:rPr>
                          <m:t>𝑘</m:t>
                        </m:r>
                        <m:r>
                          <a:rPr lang="en-GB" altLang="zh-CN" i="1">
                            <a:solidFill>
                              <a:schemeClr val="tx1"/>
                            </a:solidFill>
                            <a:latin typeface="Cambria Math" panose="02040503050406030204" pitchFamily="18" charset="0"/>
                          </a:rPr>
                          <m:t>−1</m:t>
                        </m:r>
                      </m:sub>
                    </m:sSub>
                    <m:r>
                      <a:rPr lang="en-GB" altLang="zh-CN" i="1">
                        <a:solidFill>
                          <a:schemeClr val="tx1"/>
                        </a:solidFill>
                        <a:latin typeface="Cambria Math" panose="02040503050406030204" pitchFamily="18" charset="0"/>
                      </a:rPr>
                      <m:t>+</m:t>
                    </m:r>
                    <m:r>
                      <a:rPr lang="en-GB" altLang="zh-CN" i="1">
                        <a:solidFill>
                          <a:schemeClr val="tx1"/>
                        </a:solidFill>
                        <a:latin typeface="Cambria Math" panose="02040503050406030204" pitchFamily="18" charset="0"/>
                      </a:rPr>
                      <m:t>𝐵</m:t>
                    </m:r>
                    <m:sSub>
                      <m:sSubPr>
                        <m:ctrlPr>
                          <a:rPr lang="en-GB" altLang="zh-CN" i="1">
                            <a:solidFill>
                              <a:schemeClr val="tx1"/>
                            </a:solidFill>
                            <a:latin typeface="Cambria Math" panose="02040503050406030204" pitchFamily="18" charset="0"/>
                          </a:rPr>
                        </m:ctrlPr>
                      </m:sSubPr>
                      <m:e>
                        <m:r>
                          <a:rPr lang="en-GB" altLang="zh-CN" i="1">
                            <a:solidFill>
                              <a:schemeClr val="tx1"/>
                            </a:solidFill>
                            <a:latin typeface="Cambria Math" panose="02040503050406030204" pitchFamily="18" charset="0"/>
                          </a:rPr>
                          <m:t>𝑢</m:t>
                        </m:r>
                      </m:e>
                      <m:sub>
                        <m:r>
                          <a:rPr lang="en-GB" altLang="zh-CN" i="1">
                            <a:solidFill>
                              <a:schemeClr val="tx1"/>
                            </a:solidFill>
                            <a:latin typeface="Cambria Math" panose="02040503050406030204" pitchFamily="18" charset="0"/>
                          </a:rPr>
                          <m:t>𝑘</m:t>
                        </m:r>
                      </m:sub>
                    </m:sSub>
                  </m:oMath>
                </a14:m>
                <a:r>
                  <a:rPr lang="en-GB" altLang="zh-CN" sz="1600" dirty="0">
                    <a:solidFill>
                      <a:schemeClr val="tx1"/>
                    </a:solidFill>
                  </a:rPr>
                  <a:t> </a:t>
                </a:r>
              </a:p>
              <a:p>
                <a:pPr algn="ctr">
                  <a:lnSpc>
                    <a:spcPct val="120000"/>
                  </a:lnSpc>
                </a:pPr>
                <a14:m>
                  <m:oMath xmlns:m="http://schemas.openxmlformats.org/officeDocument/2006/math">
                    <m:sSub>
                      <m:sSubPr>
                        <m:ctrlPr>
                          <a:rPr lang="en-GB" altLang="zh-CN" i="1">
                            <a:solidFill>
                              <a:schemeClr val="tx1"/>
                            </a:solidFill>
                            <a:latin typeface="Cambria Math" panose="02040503050406030204" pitchFamily="18" charset="0"/>
                          </a:rPr>
                        </m:ctrlPr>
                      </m:sSubPr>
                      <m:e>
                        <m:r>
                          <a:rPr lang="en-GB" altLang="zh-CN" i="1">
                            <a:solidFill>
                              <a:schemeClr val="tx1"/>
                            </a:solidFill>
                            <a:latin typeface="Cambria Math" panose="02040503050406030204" pitchFamily="18" charset="0"/>
                          </a:rPr>
                          <m:t>𝑃</m:t>
                        </m:r>
                      </m:e>
                      <m:sub>
                        <m:r>
                          <a:rPr lang="en-GB" altLang="zh-CN" i="1">
                            <a:solidFill>
                              <a:schemeClr val="tx1"/>
                            </a:solidFill>
                            <a:latin typeface="Cambria Math" panose="02040503050406030204" pitchFamily="18" charset="0"/>
                          </a:rPr>
                          <m:t>𝑘</m:t>
                        </m:r>
                        <m:r>
                          <a:rPr lang="en-GB" altLang="zh-CN" i="1">
                            <a:solidFill>
                              <a:schemeClr val="tx1"/>
                            </a:solidFill>
                            <a:latin typeface="Cambria Math" panose="02040503050406030204" pitchFamily="18" charset="0"/>
                          </a:rPr>
                          <m:t>−</m:t>
                        </m:r>
                      </m:sub>
                    </m:sSub>
                    <m:r>
                      <a:rPr lang="en-GB" altLang="zh-CN" i="1">
                        <a:solidFill>
                          <a:schemeClr val="tx1"/>
                        </a:solidFill>
                        <a:latin typeface="Cambria Math" panose="02040503050406030204" pitchFamily="18" charset="0"/>
                      </a:rPr>
                      <m:t>=</m:t>
                    </m:r>
                    <m:r>
                      <a:rPr lang="en-GB" altLang="zh-CN" i="1">
                        <a:solidFill>
                          <a:schemeClr val="tx1"/>
                        </a:solidFill>
                        <a:latin typeface="Cambria Math" panose="02040503050406030204" pitchFamily="18" charset="0"/>
                      </a:rPr>
                      <m:t>𝐹</m:t>
                    </m:r>
                    <m:sSub>
                      <m:sSubPr>
                        <m:ctrlPr>
                          <a:rPr lang="en-GB" altLang="zh-CN" i="1">
                            <a:solidFill>
                              <a:schemeClr val="tx1"/>
                            </a:solidFill>
                            <a:latin typeface="Cambria Math" panose="02040503050406030204" pitchFamily="18" charset="0"/>
                          </a:rPr>
                        </m:ctrlPr>
                      </m:sSubPr>
                      <m:e>
                        <m:r>
                          <a:rPr lang="en-GB" altLang="zh-CN" i="1">
                            <a:solidFill>
                              <a:schemeClr val="tx1"/>
                            </a:solidFill>
                            <a:latin typeface="Cambria Math" panose="02040503050406030204" pitchFamily="18" charset="0"/>
                          </a:rPr>
                          <m:t>𝑃</m:t>
                        </m:r>
                      </m:e>
                      <m:sub>
                        <m:r>
                          <a:rPr lang="en-GB" altLang="zh-CN" i="1">
                            <a:solidFill>
                              <a:schemeClr val="tx1"/>
                            </a:solidFill>
                            <a:latin typeface="Cambria Math" panose="02040503050406030204" pitchFamily="18" charset="0"/>
                          </a:rPr>
                          <m:t>𝑘</m:t>
                        </m:r>
                        <m:r>
                          <a:rPr lang="en-GB" altLang="zh-CN" i="1">
                            <a:solidFill>
                              <a:schemeClr val="tx1"/>
                            </a:solidFill>
                            <a:latin typeface="Cambria Math" panose="02040503050406030204" pitchFamily="18" charset="0"/>
                          </a:rPr>
                          <m:t>−1</m:t>
                        </m:r>
                      </m:sub>
                    </m:sSub>
                    <m:sSup>
                      <m:sSupPr>
                        <m:ctrlPr>
                          <a:rPr lang="en-GB" altLang="zh-CN" i="1">
                            <a:solidFill>
                              <a:schemeClr val="tx1"/>
                            </a:solidFill>
                            <a:latin typeface="Cambria Math" panose="02040503050406030204" pitchFamily="18" charset="0"/>
                          </a:rPr>
                        </m:ctrlPr>
                      </m:sSupPr>
                      <m:e>
                        <m:r>
                          <a:rPr lang="en-GB" altLang="zh-CN" i="1">
                            <a:solidFill>
                              <a:schemeClr val="tx1"/>
                            </a:solidFill>
                            <a:latin typeface="Cambria Math" panose="02040503050406030204" pitchFamily="18" charset="0"/>
                          </a:rPr>
                          <m:t>𝐹</m:t>
                        </m:r>
                      </m:e>
                      <m:sup>
                        <m:r>
                          <a:rPr lang="en-GB" altLang="zh-CN" i="1">
                            <a:solidFill>
                              <a:schemeClr val="tx1"/>
                            </a:solidFill>
                            <a:latin typeface="Cambria Math" panose="02040503050406030204" pitchFamily="18" charset="0"/>
                          </a:rPr>
                          <m:t>𝑇</m:t>
                        </m:r>
                      </m:sup>
                    </m:sSup>
                    <m:r>
                      <a:rPr lang="en-GB" altLang="zh-CN" i="1">
                        <a:solidFill>
                          <a:schemeClr val="tx1"/>
                        </a:solidFill>
                        <a:latin typeface="Cambria Math" panose="02040503050406030204" pitchFamily="18" charset="0"/>
                      </a:rPr>
                      <m:t>+</m:t>
                    </m:r>
                    <m:sSub>
                      <m:sSubPr>
                        <m:ctrlPr>
                          <a:rPr lang="en-GB" altLang="zh-CN" i="1">
                            <a:solidFill>
                              <a:schemeClr val="tx1"/>
                            </a:solidFill>
                            <a:latin typeface="Cambria Math" panose="02040503050406030204" pitchFamily="18" charset="0"/>
                          </a:rPr>
                        </m:ctrlPr>
                      </m:sSubPr>
                      <m:e>
                        <m:r>
                          <a:rPr lang="en-GB" altLang="zh-CN" i="1">
                            <a:solidFill>
                              <a:schemeClr val="tx1"/>
                            </a:solidFill>
                            <a:latin typeface="Cambria Math" panose="02040503050406030204" pitchFamily="18" charset="0"/>
                          </a:rPr>
                          <m:t>𝑄</m:t>
                        </m:r>
                      </m:e>
                      <m:sub>
                        <m:r>
                          <a:rPr lang="en-GB" altLang="zh-CN" i="1">
                            <a:solidFill>
                              <a:schemeClr val="tx1"/>
                            </a:solidFill>
                            <a:latin typeface="Cambria Math" panose="02040503050406030204" pitchFamily="18" charset="0"/>
                          </a:rPr>
                          <m:t>𝑘</m:t>
                        </m:r>
                      </m:sub>
                    </m:sSub>
                  </m:oMath>
                </a14:m>
                <a:r>
                  <a:rPr lang="en-GB" altLang="zh-CN" sz="1600" dirty="0">
                    <a:solidFill>
                      <a:schemeClr val="tx1"/>
                    </a:solidFill>
                  </a:rPr>
                  <a:t> </a:t>
                </a:r>
              </a:p>
              <a:p>
                <a:pPr>
                  <a:lnSpc>
                    <a:spcPct val="120000"/>
                  </a:lnSpc>
                </a:pPr>
                <a:r>
                  <a:rPr lang="en-GB" altLang="zh-CN" sz="1600" dirty="0">
                    <a:solidFill>
                      <a:srgbClr val="003399"/>
                    </a:solidFill>
                  </a:rPr>
                  <a:t>Updating</a:t>
                </a:r>
              </a:p>
              <a:p>
                <a:pPr algn="ctr">
                  <a:lnSpc>
                    <a:spcPct val="120000"/>
                  </a:lnSpc>
                </a:pPr>
                <a14:m>
                  <m:oMath xmlns:m="http://schemas.openxmlformats.org/officeDocument/2006/math">
                    <m:sSub>
                      <m:sSubPr>
                        <m:ctrlPr>
                          <a:rPr lang="en-GB" altLang="zh-CN" i="1" smtClean="0">
                            <a:solidFill>
                              <a:schemeClr val="tx1"/>
                            </a:solidFill>
                            <a:latin typeface="Cambria Math" panose="02040503050406030204" pitchFamily="18" charset="0"/>
                          </a:rPr>
                        </m:ctrlPr>
                      </m:sSubPr>
                      <m:e>
                        <m:r>
                          <a:rPr lang="en-GB" altLang="zh-CN" i="1">
                            <a:latin typeface="Cambria Math" panose="02040503050406030204" pitchFamily="18" charset="0"/>
                          </a:rPr>
                          <m:t>𝛬</m:t>
                        </m:r>
                      </m:e>
                      <m:sub>
                        <m:r>
                          <a:rPr lang="en-GB" altLang="zh-CN" i="1">
                            <a:solidFill>
                              <a:schemeClr val="tx1"/>
                            </a:solidFill>
                            <a:latin typeface="Cambria Math" panose="02040503050406030204" pitchFamily="18" charset="0"/>
                          </a:rPr>
                          <m:t>𝑘</m:t>
                        </m:r>
                      </m:sub>
                    </m:sSub>
                    <m:r>
                      <a:rPr lang="en-GB" altLang="zh-CN" i="1">
                        <a:solidFill>
                          <a:schemeClr val="tx1"/>
                        </a:solidFill>
                        <a:latin typeface="Cambria Math" panose="02040503050406030204" pitchFamily="18" charset="0"/>
                      </a:rPr>
                      <m:t>=</m:t>
                    </m:r>
                    <m:sSub>
                      <m:sSubPr>
                        <m:ctrlPr>
                          <a:rPr lang="en-GB" altLang="zh-CN" i="1">
                            <a:solidFill>
                              <a:schemeClr val="tx1"/>
                            </a:solidFill>
                            <a:latin typeface="Cambria Math" panose="02040503050406030204" pitchFamily="18" charset="0"/>
                          </a:rPr>
                        </m:ctrlPr>
                      </m:sSubPr>
                      <m:e>
                        <m:r>
                          <a:rPr lang="en-GB" altLang="zh-CN" i="1">
                            <a:solidFill>
                              <a:schemeClr val="tx1"/>
                            </a:solidFill>
                            <a:latin typeface="Cambria Math" panose="02040503050406030204" pitchFamily="18" charset="0"/>
                          </a:rPr>
                          <m:t>𝑃</m:t>
                        </m:r>
                      </m:e>
                      <m:sub>
                        <m:r>
                          <a:rPr lang="en-GB" altLang="zh-CN" i="1">
                            <a:solidFill>
                              <a:schemeClr val="tx1"/>
                            </a:solidFill>
                            <a:latin typeface="Cambria Math" panose="02040503050406030204" pitchFamily="18" charset="0"/>
                          </a:rPr>
                          <m:t>𝑘</m:t>
                        </m:r>
                        <m:r>
                          <a:rPr lang="en-GB" altLang="zh-CN" i="1">
                            <a:solidFill>
                              <a:schemeClr val="tx1"/>
                            </a:solidFill>
                            <a:latin typeface="Cambria Math" panose="02040503050406030204" pitchFamily="18" charset="0"/>
                          </a:rPr>
                          <m:t>−</m:t>
                        </m:r>
                      </m:sub>
                    </m:sSub>
                    <m:sSup>
                      <m:sSupPr>
                        <m:ctrlPr>
                          <a:rPr lang="en-GB" altLang="zh-CN" i="1">
                            <a:solidFill>
                              <a:schemeClr val="tx1"/>
                            </a:solidFill>
                            <a:latin typeface="Cambria Math" panose="02040503050406030204" pitchFamily="18" charset="0"/>
                          </a:rPr>
                        </m:ctrlPr>
                      </m:sSupPr>
                      <m:e>
                        <m:d>
                          <m:dPr>
                            <m:ctrlPr>
                              <a:rPr lang="en-GB" altLang="zh-CN" i="1">
                                <a:solidFill>
                                  <a:schemeClr val="tx1"/>
                                </a:solidFill>
                                <a:latin typeface="Cambria Math" panose="02040503050406030204" pitchFamily="18" charset="0"/>
                              </a:rPr>
                            </m:ctrlPr>
                          </m:dPr>
                          <m:e>
                            <m:sSub>
                              <m:sSubPr>
                                <m:ctrlPr>
                                  <a:rPr lang="en-GB" altLang="zh-CN" i="1">
                                    <a:solidFill>
                                      <a:schemeClr val="tx1"/>
                                    </a:solidFill>
                                    <a:latin typeface="Cambria Math" panose="02040503050406030204" pitchFamily="18" charset="0"/>
                                  </a:rPr>
                                </m:ctrlPr>
                              </m:sSubPr>
                              <m:e>
                                <m:r>
                                  <a:rPr lang="en-GB" altLang="zh-CN" i="1">
                                    <a:solidFill>
                                      <a:schemeClr val="tx1"/>
                                    </a:solidFill>
                                    <a:latin typeface="Cambria Math" panose="02040503050406030204" pitchFamily="18" charset="0"/>
                                  </a:rPr>
                                  <m:t>𝑃</m:t>
                                </m:r>
                              </m:e>
                              <m:sub>
                                <m:r>
                                  <a:rPr lang="en-GB" altLang="zh-CN" i="1">
                                    <a:solidFill>
                                      <a:schemeClr val="tx1"/>
                                    </a:solidFill>
                                    <a:latin typeface="Cambria Math" panose="02040503050406030204" pitchFamily="18" charset="0"/>
                                  </a:rPr>
                                  <m:t>𝑘</m:t>
                                </m:r>
                                <m:r>
                                  <a:rPr lang="en-GB" altLang="zh-CN" i="1">
                                    <a:solidFill>
                                      <a:schemeClr val="tx1"/>
                                    </a:solidFill>
                                    <a:latin typeface="Cambria Math" panose="02040503050406030204" pitchFamily="18" charset="0"/>
                                  </a:rPr>
                                  <m:t>−</m:t>
                                </m:r>
                              </m:sub>
                            </m:sSub>
                            <m:r>
                              <a:rPr lang="en-GB" altLang="zh-CN" i="1">
                                <a:solidFill>
                                  <a:schemeClr val="tx1"/>
                                </a:solidFill>
                                <a:latin typeface="Cambria Math" panose="02040503050406030204" pitchFamily="18" charset="0"/>
                              </a:rPr>
                              <m:t>+</m:t>
                            </m:r>
                            <m:sSub>
                              <m:sSubPr>
                                <m:ctrlPr>
                                  <a:rPr lang="en-GB" altLang="zh-CN" i="1">
                                    <a:solidFill>
                                      <a:schemeClr val="tx1"/>
                                    </a:solidFill>
                                    <a:latin typeface="Cambria Math" panose="02040503050406030204" pitchFamily="18" charset="0"/>
                                  </a:rPr>
                                </m:ctrlPr>
                              </m:sSubPr>
                              <m:e>
                                <m:r>
                                  <a:rPr lang="en-GB" altLang="zh-CN" i="1">
                                    <a:solidFill>
                                      <a:schemeClr val="tx1"/>
                                    </a:solidFill>
                                    <a:latin typeface="Cambria Math" panose="02040503050406030204" pitchFamily="18" charset="0"/>
                                  </a:rPr>
                                  <m:t>𝑅</m:t>
                                </m:r>
                              </m:e>
                              <m:sub>
                                <m:r>
                                  <a:rPr lang="en-GB" altLang="zh-CN" i="1">
                                    <a:solidFill>
                                      <a:schemeClr val="tx1"/>
                                    </a:solidFill>
                                    <a:latin typeface="Cambria Math" panose="02040503050406030204" pitchFamily="18" charset="0"/>
                                  </a:rPr>
                                  <m:t>𝑘</m:t>
                                </m:r>
                              </m:sub>
                            </m:sSub>
                          </m:e>
                        </m:d>
                      </m:e>
                      <m:sup>
                        <m:r>
                          <a:rPr lang="en-GB" altLang="zh-CN" i="1">
                            <a:solidFill>
                              <a:schemeClr val="tx1"/>
                            </a:solidFill>
                            <a:latin typeface="Cambria Math" panose="02040503050406030204" pitchFamily="18" charset="0"/>
                          </a:rPr>
                          <m:t>−1</m:t>
                        </m:r>
                      </m:sup>
                    </m:sSup>
                  </m:oMath>
                </a14:m>
                <a:r>
                  <a:rPr lang="en-GB" altLang="zh-CN" sz="1600" dirty="0">
                    <a:solidFill>
                      <a:schemeClr val="tx1"/>
                    </a:solidFill>
                  </a:rPr>
                  <a:t> </a:t>
                </a:r>
              </a:p>
              <a:p>
                <a:pPr algn="ctr"/>
                <a14:m>
                  <m:oMath xmlns:m="http://schemas.openxmlformats.org/officeDocument/2006/math">
                    <m:sSub>
                      <m:sSubPr>
                        <m:ctrlPr>
                          <a:rPr lang="en-GB" altLang="zh-CN" i="1">
                            <a:solidFill>
                              <a:schemeClr val="tx1"/>
                            </a:solidFill>
                            <a:latin typeface="Cambria Math" panose="02040503050406030204" pitchFamily="18" charset="0"/>
                          </a:rPr>
                        </m:ctrlPr>
                      </m:sSubPr>
                      <m:e>
                        <m:acc>
                          <m:accPr>
                            <m:chr m:val="̂"/>
                            <m:ctrlPr>
                              <a:rPr lang="en-GB" altLang="zh-CN" i="1">
                                <a:solidFill>
                                  <a:schemeClr val="tx1"/>
                                </a:solidFill>
                                <a:latin typeface="Cambria Math" panose="02040503050406030204" pitchFamily="18" charset="0"/>
                              </a:rPr>
                            </m:ctrlPr>
                          </m:accPr>
                          <m:e>
                            <m:r>
                              <a:rPr lang="en-GB" altLang="zh-CN" i="1">
                                <a:solidFill>
                                  <a:schemeClr val="tx1"/>
                                </a:solidFill>
                                <a:latin typeface="Cambria Math" panose="02040503050406030204" pitchFamily="18" charset="0"/>
                              </a:rPr>
                              <m:t>𝑥</m:t>
                            </m:r>
                          </m:e>
                        </m:acc>
                      </m:e>
                      <m:sub>
                        <m:r>
                          <a:rPr lang="en-GB" altLang="zh-CN" i="1">
                            <a:solidFill>
                              <a:schemeClr val="tx1"/>
                            </a:solidFill>
                            <a:latin typeface="Cambria Math" panose="02040503050406030204" pitchFamily="18" charset="0"/>
                          </a:rPr>
                          <m:t>𝑘</m:t>
                        </m:r>
                      </m:sub>
                    </m:sSub>
                    <m:r>
                      <a:rPr lang="en-GB" altLang="zh-CN" i="1">
                        <a:solidFill>
                          <a:schemeClr val="tx1"/>
                        </a:solidFill>
                        <a:latin typeface="Cambria Math" panose="02040503050406030204" pitchFamily="18" charset="0"/>
                      </a:rPr>
                      <m:t>=</m:t>
                    </m:r>
                    <m:sSub>
                      <m:sSubPr>
                        <m:ctrlPr>
                          <a:rPr lang="en-GB" altLang="zh-CN" i="1">
                            <a:solidFill>
                              <a:schemeClr val="tx1"/>
                            </a:solidFill>
                            <a:latin typeface="Cambria Math" panose="02040503050406030204" pitchFamily="18" charset="0"/>
                          </a:rPr>
                        </m:ctrlPr>
                      </m:sSubPr>
                      <m:e>
                        <m:acc>
                          <m:accPr>
                            <m:chr m:val="̂"/>
                            <m:ctrlPr>
                              <a:rPr lang="en-GB" altLang="zh-CN" i="1">
                                <a:solidFill>
                                  <a:schemeClr val="tx1"/>
                                </a:solidFill>
                                <a:latin typeface="Cambria Math" panose="02040503050406030204" pitchFamily="18" charset="0"/>
                              </a:rPr>
                            </m:ctrlPr>
                          </m:accPr>
                          <m:e>
                            <m:r>
                              <a:rPr lang="en-GB" altLang="zh-CN" i="1">
                                <a:solidFill>
                                  <a:schemeClr val="tx1"/>
                                </a:solidFill>
                                <a:latin typeface="Cambria Math" panose="02040503050406030204" pitchFamily="18" charset="0"/>
                              </a:rPr>
                              <m:t>𝑥</m:t>
                            </m:r>
                          </m:e>
                        </m:acc>
                      </m:e>
                      <m:sub>
                        <m:r>
                          <a:rPr lang="en-GB" altLang="zh-CN" i="1">
                            <a:solidFill>
                              <a:schemeClr val="tx1"/>
                            </a:solidFill>
                            <a:latin typeface="Cambria Math" panose="02040503050406030204" pitchFamily="18" charset="0"/>
                          </a:rPr>
                          <m:t>𝑘</m:t>
                        </m:r>
                        <m:r>
                          <a:rPr lang="en-GB" altLang="zh-CN" i="1">
                            <a:solidFill>
                              <a:schemeClr val="tx1"/>
                            </a:solidFill>
                            <a:latin typeface="Cambria Math" panose="02040503050406030204" pitchFamily="18" charset="0"/>
                          </a:rPr>
                          <m:t>−</m:t>
                        </m:r>
                      </m:sub>
                    </m:sSub>
                    <m:r>
                      <a:rPr lang="en-GB" altLang="zh-CN" i="1">
                        <a:solidFill>
                          <a:schemeClr val="tx1"/>
                        </a:solidFill>
                        <a:latin typeface="Cambria Math" panose="02040503050406030204" pitchFamily="18" charset="0"/>
                      </a:rPr>
                      <m:t>+</m:t>
                    </m:r>
                    <m:sSub>
                      <m:sSubPr>
                        <m:ctrlPr>
                          <a:rPr lang="en-GB" altLang="zh-CN" i="1">
                            <a:solidFill>
                              <a:schemeClr val="tx1"/>
                            </a:solidFill>
                            <a:latin typeface="Cambria Math" panose="02040503050406030204" pitchFamily="18" charset="0"/>
                          </a:rPr>
                        </m:ctrlPr>
                      </m:sSubPr>
                      <m:e>
                        <m:r>
                          <a:rPr lang="en-GB" altLang="zh-CN" i="1" smtClean="0">
                            <a:solidFill>
                              <a:schemeClr val="tx1"/>
                            </a:solidFill>
                            <a:latin typeface="Cambria Math" panose="02040503050406030204" pitchFamily="18" charset="0"/>
                          </a:rPr>
                          <m:t>𝛬</m:t>
                        </m:r>
                      </m:e>
                      <m:sub>
                        <m:r>
                          <a:rPr lang="en-GB" altLang="zh-CN" i="1">
                            <a:solidFill>
                              <a:schemeClr val="tx1"/>
                            </a:solidFill>
                            <a:latin typeface="Cambria Math" panose="02040503050406030204" pitchFamily="18" charset="0"/>
                          </a:rPr>
                          <m:t>𝑘</m:t>
                        </m:r>
                      </m:sub>
                    </m:sSub>
                    <m:d>
                      <m:dPr>
                        <m:ctrlPr>
                          <a:rPr lang="en-GB" altLang="zh-CN" i="1">
                            <a:solidFill>
                              <a:schemeClr val="tx1"/>
                            </a:solidFill>
                            <a:latin typeface="Cambria Math" panose="02040503050406030204" pitchFamily="18" charset="0"/>
                          </a:rPr>
                        </m:ctrlPr>
                      </m:dPr>
                      <m:e>
                        <m:sSub>
                          <m:sSubPr>
                            <m:ctrlPr>
                              <a:rPr lang="en-GB" altLang="zh-CN" i="1">
                                <a:solidFill>
                                  <a:schemeClr val="tx1"/>
                                </a:solidFill>
                                <a:latin typeface="Cambria Math" panose="02040503050406030204" pitchFamily="18" charset="0"/>
                              </a:rPr>
                            </m:ctrlPr>
                          </m:sSubPr>
                          <m:e>
                            <m:r>
                              <a:rPr lang="en-GB" altLang="zh-CN" i="1">
                                <a:solidFill>
                                  <a:schemeClr val="tx1"/>
                                </a:solidFill>
                                <a:latin typeface="Cambria Math" panose="02040503050406030204" pitchFamily="18" charset="0"/>
                              </a:rPr>
                              <m:t>𝑧</m:t>
                            </m:r>
                          </m:e>
                          <m:sub>
                            <m:r>
                              <a:rPr lang="en-GB" altLang="zh-CN" i="1">
                                <a:solidFill>
                                  <a:schemeClr val="tx1"/>
                                </a:solidFill>
                                <a:latin typeface="Cambria Math" panose="02040503050406030204" pitchFamily="18" charset="0"/>
                              </a:rPr>
                              <m:t>𝑘</m:t>
                            </m:r>
                          </m:sub>
                        </m:sSub>
                        <m:r>
                          <a:rPr lang="en-GB" altLang="zh-CN" i="1">
                            <a:solidFill>
                              <a:schemeClr val="tx1"/>
                            </a:solidFill>
                            <a:latin typeface="Cambria Math" panose="02040503050406030204" pitchFamily="18" charset="0"/>
                          </a:rPr>
                          <m:t>−</m:t>
                        </m:r>
                        <m:sSub>
                          <m:sSubPr>
                            <m:ctrlPr>
                              <a:rPr lang="en-GB" altLang="zh-CN" i="1">
                                <a:solidFill>
                                  <a:schemeClr val="tx1"/>
                                </a:solidFill>
                                <a:latin typeface="Cambria Math" panose="02040503050406030204" pitchFamily="18" charset="0"/>
                              </a:rPr>
                            </m:ctrlPr>
                          </m:sSubPr>
                          <m:e>
                            <m:acc>
                              <m:accPr>
                                <m:chr m:val="̂"/>
                                <m:ctrlPr>
                                  <a:rPr lang="en-GB" altLang="zh-CN" i="1">
                                    <a:solidFill>
                                      <a:schemeClr val="tx1"/>
                                    </a:solidFill>
                                    <a:latin typeface="Cambria Math" panose="02040503050406030204" pitchFamily="18" charset="0"/>
                                  </a:rPr>
                                </m:ctrlPr>
                              </m:accPr>
                              <m:e>
                                <m:r>
                                  <a:rPr lang="en-GB" altLang="zh-CN" i="1">
                                    <a:solidFill>
                                      <a:schemeClr val="tx1"/>
                                    </a:solidFill>
                                    <a:latin typeface="Cambria Math" panose="02040503050406030204" pitchFamily="18" charset="0"/>
                                  </a:rPr>
                                  <m:t>𝑥</m:t>
                                </m:r>
                              </m:e>
                            </m:acc>
                          </m:e>
                          <m:sub>
                            <m:r>
                              <a:rPr lang="en-GB" altLang="zh-CN" i="1">
                                <a:solidFill>
                                  <a:schemeClr val="tx1"/>
                                </a:solidFill>
                                <a:latin typeface="Cambria Math" panose="02040503050406030204" pitchFamily="18" charset="0"/>
                              </a:rPr>
                              <m:t>𝑘</m:t>
                            </m:r>
                            <m:r>
                              <a:rPr lang="en-GB" altLang="zh-CN" i="1">
                                <a:solidFill>
                                  <a:schemeClr val="tx1"/>
                                </a:solidFill>
                                <a:latin typeface="Cambria Math" panose="02040503050406030204" pitchFamily="18" charset="0"/>
                              </a:rPr>
                              <m:t>−</m:t>
                            </m:r>
                          </m:sub>
                        </m:sSub>
                      </m:e>
                    </m:d>
                  </m:oMath>
                </a14:m>
                <a:r>
                  <a:rPr lang="en-GB" altLang="zh-CN" dirty="0">
                    <a:solidFill>
                      <a:schemeClr val="tx1"/>
                    </a:solidFill>
                  </a:rPr>
                  <a:t> </a:t>
                </a:r>
              </a:p>
              <a:p>
                <a:pPr algn="ctr"/>
                <a14:m>
                  <m:oMath xmlns:m="http://schemas.openxmlformats.org/officeDocument/2006/math">
                    <m:sSub>
                      <m:sSubPr>
                        <m:ctrlPr>
                          <a:rPr lang="en-GB" altLang="zh-CN" i="1">
                            <a:solidFill>
                              <a:schemeClr val="tx1"/>
                            </a:solidFill>
                            <a:latin typeface="Cambria Math" panose="02040503050406030204" pitchFamily="18" charset="0"/>
                          </a:rPr>
                        </m:ctrlPr>
                      </m:sSubPr>
                      <m:e>
                        <m:r>
                          <a:rPr lang="en-GB" altLang="zh-CN" i="1">
                            <a:solidFill>
                              <a:schemeClr val="tx1"/>
                            </a:solidFill>
                            <a:latin typeface="Cambria Math" panose="02040503050406030204" pitchFamily="18" charset="0"/>
                          </a:rPr>
                          <m:t>𝑃</m:t>
                        </m:r>
                      </m:e>
                      <m:sub>
                        <m:r>
                          <a:rPr lang="en-GB" altLang="zh-CN" i="1">
                            <a:solidFill>
                              <a:schemeClr val="tx1"/>
                            </a:solidFill>
                            <a:latin typeface="Cambria Math" panose="02040503050406030204" pitchFamily="18" charset="0"/>
                          </a:rPr>
                          <m:t>𝑘</m:t>
                        </m:r>
                      </m:sub>
                    </m:sSub>
                    <m:r>
                      <a:rPr lang="en-GB" altLang="zh-CN" i="1">
                        <a:solidFill>
                          <a:schemeClr val="tx1"/>
                        </a:solidFill>
                        <a:latin typeface="Cambria Math" panose="02040503050406030204" pitchFamily="18" charset="0"/>
                      </a:rPr>
                      <m:t>=</m:t>
                    </m:r>
                    <m:d>
                      <m:dPr>
                        <m:ctrlPr>
                          <a:rPr lang="en-GB" altLang="zh-CN" i="1">
                            <a:solidFill>
                              <a:schemeClr val="tx1"/>
                            </a:solidFill>
                            <a:latin typeface="Cambria Math" panose="02040503050406030204" pitchFamily="18" charset="0"/>
                          </a:rPr>
                        </m:ctrlPr>
                      </m:dPr>
                      <m:e>
                        <m:r>
                          <a:rPr lang="en-GB" altLang="zh-CN" i="1">
                            <a:solidFill>
                              <a:schemeClr val="tx1"/>
                            </a:solidFill>
                            <a:latin typeface="Cambria Math" panose="02040503050406030204" pitchFamily="18" charset="0"/>
                          </a:rPr>
                          <m:t>𝐼</m:t>
                        </m:r>
                        <m:r>
                          <a:rPr lang="en-GB" altLang="zh-CN" i="1">
                            <a:solidFill>
                              <a:schemeClr val="tx1"/>
                            </a:solidFill>
                            <a:latin typeface="Cambria Math" panose="02040503050406030204" pitchFamily="18" charset="0"/>
                          </a:rPr>
                          <m:t>−</m:t>
                        </m:r>
                        <m:sSub>
                          <m:sSubPr>
                            <m:ctrlPr>
                              <a:rPr lang="en-GB" altLang="zh-CN" i="1">
                                <a:solidFill>
                                  <a:schemeClr val="tx1"/>
                                </a:solidFill>
                                <a:latin typeface="Cambria Math" panose="02040503050406030204" pitchFamily="18" charset="0"/>
                              </a:rPr>
                            </m:ctrlPr>
                          </m:sSubPr>
                          <m:e>
                            <m:r>
                              <a:rPr lang="en-GB" altLang="zh-CN" i="1">
                                <a:latin typeface="Cambria Math" panose="02040503050406030204" pitchFamily="18" charset="0"/>
                              </a:rPr>
                              <m:t>𝛬</m:t>
                            </m:r>
                          </m:e>
                          <m:sub>
                            <m:r>
                              <a:rPr lang="en-GB" altLang="zh-CN" i="1">
                                <a:solidFill>
                                  <a:schemeClr val="tx1"/>
                                </a:solidFill>
                                <a:latin typeface="Cambria Math" panose="02040503050406030204" pitchFamily="18" charset="0"/>
                              </a:rPr>
                              <m:t>𝑘</m:t>
                            </m:r>
                          </m:sub>
                        </m:sSub>
                      </m:e>
                    </m:d>
                    <m:sSub>
                      <m:sSubPr>
                        <m:ctrlPr>
                          <a:rPr lang="en-GB" altLang="zh-CN" i="1">
                            <a:solidFill>
                              <a:schemeClr val="tx1"/>
                            </a:solidFill>
                            <a:latin typeface="Cambria Math" panose="02040503050406030204" pitchFamily="18" charset="0"/>
                          </a:rPr>
                        </m:ctrlPr>
                      </m:sSubPr>
                      <m:e>
                        <m:r>
                          <a:rPr lang="en-GB" altLang="zh-CN" b="0" i="1" smtClean="0">
                            <a:solidFill>
                              <a:schemeClr val="tx1"/>
                            </a:solidFill>
                            <a:latin typeface="Cambria Math" panose="02040503050406030204" pitchFamily="18" charset="0"/>
                          </a:rPr>
                          <m:t>𝑃</m:t>
                        </m:r>
                      </m:e>
                      <m:sub>
                        <m:r>
                          <a:rPr lang="en-GB" altLang="zh-CN" i="1">
                            <a:solidFill>
                              <a:schemeClr val="tx1"/>
                            </a:solidFill>
                            <a:latin typeface="Cambria Math" panose="02040503050406030204" pitchFamily="18" charset="0"/>
                          </a:rPr>
                          <m:t>𝑘</m:t>
                        </m:r>
                        <m:r>
                          <a:rPr lang="en-GB" altLang="zh-CN" i="1">
                            <a:solidFill>
                              <a:schemeClr val="tx1"/>
                            </a:solidFill>
                            <a:latin typeface="Cambria Math" panose="02040503050406030204" pitchFamily="18" charset="0"/>
                          </a:rPr>
                          <m:t>−</m:t>
                        </m:r>
                      </m:sub>
                    </m:sSub>
                  </m:oMath>
                </a14:m>
                <a:r>
                  <a:rPr lang="en-GB" altLang="zh-CN" dirty="0">
                    <a:solidFill>
                      <a:schemeClr val="tx1"/>
                    </a:solidFill>
                  </a:rPr>
                  <a:t> </a:t>
                </a:r>
              </a:p>
              <a:p>
                <a:endParaRPr lang="en-GB" dirty="0"/>
              </a:p>
            </p:txBody>
          </p:sp>
        </mc:Choice>
        <mc:Fallback xmlns="">
          <p:sp>
            <p:nvSpPr>
              <p:cNvPr id="6" name="文本占位符 5">
                <a:extLst>
                  <a:ext uri="{FF2B5EF4-FFF2-40B4-BE49-F238E27FC236}">
                    <a16:creationId xmlns:a16="http://schemas.microsoft.com/office/drawing/2014/main" id="{7B370F02-FE93-81B5-0FD4-6EF89F6179BB}"/>
                  </a:ext>
                </a:extLst>
              </p:cNvPr>
              <p:cNvSpPr>
                <a:spLocks noGrp="1" noRot="1" noChangeAspect="1" noMove="1" noResize="1" noEditPoints="1" noAdjustHandles="1" noChangeArrowheads="1" noChangeShapeType="1" noTextEdit="1"/>
              </p:cNvSpPr>
              <p:nvPr>
                <p:ph type="body" sz="quarter" idx="10"/>
              </p:nvPr>
            </p:nvSpPr>
            <p:spPr>
              <a:xfrm>
                <a:off x="628649" y="1465729"/>
                <a:ext cx="5627426" cy="3118351"/>
              </a:xfrm>
              <a:blipFill>
                <a:blip r:embed="rId2"/>
                <a:stretch>
                  <a:fillRect l="-450" t="-1626"/>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00071302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a:extLst>
              <a:ext uri="{FF2B5EF4-FFF2-40B4-BE49-F238E27FC236}">
                <a16:creationId xmlns:a16="http://schemas.microsoft.com/office/drawing/2014/main" id="{5A07DAC7-EBD9-F69B-2743-3C1B6C2DACF1}"/>
              </a:ext>
            </a:extLst>
          </p:cNvPr>
          <p:cNvSpPr>
            <a:spLocks noGrp="1"/>
          </p:cNvSpPr>
          <p:nvPr>
            <p:ph type="title"/>
          </p:nvPr>
        </p:nvSpPr>
        <p:spPr>
          <a:xfrm>
            <a:off x="628649" y="559420"/>
            <a:ext cx="7732925" cy="630335"/>
          </a:xfrm>
        </p:spPr>
        <p:txBody>
          <a:bodyPr/>
          <a:lstStyle/>
          <a:p>
            <a:r>
              <a:rPr lang="en-GB" altLang="zh-CN" b="0" dirty="0"/>
              <a:t>Kalman Filter (full-version)</a:t>
            </a:r>
            <a:endParaRPr lang="en-GB" b="0" dirty="0"/>
          </a:p>
        </p:txBody>
      </p:sp>
      <mc:AlternateContent xmlns:mc="http://schemas.openxmlformats.org/markup-compatibility/2006" xmlns:a14="http://schemas.microsoft.com/office/drawing/2010/main">
        <mc:Choice Requires="a14">
          <p:sp>
            <p:nvSpPr>
              <p:cNvPr id="6" name="文本占位符 5">
                <a:extLst>
                  <a:ext uri="{FF2B5EF4-FFF2-40B4-BE49-F238E27FC236}">
                    <a16:creationId xmlns:a16="http://schemas.microsoft.com/office/drawing/2014/main" id="{7B370F02-FE93-81B5-0FD4-6EF89F6179BB}"/>
                  </a:ext>
                </a:extLst>
              </p:cNvPr>
              <p:cNvSpPr>
                <a:spLocks noGrp="1"/>
              </p:cNvSpPr>
              <p:nvPr>
                <p:ph type="body" sz="quarter" idx="10"/>
              </p:nvPr>
            </p:nvSpPr>
            <p:spPr>
              <a:xfrm>
                <a:off x="628650" y="1465263"/>
                <a:ext cx="7785146" cy="3179100"/>
              </a:xfrm>
            </p:spPr>
            <p:txBody>
              <a:bodyPr/>
              <a:lstStyle/>
              <a:p>
                <a:r>
                  <a:rPr lang="en-GB" dirty="0"/>
                  <a:t>There is one thing remaining. So far, we suppose that </a:t>
                </a:r>
                <a14:m>
                  <m:oMath xmlns:m="http://schemas.openxmlformats.org/officeDocument/2006/math">
                    <m:sSub>
                      <m:sSubPr>
                        <m:ctrlPr>
                          <a:rPr lang="en-GB" altLang="zh-CN" i="1" smtClean="0">
                            <a:solidFill>
                              <a:schemeClr val="tx1"/>
                            </a:solidFill>
                            <a:latin typeface="Cambria Math" panose="02040503050406030204" pitchFamily="18" charset="0"/>
                          </a:rPr>
                        </m:ctrlPr>
                      </m:sSubPr>
                      <m:e>
                        <m:r>
                          <a:rPr lang="en-GB" altLang="zh-CN" i="1">
                            <a:solidFill>
                              <a:schemeClr val="tx1"/>
                            </a:solidFill>
                            <a:latin typeface="Cambria Math" panose="02040503050406030204" pitchFamily="18" charset="0"/>
                          </a:rPr>
                          <m:t>𝑧</m:t>
                        </m:r>
                      </m:e>
                      <m:sub>
                        <m:r>
                          <a:rPr lang="en-GB" altLang="zh-CN" i="1">
                            <a:solidFill>
                              <a:schemeClr val="tx1"/>
                            </a:solidFill>
                            <a:latin typeface="Cambria Math" panose="02040503050406030204" pitchFamily="18" charset="0"/>
                          </a:rPr>
                          <m:t>𝑘</m:t>
                        </m:r>
                      </m:sub>
                    </m:sSub>
                  </m:oMath>
                </a14:m>
                <a:r>
                  <a:rPr lang="en-GB" altLang="zh-CN" dirty="0"/>
                  <a:t> directly reflexes all the variables of </a:t>
                </a:r>
                <a14:m>
                  <m:oMath xmlns:m="http://schemas.openxmlformats.org/officeDocument/2006/math">
                    <m:sSub>
                      <m:sSubPr>
                        <m:ctrlPr>
                          <a:rPr lang="en-GB" altLang="zh-CN" i="1">
                            <a:latin typeface="Cambria Math" panose="02040503050406030204" pitchFamily="18" charset="0"/>
                          </a:rPr>
                        </m:ctrlPr>
                      </m:sSubPr>
                      <m:e>
                        <m:r>
                          <a:rPr lang="en-GB" altLang="zh-CN" b="0" i="1" smtClean="0">
                            <a:latin typeface="Cambria Math" panose="02040503050406030204" pitchFamily="18" charset="0"/>
                          </a:rPr>
                          <m:t>𝑥</m:t>
                        </m:r>
                      </m:e>
                      <m:sub>
                        <m:r>
                          <a:rPr lang="en-GB" altLang="zh-CN" i="1">
                            <a:latin typeface="Cambria Math" panose="02040503050406030204" pitchFamily="18" charset="0"/>
                          </a:rPr>
                          <m:t>𝑘</m:t>
                        </m:r>
                      </m:sub>
                    </m:sSub>
                  </m:oMath>
                </a14:m>
                <a:r>
                  <a:rPr lang="en-GB" altLang="zh-CN" dirty="0"/>
                  <a:t>, so we can produce </a:t>
                </a:r>
                <a14:m>
                  <m:oMath xmlns:m="http://schemas.openxmlformats.org/officeDocument/2006/math">
                    <m:sSub>
                      <m:sSubPr>
                        <m:ctrlPr>
                          <a:rPr lang="en-GB" altLang="zh-CN" i="1">
                            <a:latin typeface="Cambria Math" panose="02040503050406030204" pitchFamily="18" charset="0"/>
                          </a:rPr>
                        </m:ctrlPr>
                      </m:sSubPr>
                      <m:e>
                        <m:r>
                          <a:rPr lang="en-GB" altLang="zh-CN" i="1">
                            <a:latin typeface="Cambria Math" panose="02040503050406030204" pitchFamily="18" charset="0"/>
                          </a:rPr>
                          <m:t>𝑧</m:t>
                        </m:r>
                      </m:e>
                      <m:sub>
                        <m:r>
                          <a:rPr lang="en-GB" altLang="zh-CN" i="1">
                            <a:latin typeface="Cambria Math" panose="02040503050406030204" pitchFamily="18" charset="0"/>
                          </a:rPr>
                          <m:t>𝑘</m:t>
                        </m:r>
                      </m:sub>
                    </m:sSub>
                    <m:r>
                      <a:rPr lang="en-GB" altLang="zh-CN" i="1">
                        <a:latin typeface="Cambria Math" panose="02040503050406030204" pitchFamily="18" charset="0"/>
                      </a:rPr>
                      <m:t>−</m:t>
                    </m:r>
                    <m:sSub>
                      <m:sSubPr>
                        <m:ctrlPr>
                          <a:rPr lang="en-GB" altLang="zh-CN" i="1">
                            <a:latin typeface="Cambria Math" panose="02040503050406030204" pitchFamily="18" charset="0"/>
                          </a:rPr>
                        </m:ctrlPr>
                      </m:sSubPr>
                      <m:e>
                        <m:acc>
                          <m:accPr>
                            <m:chr m:val="̂"/>
                            <m:ctrlPr>
                              <a:rPr lang="en-GB" altLang="zh-CN" i="1">
                                <a:latin typeface="Cambria Math" panose="02040503050406030204" pitchFamily="18" charset="0"/>
                              </a:rPr>
                            </m:ctrlPr>
                          </m:accPr>
                          <m:e>
                            <m:r>
                              <a:rPr lang="en-GB" altLang="zh-CN" i="1">
                                <a:latin typeface="Cambria Math" panose="02040503050406030204" pitchFamily="18" charset="0"/>
                              </a:rPr>
                              <m:t>𝑥</m:t>
                            </m:r>
                          </m:e>
                        </m:acc>
                      </m:e>
                      <m:sub>
                        <m:r>
                          <a:rPr lang="en-GB" altLang="zh-CN" i="1">
                            <a:latin typeface="Cambria Math" panose="02040503050406030204" pitchFamily="18" charset="0"/>
                          </a:rPr>
                          <m:t>𝑘</m:t>
                        </m:r>
                        <m:r>
                          <a:rPr lang="en-GB" altLang="zh-CN" i="1">
                            <a:latin typeface="Cambria Math" panose="02040503050406030204" pitchFamily="18" charset="0"/>
                          </a:rPr>
                          <m:t>−</m:t>
                        </m:r>
                      </m:sub>
                    </m:sSub>
                  </m:oMath>
                </a14:m>
                <a:r>
                  <a:rPr lang="en-GB" altLang="zh-CN" dirty="0"/>
                  <a:t>. However, in the real-life cases, </a:t>
                </a:r>
                <a14:m>
                  <m:oMath xmlns:m="http://schemas.openxmlformats.org/officeDocument/2006/math">
                    <m:sSub>
                      <m:sSubPr>
                        <m:ctrlPr>
                          <a:rPr lang="en-GB" altLang="zh-CN" i="1">
                            <a:latin typeface="Cambria Math" panose="02040503050406030204" pitchFamily="18" charset="0"/>
                          </a:rPr>
                        </m:ctrlPr>
                      </m:sSubPr>
                      <m:e>
                        <m:r>
                          <a:rPr lang="en-GB" altLang="zh-CN" i="1">
                            <a:latin typeface="Cambria Math" panose="02040503050406030204" pitchFamily="18" charset="0"/>
                          </a:rPr>
                          <m:t>𝑧</m:t>
                        </m:r>
                      </m:e>
                      <m:sub>
                        <m:r>
                          <a:rPr lang="en-GB" altLang="zh-CN" i="1">
                            <a:latin typeface="Cambria Math" panose="02040503050406030204" pitchFamily="18" charset="0"/>
                          </a:rPr>
                          <m:t>𝑘</m:t>
                        </m:r>
                      </m:sub>
                    </m:sSub>
                  </m:oMath>
                </a14:m>
                <a:r>
                  <a:rPr lang="en-GB" altLang="zh-CN" dirty="0"/>
                  <a:t> may contain patricidal data of </a:t>
                </a:r>
                <a14:m>
                  <m:oMath xmlns:m="http://schemas.openxmlformats.org/officeDocument/2006/math">
                    <m:sSub>
                      <m:sSubPr>
                        <m:ctrlPr>
                          <a:rPr lang="en-GB" altLang="zh-CN" i="1">
                            <a:latin typeface="Cambria Math" panose="02040503050406030204" pitchFamily="18" charset="0"/>
                          </a:rPr>
                        </m:ctrlPr>
                      </m:sSubPr>
                      <m:e>
                        <m:acc>
                          <m:accPr>
                            <m:chr m:val="̂"/>
                            <m:ctrlPr>
                              <a:rPr lang="en-GB" altLang="zh-CN" i="1">
                                <a:latin typeface="Cambria Math" panose="02040503050406030204" pitchFamily="18" charset="0"/>
                              </a:rPr>
                            </m:ctrlPr>
                          </m:accPr>
                          <m:e>
                            <m:r>
                              <a:rPr lang="en-GB" altLang="zh-CN" i="1">
                                <a:latin typeface="Cambria Math" panose="02040503050406030204" pitchFamily="18" charset="0"/>
                              </a:rPr>
                              <m:t>𝑥</m:t>
                            </m:r>
                          </m:e>
                        </m:acc>
                      </m:e>
                      <m:sub>
                        <m:r>
                          <a:rPr lang="en-GB" altLang="zh-CN" i="1">
                            <a:latin typeface="Cambria Math" panose="02040503050406030204" pitchFamily="18" charset="0"/>
                          </a:rPr>
                          <m:t>𝑘</m:t>
                        </m:r>
                        <m:r>
                          <a:rPr lang="en-GB" altLang="zh-CN" i="1">
                            <a:latin typeface="Cambria Math" panose="02040503050406030204" pitchFamily="18" charset="0"/>
                          </a:rPr>
                          <m:t>−</m:t>
                        </m:r>
                      </m:sub>
                    </m:sSub>
                  </m:oMath>
                </a14:m>
                <a:r>
                  <a:rPr lang="en-GB" altLang="zh-CN" dirty="0"/>
                  <a:t> (e.g. </a:t>
                </a:r>
                <a14:m>
                  <m:oMath xmlns:m="http://schemas.openxmlformats.org/officeDocument/2006/math">
                    <m:sSub>
                      <m:sSubPr>
                        <m:ctrlPr>
                          <a:rPr lang="en-GB" altLang="zh-CN" i="1">
                            <a:latin typeface="Cambria Math" panose="02040503050406030204" pitchFamily="18" charset="0"/>
                          </a:rPr>
                        </m:ctrlPr>
                      </m:sSubPr>
                      <m:e>
                        <m:acc>
                          <m:accPr>
                            <m:chr m:val="̂"/>
                            <m:ctrlPr>
                              <a:rPr lang="en-GB" altLang="zh-CN" i="1">
                                <a:latin typeface="Cambria Math" panose="02040503050406030204" pitchFamily="18" charset="0"/>
                              </a:rPr>
                            </m:ctrlPr>
                          </m:accPr>
                          <m:e>
                            <m:r>
                              <a:rPr lang="en-GB" altLang="zh-CN" i="1">
                                <a:latin typeface="Cambria Math" panose="02040503050406030204" pitchFamily="18" charset="0"/>
                              </a:rPr>
                              <m:t>𝑥</m:t>
                            </m:r>
                          </m:e>
                        </m:acc>
                      </m:e>
                      <m:sub>
                        <m:r>
                          <a:rPr lang="en-GB" altLang="zh-CN" i="1">
                            <a:latin typeface="Cambria Math" panose="02040503050406030204" pitchFamily="18" charset="0"/>
                          </a:rPr>
                          <m:t>𝑘</m:t>
                        </m:r>
                        <m:r>
                          <a:rPr lang="en-GB" altLang="zh-CN" i="1">
                            <a:latin typeface="Cambria Math" panose="02040503050406030204" pitchFamily="18" charset="0"/>
                          </a:rPr>
                          <m:t>−</m:t>
                        </m:r>
                      </m:sub>
                    </m:sSub>
                  </m:oMath>
                </a14:m>
                <a:r>
                  <a:rPr lang="en-GB" altLang="zh-CN" dirty="0"/>
                  <a:t> contains velocity, but </a:t>
                </a:r>
                <a14:m>
                  <m:oMath xmlns:m="http://schemas.openxmlformats.org/officeDocument/2006/math">
                    <m:sSub>
                      <m:sSubPr>
                        <m:ctrlPr>
                          <a:rPr lang="en-GB" altLang="zh-CN" i="1">
                            <a:latin typeface="Cambria Math" panose="02040503050406030204" pitchFamily="18" charset="0"/>
                          </a:rPr>
                        </m:ctrlPr>
                      </m:sSubPr>
                      <m:e>
                        <m:r>
                          <a:rPr lang="en-GB" altLang="zh-CN" i="1">
                            <a:latin typeface="Cambria Math" panose="02040503050406030204" pitchFamily="18" charset="0"/>
                          </a:rPr>
                          <m:t>𝑧</m:t>
                        </m:r>
                      </m:e>
                      <m:sub>
                        <m:r>
                          <a:rPr lang="en-GB" altLang="zh-CN" i="1">
                            <a:latin typeface="Cambria Math" panose="02040503050406030204" pitchFamily="18" charset="0"/>
                          </a:rPr>
                          <m:t>𝑘</m:t>
                        </m:r>
                      </m:sub>
                    </m:sSub>
                  </m:oMath>
                </a14:m>
                <a:r>
                  <a:rPr lang="en-GB" altLang="zh-CN" dirty="0"/>
                  <a:t> not).</a:t>
                </a:r>
              </a:p>
              <a:p>
                <a:r>
                  <a:rPr lang="en-GB" altLang="zh-CN" b="0" dirty="0"/>
                  <a:t>The full-version Kalman Filter use one more matrix </a:t>
                </a:r>
                <a14:m>
                  <m:oMath xmlns:m="http://schemas.openxmlformats.org/officeDocument/2006/math">
                    <m:sSub>
                      <m:sSubPr>
                        <m:ctrlPr>
                          <a:rPr lang="en-GB" altLang="zh-CN" b="0" i="1" smtClean="0">
                            <a:solidFill>
                              <a:srgbClr val="003399"/>
                            </a:solidFill>
                            <a:latin typeface="Cambria Math" panose="02040503050406030204" pitchFamily="18" charset="0"/>
                          </a:rPr>
                        </m:ctrlPr>
                      </m:sSubPr>
                      <m:e>
                        <m:r>
                          <a:rPr lang="en-GB" altLang="zh-CN" b="0" i="1" smtClean="0">
                            <a:solidFill>
                              <a:srgbClr val="003399"/>
                            </a:solidFill>
                            <a:latin typeface="Cambria Math" panose="02040503050406030204" pitchFamily="18" charset="0"/>
                          </a:rPr>
                          <m:t>𝐻</m:t>
                        </m:r>
                      </m:e>
                      <m:sub>
                        <m:r>
                          <a:rPr lang="en-GB" altLang="zh-CN" b="0" i="1" smtClean="0">
                            <a:solidFill>
                              <a:srgbClr val="003399"/>
                            </a:solidFill>
                            <a:latin typeface="Cambria Math" panose="02040503050406030204" pitchFamily="18" charset="0"/>
                          </a:rPr>
                          <m:t>𝑘</m:t>
                        </m:r>
                      </m:sub>
                    </m:sSub>
                  </m:oMath>
                </a14:m>
                <a:r>
                  <a:rPr lang="en-GB" altLang="zh-CN" dirty="0">
                    <a:solidFill>
                      <a:srgbClr val="003399"/>
                    </a:solidFill>
                  </a:rPr>
                  <a:t> </a:t>
                </a:r>
                <a:r>
                  <a:rPr lang="en-GB" altLang="zh-CN" dirty="0"/>
                  <a:t>(called the measurement matrix) to project vectors in </a:t>
                </a:r>
                <a14:m>
                  <m:oMath xmlns:m="http://schemas.openxmlformats.org/officeDocument/2006/math">
                    <m:d>
                      <m:dPr>
                        <m:begChr m:val="{"/>
                        <m:endChr m:val="}"/>
                        <m:ctrlPr>
                          <a:rPr lang="en-GB" altLang="zh-CN" i="1">
                            <a:latin typeface="Cambria Math" panose="02040503050406030204" pitchFamily="18" charset="0"/>
                          </a:rPr>
                        </m:ctrlPr>
                      </m:dPr>
                      <m:e>
                        <m:r>
                          <a:rPr lang="en-GB" altLang="zh-CN" i="1">
                            <a:latin typeface="Cambria Math" panose="02040503050406030204" pitchFamily="18" charset="0"/>
                          </a:rPr>
                          <m:t>𝑆𝑡𝑎𝑡𝑒</m:t>
                        </m:r>
                      </m:e>
                    </m:d>
                  </m:oMath>
                </a14:m>
                <a:r>
                  <a:rPr lang="en-GB" altLang="zh-CN" dirty="0"/>
                  <a:t> space to </a:t>
                </a:r>
                <a14:m>
                  <m:oMath xmlns:m="http://schemas.openxmlformats.org/officeDocument/2006/math">
                    <m:d>
                      <m:dPr>
                        <m:begChr m:val="{"/>
                        <m:endChr m:val="}"/>
                        <m:ctrlPr>
                          <a:rPr lang="en-GB" altLang="zh-CN" i="1">
                            <a:latin typeface="Cambria Math" panose="02040503050406030204" pitchFamily="18" charset="0"/>
                          </a:rPr>
                        </m:ctrlPr>
                      </m:dPr>
                      <m:e>
                        <m:r>
                          <a:rPr lang="en-GB" altLang="zh-CN" b="0" i="1" smtClean="0">
                            <a:latin typeface="Cambria Math" panose="02040503050406030204" pitchFamily="18" charset="0"/>
                          </a:rPr>
                          <m:t>𝑀𝑒𝑎𝑠𝑢𝑟</m:t>
                        </m:r>
                      </m:e>
                    </m:d>
                  </m:oMath>
                </a14:m>
                <a:r>
                  <a:rPr lang="en-GB" altLang="zh-CN" dirty="0"/>
                  <a:t> space. </a:t>
                </a:r>
              </a:p>
              <a:p>
                <a:r>
                  <a:rPr lang="en-GB" altLang="zh-CN" dirty="0"/>
                  <a:t>So that </a:t>
                </a:r>
                <a14:m>
                  <m:oMath xmlns:m="http://schemas.openxmlformats.org/officeDocument/2006/math">
                    <m:sSub>
                      <m:sSubPr>
                        <m:ctrlPr>
                          <a:rPr lang="en-GB" altLang="zh-CN" i="1" smtClean="0">
                            <a:solidFill>
                              <a:schemeClr val="tx1"/>
                            </a:solidFill>
                            <a:latin typeface="Cambria Math" panose="02040503050406030204" pitchFamily="18" charset="0"/>
                          </a:rPr>
                        </m:ctrlPr>
                      </m:sSubPr>
                      <m:e>
                        <m:acc>
                          <m:accPr>
                            <m:chr m:val="̂"/>
                            <m:ctrlPr>
                              <a:rPr lang="en-GB" altLang="zh-CN" i="1">
                                <a:solidFill>
                                  <a:schemeClr val="tx1"/>
                                </a:solidFill>
                                <a:latin typeface="Cambria Math" panose="02040503050406030204" pitchFamily="18" charset="0"/>
                              </a:rPr>
                            </m:ctrlPr>
                          </m:accPr>
                          <m:e>
                            <m:r>
                              <a:rPr lang="en-GB" altLang="zh-CN" i="1">
                                <a:solidFill>
                                  <a:schemeClr val="tx1"/>
                                </a:solidFill>
                                <a:latin typeface="Cambria Math" panose="02040503050406030204" pitchFamily="18" charset="0"/>
                              </a:rPr>
                              <m:t>𝑥</m:t>
                            </m:r>
                          </m:e>
                        </m:acc>
                      </m:e>
                      <m:sub>
                        <m:r>
                          <a:rPr lang="en-GB" altLang="zh-CN" i="1">
                            <a:solidFill>
                              <a:schemeClr val="tx1"/>
                            </a:solidFill>
                            <a:latin typeface="Cambria Math" panose="02040503050406030204" pitchFamily="18" charset="0"/>
                          </a:rPr>
                          <m:t>𝑘</m:t>
                        </m:r>
                      </m:sub>
                    </m:sSub>
                    <m:r>
                      <a:rPr lang="en-GB" altLang="zh-CN" i="1">
                        <a:solidFill>
                          <a:schemeClr val="tx1"/>
                        </a:solidFill>
                        <a:latin typeface="Cambria Math" panose="02040503050406030204" pitchFamily="18" charset="0"/>
                      </a:rPr>
                      <m:t>=</m:t>
                    </m:r>
                    <m:sSub>
                      <m:sSubPr>
                        <m:ctrlPr>
                          <a:rPr lang="en-GB" altLang="zh-CN" i="1">
                            <a:solidFill>
                              <a:schemeClr val="tx1"/>
                            </a:solidFill>
                            <a:latin typeface="Cambria Math" panose="02040503050406030204" pitchFamily="18" charset="0"/>
                          </a:rPr>
                        </m:ctrlPr>
                      </m:sSubPr>
                      <m:e>
                        <m:acc>
                          <m:accPr>
                            <m:chr m:val="̂"/>
                            <m:ctrlPr>
                              <a:rPr lang="en-GB" altLang="zh-CN" i="1">
                                <a:solidFill>
                                  <a:schemeClr val="tx1"/>
                                </a:solidFill>
                                <a:latin typeface="Cambria Math" panose="02040503050406030204" pitchFamily="18" charset="0"/>
                              </a:rPr>
                            </m:ctrlPr>
                          </m:accPr>
                          <m:e>
                            <m:r>
                              <a:rPr lang="en-GB" altLang="zh-CN" i="1">
                                <a:solidFill>
                                  <a:schemeClr val="tx1"/>
                                </a:solidFill>
                                <a:latin typeface="Cambria Math" panose="02040503050406030204" pitchFamily="18" charset="0"/>
                              </a:rPr>
                              <m:t>𝑥</m:t>
                            </m:r>
                          </m:e>
                        </m:acc>
                      </m:e>
                      <m:sub>
                        <m:r>
                          <a:rPr lang="en-GB" altLang="zh-CN" i="1">
                            <a:solidFill>
                              <a:schemeClr val="tx1"/>
                            </a:solidFill>
                            <a:latin typeface="Cambria Math" panose="02040503050406030204" pitchFamily="18" charset="0"/>
                          </a:rPr>
                          <m:t>𝑘</m:t>
                        </m:r>
                        <m:r>
                          <a:rPr lang="en-GB" altLang="zh-CN" i="1">
                            <a:solidFill>
                              <a:schemeClr val="tx1"/>
                            </a:solidFill>
                            <a:latin typeface="Cambria Math" panose="02040503050406030204" pitchFamily="18" charset="0"/>
                          </a:rPr>
                          <m:t>−</m:t>
                        </m:r>
                      </m:sub>
                    </m:sSub>
                    <m:r>
                      <a:rPr lang="en-GB" altLang="zh-CN" i="1">
                        <a:solidFill>
                          <a:schemeClr val="tx1"/>
                        </a:solidFill>
                        <a:latin typeface="Cambria Math" panose="02040503050406030204" pitchFamily="18" charset="0"/>
                      </a:rPr>
                      <m:t>+</m:t>
                    </m:r>
                    <m:sSub>
                      <m:sSubPr>
                        <m:ctrlPr>
                          <a:rPr lang="en-GB" altLang="zh-CN" i="1">
                            <a:solidFill>
                              <a:schemeClr val="tx1"/>
                            </a:solidFill>
                            <a:latin typeface="Cambria Math" panose="02040503050406030204" pitchFamily="18" charset="0"/>
                          </a:rPr>
                        </m:ctrlPr>
                      </m:sSubPr>
                      <m:e>
                        <m:r>
                          <a:rPr lang="en-GB" altLang="zh-CN" i="1">
                            <a:solidFill>
                              <a:schemeClr val="tx1"/>
                            </a:solidFill>
                            <a:latin typeface="Cambria Math" panose="02040503050406030204" pitchFamily="18" charset="0"/>
                          </a:rPr>
                          <m:t>𝛬</m:t>
                        </m:r>
                      </m:e>
                      <m:sub>
                        <m:r>
                          <a:rPr lang="en-GB" altLang="zh-CN" i="1">
                            <a:solidFill>
                              <a:schemeClr val="tx1"/>
                            </a:solidFill>
                            <a:latin typeface="Cambria Math" panose="02040503050406030204" pitchFamily="18" charset="0"/>
                          </a:rPr>
                          <m:t>𝑘</m:t>
                        </m:r>
                      </m:sub>
                    </m:sSub>
                    <m:d>
                      <m:dPr>
                        <m:ctrlPr>
                          <a:rPr lang="en-GB" altLang="zh-CN" i="1">
                            <a:solidFill>
                              <a:schemeClr val="tx1"/>
                            </a:solidFill>
                            <a:latin typeface="Cambria Math" panose="02040503050406030204" pitchFamily="18" charset="0"/>
                          </a:rPr>
                        </m:ctrlPr>
                      </m:dPr>
                      <m:e>
                        <m:sSub>
                          <m:sSubPr>
                            <m:ctrlPr>
                              <a:rPr lang="en-GB" altLang="zh-CN" i="1">
                                <a:solidFill>
                                  <a:schemeClr val="tx1"/>
                                </a:solidFill>
                                <a:latin typeface="Cambria Math" panose="02040503050406030204" pitchFamily="18" charset="0"/>
                              </a:rPr>
                            </m:ctrlPr>
                          </m:sSubPr>
                          <m:e>
                            <m:r>
                              <a:rPr lang="en-GB" altLang="zh-CN" i="1">
                                <a:solidFill>
                                  <a:schemeClr val="tx1"/>
                                </a:solidFill>
                                <a:latin typeface="Cambria Math" panose="02040503050406030204" pitchFamily="18" charset="0"/>
                              </a:rPr>
                              <m:t>𝑧</m:t>
                            </m:r>
                          </m:e>
                          <m:sub>
                            <m:r>
                              <a:rPr lang="en-GB" altLang="zh-CN" i="1">
                                <a:solidFill>
                                  <a:schemeClr val="tx1"/>
                                </a:solidFill>
                                <a:latin typeface="Cambria Math" panose="02040503050406030204" pitchFamily="18" charset="0"/>
                              </a:rPr>
                              <m:t>𝑘</m:t>
                            </m:r>
                          </m:sub>
                        </m:sSub>
                        <m:r>
                          <a:rPr lang="en-GB" altLang="zh-CN" i="1">
                            <a:solidFill>
                              <a:schemeClr val="tx1"/>
                            </a:solidFill>
                            <a:latin typeface="Cambria Math" panose="02040503050406030204" pitchFamily="18" charset="0"/>
                          </a:rPr>
                          <m:t>−</m:t>
                        </m:r>
                        <m:sSub>
                          <m:sSubPr>
                            <m:ctrlPr>
                              <a:rPr lang="en-GB" altLang="zh-CN" i="1">
                                <a:solidFill>
                                  <a:schemeClr val="tx1"/>
                                </a:solidFill>
                                <a:latin typeface="Cambria Math" panose="02040503050406030204" pitchFamily="18" charset="0"/>
                              </a:rPr>
                            </m:ctrlPr>
                          </m:sSubPr>
                          <m:e>
                            <m:acc>
                              <m:accPr>
                                <m:chr m:val="̂"/>
                                <m:ctrlPr>
                                  <a:rPr lang="en-GB" altLang="zh-CN" i="1">
                                    <a:solidFill>
                                      <a:schemeClr val="tx1"/>
                                    </a:solidFill>
                                    <a:latin typeface="Cambria Math" panose="02040503050406030204" pitchFamily="18" charset="0"/>
                                  </a:rPr>
                                </m:ctrlPr>
                              </m:accPr>
                              <m:e>
                                <m:r>
                                  <a:rPr lang="en-GB" altLang="zh-CN" i="1">
                                    <a:solidFill>
                                      <a:schemeClr val="tx1"/>
                                    </a:solidFill>
                                    <a:latin typeface="Cambria Math" panose="02040503050406030204" pitchFamily="18" charset="0"/>
                                  </a:rPr>
                                  <m:t>𝑥</m:t>
                                </m:r>
                              </m:e>
                            </m:acc>
                          </m:e>
                          <m:sub>
                            <m:r>
                              <a:rPr lang="en-GB" altLang="zh-CN" i="1">
                                <a:solidFill>
                                  <a:schemeClr val="tx1"/>
                                </a:solidFill>
                                <a:latin typeface="Cambria Math" panose="02040503050406030204" pitchFamily="18" charset="0"/>
                              </a:rPr>
                              <m:t>𝑘</m:t>
                            </m:r>
                            <m:r>
                              <a:rPr lang="en-GB" altLang="zh-CN" i="1">
                                <a:solidFill>
                                  <a:schemeClr val="tx1"/>
                                </a:solidFill>
                                <a:latin typeface="Cambria Math" panose="02040503050406030204" pitchFamily="18" charset="0"/>
                              </a:rPr>
                              <m:t>−</m:t>
                            </m:r>
                          </m:sub>
                        </m:sSub>
                      </m:e>
                    </m:d>
                  </m:oMath>
                </a14:m>
                <a:r>
                  <a:rPr lang="en-GB" altLang="zh-CN" dirty="0"/>
                  <a:t> becomes:</a:t>
                </a:r>
              </a:p>
              <a:p>
                <a:pPr algn="ctr"/>
                <a14:m>
                  <m:oMath xmlns:m="http://schemas.openxmlformats.org/officeDocument/2006/math">
                    <m:sSub>
                      <m:sSubPr>
                        <m:ctrlPr>
                          <a:rPr lang="en-GB" altLang="zh-CN" i="1" smtClean="0">
                            <a:solidFill>
                              <a:schemeClr val="tx1"/>
                            </a:solidFill>
                            <a:latin typeface="Cambria Math" panose="02040503050406030204" pitchFamily="18" charset="0"/>
                          </a:rPr>
                        </m:ctrlPr>
                      </m:sSubPr>
                      <m:e>
                        <m:sSub>
                          <m:sSubPr>
                            <m:ctrlPr>
                              <a:rPr lang="en-GB" altLang="zh-CN" i="1">
                                <a:solidFill>
                                  <a:srgbClr val="003399"/>
                                </a:solidFill>
                                <a:latin typeface="Cambria Math" panose="02040503050406030204" pitchFamily="18" charset="0"/>
                              </a:rPr>
                            </m:ctrlPr>
                          </m:sSubPr>
                          <m:e>
                            <m:r>
                              <a:rPr lang="en-GB" altLang="zh-CN" i="1">
                                <a:solidFill>
                                  <a:srgbClr val="003399"/>
                                </a:solidFill>
                                <a:latin typeface="Cambria Math" panose="02040503050406030204" pitchFamily="18" charset="0"/>
                              </a:rPr>
                              <m:t>𝐻</m:t>
                            </m:r>
                          </m:e>
                          <m:sub>
                            <m:r>
                              <a:rPr lang="en-GB" altLang="zh-CN" i="1">
                                <a:solidFill>
                                  <a:srgbClr val="003399"/>
                                </a:solidFill>
                                <a:latin typeface="Cambria Math" panose="02040503050406030204" pitchFamily="18" charset="0"/>
                              </a:rPr>
                              <m:t>𝑘</m:t>
                            </m:r>
                          </m:sub>
                        </m:sSub>
                        <m:acc>
                          <m:accPr>
                            <m:chr m:val="̂"/>
                            <m:ctrlPr>
                              <a:rPr lang="en-GB" altLang="zh-CN" i="1">
                                <a:solidFill>
                                  <a:schemeClr val="tx1"/>
                                </a:solidFill>
                                <a:latin typeface="Cambria Math" panose="02040503050406030204" pitchFamily="18" charset="0"/>
                              </a:rPr>
                            </m:ctrlPr>
                          </m:accPr>
                          <m:e>
                            <m:r>
                              <a:rPr lang="en-GB" altLang="zh-CN" i="1">
                                <a:solidFill>
                                  <a:schemeClr val="tx1"/>
                                </a:solidFill>
                                <a:latin typeface="Cambria Math" panose="02040503050406030204" pitchFamily="18" charset="0"/>
                              </a:rPr>
                              <m:t>𝑥</m:t>
                            </m:r>
                          </m:e>
                        </m:acc>
                      </m:e>
                      <m:sub>
                        <m:r>
                          <a:rPr lang="en-GB" altLang="zh-CN" i="1">
                            <a:solidFill>
                              <a:schemeClr val="tx1"/>
                            </a:solidFill>
                            <a:latin typeface="Cambria Math" panose="02040503050406030204" pitchFamily="18" charset="0"/>
                          </a:rPr>
                          <m:t>𝑘</m:t>
                        </m:r>
                      </m:sub>
                    </m:sSub>
                    <m:r>
                      <a:rPr lang="en-GB" altLang="zh-CN" i="1">
                        <a:solidFill>
                          <a:schemeClr val="tx1"/>
                        </a:solidFill>
                        <a:latin typeface="Cambria Math" panose="02040503050406030204" pitchFamily="18" charset="0"/>
                      </a:rPr>
                      <m:t>=</m:t>
                    </m:r>
                    <m:sSub>
                      <m:sSubPr>
                        <m:ctrlPr>
                          <a:rPr lang="en-GB" altLang="zh-CN" i="1">
                            <a:solidFill>
                              <a:schemeClr val="tx1"/>
                            </a:solidFill>
                            <a:latin typeface="Cambria Math" panose="02040503050406030204" pitchFamily="18" charset="0"/>
                          </a:rPr>
                        </m:ctrlPr>
                      </m:sSubPr>
                      <m:e>
                        <m:sSub>
                          <m:sSubPr>
                            <m:ctrlPr>
                              <a:rPr lang="en-GB" altLang="zh-CN" i="1">
                                <a:solidFill>
                                  <a:srgbClr val="003399"/>
                                </a:solidFill>
                                <a:latin typeface="Cambria Math" panose="02040503050406030204" pitchFamily="18" charset="0"/>
                              </a:rPr>
                            </m:ctrlPr>
                          </m:sSubPr>
                          <m:e>
                            <m:r>
                              <a:rPr lang="en-GB" altLang="zh-CN" i="1">
                                <a:solidFill>
                                  <a:srgbClr val="003399"/>
                                </a:solidFill>
                                <a:latin typeface="Cambria Math" panose="02040503050406030204" pitchFamily="18" charset="0"/>
                              </a:rPr>
                              <m:t>𝐻</m:t>
                            </m:r>
                          </m:e>
                          <m:sub>
                            <m:r>
                              <a:rPr lang="en-GB" altLang="zh-CN" i="1">
                                <a:solidFill>
                                  <a:srgbClr val="003399"/>
                                </a:solidFill>
                                <a:latin typeface="Cambria Math" panose="02040503050406030204" pitchFamily="18" charset="0"/>
                              </a:rPr>
                              <m:t>𝑘</m:t>
                            </m:r>
                          </m:sub>
                        </m:sSub>
                        <m:acc>
                          <m:accPr>
                            <m:chr m:val="̂"/>
                            <m:ctrlPr>
                              <a:rPr lang="en-GB" altLang="zh-CN" i="1">
                                <a:solidFill>
                                  <a:schemeClr val="tx1"/>
                                </a:solidFill>
                                <a:latin typeface="Cambria Math" panose="02040503050406030204" pitchFamily="18" charset="0"/>
                              </a:rPr>
                            </m:ctrlPr>
                          </m:accPr>
                          <m:e>
                            <m:r>
                              <a:rPr lang="en-GB" altLang="zh-CN" i="1">
                                <a:solidFill>
                                  <a:schemeClr val="tx1"/>
                                </a:solidFill>
                                <a:latin typeface="Cambria Math" panose="02040503050406030204" pitchFamily="18" charset="0"/>
                              </a:rPr>
                              <m:t>𝑥</m:t>
                            </m:r>
                          </m:e>
                        </m:acc>
                      </m:e>
                      <m:sub>
                        <m:r>
                          <a:rPr lang="en-GB" altLang="zh-CN" i="1">
                            <a:solidFill>
                              <a:schemeClr val="tx1"/>
                            </a:solidFill>
                            <a:latin typeface="Cambria Math" panose="02040503050406030204" pitchFamily="18" charset="0"/>
                          </a:rPr>
                          <m:t>𝑘</m:t>
                        </m:r>
                        <m:r>
                          <a:rPr lang="en-GB" altLang="zh-CN" i="1">
                            <a:solidFill>
                              <a:schemeClr val="tx1"/>
                            </a:solidFill>
                            <a:latin typeface="Cambria Math" panose="02040503050406030204" pitchFamily="18" charset="0"/>
                          </a:rPr>
                          <m:t>−</m:t>
                        </m:r>
                      </m:sub>
                    </m:sSub>
                    <m:r>
                      <a:rPr lang="en-GB" altLang="zh-CN" i="1">
                        <a:solidFill>
                          <a:schemeClr val="tx1"/>
                        </a:solidFill>
                        <a:latin typeface="Cambria Math" panose="02040503050406030204" pitchFamily="18" charset="0"/>
                      </a:rPr>
                      <m:t>+</m:t>
                    </m:r>
                    <m:sSub>
                      <m:sSubPr>
                        <m:ctrlPr>
                          <a:rPr lang="en-GB" altLang="zh-CN" i="1" smtClean="0">
                            <a:solidFill>
                              <a:srgbClr val="003399"/>
                            </a:solidFill>
                            <a:latin typeface="Cambria Math" panose="02040503050406030204" pitchFamily="18" charset="0"/>
                          </a:rPr>
                        </m:ctrlPr>
                      </m:sSubPr>
                      <m:e>
                        <m:r>
                          <a:rPr lang="en-GB" altLang="zh-CN" i="1">
                            <a:solidFill>
                              <a:srgbClr val="003399"/>
                            </a:solidFill>
                            <a:latin typeface="Cambria Math" panose="02040503050406030204" pitchFamily="18" charset="0"/>
                          </a:rPr>
                          <m:t>𝛬</m:t>
                        </m:r>
                        <m:r>
                          <a:rPr lang="en-GB" altLang="zh-CN" b="0" i="1" smtClean="0">
                            <a:solidFill>
                              <a:srgbClr val="003399"/>
                            </a:solidFill>
                            <a:latin typeface="Cambria Math" panose="02040503050406030204" pitchFamily="18" charset="0"/>
                          </a:rPr>
                          <m:t>′</m:t>
                        </m:r>
                      </m:e>
                      <m:sub>
                        <m:r>
                          <a:rPr lang="en-GB" altLang="zh-CN" i="1">
                            <a:solidFill>
                              <a:srgbClr val="003399"/>
                            </a:solidFill>
                            <a:latin typeface="Cambria Math" panose="02040503050406030204" pitchFamily="18" charset="0"/>
                          </a:rPr>
                          <m:t>𝑘</m:t>
                        </m:r>
                      </m:sub>
                    </m:sSub>
                    <m:d>
                      <m:dPr>
                        <m:ctrlPr>
                          <a:rPr lang="en-GB" altLang="zh-CN" i="1">
                            <a:solidFill>
                              <a:schemeClr val="tx1"/>
                            </a:solidFill>
                            <a:latin typeface="Cambria Math" panose="02040503050406030204" pitchFamily="18" charset="0"/>
                          </a:rPr>
                        </m:ctrlPr>
                      </m:dPr>
                      <m:e>
                        <m:sSub>
                          <m:sSubPr>
                            <m:ctrlPr>
                              <a:rPr lang="en-GB" altLang="zh-CN" i="1">
                                <a:solidFill>
                                  <a:schemeClr val="tx1"/>
                                </a:solidFill>
                                <a:latin typeface="Cambria Math" panose="02040503050406030204" pitchFamily="18" charset="0"/>
                              </a:rPr>
                            </m:ctrlPr>
                          </m:sSubPr>
                          <m:e>
                            <m:r>
                              <a:rPr lang="en-GB" altLang="zh-CN" i="1">
                                <a:solidFill>
                                  <a:schemeClr val="tx1"/>
                                </a:solidFill>
                                <a:latin typeface="Cambria Math" panose="02040503050406030204" pitchFamily="18" charset="0"/>
                              </a:rPr>
                              <m:t>𝑧</m:t>
                            </m:r>
                          </m:e>
                          <m:sub>
                            <m:r>
                              <a:rPr lang="en-GB" altLang="zh-CN" i="1">
                                <a:solidFill>
                                  <a:schemeClr val="tx1"/>
                                </a:solidFill>
                                <a:latin typeface="Cambria Math" panose="02040503050406030204" pitchFamily="18" charset="0"/>
                              </a:rPr>
                              <m:t>𝑘</m:t>
                            </m:r>
                          </m:sub>
                        </m:sSub>
                        <m:r>
                          <a:rPr lang="en-GB" altLang="zh-CN" i="1">
                            <a:solidFill>
                              <a:schemeClr val="tx1"/>
                            </a:solidFill>
                            <a:latin typeface="Cambria Math" panose="02040503050406030204" pitchFamily="18" charset="0"/>
                          </a:rPr>
                          <m:t>−</m:t>
                        </m:r>
                        <m:sSub>
                          <m:sSubPr>
                            <m:ctrlPr>
                              <a:rPr lang="en-GB" altLang="zh-CN" i="1" smtClean="0">
                                <a:solidFill>
                                  <a:srgbClr val="003399"/>
                                </a:solidFill>
                                <a:latin typeface="Cambria Math" panose="02040503050406030204" pitchFamily="18" charset="0"/>
                              </a:rPr>
                            </m:ctrlPr>
                          </m:sSubPr>
                          <m:e>
                            <m:r>
                              <a:rPr lang="en-GB" altLang="zh-CN" i="1">
                                <a:solidFill>
                                  <a:srgbClr val="003399"/>
                                </a:solidFill>
                                <a:latin typeface="Cambria Math" panose="02040503050406030204" pitchFamily="18" charset="0"/>
                              </a:rPr>
                              <m:t>𝐻</m:t>
                            </m:r>
                          </m:e>
                          <m:sub>
                            <m:r>
                              <a:rPr lang="en-GB" altLang="zh-CN" i="1">
                                <a:solidFill>
                                  <a:srgbClr val="003399"/>
                                </a:solidFill>
                                <a:latin typeface="Cambria Math" panose="02040503050406030204" pitchFamily="18" charset="0"/>
                              </a:rPr>
                              <m:t>𝑘</m:t>
                            </m:r>
                          </m:sub>
                        </m:sSub>
                        <m:sSub>
                          <m:sSubPr>
                            <m:ctrlPr>
                              <a:rPr lang="en-GB" altLang="zh-CN" i="1">
                                <a:solidFill>
                                  <a:schemeClr val="tx1"/>
                                </a:solidFill>
                                <a:latin typeface="Cambria Math" panose="02040503050406030204" pitchFamily="18" charset="0"/>
                              </a:rPr>
                            </m:ctrlPr>
                          </m:sSubPr>
                          <m:e>
                            <m:acc>
                              <m:accPr>
                                <m:chr m:val="̂"/>
                                <m:ctrlPr>
                                  <a:rPr lang="en-GB" altLang="zh-CN" i="1">
                                    <a:solidFill>
                                      <a:schemeClr val="tx1"/>
                                    </a:solidFill>
                                    <a:latin typeface="Cambria Math" panose="02040503050406030204" pitchFamily="18" charset="0"/>
                                  </a:rPr>
                                </m:ctrlPr>
                              </m:accPr>
                              <m:e>
                                <m:r>
                                  <a:rPr lang="en-GB" altLang="zh-CN" i="1">
                                    <a:solidFill>
                                      <a:schemeClr val="tx1"/>
                                    </a:solidFill>
                                    <a:latin typeface="Cambria Math" panose="02040503050406030204" pitchFamily="18" charset="0"/>
                                  </a:rPr>
                                  <m:t>𝑥</m:t>
                                </m:r>
                              </m:e>
                            </m:acc>
                          </m:e>
                          <m:sub>
                            <m:r>
                              <a:rPr lang="en-GB" altLang="zh-CN" i="1">
                                <a:solidFill>
                                  <a:schemeClr val="tx1"/>
                                </a:solidFill>
                                <a:latin typeface="Cambria Math" panose="02040503050406030204" pitchFamily="18" charset="0"/>
                              </a:rPr>
                              <m:t>𝑘</m:t>
                            </m:r>
                            <m:r>
                              <a:rPr lang="en-GB" altLang="zh-CN" i="1">
                                <a:solidFill>
                                  <a:schemeClr val="tx1"/>
                                </a:solidFill>
                                <a:latin typeface="Cambria Math" panose="02040503050406030204" pitchFamily="18" charset="0"/>
                              </a:rPr>
                              <m:t>−</m:t>
                            </m:r>
                          </m:sub>
                        </m:sSub>
                      </m:e>
                    </m:d>
                  </m:oMath>
                </a14:m>
                <a:r>
                  <a:rPr lang="en-GB" altLang="zh-CN" dirty="0">
                    <a:solidFill>
                      <a:schemeClr val="tx1"/>
                    </a:solidFill>
                  </a:rPr>
                  <a:t> </a:t>
                </a:r>
              </a:p>
              <a:p>
                <a:r>
                  <a:rPr lang="en-GB" altLang="zh-CN" dirty="0"/>
                  <a:t>Here, </a:t>
                </a:r>
                <a14:m>
                  <m:oMath xmlns:m="http://schemas.openxmlformats.org/officeDocument/2006/math">
                    <m:sSub>
                      <m:sSubPr>
                        <m:ctrlPr>
                          <a:rPr lang="en-GB" altLang="zh-CN" i="1" smtClean="0">
                            <a:solidFill>
                              <a:srgbClr val="003399"/>
                            </a:solidFill>
                            <a:latin typeface="Cambria Math" panose="02040503050406030204" pitchFamily="18" charset="0"/>
                          </a:rPr>
                        </m:ctrlPr>
                      </m:sSubPr>
                      <m:e>
                        <m:r>
                          <a:rPr lang="en-GB" altLang="zh-CN" i="1">
                            <a:solidFill>
                              <a:srgbClr val="003399"/>
                            </a:solidFill>
                            <a:latin typeface="Cambria Math" panose="02040503050406030204" pitchFamily="18" charset="0"/>
                          </a:rPr>
                          <m:t>𝛬</m:t>
                        </m:r>
                      </m:e>
                      <m:sub>
                        <m:r>
                          <a:rPr lang="en-GB" altLang="zh-CN" i="1">
                            <a:solidFill>
                              <a:srgbClr val="003399"/>
                            </a:solidFill>
                            <a:latin typeface="Cambria Math" panose="02040503050406030204" pitchFamily="18" charset="0"/>
                          </a:rPr>
                          <m:t>𝑘</m:t>
                        </m:r>
                      </m:sub>
                    </m:sSub>
                  </m:oMath>
                </a14:m>
                <a:r>
                  <a:rPr lang="en-GB" altLang="zh-CN" dirty="0"/>
                  <a:t> is also replaced by </a:t>
                </a:r>
                <a14:m>
                  <m:oMath xmlns:m="http://schemas.openxmlformats.org/officeDocument/2006/math">
                    <m:sSub>
                      <m:sSubPr>
                        <m:ctrlPr>
                          <a:rPr lang="en-GB" altLang="zh-CN" i="1">
                            <a:solidFill>
                              <a:srgbClr val="003399"/>
                            </a:solidFill>
                            <a:latin typeface="Cambria Math" panose="02040503050406030204" pitchFamily="18" charset="0"/>
                          </a:rPr>
                        </m:ctrlPr>
                      </m:sSubPr>
                      <m:e>
                        <m:r>
                          <a:rPr lang="en-GB" altLang="zh-CN" i="1">
                            <a:solidFill>
                              <a:srgbClr val="003399"/>
                            </a:solidFill>
                            <a:latin typeface="Cambria Math" panose="02040503050406030204" pitchFamily="18" charset="0"/>
                          </a:rPr>
                          <m:t>𝛬</m:t>
                        </m:r>
                        <m:r>
                          <a:rPr lang="en-GB" altLang="zh-CN" i="1">
                            <a:solidFill>
                              <a:srgbClr val="003399"/>
                            </a:solidFill>
                            <a:latin typeface="Cambria Math" panose="02040503050406030204" pitchFamily="18" charset="0"/>
                          </a:rPr>
                          <m:t>′</m:t>
                        </m:r>
                      </m:e>
                      <m:sub>
                        <m:r>
                          <a:rPr lang="en-GB" altLang="zh-CN" i="1">
                            <a:solidFill>
                              <a:srgbClr val="003399"/>
                            </a:solidFill>
                            <a:latin typeface="Cambria Math" panose="02040503050406030204" pitchFamily="18" charset="0"/>
                          </a:rPr>
                          <m:t>𝑘</m:t>
                        </m:r>
                      </m:sub>
                    </m:sSub>
                  </m:oMath>
                </a14:m>
                <a:r>
                  <a:rPr lang="en-GB" altLang="zh-CN" dirty="0"/>
                  <a:t>, because now, </a:t>
                </a:r>
                <a14:m>
                  <m:oMath xmlns:m="http://schemas.openxmlformats.org/officeDocument/2006/math">
                    <m:d>
                      <m:dPr>
                        <m:ctrlPr>
                          <a:rPr lang="en-GB" altLang="zh-CN" i="1">
                            <a:latin typeface="Cambria Math" panose="02040503050406030204" pitchFamily="18" charset="0"/>
                          </a:rPr>
                        </m:ctrlPr>
                      </m:dPr>
                      <m:e>
                        <m:sSub>
                          <m:sSubPr>
                            <m:ctrlPr>
                              <a:rPr lang="en-GB" altLang="zh-CN" i="1">
                                <a:latin typeface="Cambria Math" panose="02040503050406030204" pitchFamily="18" charset="0"/>
                              </a:rPr>
                            </m:ctrlPr>
                          </m:sSubPr>
                          <m:e>
                            <m:r>
                              <a:rPr lang="en-GB" altLang="zh-CN" i="1">
                                <a:latin typeface="Cambria Math" panose="02040503050406030204" pitchFamily="18" charset="0"/>
                              </a:rPr>
                              <m:t>𝑧</m:t>
                            </m:r>
                          </m:e>
                          <m:sub>
                            <m:r>
                              <a:rPr lang="en-GB" altLang="zh-CN" i="1">
                                <a:latin typeface="Cambria Math" panose="02040503050406030204" pitchFamily="18" charset="0"/>
                              </a:rPr>
                              <m:t>𝑘</m:t>
                            </m:r>
                          </m:sub>
                        </m:sSub>
                        <m:r>
                          <a:rPr lang="en-GB" altLang="zh-CN" i="1">
                            <a:latin typeface="Cambria Math" panose="02040503050406030204" pitchFamily="18" charset="0"/>
                          </a:rPr>
                          <m:t>−</m:t>
                        </m:r>
                        <m:sSub>
                          <m:sSubPr>
                            <m:ctrlPr>
                              <a:rPr lang="en-GB" altLang="zh-CN" i="1">
                                <a:solidFill>
                                  <a:srgbClr val="003399"/>
                                </a:solidFill>
                                <a:latin typeface="Cambria Math" panose="02040503050406030204" pitchFamily="18" charset="0"/>
                              </a:rPr>
                            </m:ctrlPr>
                          </m:sSubPr>
                          <m:e>
                            <m:r>
                              <a:rPr lang="en-GB" altLang="zh-CN" i="1">
                                <a:solidFill>
                                  <a:srgbClr val="003399"/>
                                </a:solidFill>
                                <a:latin typeface="Cambria Math" panose="02040503050406030204" pitchFamily="18" charset="0"/>
                              </a:rPr>
                              <m:t>𝐻</m:t>
                            </m:r>
                          </m:e>
                          <m:sub>
                            <m:r>
                              <a:rPr lang="en-GB" altLang="zh-CN" i="1">
                                <a:solidFill>
                                  <a:srgbClr val="003399"/>
                                </a:solidFill>
                                <a:latin typeface="Cambria Math" panose="02040503050406030204" pitchFamily="18" charset="0"/>
                              </a:rPr>
                              <m:t>𝑘</m:t>
                            </m:r>
                          </m:sub>
                        </m:sSub>
                        <m:sSub>
                          <m:sSubPr>
                            <m:ctrlPr>
                              <a:rPr lang="en-GB" altLang="zh-CN" i="1">
                                <a:latin typeface="Cambria Math" panose="02040503050406030204" pitchFamily="18" charset="0"/>
                              </a:rPr>
                            </m:ctrlPr>
                          </m:sSubPr>
                          <m:e>
                            <m:acc>
                              <m:accPr>
                                <m:chr m:val="̂"/>
                                <m:ctrlPr>
                                  <a:rPr lang="en-GB" altLang="zh-CN" i="1">
                                    <a:latin typeface="Cambria Math" panose="02040503050406030204" pitchFamily="18" charset="0"/>
                                  </a:rPr>
                                </m:ctrlPr>
                              </m:accPr>
                              <m:e>
                                <m:r>
                                  <a:rPr lang="en-GB" altLang="zh-CN" i="1">
                                    <a:latin typeface="Cambria Math" panose="02040503050406030204" pitchFamily="18" charset="0"/>
                                  </a:rPr>
                                  <m:t>𝑥</m:t>
                                </m:r>
                              </m:e>
                            </m:acc>
                          </m:e>
                          <m:sub>
                            <m:r>
                              <a:rPr lang="en-GB" altLang="zh-CN" i="1">
                                <a:latin typeface="Cambria Math" panose="02040503050406030204" pitchFamily="18" charset="0"/>
                              </a:rPr>
                              <m:t>𝑘</m:t>
                            </m:r>
                            <m:r>
                              <a:rPr lang="en-GB" altLang="zh-CN" i="1">
                                <a:latin typeface="Cambria Math" panose="02040503050406030204" pitchFamily="18" charset="0"/>
                              </a:rPr>
                              <m:t>−</m:t>
                            </m:r>
                          </m:sub>
                        </m:sSub>
                      </m:e>
                    </m:d>
                  </m:oMath>
                </a14:m>
                <a:r>
                  <a:rPr lang="en-GB" altLang="zh-CN" dirty="0"/>
                  <a:t> is in </a:t>
                </a:r>
                <a14:m>
                  <m:oMath xmlns:m="http://schemas.openxmlformats.org/officeDocument/2006/math">
                    <m:d>
                      <m:dPr>
                        <m:begChr m:val="{"/>
                        <m:endChr m:val="}"/>
                        <m:ctrlPr>
                          <a:rPr lang="en-GB" altLang="zh-CN" i="1">
                            <a:latin typeface="Cambria Math" panose="02040503050406030204" pitchFamily="18" charset="0"/>
                          </a:rPr>
                        </m:ctrlPr>
                      </m:dPr>
                      <m:e>
                        <m:r>
                          <a:rPr lang="en-GB" altLang="zh-CN" i="1">
                            <a:latin typeface="Cambria Math" panose="02040503050406030204" pitchFamily="18" charset="0"/>
                          </a:rPr>
                          <m:t>𝑀𝑒𝑎𝑠𝑢𝑟</m:t>
                        </m:r>
                      </m:e>
                    </m:d>
                  </m:oMath>
                </a14:m>
                <a:r>
                  <a:rPr lang="en-GB" altLang="zh-CN" dirty="0"/>
                  <a:t> no longer in </a:t>
                </a:r>
                <a14:m>
                  <m:oMath xmlns:m="http://schemas.openxmlformats.org/officeDocument/2006/math">
                    <m:d>
                      <m:dPr>
                        <m:begChr m:val="{"/>
                        <m:endChr m:val="}"/>
                        <m:ctrlPr>
                          <a:rPr lang="en-GB" altLang="zh-CN" i="1">
                            <a:latin typeface="Cambria Math" panose="02040503050406030204" pitchFamily="18" charset="0"/>
                          </a:rPr>
                        </m:ctrlPr>
                      </m:dPr>
                      <m:e>
                        <m:r>
                          <a:rPr lang="en-GB" altLang="zh-CN" i="1">
                            <a:latin typeface="Cambria Math" panose="02040503050406030204" pitchFamily="18" charset="0"/>
                          </a:rPr>
                          <m:t>𝑆𝑡𝑎𝑡𝑒</m:t>
                        </m:r>
                      </m:e>
                    </m:d>
                  </m:oMath>
                </a14:m>
                <a:r>
                  <a:rPr lang="en-GB" altLang="zh-CN" dirty="0"/>
                  <a:t> .</a:t>
                </a:r>
              </a:p>
              <a:p>
                <a:r>
                  <a:rPr lang="en-GB" altLang="zh-CN" dirty="0">
                    <a:solidFill>
                      <a:schemeClr val="bg1">
                        <a:lumMod val="75000"/>
                      </a:schemeClr>
                    </a:solidFill>
                  </a:rPr>
                  <a:t>NB: we cannot define a matrix which maps </a:t>
                </a:r>
                <a14:m>
                  <m:oMath xmlns:m="http://schemas.openxmlformats.org/officeDocument/2006/math">
                    <m:d>
                      <m:dPr>
                        <m:begChr m:val="{"/>
                        <m:endChr m:val="}"/>
                        <m:ctrlPr>
                          <a:rPr lang="en-GB" altLang="zh-CN" i="1" smtClean="0">
                            <a:solidFill>
                              <a:schemeClr val="bg1">
                                <a:lumMod val="75000"/>
                              </a:schemeClr>
                            </a:solidFill>
                            <a:latin typeface="Cambria Math" panose="02040503050406030204" pitchFamily="18" charset="0"/>
                          </a:rPr>
                        </m:ctrlPr>
                      </m:dPr>
                      <m:e>
                        <m:r>
                          <a:rPr lang="en-GB" altLang="zh-CN" b="0" i="1" smtClean="0">
                            <a:solidFill>
                              <a:schemeClr val="bg1">
                                <a:lumMod val="75000"/>
                              </a:schemeClr>
                            </a:solidFill>
                            <a:latin typeface="Cambria Math" panose="02040503050406030204" pitchFamily="18" charset="0"/>
                          </a:rPr>
                          <m:t>𝑀𝑒𝑎𝑠𝑢𝑟</m:t>
                        </m:r>
                      </m:e>
                    </m:d>
                  </m:oMath>
                </a14:m>
                <a:r>
                  <a:rPr lang="en-GB" altLang="zh-CN" dirty="0">
                    <a:solidFill>
                      <a:schemeClr val="bg1">
                        <a:lumMod val="75000"/>
                      </a:schemeClr>
                    </a:solidFill>
                  </a:rPr>
                  <a:t> to </a:t>
                </a:r>
                <a14:m>
                  <m:oMath xmlns:m="http://schemas.openxmlformats.org/officeDocument/2006/math">
                    <m:d>
                      <m:dPr>
                        <m:begChr m:val="{"/>
                        <m:endChr m:val="}"/>
                        <m:ctrlPr>
                          <a:rPr lang="en-GB" altLang="zh-CN" i="1">
                            <a:solidFill>
                              <a:schemeClr val="bg1">
                                <a:lumMod val="75000"/>
                              </a:schemeClr>
                            </a:solidFill>
                            <a:latin typeface="Cambria Math" panose="02040503050406030204" pitchFamily="18" charset="0"/>
                          </a:rPr>
                        </m:ctrlPr>
                      </m:dPr>
                      <m:e>
                        <m:r>
                          <a:rPr lang="en-GB" altLang="zh-CN" i="1">
                            <a:solidFill>
                              <a:schemeClr val="bg1">
                                <a:lumMod val="75000"/>
                              </a:schemeClr>
                            </a:solidFill>
                            <a:latin typeface="Cambria Math" panose="02040503050406030204" pitchFamily="18" charset="0"/>
                          </a:rPr>
                          <m:t>𝑆𝑡𝑎𝑡𝑒</m:t>
                        </m:r>
                      </m:e>
                    </m:d>
                  </m:oMath>
                </a14:m>
                <a:r>
                  <a:rPr lang="en-GB" altLang="zh-CN" dirty="0">
                    <a:solidFill>
                      <a:schemeClr val="bg1">
                        <a:lumMod val="75000"/>
                      </a:schemeClr>
                    </a:solidFill>
                  </a:rPr>
                  <a:t>, because </a:t>
                </a:r>
                <a14:m>
                  <m:oMath xmlns:m="http://schemas.openxmlformats.org/officeDocument/2006/math">
                    <m:d>
                      <m:dPr>
                        <m:begChr m:val="{"/>
                        <m:endChr m:val="}"/>
                        <m:ctrlPr>
                          <a:rPr lang="en-GB" altLang="zh-CN" i="1">
                            <a:solidFill>
                              <a:schemeClr val="bg1">
                                <a:lumMod val="75000"/>
                              </a:schemeClr>
                            </a:solidFill>
                            <a:latin typeface="Cambria Math" panose="02040503050406030204" pitchFamily="18" charset="0"/>
                          </a:rPr>
                        </m:ctrlPr>
                      </m:dPr>
                      <m:e>
                        <m:r>
                          <a:rPr lang="en-GB" altLang="zh-CN" i="1">
                            <a:solidFill>
                              <a:schemeClr val="bg1">
                                <a:lumMod val="75000"/>
                              </a:schemeClr>
                            </a:solidFill>
                            <a:latin typeface="Cambria Math" panose="02040503050406030204" pitchFamily="18" charset="0"/>
                          </a:rPr>
                          <m:t>𝑆𝑡𝑎𝑡𝑒</m:t>
                        </m:r>
                      </m:e>
                    </m:d>
                  </m:oMath>
                </a14:m>
                <a:r>
                  <a:rPr lang="en-GB" altLang="zh-CN" dirty="0">
                    <a:solidFill>
                      <a:schemeClr val="bg1">
                        <a:lumMod val="75000"/>
                      </a:schemeClr>
                    </a:solidFill>
                  </a:rPr>
                  <a:t> includes more dimension than </a:t>
                </a:r>
                <a14:m>
                  <m:oMath xmlns:m="http://schemas.openxmlformats.org/officeDocument/2006/math">
                    <m:d>
                      <m:dPr>
                        <m:begChr m:val="{"/>
                        <m:endChr m:val="}"/>
                        <m:ctrlPr>
                          <a:rPr lang="en-GB" altLang="zh-CN" i="1">
                            <a:solidFill>
                              <a:schemeClr val="bg1">
                                <a:lumMod val="75000"/>
                              </a:schemeClr>
                            </a:solidFill>
                            <a:latin typeface="Cambria Math" panose="02040503050406030204" pitchFamily="18" charset="0"/>
                          </a:rPr>
                        </m:ctrlPr>
                      </m:dPr>
                      <m:e>
                        <m:r>
                          <a:rPr lang="en-GB" altLang="zh-CN" i="1">
                            <a:solidFill>
                              <a:schemeClr val="bg1">
                                <a:lumMod val="75000"/>
                              </a:schemeClr>
                            </a:solidFill>
                            <a:latin typeface="Cambria Math" panose="02040503050406030204" pitchFamily="18" charset="0"/>
                          </a:rPr>
                          <m:t>𝑀𝑒𝑎𝑠𝑢𝑟</m:t>
                        </m:r>
                      </m:e>
                    </m:d>
                  </m:oMath>
                </a14:m>
                <a:r>
                  <a:rPr lang="en-GB" altLang="zh-CN" dirty="0">
                    <a:solidFill>
                      <a:schemeClr val="bg1">
                        <a:lumMod val="75000"/>
                      </a:schemeClr>
                    </a:solidFill>
                  </a:rPr>
                  <a:t>.</a:t>
                </a:r>
              </a:p>
            </p:txBody>
          </p:sp>
        </mc:Choice>
        <mc:Fallback xmlns="">
          <p:sp>
            <p:nvSpPr>
              <p:cNvPr id="6" name="文本占位符 5">
                <a:extLst>
                  <a:ext uri="{FF2B5EF4-FFF2-40B4-BE49-F238E27FC236}">
                    <a16:creationId xmlns:a16="http://schemas.microsoft.com/office/drawing/2014/main" id="{7B370F02-FE93-81B5-0FD4-6EF89F6179BB}"/>
                  </a:ext>
                </a:extLst>
              </p:cNvPr>
              <p:cNvSpPr>
                <a:spLocks noGrp="1" noRot="1" noChangeAspect="1" noMove="1" noResize="1" noEditPoints="1" noAdjustHandles="1" noChangeArrowheads="1" noChangeShapeType="1" noTextEdit="1"/>
              </p:cNvSpPr>
              <p:nvPr>
                <p:ph type="body" sz="quarter" idx="10"/>
              </p:nvPr>
            </p:nvSpPr>
            <p:spPr>
              <a:xfrm>
                <a:off x="628650" y="1465263"/>
                <a:ext cx="7785146" cy="3179100"/>
              </a:xfrm>
              <a:blipFill>
                <a:blip r:embed="rId2"/>
                <a:stretch>
                  <a:fillRect l="-326" t="-1594" b="-1195"/>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425753684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a:extLst>
              <a:ext uri="{FF2B5EF4-FFF2-40B4-BE49-F238E27FC236}">
                <a16:creationId xmlns:a16="http://schemas.microsoft.com/office/drawing/2014/main" id="{5A07DAC7-EBD9-F69B-2743-3C1B6C2DACF1}"/>
              </a:ext>
            </a:extLst>
          </p:cNvPr>
          <p:cNvSpPr>
            <a:spLocks noGrp="1"/>
          </p:cNvSpPr>
          <p:nvPr>
            <p:ph type="title"/>
          </p:nvPr>
        </p:nvSpPr>
        <p:spPr>
          <a:xfrm>
            <a:off x="628649" y="559420"/>
            <a:ext cx="7732925" cy="630335"/>
          </a:xfrm>
        </p:spPr>
        <p:txBody>
          <a:bodyPr/>
          <a:lstStyle/>
          <a:p>
            <a:r>
              <a:rPr lang="en-GB" altLang="zh-CN" b="0" dirty="0"/>
              <a:t>Kalman Filter (full-version)</a:t>
            </a:r>
            <a:endParaRPr lang="en-GB" b="0" dirty="0"/>
          </a:p>
        </p:txBody>
      </p:sp>
      <mc:AlternateContent xmlns:mc="http://schemas.openxmlformats.org/markup-compatibility/2006" xmlns:a14="http://schemas.microsoft.com/office/drawing/2010/main">
        <mc:Choice Requires="a14">
          <p:sp>
            <p:nvSpPr>
              <p:cNvPr id="6" name="文本占位符 5">
                <a:extLst>
                  <a:ext uri="{FF2B5EF4-FFF2-40B4-BE49-F238E27FC236}">
                    <a16:creationId xmlns:a16="http://schemas.microsoft.com/office/drawing/2014/main" id="{7B370F02-FE93-81B5-0FD4-6EF89F6179BB}"/>
                  </a:ext>
                </a:extLst>
              </p:cNvPr>
              <p:cNvSpPr>
                <a:spLocks noGrp="1"/>
              </p:cNvSpPr>
              <p:nvPr>
                <p:ph type="body" sz="quarter" idx="10"/>
              </p:nvPr>
            </p:nvSpPr>
            <p:spPr>
              <a:xfrm>
                <a:off x="628650" y="1274488"/>
                <a:ext cx="7785146" cy="3678237"/>
              </a:xfrm>
            </p:spPr>
            <p:txBody>
              <a:bodyPr/>
              <a:lstStyle/>
              <a:p>
                <a:r>
                  <a:rPr lang="en-GB" dirty="0"/>
                  <a:t>I</a:t>
                </a:r>
                <a:r>
                  <a:rPr lang="en-GB" dirty="0">
                    <a:solidFill>
                      <a:schemeClr val="tx1"/>
                    </a:solidFill>
                  </a:rPr>
                  <a:t>n </a:t>
                </a:r>
                <a14:m>
                  <m:oMath xmlns:m="http://schemas.openxmlformats.org/officeDocument/2006/math">
                    <m:sSub>
                      <m:sSubPr>
                        <m:ctrlPr>
                          <a:rPr lang="en-GB" altLang="zh-CN" i="1" smtClean="0">
                            <a:solidFill>
                              <a:schemeClr val="tx1"/>
                            </a:solidFill>
                            <a:latin typeface="Cambria Math" panose="02040503050406030204" pitchFamily="18" charset="0"/>
                          </a:rPr>
                        </m:ctrlPr>
                      </m:sSubPr>
                      <m:e>
                        <m:r>
                          <a:rPr lang="en-GB" altLang="zh-CN" i="1">
                            <a:solidFill>
                              <a:schemeClr val="tx1"/>
                            </a:solidFill>
                            <a:latin typeface="Cambria Math" panose="02040503050406030204" pitchFamily="18" charset="0"/>
                          </a:rPr>
                          <m:t>𝛬</m:t>
                        </m:r>
                      </m:e>
                      <m:sub>
                        <m:r>
                          <a:rPr lang="en-GB" altLang="zh-CN" i="1">
                            <a:solidFill>
                              <a:schemeClr val="tx1"/>
                            </a:solidFill>
                            <a:latin typeface="Cambria Math" panose="02040503050406030204" pitchFamily="18" charset="0"/>
                          </a:rPr>
                          <m:t>𝑘</m:t>
                        </m:r>
                      </m:sub>
                    </m:sSub>
                    <m:r>
                      <a:rPr lang="en-GB" altLang="zh-CN" i="1">
                        <a:solidFill>
                          <a:schemeClr val="tx1"/>
                        </a:solidFill>
                        <a:latin typeface="Cambria Math" panose="02040503050406030204" pitchFamily="18" charset="0"/>
                      </a:rPr>
                      <m:t>=</m:t>
                    </m:r>
                    <m:sSub>
                      <m:sSubPr>
                        <m:ctrlPr>
                          <a:rPr lang="en-GB" altLang="zh-CN" i="1">
                            <a:solidFill>
                              <a:schemeClr val="tx1"/>
                            </a:solidFill>
                            <a:latin typeface="Cambria Math" panose="02040503050406030204" pitchFamily="18" charset="0"/>
                          </a:rPr>
                        </m:ctrlPr>
                      </m:sSubPr>
                      <m:e>
                        <m:r>
                          <a:rPr lang="en-GB" altLang="zh-CN" i="1">
                            <a:solidFill>
                              <a:schemeClr val="tx1"/>
                            </a:solidFill>
                            <a:latin typeface="Cambria Math" panose="02040503050406030204" pitchFamily="18" charset="0"/>
                          </a:rPr>
                          <m:t>𝑃</m:t>
                        </m:r>
                      </m:e>
                      <m:sub>
                        <m:r>
                          <a:rPr lang="en-GB" altLang="zh-CN" i="1">
                            <a:solidFill>
                              <a:schemeClr val="tx1"/>
                            </a:solidFill>
                            <a:latin typeface="Cambria Math" panose="02040503050406030204" pitchFamily="18" charset="0"/>
                          </a:rPr>
                          <m:t>𝑘</m:t>
                        </m:r>
                        <m:r>
                          <a:rPr lang="en-GB" altLang="zh-CN" i="1">
                            <a:solidFill>
                              <a:schemeClr val="tx1"/>
                            </a:solidFill>
                            <a:latin typeface="Cambria Math" panose="02040503050406030204" pitchFamily="18" charset="0"/>
                          </a:rPr>
                          <m:t>−</m:t>
                        </m:r>
                      </m:sub>
                    </m:sSub>
                    <m:sSup>
                      <m:sSupPr>
                        <m:ctrlPr>
                          <a:rPr lang="en-GB" altLang="zh-CN" i="1">
                            <a:solidFill>
                              <a:schemeClr val="tx1"/>
                            </a:solidFill>
                            <a:latin typeface="Cambria Math" panose="02040503050406030204" pitchFamily="18" charset="0"/>
                          </a:rPr>
                        </m:ctrlPr>
                      </m:sSupPr>
                      <m:e>
                        <m:d>
                          <m:dPr>
                            <m:ctrlPr>
                              <a:rPr lang="en-GB" altLang="zh-CN" i="1">
                                <a:solidFill>
                                  <a:schemeClr val="tx1"/>
                                </a:solidFill>
                                <a:latin typeface="Cambria Math" panose="02040503050406030204" pitchFamily="18" charset="0"/>
                              </a:rPr>
                            </m:ctrlPr>
                          </m:dPr>
                          <m:e>
                            <m:sSub>
                              <m:sSubPr>
                                <m:ctrlPr>
                                  <a:rPr lang="en-GB" altLang="zh-CN" i="1">
                                    <a:solidFill>
                                      <a:schemeClr val="tx1"/>
                                    </a:solidFill>
                                    <a:latin typeface="Cambria Math" panose="02040503050406030204" pitchFamily="18" charset="0"/>
                                  </a:rPr>
                                </m:ctrlPr>
                              </m:sSubPr>
                              <m:e>
                                <m:r>
                                  <a:rPr lang="en-GB" altLang="zh-CN" i="1">
                                    <a:solidFill>
                                      <a:schemeClr val="tx1"/>
                                    </a:solidFill>
                                    <a:latin typeface="Cambria Math" panose="02040503050406030204" pitchFamily="18" charset="0"/>
                                  </a:rPr>
                                  <m:t>𝑃</m:t>
                                </m:r>
                              </m:e>
                              <m:sub>
                                <m:r>
                                  <a:rPr lang="en-GB" altLang="zh-CN" i="1">
                                    <a:solidFill>
                                      <a:schemeClr val="tx1"/>
                                    </a:solidFill>
                                    <a:latin typeface="Cambria Math" panose="02040503050406030204" pitchFamily="18" charset="0"/>
                                  </a:rPr>
                                  <m:t>𝑘</m:t>
                                </m:r>
                                <m:r>
                                  <a:rPr lang="en-GB" altLang="zh-CN" i="1">
                                    <a:solidFill>
                                      <a:schemeClr val="tx1"/>
                                    </a:solidFill>
                                    <a:latin typeface="Cambria Math" panose="02040503050406030204" pitchFamily="18" charset="0"/>
                                  </a:rPr>
                                  <m:t>−</m:t>
                                </m:r>
                              </m:sub>
                            </m:sSub>
                            <m:r>
                              <a:rPr lang="en-GB" altLang="zh-CN" i="1">
                                <a:solidFill>
                                  <a:schemeClr val="tx1"/>
                                </a:solidFill>
                                <a:latin typeface="Cambria Math" panose="02040503050406030204" pitchFamily="18" charset="0"/>
                              </a:rPr>
                              <m:t>+</m:t>
                            </m:r>
                            <m:sSub>
                              <m:sSubPr>
                                <m:ctrlPr>
                                  <a:rPr lang="en-GB" altLang="zh-CN" i="1">
                                    <a:solidFill>
                                      <a:schemeClr val="tx1"/>
                                    </a:solidFill>
                                    <a:latin typeface="Cambria Math" panose="02040503050406030204" pitchFamily="18" charset="0"/>
                                  </a:rPr>
                                </m:ctrlPr>
                              </m:sSubPr>
                              <m:e>
                                <m:r>
                                  <a:rPr lang="en-GB" altLang="zh-CN" i="1">
                                    <a:solidFill>
                                      <a:schemeClr val="tx1"/>
                                    </a:solidFill>
                                    <a:latin typeface="Cambria Math" panose="02040503050406030204" pitchFamily="18" charset="0"/>
                                  </a:rPr>
                                  <m:t>𝑅</m:t>
                                </m:r>
                              </m:e>
                              <m:sub>
                                <m:r>
                                  <a:rPr lang="en-GB" altLang="zh-CN" i="1">
                                    <a:solidFill>
                                      <a:schemeClr val="tx1"/>
                                    </a:solidFill>
                                    <a:latin typeface="Cambria Math" panose="02040503050406030204" pitchFamily="18" charset="0"/>
                                  </a:rPr>
                                  <m:t>𝑘</m:t>
                                </m:r>
                              </m:sub>
                            </m:sSub>
                          </m:e>
                        </m:d>
                      </m:e>
                      <m:sup>
                        <m:r>
                          <a:rPr lang="en-GB" altLang="zh-CN" i="1">
                            <a:solidFill>
                              <a:schemeClr val="tx1"/>
                            </a:solidFill>
                            <a:latin typeface="Cambria Math" panose="02040503050406030204" pitchFamily="18" charset="0"/>
                          </a:rPr>
                          <m:t>−1</m:t>
                        </m:r>
                      </m:sup>
                    </m:sSup>
                  </m:oMath>
                </a14:m>
                <a:r>
                  <a:rPr lang="en-GB" altLang="zh-CN" dirty="0">
                    <a:solidFill>
                      <a:schemeClr val="tx1"/>
                    </a:solidFill>
                  </a:rPr>
                  <a:t>, </a:t>
                </a:r>
                <a14:m>
                  <m:oMath xmlns:m="http://schemas.openxmlformats.org/officeDocument/2006/math">
                    <m:r>
                      <a:rPr lang="en-GB" altLang="zh-CN" b="0" i="0" smtClean="0">
                        <a:latin typeface="Cambria Math" panose="02040503050406030204" pitchFamily="18" charset="0"/>
                      </a:rPr>
                      <m:t> </m:t>
                    </m:r>
                    <m:sSub>
                      <m:sSubPr>
                        <m:ctrlPr>
                          <a:rPr lang="en-GB" altLang="zh-CN" i="1">
                            <a:latin typeface="Cambria Math" panose="02040503050406030204" pitchFamily="18" charset="0"/>
                          </a:rPr>
                        </m:ctrlPr>
                      </m:sSubPr>
                      <m:e>
                        <m:r>
                          <a:rPr lang="en-GB" altLang="zh-CN" i="1">
                            <a:latin typeface="Cambria Math" panose="02040503050406030204" pitchFamily="18" charset="0"/>
                          </a:rPr>
                          <m:t>𝛬</m:t>
                        </m:r>
                      </m:e>
                      <m:sub>
                        <m:r>
                          <a:rPr lang="en-GB" altLang="zh-CN" i="1">
                            <a:latin typeface="Cambria Math" panose="02040503050406030204" pitchFamily="18" charset="0"/>
                          </a:rPr>
                          <m:t>𝑘</m:t>
                        </m:r>
                      </m:sub>
                    </m:sSub>
                    <m:r>
                      <a:rPr lang="en-GB" altLang="zh-CN" b="0" i="1" smtClean="0">
                        <a:latin typeface="Cambria Math" panose="02040503050406030204" pitchFamily="18" charset="0"/>
                      </a:rPr>
                      <m:t>:</m:t>
                    </m:r>
                    <m:d>
                      <m:dPr>
                        <m:begChr m:val="{"/>
                        <m:endChr m:val="}"/>
                        <m:ctrlPr>
                          <a:rPr lang="en-GB" altLang="zh-CN" i="1">
                            <a:latin typeface="Cambria Math" panose="02040503050406030204" pitchFamily="18" charset="0"/>
                          </a:rPr>
                        </m:ctrlPr>
                      </m:dPr>
                      <m:e>
                        <m:r>
                          <a:rPr lang="en-GB" altLang="zh-CN" i="1">
                            <a:latin typeface="Cambria Math" panose="02040503050406030204" pitchFamily="18" charset="0"/>
                          </a:rPr>
                          <m:t>𝑆𝑡𝑎𝑡𝑒</m:t>
                        </m:r>
                      </m:e>
                    </m:d>
                    <m:r>
                      <a:rPr lang="en-GB" altLang="zh-CN" b="0" i="1" smtClean="0">
                        <a:latin typeface="Cambria Math" panose="02040503050406030204" pitchFamily="18" charset="0"/>
                      </a:rPr>
                      <m:t>→</m:t>
                    </m:r>
                    <m:d>
                      <m:dPr>
                        <m:begChr m:val="{"/>
                        <m:endChr m:val="}"/>
                        <m:ctrlPr>
                          <a:rPr lang="en-GB" altLang="zh-CN" i="1">
                            <a:latin typeface="Cambria Math" panose="02040503050406030204" pitchFamily="18" charset="0"/>
                          </a:rPr>
                        </m:ctrlPr>
                      </m:dPr>
                      <m:e>
                        <m:r>
                          <a:rPr lang="en-GB" altLang="zh-CN" i="1">
                            <a:latin typeface="Cambria Math" panose="02040503050406030204" pitchFamily="18" charset="0"/>
                          </a:rPr>
                          <m:t>𝑆𝑡𝑎𝑡𝑒</m:t>
                        </m:r>
                      </m:e>
                    </m:d>
                  </m:oMath>
                </a14:m>
                <a:r>
                  <a:rPr lang="en-GB" altLang="zh-CN" dirty="0">
                    <a:solidFill>
                      <a:schemeClr val="tx1"/>
                    </a:solidFill>
                  </a:rPr>
                  <a:t>, but </a:t>
                </a:r>
                <a14:m>
                  <m:oMath xmlns:m="http://schemas.openxmlformats.org/officeDocument/2006/math">
                    <m:sSub>
                      <m:sSubPr>
                        <m:ctrlPr>
                          <a:rPr lang="en-GB" altLang="zh-CN" i="1">
                            <a:latin typeface="Cambria Math" panose="02040503050406030204" pitchFamily="18" charset="0"/>
                          </a:rPr>
                        </m:ctrlPr>
                      </m:sSubPr>
                      <m:e>
                        <m:r>
                          <a:rPr lang="en-GB" altLang="zh-CN" i="1">
                            <a:latin typeface="Cambria Math" panose="02040503050406030204" pitchFamily="18" charset="0"/>
                          </a:rPr>
                          <m:t>𝛬</m:t>
                        </m:r>
                        <m:r>
                          <a:rPr lang="en-GB" altLang="zh-CN" b="0" i="1" smtClean="0">
                            <a:latin typeface="Cambria Math" panose="02040503050406030204" pitchFamily="18" charset="0"/>
                          </a:rPr>
                          <m:t>′</m:t>
                        </m:r>
                      </m:e>
                      <m:sub>
                        <m:r>
                          <a:rPr lang="en-GB" altLang="zh-CN" i="1">
                            <a:latin typeface="Cambria Math" panose="02040503050406030204" pitchFamily="18" charset="0"/>
                          </a:rPr>
                          <m:t>𝑘</m:t>
                        </m:r>
                      </m:sub>
                    </m:sSub>
                    <m:r>
                      <a:rPr lang="en-GB" altLang="zh-CN" i="1">
                        <a:latin typeface="Cambria Math" panose="02040503050406030204" pitchFamily="18" charset="0"/>
                      </a:rPr>
                      <m:t>:</m:t>
                    </m:r>
                    <m:d>
                      <m:dPr>
                        <m:begChr m:val="{"/>
                        <m:endChr m:val="}"/>
                        <m:ctrlPr>
                          <a:rPr lang="en-GB" altLang="zh-CN" i="1">
                            <a:latin typeface="Cambria Math" panose="02040503050406030204" pitchFamily="18" charset="0"/>
                          </a:rPr>
                        </m:ctrlPr>
                      </m:dPr>
                      <m:e>
                        <m:r>
                          <a:rPr lang="en-GB" altLang="zh-CN" i="1">
                            <a:latin typeface="Cambria Math" panose="02040503050406030204" pitchFamily="18" charset="0"/>
                          </a:rPr>
                          <m:t>𝑀𝑒𝑎𝑠𝑢𝑟</m:t>
                        </m:r>
                      </m:e>
                    </m:d>
                    <m:r>
                      <a:rPr lang="en-GB" altLang="zh-CN" i="1">
                        <a:latin typeface="Cambria Math" panose="02040503050406030204" pitchFamily="18" charset="0"/>
                      </a:rPr>
                      <m:t>→</m:t>
                    </m:r>
                    <m:d>
                      <m:dPr>
                        <m:begChr m:val="{"/>
                        <m:endChr m:val="}"/>
                        <m:ctrlPr>
                          <a:rPr lang="en-GB" altLang="zh-CN" i="1">
                            <a:latin typeface="Cambria Math" panose="02040503050406030204" pitchFamily="18" charset="0"/>
                          </a:rPr>
                        </m:ctrlPr>
                      </m:dPr>
                      <m:e>
                        <m:r>
                          <a:rPr lang="en-GB" altLang="zh-CN" i="1">
                            <a:latin typeface="Cambria Math" panose="02040503050406030204" pitchFamily="18" charset="0"/>
                          </a:rPr>
                          <m:t>𝑀𝑒𝑎𝑠𝑢𝑟</m:t>
                        </m:r>
                      </m:e>
                    </m:d>
                  </m:oMath>
                </a14:m>
                <a:r>
                  <a:rPr lang="en-GB" altLang="zh-CN" dirty="0">
                    <a:solidFill>
                      <a:schemeClr val="tx1"/>
                    </a:solidFill>
                  </a:rPr>
                  <a:t>. Recall that </a:t>
                </a:r>
                <a14:m>
                  <m:oMath xmlns:m="http://schemas.openxmlformats.org/officeDocument/2006/math">
                    <m:sSub>
                      <m:sSubPr>
                        <m:ctrlPr>
                          <a:rPr lang="en-GB" altLang="zh-CN" i="1">
                            <a:latin typeface="Cambria Math" panose="02040503050406030204" pitchFamily="18" charset="0"/>
                          </a:rPr>
                        </m:ctrlPr>
                      </m:sSubPr>
                      <m:e>
                        <m:r>
                          <a:rPr lang="en-GB" altLang="zh-CN" i="1">
                            <a:latin typeface="Cambria Math" panose="02040503050406030204" pitchFamily="18" charset="0"/>
                          </a:rPr>
                          <m:t>𝑃</m:t>
                        </m:r>
                      </m:e>
                      <m:sub>
                        <m:r>
                          <a:rPr lang="en-GB" altLang="zh-CN" i="1">
                            <a:latin typeface="Cambria Math" panose="02040503050406030204" pitchFamily="18" charset="0"/>
                          </a:rPr>
                          <m:t>𝑘</m:t>
                        </m:r>
                        <m:r>
                          <a:rPr lang="en-GB" altLang="zh-CN" i="1">
                            <a:latin typeface="Cambria Math" panose="02040503050406030204" pitchFamily="18" charset="0"/>
                          </a:rPr>
                          <m:t>−</m:t>
                        </m:r>
                      </m:sub>
                    </m:sSub>
                  </m:oMath>
                </a14:m>
                <a:r>
                  <a:rPr lang="en-GB" altLang="zh-CN" dirty="0">
                    <a:solidFill>
                      <a:schemeClr val="tx1"/>
                    </a:solidFill>
                  </a:rPr>
                  <a:t> is the covariance matrix, so we can use </a:t>
                </a:r>
                <a14:m>
                  <m:oMath xmlns:m="http://schemas.openxmlformats.org/officeDocument/2006/math">
                    <m:sSub>
                      <m:sSubPr>
                        <m:ctrlPr>
                          <a:rPr lang="en-GB" altLang="zh-CN" i="1">
                            <a:solidFill>
                              <a:srgbClr val="003399"/>
                            </a:solidFill>
                            <a:latin typeface="Cambria Math" panose="02040503050406030204" pitchFamily="18" charset="0"/>
                          </a:rPr>
                        </m:ctrlPr>
                      </m:sSubPr>
                      <m:e>
                        <m:r>
                          <a:rPr lang="en-GB" altLang="zh-CN" i="1">
                            <a:solidFill>
                              <a:srgbClr val="003399"/>
                            </a:solidFill>
                            <a:latin typeface="Cambria Math" panose="02040503050406030204" pitchFamily="18" charset="0"/>
                          </a:rPr>
                          <m:t>𝐻</m:t>
                        </m:r>
                      </m:e>
                      <m:sub>
                        <m:r>
                          <a:rPr lang="en-GB" altLang="zh-CN" i="1">
                            <a:solidFill>
                              <a:srgbClr val="003399"/>
                            </a:solidFill>
                            <a:latin typeface="Cambria Math" panose="02040503050406030204" pitchFamily="18" charset="0"/>
                          </a:rPr>
                          <m:t>𝑘</m:t>
                        </m:r>
                      </m:sub>
                    </m:sSub>
                  </m:oMath>
                </a14:m>
                <a:r>
                  <a:rPr lang="en-GB" altLang="zh-CN" dirty="0">
                    <a:solidFill>
                      <a:schemeClr val="tx1"/>
                    </a:solidFill>
                  </a:rPr>
                  <a:t>  to project </a:t>
                </a:r>
                <a14:m>
                  <m:oMath xmlns:m="http://schemas.openxmlformats.org/officeDocument/2006/math">
                    <m:sSub>
                      <m:sSubPr>
                        <m:ctrlPr>
                          <a:rPr lang="en-GB" altLang="zh-CN" i="1">
                            <a:latin typeface="Cambria Math" panose="02040503050406030204" pitchFamily="18" charset="0"/>
                          </a:rPr>
                        </m:ctrlPr>
                      </m:sSubPr>
                      <m:e>
                        <m:r>
                          <a:rPr lang="en-GB" altLang="zh-CN" i="1">
                            <a:latin typeface="Cambria Math" panose="02040503050406030204" pitchFamily="18" charset="0"/>
                          </a:rPr>
                          <m:t>𝑃</m:t>
                        </m:r>
                      </m:e>
                      <m:sub>
                        <m:r>
                          <a:rPr lang="en-GB" altLang="zh-CN" i="1">
                            <a:latin typeface="Cambria Math" panose="02040503050406030204" pitchFamily="18" charset="0"/>
                          </a:rPr>
                          <m:t>𝑘</m:t>
                        </m:r>
                        <m:r>
                          <a:rPr lang="en-GB" altLang="zh-CN" i="1">
                            <a:latin typeface="Cambria Math" panose="02040503050406030204" pitchFamily="18" charset="0"/>
                          </a:rPr>
                          <m:t>−</m:t>
                        </m:r>
                      </m:sub>
                    </m:sSub>
                  </m:oMath>
                </a14:m>
                <a:r>
                  <a:rPr lang="en-GB" altLang="zh-CN" dirty="0">
                    <a:solidFill>
                      <a:schemeClr val="tx1"/>
                    </a:solidFill>
                  </a:rPr>
                  <a:t> to </a:t>
                </a:r>
                <a14:m>
                  <m:oMath xmlns:m="http://schemas.openxmlformats.org/officeDocument/2006/math">
                    <m:d>
                      <m:dPr>
                        <m:begChr m:val="{"/>
                        <m:endChr m:val="}"/>
                        <m:ctrlPr>
                          <a:rPr lang="en-GB" altLang="zh-CN" i="1">
                            <a:latin typeface="Cambria Math" panose="02040503050406030204" pitchFamily="18" charset="0"/>
                          </a:rPr>
                        </m:ctrlPr>
                      </m:dPr>
                      <m:e>
                        <m:r>
                          <a:rPr lang="en-GB" altLang="zh-CN" i="1">
                            <a:latin typeface="Cambria Math" panose="02040503050406030204" pitchFamily="18" charset="0"/>
                          </a:rPr>
                          <m:t>𝑆𝑡𝑎𝑡𝑒</m:t>
                        </m:r>
                      </m:e>
                    </m:d>
                  </m:oMath>
                </a14:m>
                <a:r>
                  <a:rPr lang="en-GB" altLang="zh-CN" dirty="0">
                    <a:solidFill>
                      <a:schemeClr val="tx1"/>
                    </a:solidFill>
                  </a:rPr>
                  <a:t> by </a:t>
                </a:r>
              </a:p>
              <a:p>
                <a:pPr>
                  <a:lnSpc>
                    <a:spcPct val="150000"/>
                  </a:lnSpc>
                </a:pPr>
                <a14:m>
                  <m:oMathPara xmlns:m="http://schemas.openxmlformats.org/officeDocument/2006/math">
                    <m:oMathParaPr>
                      <m:jc m:val="centerGroup"/>
                    </m:oMathParaPr>
                    <m:oMath xmlns:m="http://schemas.openxmlformats.org/officeDocument/2006/math">
                      <m:sSub>
                        <m:sSubPr>
                          <m:ctrlPr>
                            <a:rPr lang="en-GB" altLang="zh-CN" i="1" smtClean="0">
                              <a:solidFill>
                                <a:schemeClr val="tx1"/>
                              </a:solidFill>
                              <a:latin typeface="Cambria Math" panose="02040503050406030204" pitchFamily="18" charset="0"/>
                            </a:rPr>
                          </m:ctrlPr>
                        </m:sSubPr>
                        <m:e>
                          <m:r>
                            <a:rPr lang="en-GB" altLang="zh-CN" i="1">
                              <a:solidFill>
                                <a:schemeClr val="tx1"/>
                              </a:solidFill>
                              <a:latin typeface="Cambria Math" panose="02040503050406030204" pitchFamily="18" charset="0"/>
                            </a:rPr>
                            <m:t>𝐻</m:t>
                          </m:r>
                        </m:e>
                        <m:sub>
                          <m:r>
                            <a:rPr lang="en-GB" altLang="zh-CN" i="1">
                              <a:solidFill>
                                <a:schemeClr val="tx1"/>
                              </a:solidFill>
                              <a:latin typeface="Cambria Math" panose="02040503050406030204" pitchFamily="18" charset="0"/>
                            </a:rPr>
                            <m:t>𝑘</m:t>
                          </m:r>
                        </m:sub>
                      </m:sSub>
                      <m:sSub>
                        <m:sSubPr>
                          <m:ctrlPr>
                            <a:rPr lang="en-GB" altLang="zh-CN" i="1">
                              <a:solidFill>
                                <a:schemeClr val="tx1"/>
                              </a:solidFill>
                              <a:latin typeface="Cambria Math" panose="02040503050406030204" pitchFamily="18" charset="0"/>
                            </a:rPr>
                          </m:ctrlPr>
                        </m:sSubPr>
                        <m:e>
                          <m:r>
                            <a:rPr lang="en-GB" altLang="zh-CN" i="1">
                              <a:solidFill>
                                <a:schemeClr val="tx1"/>
                              </a:solidFill>
                              <a:latin typeface="Cambria Math" panose="02040503050406030204" pitchFamily="18" charset="0"/>
                            </a:rPr>
                            <m:t>𝑃</m:t>
                          </m:r>
                        </m:e>
                        <m:sub>
                          <m:r>
                            <a:rPr lang="en-GB" altLang="zh-CN" i="1">
                              <a:solidFill>
                                <a:schemeClr val="tx1"/>
                              </a:solidFill>
                              <a:latin typeface="Cambria Math" panose="02040503050406030204" pitchFamily="18" charset="0"/>
                            </a:rPr>
                            <m:t>𝑘</m:t>
                          </m:r>
                          <m:r>
                            <a:rPr lang="en-GB" altLang="zh-CN" i="1">
                              <a:solidFill>
                                <a:schemeClr val="tx1"/>
                              </a:solidFill>
                              <a:latin typeface="Cambria Math" panose="02040503050406030204" pitchFamily="18" charset="0"/>
                            </a:rPr>
                            <m:t>−</m:t>
                          </m:r>
                        </m:sub>
                      </m:sSub>
                      <m:sSubSup>
                        <m:sSubSupPr>
                          <m:ctrlPr>
                            <a:rPr lang="en-GB" altLang="zh-CN" b="0" i="1" smtClean="0">
                              <a:solidFill>
                                <a:schemeClr val="tx1"/>
                              </a:solidFill>
                              <a:latin typeface="Cambria Math" panose="02040503050406030204" pitchFamily="18" charset="0"/>
                            </a:rPr>
                          </m:ctrlPr>
                        </m:sSubSupPr>
                        <m:e>
                          <m:r>
                            <a:rPr lang="en-GB" altLang="zh-CN" i="1">
                              <a:solidFill>
                                <a:schemeClr val="tx1"/>
                              </a:solidFill>
                              <a:latin typeface="Cambria Math" panose="02040503050406030204" pitchFamily="18" charset="0"/>
                            </a:rPr>
                            <m:t>𝐻</m:t>
                          </m:r>
                        </m:e>
                        <m:sub>
                          <m:r>
                            <a:rPr lang="en-GB" altLang="zh-CN" i="1">
                              <a:solidFill>
                                <a:schemeClr val="tx1"/>
                              </a:solidFill>
                              <a:latin typeface="Cambria Math" panose="02040503050406030204" pitchFamily="18" charset="0"/>
                            </a:rPr>
                            <m:t>𝑘</m:t>
                          </m:r>
                        </m:sub>
                        <m:sup>
                          <m:r>
                            <a:rPr lang="en-GB" altLang="zh-CN" b="0" i="1" smtClean="0">
                              <a:solidFill>
                                <a:schemeClr val="tx1"/>
                              </a:solidFill>
                              <a:latin typeface="Cambria Math" panose="02040503050406030204" pitchFamily="18" charset="0"/>
                            </a:rPr>
                            <m:t>𝑇</m:t>
                          </m:r>
                        </m:sup>
                      </m:sSubSup>
                    </m:oMath>
                  </m:oMathPara>
                </a14:m>
                <a:endParaRPr lang="en-GB" altLang="zh-CN" dirty="0">
                  <a:solidFill>
                    <a:schemeClr val="tx1"/>
                  </a:solidFill>
                </a:endParaRPr>
              </a:p>
              <a:p>
                <a:r>
                  <a:rPr lang="en-GB" altLang="zh-CN" dirty="0">
                    <a:solidFill>
                      <a:schemeClr val="tx1"/>
                    </a:solidFill>
                  </a:rPr>
                  <a:t>It gives:</a:t>
                </a:r>
              </a:p>
              <a:p>
                <a:pPr/>
                <a14:m>
                  <m:oMathPara xmlns:m="http://schemas.openxmlformats.org/officeDocument/2006/math">
                    <m:oMathParaPr>
                      <m:jc m:val="centerGroup"/>
                    </m:oMathParaPr>
                    <m:oMath xmlns:m="http://schemas.openxmlformats.org/officeDocument/2006/math">
                      <m:sSub>
                        <m:sSubPr>
                          <m:ctrlPr>
                            <a:rPr lang="en-GB" altLang="zh-CN" i="1" smtClean="0">
                              <a:latin typeface="Cambria Math" panose="02040503050406030204" pitchFamily="18" charset="0"/>
                            </a:rPr>
                          </m:ctrlPr>
                        </m:sSubPr>
                        <m:e>
                          <m:r>
                            <a:rPr lang="en-GB" altLang="zh-CN" i="1">
                              <a:latin typeface="Cambria Math" panose="02040503050406030204" pitchFamily="18" charset="0"/>
                            </a:rPr>
                            <m:t>𝛬</m:t>
                          </m:r>
                          <m:r>
                            <a:rPr lang="en-GB" altLang="zh-CN" b="0" i="1" smtClean="0">
                              <a:latin typeface="Cambria Math" panose="02040503050406030204" pitchFamily="18" charset="0"/>
                            </a:rPr>
                            <m:t>′</m:t>
                          </m:r>
                        </m:e>
                        <m:sub>
                          <m:r>
                            <a:rPr lang="en-GB" altLang="zh-CN" i="1">
                              <a:latin typeface="Cambria Math" panose="02040503050406030204" pitchFamily="18" charset="0"/>
                            </a:rPr>
                            <m:t>𝑘</m:t>
                          </m:r>
                        </m:sub>
                      </m:sSub>
                      <m:r>
                        <a:rPr lang="en-GB" altLang="zh-CN" b="0" i="1" smtClean="0">
                          <a:latin typeface="Cambria Math" panose="02040503050406030204" pitchFamily="18" charset="0"/>
                        </a:rPr>
                        <m:t>=</m:t>
                      </m:r>
                      <m:sSub>
                        <m:sSubPr>
                          <m:ctrlPr>
                            <a:rPr lang="en-GB" altLang="zh-CN" i="1">
                              <a:latin typeface="Cambria Math" panose="02040503050406030204" pitchFamily="18" charset="0"/>
                            </a:rPr>
                          </m:ctrlPr>
                        </m:sSubPr>
                        <m:e>
                          <m:r>
                            <a:rPr lang="en-GB" altLang="zh-CN" i="1">
                              <a:latin typeface="Cambria Math" panose="02040503050406030204" pitchFamily="18" charset="0"/>
                            </a:rPr>
                            <m:t>𝐻</m:t>
                          </m:r>
                        </m:e>
                        <m:sub>
                          <m:r>
                            <a:rPr lang="en-GB" altLang="zh-CN" i="1">
                              <a:latin typeface="Cambria Math" panose="02040503050406030204" pitchFamily="18" charset="0"/>
                            </a:rPr>
                            <m:t>𝑘</m:t>
                          </m:r>
                        </m:sub>
                      </m:sSub>
                      <m:sSub>
                        <m:sSubPr>
                          <m:ctrlPr>
                            <a:rPr lang="en-GB" altLang="zh-CN" i="1">
                              <a:latin typeface="Cambria Math" panose="02040503050406030204" pitchFamily="18" charset="0"/>
                            </a:rPr>
                          </m:ctrlPr>
                        </m:sSubPr>
                        <m:e>
                          <m:r>
                            <a:rPr lang="en-GB" altLang="zh-CN" i="1">
                              <a:latin typeface="Cambria Math" panose="02040503050406030204" pitchFamily="18" charset="0"/>
                            </a:rPr>
                            <m:t>𝑃</m:t>
                          </m:r>
                        </m:e>
                        <m:sub>
                          <m:r>
                            <a:rPr lang="en-GB" altLang="zh-CN" i="1">
                              <a:latin typeface="Cambria Math" panose="02040503050406030204" pitchFamily="18" charset="0"/>
                            </a:rPr>
                            <m:t>𝑘</m:t>
                          </m:r>
                          <m:r>
                            <a:rPr lang="en-GB" altLang="zh-CN" i="1">
                              <a:latin typeface="Cambria Math" panose="02040503050406030204" pitchFamily="18" charset="0"/>
                            </a:rPr>
                            <m:t>−</m:t>
                          </m:r>
                        </m:sub>
                      </m:sSub>
                      <m:sSubSup>
                        <m:sSubSupPr>
                          <m:ctrlPr>
                            <a:rPr lang="en-GB" altLang="zh-CN" i="1">
                              <a:latin typeface="Cambria Math" panose="02040503050406030204" pitchFamily="18" charset="0"/>
                            </a:rPr>
                          </m:ctrlPr>
                        </m:sSubSupPr>
                        <m:e>
                          <m:r>
                            <a:rPr lang="en-GB" altLang="zh-CN" i="1">
                              <a:latin typeface="Cambria Math" panose="02040503050406030204" pitchFamily="18" charset="0"/>
                            </a:rPr>
                            <m:t>𝐻</m:t>
                          </m:r>
                        </m:e>
                        <m:sub>
                          <m:r>
                            <a:rPr lang="en-GB" altLang="zh-CN" i="1">
                              <a:latin typeface="Cambria Math" panose="02040503050406030204" pitchFamily="18" charset="0"/>
                            </a:rPr>
                            <m:t>𝑘</m:t>
                          </m:r>
                        </m:sub>
                        <m:sup>
                          <m:r>
                            <a:rPr lang="en-GB" altLang="zh-CN" i="1">
                              <a:latin typeface="Cambria Math" panose="02040503050406030204" pitchFamily="18" charset="0"/>
                            </a:rPr>
                            <m:t>𝑇</m:t>
                          </m:r>
                        </m:sup>
                      </m:sSubSup>
                      <m:sSup>
                        <m:sSupPr>
                          <m:ctrlPr>
                            <a:rPr lang="en-GB" altLang="zh-CN" b="0" i="1" smtClean="0">
                              <a:latin typeface="Cambria Math" panose="02040503050406030204" pitchFamily="18" charset="0"/>
                            </a:rPr>
                          </m:ctrlPr>
                        </m:sSupPr>
                        <m:e>
                          <m:d>
                            <m:dPr>
                              <m:ctrlPr>
                                <a:rPr lang="en-GB" altLang="zh-CN" b="0" i="1" smtClean="0">
                                  <a:latin typeface="Cambria Math" panose="02040503050406030204" pitchFamily="18" charset="0"/>
                                </a:rPr>
                              </m:ctrlPr>
                            </m:dPr>
                            <m:e>
                              <m:sSub>
                                <m:sSubPr>
                                  <m:ctrlPr>
                                    <a:rPr lang="en-GB" altLang="zh-CN" i="1">
                                      <a:latin typeface="Cambria Math" panose="02040503050406030204" pitchFamily="18" charset="0"/>
                                    </a:rPr>
                                  </m:ctrlPr>
                                </m:sSubPr>
                                <m:e>
                                  <m:r>
                                    <a:rPr lang="en-GB" altLang="zh-CN" i="1">
                                      <a:latin typeface="Cambria Math" panose="02040503050406030204" pitchFamily="18" charset="0"/>
                                    </a:rPr>
                                    <m:t>𝐻</m:t>
                                  </m:r>
                                </m:e>
                                <m:sub>
                                  <m:r>
                                    <a:rPr lang="en-GB" altLang="zh-CN" i="1">
                                      <a:latin typeface="Cambria Math" panose="02040503050406030204" pitchFamily="18" charset="0"/>
                                    </a:rPr>
                                    <m:t>𝑘</m:t>
                                  </m:r>
                                </m:sub>
                              </m:sSub>
                              <m:sSub>
                                <m:sSubPr>
                                  <m:ctrlPr>
                                    <a:rPr lang="en-GB" altLang="zh-CN" i="1">
                                      <a:latin typeface="Cambria Math" panose="02040503050406030204" pitchFamily="18" charset="0"/>
                                    </a:rPr>
                                  </m:ctrlPr>
                                </m:sSubPr>
                                <m:e>
                                  <m:r>
                                    <a:rPr lang="en-GB" altLang="zh-CN" i="1">
                                      <a:latin typeface="Cambria Math" panose="02040503050406030204" pitchFamily="18" charset="0"/>
                                    </a:rPr>
                                    <m:t>𝑃</m:t>
                                  </m:r>
                                </m:e>
                                <m:sub>
                                  <m:r>
                                    <a:rPr lang="en-GB" altLang="zh-CN" i="1">
                                      <a:latin typeface="Cambria Math" panose="02040503050406030204" pitchFamily="18" charset="0"/>
                                    </a:rPr>
                                    <m:t>𝑘</m:t>
                                  </m:r>
                                  <m:r>
                                    <a:rPr lang="en-GB" altLang="zh-CN" i="1">
                                      <a:latin typeface="Cambria Math" panose="02040503050406030204" pitchFamily="18" charset="0"/>
                                    </a:rPr>
                                    <m:t>−</m:t>
                                  </m:r>
                                </m:sub>
                              </m:sSub>
                              <m:sSubSup>
                                <m:sSubSupPr>
                                  <m:ctrlPr>
                                    <a:rPr lang="en-GB" altLang="zh-CN" i="1">
                                      <a:latin typeface="Cambria Math" panose="02040503050406030204" pitchFamily="18" charset="0"/>
                                    </a:rPr>
                                  </m:ctrlPr>
                                </m:sSubSupPr>
                                <m:e>
                                  <m:r>
                                    <a:rPr lang="en-GB" altLang="zh-CN" i="1">
                                      <a:latin typeface="Cambria Math" panose="02040503050406030204" pitchFamily="18" charset="0"/>
                                    </a:rPr>
                                    <m:t>𝐻</m:t>
                                  </m:r>
                                </m:e>
                                <m:sub>
                                  <m:r>
                                    <a:rPr lang="en-GB" altLang="zh-CN" i="1">
                                      <a:latin typeface="Cambria Math" panose="02040503050406030204" pitchFamily="18" charset="0"/>
                                    </a:rPr>
                                    <m:t>𝑘</m:t>
                                  </m:r>
                                </m:sub>
                                <m:sup>
                                  <m:r>
                                    <a:rPr lang="en-GB" altLang="zh-CN" i="1">
                                      <a:latin typeface="Cambria Math" panose="02040503050406030204" pitchFamily="18" charset="0"/>
                                    </a:rPr>
                                    <m:t>𝑇</m:t>
                                  </m:r>
                                </m:sup>
                              </m:sSubSup>
                              <m:r>
                                <a:rPr lang="en-GB" altLang="zh-CN" b="0" i="1" smtClean="0">
                                  <a:latin typeface="Cambria Math" panose="02040503050406030204" pitchFamily="18" charset="0"/>
                                </a:rPr>
                                <m:t>+</m:t>
                              </m:r>
                              <m:sSub>
                                <m:sSubPr>
                                  <m:ctrlPr>
                                    <a:rPr lang="en-GB" altLang="zh-CN" b="0" i="1" smtClean="0">
                                      <a:latin typeface="Cambria Math" panose="02040503050406030204" pitchFamily="18" charset="0"/>
                                    </a:rPr>
                                  </m:ctrlPr>
                                </m:sSubPr>
                                <m:e>
                                  <m:r>
                                    <a:rPr lang="en-GB" altLang="zh-CN" b="0" i="1" smtClean="0">
                                      <a:latin typeface="Cambria Math" panose="02040503050406030204" pitchFamily="18" charset="0"/>
                                    </a:rPr>
                                    <m:t>𝑅</m:t>
                                  </m:r>
                                </m:e>
                                <m:sub>
                                  <m:r>
                                    <a:rPr lang="en-GB" altLang="zh-CN" b="0" i="1" smtClean="0">
                                      <a:latin typeface="Cambria Math" panose="02040503050406030204" pitchFamily="18" charset="0"/>
                                    </a:rPr>
                                    <m:t>𝑘</m:t>
                                  </m:r>
                                </m:sub>
                              </m:sSub>
                            </m:e>
                          </m:d>
                        </m:e>
                        <m:sup>
                          <m:r>
                            <a:rPr lang="en-GB" altLang="zh-CN" b="0" i="1" smtClean="0">
                              <a:latin typeface="Cambria Math" panose="02040503050406030204" pitchFamily="18" charset="0"/>
                            </a:rPr>
                            <m:t>−1</m:t>
                          </m:r>
                        </m:sup>
                      </m:sSup>
                    </m:oMath>
                  </m:oMathPara>
                </a14:m>
                <a:endParaRPr lang="en-GB" altLang="zh-CN" dirty="0">
                  <a:solidFill>
                    <a:schemeClr val="tx1"/>
                  </a:solidFill>
                </a:endParaRPr>
              </a:p>
              <a:p>
                <a:r>
                  <a:rPr lang="en-GB" altLang="zh-CN" dirty="0">
                    <a:solidFill>
                      <a:schemeClr val="bg1">
                        <a:lumMod val="65000"/>
                      </a:schemeClr>
                    </a:solidFill>
                  </a:rPr>
                  <a:t>NB: </a:t>
                </a:r>
                <a14:m>
                  <m:oMath xmlns:m="http://schemas.openxmlformats.org/officeDocument/2006/math">
                    <m:sSub>
                      <m:sSubPr>
                        <m:ctrlPr>
                          <a:rPr lang="en-GB" altLang="zh-CN" b="0" i="1" smtClean="0">
                            <a:solidFill>
                              <a:schemeClr val="bg1">
                                <a:lumMod val="65000"/>
                              </a:schemeClr>
                            </a:solidFill>
                            <a:latin typeface="Cambria Math" panose="02040503050406030204" pitchFamily="18" charset="0"/>
                          </a:rPr>
                        </m:ctrlPr>
                      </m:sSubPr>
                      <m:e>
                        <m:r>
                          <a:rPr lang="en-GB" altLang="zh-CN" b="0" i="1" smtClean="0">
                            <a:solidFill>
                              <a:schemeClr val="bg1">
                                <a:lumMod val="65000"/>
                              </a:schemeClr>
                            </a:solidFill>
                            <a:latin typeface="Cambria Math" panose="02040503050406030204" pitchFamily="18" charset="0"/>
                          </a:rPr>
                          <m:t>𝑅</m:t>
                        </m:r>
                      </m:e>
                      <m:sub>
                        <m:r>
                          <a:rPr lang="en-GB" altLang="zh-CN" b="0" i="1" smtClean="0">
                            <a:solidFill>
                              <a:schemeClr val="bg1">
                                <a:lumMod val="65000"/>
                              </a:schemeClr>
                            </a:solidFill>
                            <a:latin typeface="Cambria Math" panose="02040503050406030204" pitchFamily="18" charset="0"/>
                          </a:rPr>
                          <m:t>𝑘</m:t>
                        </m:r>
                      </m:sub>
                    </m:sSub>
                  </m:oMath>
                </a14:m>
                <a:r>
                  <a:rPr lang="en-GB" altLang="zh-CN" dirty="0">
                    <a:solidFill>
                      <a:schemeClr val="bg1">
                        <a:lumMod val="65000"/>
                      </a:schemeClr>
                    </a:solidFill>
                  </a:rPr>
                  <a:t> is measurement noise covariance matrix, so it’s already for </a:t>
                </a:r>
                <a14:m>
                  <m:oMath xmlns:m="http://schemas.openxmlformats.org/officeDocument/2006/math">
                    <m:d>
                      <m:dPr>
                        <m:begChr m:val="{"/>
                        <m:endChr m:val="}"/>
                        <m:ctrlPr>
                          <a:rPr lang="en-GB" altLang="zh-CN" i="1">
                            <a:solidFill>
                              <a:schemeClr val="bg1">
                                <a:lumMod val="65000"/>
                              </a:schemeClr>
                            </a:solidFill>
                            <a:latin typeface="Cambria Math" panose="02040503050406030204" pitchFamily="18" charset="0"/>
                          </a:rPr>
                        </m:ctrlPr>
                      </m:dPr>
                      <m:e>
                        <m:r>
                          <a:rPr lang="en-GB" altLang="zh-CN" i="1">
                            <a:solidFill>
                              <a:schemeClr val="bg1">
                                <a:lumMod val="65000"/>
                              </a:schemeClr>
                            </a:solidFill>
                            <a:latin typeface="Cambria Math" panose="02040503050406030204" pitchFamily="18" charset="0"/>
                          </a:rPr>
                          <m:t>𝑀𝑒𝑎𝑠𝑢𝑟</m:t>
                        </m:r>
                      </m:e>
                    </m:d>
                  </m:oMath>
                </a14:m>
                <a:r>
                  <a:rPr lang="en-GB" altLang="zh-CN" dirty="0">
                    <a:solidFill>
                      <a:schemeClr val="bg1">
                        <a:lumMod val="65000"/>
                      </a:schemeClr>
                    </a:solidFill>
                  </a:rPr>
                  <a:t>. </a:t>
                </a:r>
              </a:p>
              <a:p>
                <a:r>
                  <a:rPr lang="en-GB" altLang="zh-CN" dirty="0">
                    <a:solidFill>
                      <a:schemeClr val="tx1"/>
                    </a:solidFill>
                  </a:rPr>
                  <a:t>Then, we plug </a:t>
                </a:r>
                <a14:m>
                  <m:oMath xmlns:m="http://schemas.openxmlformats.org/officeDocument/2006/math">
                    <m:sSub>
                      <m:sSubPr>
                        <m:ctrlPr>
                          <a:rPr lang="en-GB" altLang="zh-CN" i="1">
                            <a:latin typeface="Cambria Math" panose="02040503050406030204" pitchFamily="18" charset="0"/>
                          </a:rPr>
                        </m:ctrlPr>
                      </m:sSubPr>
                      <m:e>
                        <m:r>
                          <a:rPr lang="en-GB" altLang="zh-CN" i="1">
                            <a:latin typeface="Cambria Math" panose="02040503050406030204" pitchFamily="18" charset="0"/>
                          </a:rPr>
                          <m:t>𝛬</m:t>
                        </m:r>
                        <m:r>
                          <a:rPr lang="en-GB" altLang="zh-CN" i="1">
                            <a:latin typeface="Cambria Math" panose="02040503050406030204" pitchFamily="18" charset="0"/>
                          </a:rPr>
                          <m:t>′</m:t>
                        </m:r>
                      </m:e>
                      <m:sub>
                        <m:r>
                          <a:rPr lang="en-GB" altLang="zh-CN" i="1">
                            <a:latin typeface="Cambria Math" panose="02040503050406030204" pitchFamily="18" charset="0"/>
                          </a:rPr>
                          <m:t>𝑘</m:t>
                        </m:r>
                      </m:sub>
                    </m:sSub>
                  </m:oMath>
                </a14:m>
                <a:r>
                  <a:rPr lang="en-GB" altLang="zh-CN" dirty="0">
                    <a:solidFill>
                      <a:schemeClr val="tx1"/>
                    </a:solidFill>
                  </a:rPr>
                  <a:t> in </a:t>
                </a:r>
                <a14:m>
                  <m:oMath xmlns:m="http://schemas.openxmlformats.org/officeDocument/2006/math">
                    <m:sSub>
                      <m:sSubPr>
                        <m:ctrlPr>
                          <a:rPr lang="en-GB" altLang="zh-CN" i="1" smtClean="0">
                            <a:solidFill>
                              <a:schemeClr val="tx1"/>
                            </a:solidFill>
                            <a:latin typeface="Cambria Math" panose="02040503050406030204" pitchFamily="18" charset="0"/>
                          </a:rPr>
                        </m:ctrlPr>
                      </m:sSubPr>
                      <m:e>
                        <m:sSub>
                          <m:sSubPr>
                            <m:ctrlPr>
                              <a:rPr lang="en-GB" altLang="zh-CN" i="1">
                                <a:solidFill>
                                  <a:schemeClr val="tx1"/>
                                </a:solidFill>
                                <a:latin typeface="Cambria Math" panose="02040503050406030204" pitchFamily="18" charset="0"/>
                              </a:rPr>
                            </m:ctrlPr>
                          </m:sSubPr>
                          <m:e>
                            <m:r>
                              <a:rPr lang="en-GB" altLang="zh-CN" i="1">
                                <a:solidFill>
                                  <a:schemeClr val="tx1"/>
                                </a:solidFill>
                                <a:latin typeface="Cambria Math" panose="02040503050406030204" pitchFamily="18" charset="0"/>
                              </a:rPr>
                              <m:t>𝐻</m:t>
                            </m:r>
                          </m:e>
                          <m:sub>
                            <m:r>
                              <a:rPr lang="en-GB" altLang="zh-CN" i="1">
                                <a:solidFill>
                                  <a:schemeClr val="tx1"/>
                                </a:solidFill>
                                <a:latin typeface="Cambria Math" panose="02040503050406030204" pitchFamily="18" charset="0"/>
                              </a:rPr>
                              <m:t>𝑘</m:t>
                            </m:r>
                          </m:sub>
                        </m:sSub>
                        <m:acc>
                          <m:accPr>
                            <m:chr m:val="̂"/>
                            <m:ctrlPr>
                              <a:rPr lang="en-GB" altLang="zh-CN" i="1">
                                <a:solidFill>
                                  <a:schemeClr val="tx1"/>
                                </a:solidFill>
                                <a:latin typeface="Cambria Math" panose="02040503050406030204" pitchFamily="18" charset="0"/>
                              </a:rPr>
                            </m:ctrlPr>
                          </m:accPr>
                          <m:e>
                            <m:r>
                              <a:rPr lang="en-GB" altLang="zh-CN" i="1">
                                <a:solidFill>
                                  <a:schemeClr val="tx1"/>
                                </a:solidFill>
                                <a:latin typeface="Cambria Math" panose="02040503050406030204" pitchFamily="18" charset="0"/>
                              </a:rPr>
                              <m:t>𝑥</m:t>
                            </m:r>
                          </m:e>
                        </m:acc>
                      </m:e>
                      <m:sub>
                        <m:r>
                          <a:rPr lang="en-GB" altLang="zh-CN" i="1">
                            <a:solidFill>
                              <a:schemeClr val="tx1"/>
                            </a:solidFill>
                            <a:latin typeface="Cambria Math" panose="02040503050406030204" pitchFamily="18" charset="0"/>
                          </a:rPr>
                          <m:t>𝑘</m:t>
                        </m:r>
                      </m:sub>
                    </m:sSub>
                    <m:r>
                      <a:rPr lang="en-GB" altLang="zh-CN" i="1">
                        <a:solidFill>
                          <a:schemeClr val="tx1"/>
                        </a:solidFill>
                        <a:latin typeface="Cambria Math" panose="02040503050406030204" pitchFamily="18" charset="0"/>
                      </a:rPr>
                      <m:t>=</m:t>
                    </m:r>
                    <m:sSub>
                      <m:sSubPr>
                        <m:ctrlPr>
                          <a:rPr lang="en-GB" altLang="zh-CN" i="1">
                            <a:solidFill>
                              <a:schemeClr val="tx1"/>
                            </a:solidFill>
                            <a:latin typeface="Cambria Math" panose="02040503050406030204" pitchFamily="18" charset="0"/>
                          </a:rPr>
                        </m:ctrlPr>
                      </m:sSubPr>
                      <m:e>
                        <m:sSub>
                          <m:sSubPr>
                            <m:ctrlPr>
                              <a:rPr lang="en-GB" altLang="zh-CN" i="1">
                                <a:solidFill>
                                  <a:schemeClr val="tx1"/>
                                </a:solidFill>
                                <a:latin typeface="Cambria Math" panose="02040503050406030204" pitchFamily="18" charset="0"/>
                              </a:rPr>
                            </m:ctrlPr>
                          </m:sSubPr>
                          <m:e>
                            <m:r>
                              <a:rPr lang="en-GB" altLang="zh-CN" i="1">
                                <a:solidFill>
                                  <a:schemeClr val="tx1"/>
                                </a:solidFill>
                                <a:latin typeface="Cambria Math" panose="02040503050406030204" pitchFamily="18" charset="0"/>
                              </a:rPr>
                              <m:t>𝐻</m:t>
                            </m:r>
                          </m:e>
                          <m:sub>
                            <m:r>
                              <a:rPr lang="en-GB" altLang="zh-CN" i="1">
                                <a:solidFill>
                                  <a:schemeClr val="tx1"/>
                                </a:solidFill>
                                <a:latin typeface="Cambria Math" panose="02040503050406030204" pitchFamily="18" charset="0"/>
                              </a:rPr>
                              <m:t>𝑘</m:t>
                            </m:r>
                          </m:sub>
                        </m:sSub>
                        <m:acc>
                          <m:accPr>
                            <m:chr m:val="̂"/>
                            <m:ctrlPr>
                              <a:rPr lang="en-GB" altLang="zh-CN" i="1">
                                <a:solidFill>
                                  <a:schemeClr val="tx1"/>
                                </a:solidFill>
                                <a:latin typeface="Cambria Math" panose="02040503050406030204" pitchFamily="18" charset="0"/>
                              </a:rPr>
                            </m:ctrlPr>
                          </m:accPr>
                          <m:e>
                            <m:r>
                              <a:rPr lang="en-GB" altLang="zh-CN" i="1">
                                <a:solidFill>
                                  <a:schemeClr val="tx1"/>
                                </a:solidFill>
                                <a:latin typeface="Cambria Math" panose="02040503050406030204" pitchFamily="18" charset="0"/>
                              </a:rPr>
                              <m:t>𝑥</m:t>
                            </m:r>
                          </m:e>
                        </m:acc>
                      </m:e>
                      <m:sub>
                        <m:r>
                          <a:rPr lang="en-GB" altLang="zh-CN" i="1">
                            <a:solidFill>
                              <a:schemeClr val="tx1"/>
                            </a:solidFill>
                            <a:latin typeface="Cambria Math" panose="02040503050406030204" pitchFamily="18" charset="0"/>
                          </a:rPr>
                          <m:t>𝑘</m:t>
                        </m:r>
                        <m:r>
                          <a:rPr lang="en-GB" altLang="zh-CN" i="1">
                            <a:solidFill>
                              <a:schemeClr val="tx1"/>
                            </a:solidFill>
                            <a:latin typeface="Cambria Math" panose="02040503050406030204" pitchFamily="18" charset="0"/>
                          </a:rPr>
                          <m:t>−</m:t>
                        </m:r>
                      </m:sub>
                    </m:sSub>
                    <m:r>
                      <a:rPr lang="en-GB" altLang="zh-CN" i="1">
                        <a:solidFill>
                          <a:schemeClr val="tx1"/>
                        </a:solidFill>
                        <a:latin typeface="Cambria Math" panose="02040503050406030204" pitchFamily="18" charset="0"/>
                      </a:rPr>
                      <m:t>+</m:t>
                    </m:r>
                    <m:sSub>
                      <m:sSubPr>
                        <m:ctrlPr>
                          <a:rPr lang="en-GB" altLang="zh-CN" i="1" smtClean="0">
                            <a:solidFill>
                              <a:schemeClr val="tx1"/>
                            </a:solidFill>
                            <a:latin typeface="Cambria Math" panose="02040503050406030204" pitchFamily="18" charset="0"/>
                          </a:rPr>
                        </m:ctrlPr>
                      </m:sSubPr>
                      <m:e>
                        <m:r>
                          <a:rPr lang="en-GB" altLang="zh-CN" i="1">
                            <a:solidFill>
                              <a:schemeClr val="tx1"/>
                            </a:solidFill>
                            <a:latin typeface="Cambria Math" panose="02040503050406030204" pitchFamily="18" charset="0"/>
                          </a:rPr>
                          <m:t>𝛬</m:t>
                        </m:r>
                        <m:r>
                          <a:rPr lang="en-GB" altLang="zh-CN" b="0" i="1" smtClean="0">
                            <a:solidFill>
                              <a:schemeClr val="tx1"/>
                            </a:solidFill>
                            <a:latin typeface="Cambria Math" panose="02040503050406030204" pitchFamily="18" charset="0"/>
                          </a:rPr>
                          <m:t>′</m:t>
                        </m:r>
                      </m:e>
                      <m:sub>
                        <m:r>
                          <a:rPr lang="en-GB" altLang="zh-CN" i="1">
                            <a:solidFill>
                              <a:schemeClr val="tx1"/>
                            </a:solidFill>
                            <a:latin typeface="Cambria Math" panose="02040503050406030204" pitchFamily="18" charset="0"/>
                          </a:rPr>
                          <m:t>𝑘</m:t>
                        </m:r>
                      </m:sub>
                    </m:sSub>
                    <m:d>
                      <m:dPr>
                        <m:ctrlPr>
                          <a:rPr lang="en-GB" altLang="zh-CN" i="1">
                            <a:solidFill>
                              <a:schemeClr val="tx1"/>
                            </a:solidFill>
                            <a:latin typeface="Cambria Math" panose="02040503050406030204" pitchFamily="18" charset="0"/>
                          </a:rPr>
                        </m:ctrlPr>
                      </m:dPr>
                      <m:e>
                        <m:sSub>
                          <m:sSubPr>
                            <m:ctrlPr>
                              <a:rPr lang="en-GB" altLang="zh-CN" i="1">
                                <a:solidFill>
                                  <a:schemeClr val="tx1"/>
                                </a:solidFill>
                                <a:latin typeface="Cambria Math" panose="02040503050406030204" pitchFamily="18" charset="0"/>
                              </a:rPr>
                            </m:ctrlPr>
                          </m:sSubPr>
                          <m:e>
                            <m:r>
                              <a:rPr lang="en-GB" altLang="zh-CN" i="1">
                                <a:solidFill>
                                  <a:schemeClr val="tx1"/>
                                </a:solidFill>
                                <a:latin typeface="Cambria Math" panose="02040503050406030204" pitchFamily="18" charset="0"/>
                              </a:rPr>
                              <m:t>𝑧</m:t>
                            </m:r>
                          </m:e>
                          <m:sub>
                            <m:r>
                              <a:rPr lang="en-GB" altLang="zh-CN" i="1">
                                <a:solidFill>
                                  <a:schemeClr val="tx1"/>
                                </a:solidFill>
                                <a:latin typeface="Cambria Math" panose="02040503050406030204" pitchFamily="18" charset="0"/>
                              </a:rPr>
                              <m:t>𝑘</m:t>
                            </m:r>
                          </m:sub>
                        </m:sSub>
                        <m:r>
                          <a:rPr lang="en-GB" altLang="zh-CN" i="1">
                            <a:solidFill>
                              <a:schemeClr val="tx1"/>
                            </a:solidFill>
                            <a:latin typeface="Cambria Math" panose="02040503050406030204" pitchFamily="18" charset="0"/>
                          </a:rPr>
                          <m:t>−</m:t>
                        </m:r>
                        <m:sSub>
                          <m:sSubPr>
                            <m:ctrlPr>
                              <a:rPr lang="en-GB" altLang="zh-CN" i="1" smtClean="0">
                                <a:solidFill>
                                  <a:schemeClr val="tx1"/>
                                </a:solidFill>
                                <a:latin typeface="Cambria Math" panose="02040503050406030204" pitchFamily="18" charset="0"/>
                              </a:rPr>
                            </m:ctrlPr>
                          </m:sSubPr>
                          <m:e>
                            <m:r>
                              <a:rPr lang="en-GB" altLang="zh-CN" i="1">
                                <a:solidFill>
                                  <a:schemeClr val="tx1"/>
                                </a:solidFill>
                                <a:latin typeface="Cambria Math" panose="02040503050406030204" pitchFamily="18" charset="0"/>
                              </a:rPr>
                              <m:t>𝐻</m:t>
                            </m:r>
                          </m:e>
                          <m:sub>
                            <m:r>
                              <a:rPr lang="en-GB" altLang="zh-CN" i="1">
                                <a:solidFill>
                                  <a:schemeClr val="tx1"/>
                                </a:solidFill>
                                <a:latin typeface="Cambria Math" panose="02040503050406030204" pitchFamily="18" charset="0"/>
                              </a:rPr>
                              <m:t>𝑘</m:t>
                            </m:r>
                          </m:sub>
                        </m:sSub>
                        <m:sSub>
                          <m:sSubPr>
                            <m:ctrlPr>
                              <a:rPr lang="en-GB" altLang="zh-CN" i="1">
                                <a:solidFill>
                                  <a:schemeClr val="tx1"/>
                                </a:solidFill>
                                <a:latin typeface="Cambria Math" panose="02040503050406030204" pitchFamily="18" charset="0"/>
                              </a:rPr>
                            </m:ctrlPr>
                          </m:sSubPr>
                          <m:e>
                            <m:acc>
                              <m:accPr>
                                <m:chr m:val="̂"/>
                                <m:ctrlPr>
                                  <a:rPr lang="en-GB" altLang="zh-CN" i="1">
                                    <a:solidFill>
                                      <a:schemeClr val="tx1"/>
                                    </a:solidFill>
                                    <a:latin typeface="Cambria Math" panose="02040503050406030204" pitchFamily="18" charset="0"/>
                                  </a:rPr>
                                </m:ctrlPr>
                              </m:accPr>
                              <m:e>
                                <m:r>
                                  <a:rPr lang="en-GB" altLang="zh-CN" i="1">
                                    <a:solidFill>
                                      <a:schemeClr val="tx1"/>
                                    </a:solidFill>
                                    <a:latin typeface="Cambria Math" panose="02040503050406030204" pitchFamily="18" charset="0"/>
                                  </a:rPr>
                                  <m:t>𝑥</m:t>
                                </m:r>
                              </m:e>
                            </m:acc>
                          </m:e>
                          <m:sub>
                            <m:r>
                              <a:rPr lang="en-GB" altLang="zh-CN" i="1">
                                <a:solidFill>
                                  <a:schemeClr val="tx1"/>
                                </a:solidFill>
                                <a:latin typeface="Cambria Math" panose="02040503050406030204" pitchFamily="18" charset="0"/>
                              </a:rPr>
                              <m:t>𝑘</m:t>
                            </m:r>
                            <m:r>
                              <a:rPr lang="en-GB" altLang="zh-CN" i="1">
                                <a:solidFill>
                                  <a:schemeClr val="tx1"/>
                                </a:solidFill>
                                <a:latin typeface="Cambria Math" panose="02040503050406030204" pitchFamily="18" charset="0"/>
                              </a:rPr>
                              <m:t>−</m:t>
                            </m:r>
                          </m:sub>
                        </m:sSub>
                      </m:e>
                    </m:d>
                    <m:r>
                      <a:rPr lang="en-GB" altLang="zh-CN" i="1">
                        <a:solidFill>
                          <a:schemeClr val="tx1"/>
                        </a:solidFill>
                        <a:latin typeface="Cambria Math" panose="02040503050406030204" pitchFamily="18" charset="0"/>
                      </a:rPr>
                      <m:t> </m:t>
                    </m:r>
                  </m:oMath>
                </a14:m>
                <a:r>
                  <a:rPr lang="en-GB" altLang="zh-CN" dirty="0">
                    <a:solidFill>
                      <a:schemeClr val="tx1"/>
                    </a:solidFill>
                  </a:rPr>
                  <a:t>:</a:t>
                </a:r>
                <a:endParaRPr lang="en-GB" altLang="zh-CN" i="1" dirty="0">
                  <a:solidFill>
                    <a:schemeClr val="tx1"/>
                  </a:solidFill>
                  <a:latin typeface="Cambria Math" panose="02040503050406030204" pitchFamily="18" charset="0"/>
                </a:endParaRPr>
              </a:p>
              <a:p>
                <a:pPr>
                  <a:lnSpc>
                    <a:spcPct val="150000"/>
                  </a:lnSpc>
                </a:pPr>
                <a14:m>
                  <m:oMathPara xmlns:m="http://schemas.openxmlformats.org/officeDocument/2006/math">
                    <m:oMathParaPr>
                      <m:jc m:val="centerGroup"/>
                    </m:oMathParaPr>
                    <m:oMath xmlns:m="http://schemas.openxmlformats.org/officeDocument/2006/math">
                      <m:sSub>
                        <m:sSubPr>
                          <m:ctrlPr>
                            <a:rPr lang="en-GB" altLang="zh-CN" i="1">
                              <a:latin typeface="Cambria Math" panose="02040503050406030204" pitchFamily="18" charset="0"/>
                            </a:rPr>
                          </m:ctrlPr>
                        </m:sSubPr>
                        <m:e>
                          <m:sSub>
                            <m:sSubPr>
                              <m:ctrlPr>
                                <a:rPr lang="en-GB" altLang="zh-CN" i="1">
                                  <a:solidFill>
                                    <a:srgbClr val="003399"/>
                                  </a:solidFill>
                                  <a:latin typeface="Cambria Math" panose="02040503050406030204" pitchFamily="18" charset="0"/>
                                </a:rPr>
                              </m:ctrlPr>
                            </m:sSubPr>
                            <m:e>
                              <m:r>
                                <a:rPr lang="en-GB" altLang="zh-CN" i="1">
                                  <a:solidFill>
                                    <a:srgbClr val="003399"/>
                                  </a:solidFill>
                                  <a:latin typeface="Cambria Math" panose="02040503050406030204" pitchFamily="18" charset="0"/>
                                </a:rPr>
                                <m:t>𝐻</m:t>
                              </m:r>
                            </m:e>
                            <m:sub>
                              <m:r>
                                <a:rPr lang="en-GB" altLang="zh-CN" i="1">
                                  <a:solidFill>
                                    <a:srgbClr val="003399"/>
                                  </a:solidFill>
                                  <a:latin typeface="Cambria Math" panose="02040503050406030204" pitchFamily="18" charset="0"/>
                                </a:rPr>
                                <m:t>𝑘</m:t>
                              </m:r>
                            </m:sub>
                          </m:sSub>
                          <m:acc>
                            <m:accPr>
                              <m:chr m:val="̂"/>
                              <m:ctrlPr>
                                <a:rPr lang="en-GB" altLang="zh-CN" i="1">
                                  <a:latin typeface="Cambria Math" panose="02040503050406030204" pitchFamily="18" charset="0"/>
                                </a:rPr>
                              </m:ctrlPr>
                            </m:accPr>
                            <m:e>
                              <m:r>
                                <a:rPr lang="en-GB" altLang="zh-CN" i="1">
                                  <a:latin typeface="Cambria Math" panose="02040503050406030204" pitchFamily="18" charset="0"/>
                                </a:rPr>
                                <m:t>𝑥</m:t>
                              </m:r>
                            </m:e>
                          </m:acc>
                        </m:e>
                        <m:sub>
                          <m:r>
                            <a:rPr lang="en-GB" altLang="zh-CN" i="1">
                              <a:latin typeface="Cambria Math" panose="02040503050406030204" pitchFamily="18" charset="0"/>
                            </a:rPr>
                            <m:t>𝑘</m:t>
                          </m:r>
                        </m:sub>
                      </m:sSub>
                      <m:r>
                        <a:rPr lang="en-GB" altLang="zh-CN" i="1">
                          <a:latin typeface="Cambria Math" panose="02040503050406030204" pitchFamily="18" charset="0"/>
                        </a:rPr>
                        <m:t>=</m:t>
                      </m:r>
                      <m:sSub>
                        <m:sSubPr>
                          <m:ctrlPr>
                            <a:rPr lang="en-GB" altLang="zh-CN" i="1">
                              <a:latin typeface="Cambria Math" panose="02040503050406030204" pitchFamily="18" charset="0"/>
                            </a:rPr>
                          </m:ctrlPr>
                        </m:sSubPr>
                        <m:e>
                          <m:sSub>
                            <m:sSubPr>
                              <m:ctrlPr>
                                <a:rPr lang="en-GB" altLang="zh-CN" i="1">
                                  <a:solidFill>
                                    <a:srgbClr val="003399"/>
                                  </a:solidFill>
                                  <a:latin typeface="Cambria Math" panose="02040503050406030204" pitchFamily="18" charset="0"/>
                                </a:rPr>
                              </m:ctrlPr>
                            </m:sSubPr>
                            <m:e>
                              <m:r>
                                <a:rPr lang="en-GB" altLang="zh-CN" i="1">
                                  <a:solidFill>
                                    <a:srgbClr val="003399"/>
                                  </a:solidFill>
                                  <a:latin typeface="Cambria Math" panose="02040503050406030204" pitchFamily="18" charset="0"/>
                                </a:rPr>
                                <m:t>𝐻</m:t>
                              </m:r>
                            </m:e>
                            <m:sub>
                              <m:r>
                                <a:rPr lang="en-GB" altLang="zh-CN" i="1">
                                  <a:solidFill>
                                    <a:srgbClr val="003399"/>
                                  </a:solidFill>
                                  <a:latin typeface="Cambria Math" panose="02040503050406030204" pitchFamily="18" charset="0"/>
                                </a:rPr>
                                <m:t>𝑘</m:t>
                              </m:r>
                            </m:sub>
                          </m:sSub>
                          <m:acc>
                            <m:accPr>
                              <m:chr m:val="̂"/>
                              <m:ctrlPr>
                                <a:rPr lang="en-GB" altLang="zh-CN" i="1">
                                  <a:latin typeface="Cambria Math" panose="02040503050406030204" pitchFamily="18" charset="0"/>
                                </a:rPr>
                              </m:ctrlPr>
                            </m:accPr>
                            <m:e>
                              <m:r>
                                <a:rPr lang="en-GB" altLang="zh-CN" i="1">
                                  <a:latin typeface="Cambria Math" panose="02040503050406030204" pitchFamily="18" charset="0"/>
                                </a:rPr>
                                <m:t>𝑥</m:t>
                              </m:r>
                            </m:e>
                          </m:acc>
                        </m:e>
                        <m:sub>
                          <m:r>
                            <a:rPr lang="en-GB" altLang="zh-CN" i="1">
                              <a:latin typeface="Cambria Math" panose="02040503050406030204" pitchFamily="18" charset="0"/>
                            </a:rPr>
                            <m:t>𝑘</m:t>
                          </m:r>
                          <m:r>
                            <a:rPr lang="en-GB" altLang="zh-CN" i="1">
                              <a:latin typeface="Cambria Math" panose="02040503050406030204" pitchFamily="18" charset="0"/>
                            </a:rPr>
                            <m:t>−</m:t>
                          </m:r>
                        </m:sub>
                      </m:sSub>
                      <m:r>
                        <a:rPr lang="en-GB" altLang="zh-CN" i="1">
                          <a:latin typeface="Cambria Math" panose="02040503050406030204" pitchFamily="18" charset="0"/>
                        </a:rPr>
                        <m:t>+</m:t>
                      </m:r>
                      <m:sSub>
                        <m:sSubPr>
                          <m:ctrlPr>
                            <a:rPr lang="en-GB" altLang="zh-CN" i="1" smtClean="0">
                              <a:solidFill>
                                <a:srgbClr val="003399"/>
                              </a:solidFill>
                              <a:latin typeface="Cambria Math" panose="02040503050406030204" pitchFamily="18" charset="0"/>
                            </a:rPr>
                          </m:ctrlPr>
                        </m:sSubPr>
                        <m:e>
                          <m:r>
                            <a:rPr lang="en-GB" altLang="zh-CN" i="1">
                              <a:solidFill>
                                <a:srgbClr val="003399"/>
                              </a:solidFill>
                              <a:latin typeface="Cambria Math" panose="02040503050406030204" pitchFamily="18" charset="0"/>
                            </a:rPr>
                            <m:t>𝐻</m:t>
                          </m:r>
                        </m:e>
                        <m:sub>
                          <m:r>
                            <a:rPr lang="en-GB" altLang="zh-CN" i="1">
                              <a:solidFill>
                                <a:srgbClr val="003399"/>
                              </a:solidFill>
                              <a:latin typeface="Cambria Math" panose="02040503050406030204" pitchFamily="18" charset="0"/>
                            </a:rPr>
                            <m:t>𝑘</m:t>
                          </m:r>
                        </m:sub>
                      </m:sSub>
                      <m:sSub>
                        <m:sSubPr>
                          <m:ctrlPr>
                            <a:rPr lang="en-GB" altLang="zh-CN" i="1">
                              <a:latin typeface="Cambria Math" panose="02040503050406030204" pitchFamily="18" charset="0"/>
                            </a:rPr>
                          </m:ctrlPr>
                        </m:sSubPr>
                        <m:e>
                          <m:r>
                            <a:rPr lang="en-GB" altLang="zh-CN" i="1">
                              <a:latin typeface="Cambria Math" panose="02040503050406030204" pitchFamily="18" charset="0"/>
                            </a:rPr>
                            <m:t>𝑃</m:t>
                          </m:r>
                        </m:e>
                        <m:sub>
                          <m:r>
                            <a:rPr lang="en-GB" altLang="zh-CN" i="1">
                              <a:latin typeface="Cambria Math" panose="02040503050406030204" pitchFamily="18" charset="0"/>
                            </a:rPr>
                            <m:t>𝑘</m:t>
                          </m:r>
                          <m:r>
                            <a:rPr lang="en-GB" altLang="zh-CN" i="1">
                              <a:latin typeface="Cambria Math" panose="02040503050406030204" pitchFamily="18" charset="0"/>
                            </a:rPr>
                            <m:t>−</m:t>
                          </m:r>
                        </m:sub>
                      </m:sSub>
                      <m:sSubSup>
                        <m:sSubSupPr>
                          <m:ctrlPr>
                            <a:rPr lang="en-GB" altLang="zh-CN" i="1">
                              <a:latin typeface="Cambria Math" panose="02040503050406030204" pitchFamily="18" charset="0"/>
                            </a:rPr>
                          </m:ctrlPr>
                        </m:sSubSupPr>
                        <m:e>
                          <m:r>
                            <a:rPr lang="en-GB" altLang="zh-CN" i="1">
                              <a:latin typeface="Cambria Math" panose="02040503050406030204" pitchFamily="18" charset="0"/>
                            </a:rPr>
                            <m:t>𝐻</m:t>
                          </m:r>
                        </m:e>
                        <m:sub>
                          <m:r>
                            <a:rPr lang="en-GB" altLang="zh-CN" i="1">
                              <a:latin typeface="Cambria Math" panose="02040503050406030204" pitchFamily="18" charset="0"/>
                            </a:rPr>
                            <m:t>𝑘</m:t>
                          </m:r>
                        </m:sub>
                        <m:sup>
                          <m:r>
                            <a:rPr lang="en-GB" altLang="zh-CN" i="1">
                              <a:latin typeface="Cambria Math" panose="02040503050406030204" pitchFamily="18" charset="0"/>
                            </a:rPr>
                            <m:t>𝑇</m:t>
                          </m:r>
                        </m:sup>
                      </m:sSubSup>
                      <m:sSup>
                        <m:sSupPr>
                          <m:ctrlPr>
                            <a:rPr lang="en-GB" altLang="zh-CN" i="1">
                              <a:latin typeface="Cambria Math" panose="02040503050406030204" pitchFamily="18" charset="0"/>
                            </a:rPr>
                          </m:ctrlPr>
                        </m:sSupPr>
                        <m:e>
                          <m:d>
                            <m:dPr>
                              <m:ctrlPr>
                                <a:rPr lang="en-GB" altLang="zh-CN" i="1">
                                  <a:latin typeface="Cambria Math" panose="02040503050406030204" pitchFamily="18" charset="0"/>
                                </a:rPr>
                              </m:ctrlPr>
                            </m:dPr>
                            <m:e>
                              <m:sSub>
                                <m:sSubPr>
                                  <m:ctrlPr>
                                    <a:rPr lang="en-GB" altLang="zh-CN" i="1">
                                      <a:latin typeface="Cambria Math" panose="02040503050406030204" pitchFamily="18" charset="0"/>
                                    </a:rPr>
                                  </m:ctrlPr>
                                </m:sSubPr>
                                <m:e>
                                  <m:r>
                                    <a:rPr lang="en-GB" altLang="zh-CN" i="1">
                                      <a:latin typeface="Cambria Math" panose="02040503050406030204" pitchFamily="18" charset="0"/>
                                    </a:rPr>
                                    <m:t>𝐻</m:t>
                                  </m:r>
                                </m:e>
                                <m:sub>
                                  <m:r>
                                    <a:rPr lang="en-GB" altLang="zh-CN" i="1">
                                      <a:latin typeface="Cambria Math" panose="02040503050406030204" pitchFamily="18" charset="0"/>
                                    </a:rPr>
                                    <m:t>𝑘</m:t>
                                  </m:r>
                                </m:sub>
                              </m:sSub>
                              <m:sSub>
                                <m:sSubPr>
                                  <m:ctrlPr>
                                    <a:rPr lang="en-GB" altLang="zh-CN" i="1">
                                      <a:latin typeface="Cambria Math" panose="02040503050406030204" pitchFamily="18" charset="0"/>
                                    </a:rPr>
                                  </m:ctrlPr>
                                </m:sSubPr>
                                <m:e>
                                  <m:r>
                                    <a:rPr lang="en-GB" altLang="zh-CN" i="1">
                                      <a:latin typeface="Cambria Math" panose="02040503050406030204" pitchFamily="18" charset="0"/>
                                    </a:rPr>
                                    <m:t>𝑃</m:t>
                                  </m:r>
                                </m:e>
                                <m:sub>
                                  <m:r>
                                    <a:rPr lang="en-GB" altLang="zh-CN" i="1">
                                      <a:latin typeface="Cambria Math" panose="02040503050406030204" pitchFamily="18" charset="0"/>
                                    </a:rPr>
                                    <m:t>𝑘</m:t>
                                  </m:r>
                                  <m:r>
                                    <a:rPr lang="en-GB" altLang="zh-CN" i="1">
                                      <a:latin typeface="Cambria Math" panose="02040503050406030204" pitchFamily="18" charset="0"/>
                                    </a:rPr>
                                    <m:t>−</m:t>
                                  </m:r>
                                </m:sub>
                              </m:sSub>
                              <m:sSubSup>
                                <m:sSubSupPr>
                                  <m:ctrlPr>
                                    <a:rPr lang="en-GB" altLang="zh-CN" i="1">
                                      <a:latin typeface="Cambria Math" panose="02040503050406030204" pitchFamily="18" charset="0"/>
                                    </a:rPr>
                                  </m:ctrlPr>
                                </m:sSubSupPr>
                                <m:e>
                                  <m:r>
                                    <a:rPr lang="en-GB" altLang="zh-CN" i="1">
                                      <a:latin typeface="Cambria Math" panose="02040503050406030204" pitchFamily="18" charset="0"/>
                                    </a:rPr>
                                    <m:t>𝐻</m:t>
                                  </m:r>
                                </m:e>
                                <m:sub>
                                  <m:r>
                                    <a:rPr lang="en-GB" altLang="zh-CN" i="1">
                                      <a:latin typeface="Cambria Math" panose="02040503050406030204" pitchFamily="18" charset="0"/>
                                    </a:rPr>
                                    <m:t>𝑘</m:t>
                                  </m:r>
                                </m:sub>
                                <m:sup>
                                  <m:r>
                                    <a:rPr lang="en-GB" altLang="zh-CN" i="1">
                                      <a:latin typeface="Cambria Math" panose="02040503050406030204" pitchFamily="18" charset="0"/>
                                    </a:rPr>
                                    <m:t>𝑇</m:t>
                                  </m:r>
                                </m:sup>
                              </m:sSubSup>
                              <m:r>
                                <a:rPr lang="en-GB" altLang="zh-CN" i="1">
                                  <a:latin typeface="Cambria Math" panose="02040503050406030204" pitchFamily="18" charset="0"/>
                                </a:rPr>
                                <m:t>+</m:t>
                              </m:r>
                              <m:sSub>
                                <m:sSubPr>
                                  <m:ctrlPr>
                                    <a:rPr lang="en-GB" altLang="zh-CN" i="1">
                                      <a:latin typeface="Cambria Math" panose="02040503050406030204" pitchFamily="18" charset="0"/>
                                    </a:rPr>
                                  </m:ctrlPr>
                                </m:sSubPr>
                                <m:e>
                                  <m:r>
                                    <a:rPr lang="en-GB" altLang="zh-CN" i="1">
                                      <a:latin typeface="Cambria Math" panose="02040503050406030204" pitchFamily="18" charset="0"/>
                                    </a:rPr>
                                    <m:t>𝑅</m:t>
                                  </m:r>
                                </m:e>
                                <m:sub>
                                  <m:r>
                                    <a:rPr lang="en-GB" altLang="zh-CN" i="1">
                                      <a:latin typeface="Cambria Math" panose="02040503050406030204" pitchFamily="18" charset="0"/>
                                    </a:rPr>
                                    <m:t>𝑘</m:t>
                                  </m:r>
                                </m:sub>
                              </m:sSub>
                            </m:e>
                          </m:d>
                        </m:e>
                        <m:sup>
                          <m:r>
                            <a:rPr lang="en-GB" altLang="zh-CN" i="1">
                              <a:latin typeface="Cambria Math" panose="02040503050406030204" pitchFamily="18" charset="0"/>
                            </a:rPr>
                            <m:t>−1</m:t>
                          </m:r>
                        </m:sup>
                      </m:sSup>
                      <m:d>
                        <m:dPr>
                          <m:ctrlPr>
                            <a:rPr lang="en-GB" altLang="zh-CN" i="1">
                              <a:latin typeface="Cambria Math" panose="02040503050406030204" pitchFamily="18" charset="0"/>
                            </a:rPr>
                          </m:ctrlPr>
                        </m:dPr>
                        <m:e>
                          <m:sSub>
                            <m:sSubPr>
                              <m:ctrlPr>
                                <a:rPr lang="en-GB" altLang="zh-CN" i="1">
                                  <a:latin typeface="Cambria Math" panose="02040503050406030204" pitchFamily="18" charset="0"/>
                                </a:rPr>
                              </m:ctrlPr>
                            </m:sSubPr>
                            <m:e>
                              <m:r>
                                <a:rPr lang="en-GB" altLang="zh-CN" i="1">
                                  <a:latin typeface="Cambria Math" panose="02040503050406030204" pitchFamily="18" charset="0"/>
                                </a:rPr>
                                <m:t>𝑧</m:t>
                              </m:r>
                            </m:e>
                            <m:sub>
                              <m:r>
                                <a:rPr lang="en-GB" altLang="zh-CN" i="1">
                                  <a:latin typeface="Cambria Math" panose="02040503050406030204" pitchFamily="18" charset="0"/>
                                </a:rPr>
                                <m:t>𝑘</m:t>
                              </m:r>
                            </m:sub>
                          </m:sSub>
                          <m:r>
                            <a:rPr lang="en-GB" altLang="zh-CN" i="1">
                              <a:latin typeface="Cambria Math" panose="02040503050406030204" pitchFamily="18" charset="0"/>
                            </a:rPr>
                            <m:t>−</m:t>
                          </m:r>
                          <m:sSub>
                            <m:sSubPr>
                              <m:ctrlPr>
                                <a:rPr lang="en-GB" altLang="zh-CN" i="1" smtClean="0">
                                  <a:solidFill>
                                    <a:schemeClr val="tx1"/>
                                  </a:solidFill>
                                  <a:latin typeface="Cambria Math" panose="02040503050406030204" pitchFamily="18" charset="0"/>
                                </a:rPr>
                              </m:ctrlPr>
                            </m:sSubPr>
                            <m:e>
                              <m:r>
                                <a:rPr lang="en-GB" altLang="zh-CN" i="1">
                                  <a:solidFill>
                                    <a:schemeClr val="tx1"/>
                                  </a:solidFill>
                                  <a:latin typeface="Cambria Math" panose="02040503050406030204" pitchFamily="18" charset="0"/>
                                </a:rPr>
                                <m:t>𝐻</m:t>
                              </m:r>
                            </m:e>
                            <m:sub>
                              <m:r>
                                <a:rPr lang="en-GB" altLang="zh-CN" i="1">
                                  <a:solidFill>
                                    <a:schemeClr val="tx1"/>
                                  </a:solidFill>
                                  <a:latin typeface="Cambria Math" panose="02040503050406030204" pitchFamily="18" charset="0"/>
                                </a:rPr>
                                <m:t>𝑘</m:t>
                              </m:r>
                            </m:sub>
                          </m:sSub>
                          <m:sSub>
                            <m:sSubPr>
                              <m:ctrlPr>
                                <a:rPr lang="en-GB" altLang="zh-CN" i="1">
                                  <a:latin typeface="Cambria Math" panose="02040503050406030204" pitchFamily="18" charset="0"/>
                                </a:rPr>
                              </m:ctrlPr>
                            </m:sSubPr>
                            <m:e>
                              <m:acc>
                                <m:accPr>
                                  <m:chr m:val="̂"/>
                                  <m:ctrlPr>
                                    <a:rPr lang="en-GB" altLang="zh-CN" i="1">
                                      <a:latin typeface="Cambria Math" panose="02040503050406030204" pitchFamily="18" charset="0"/>
                                    </a:rPr>
                                  </m:ctrlPr>
                                </m:accPr>
                                <m:e>
                                  <m:r>
                                    <a:rPr lang="en-GB" altLang="zh-CN" i="1">
                                      <a:latin typeface="Cambria Math" panose="02040503050406030204" pitchFamily="18" charset="0"/>
                                    </a:rPr>
                                    <m:t>𝑥</m:t>
                                  </m:r>
                                </m:e>
                              </m:acc>
                            </m:e>
                            <m:sub>
                              <m:r>
                                <a:rPr lang="en-GB" altLang="zh-CN" i="1">
                                  <a:latin typeface="Cambria Math" panose="02040503050406030204" pitchFamily="18" charset="0"/>
                                </a:rPr>
                                <m:t>𝑘</m:t>
                              </m:r>
                              <m:r>
                                <a:rPr lang="en-GB" altLang="zh-CN" i="1">
                                  <a:latin typeface="Cambria Math" panose="02040503050406030204" pitchFamily="18" charset="0"/>
                                </a:rPr>
                                <m:t>−</m:t>
                              </m:r>
                            </m:sub>
                          </m:sSub>
                        </m:e>
                      </m:d>
                    </m:oMath>
                  </m:oMathPara>
                </a14:m>
                <a:endParaRPr lang="en-GB" altLang="zh-CN" dirty="0">
                  <a:solidFill>
                    <a:schemeClr val="tx1"/>
                  </a:solidFill>
                </a:endParaRPr>
              </a:p>
              <a:p>
                <a:r>
                  <a:rPr lang="en-GB" altLang="zh-CN" dirty="0">
                    <a:solidFill>
                      <a:schemeClr val="tx1"/>
                    </a:solidFill>
                  </a:rPr>
                  <a:t>By applying a pseudoinverse of </a:t>
                </a:r>
                <a14:m>
                  <m:oMath xmlns:m="http://schemas.openxmlformats.org/officeDocument/2006/math">
                    <m:sSub>
                      <m:sSubPr>
                        <m:ctrlPr>
                          <a:rPr lang="en-GB" altLang="zh-CN" i="1" smtClean="0">
                            <a:solidFill>
                              <a:srgbClr val="003399"/>
                            </a:solidFill>
                            <a:latin typeface="Cambria Math" panose="02040503050406030204" pitchFamily="18" charset="0"/>
                          </a:rPr>
                        </m:ctrlPr>
                      </m:sSubPr>
                      <m:e>
                        <m:r>
                          <a:rPr lang="en-GB" altLang="zh-CN" i="1">
                            <a:solidFill>
                              <a:srgbClr val="003399"/>
                            </a:solidFill>
                            <a:latin typeface="Cambria Math" panose="02040503050406030204" pitchFamily="18" charset="0"/>
                          </a:rPr>
                          <m:t>𝐻</m:t>
                        </m:r>
                      </m:e>
                      <m:sub>
                        <m:r>
                          <a:rPr lang="en-GB" altLang="zh-CN" i="1">
                            <a:solidFill>
                              <a:srgbClr val="003399"/>
                            </a:solidFill>
                            <a:latin typeface="Cambria Math" panose="02040503050406030204" pitchFamily="18" charset="0"/>
                          </a:rPr>
                          <m:t>𝑘</m:t>
                        </m:r>
                      </m:sub>
                    </m:sSub>
                  </m:oMath>
                </a14:m>
                <a:r>
                  <a:rPr lang="en-GB" altLang="zh-CN" dirty="0">
                    <a:solidFill>
                      <a:schemeClr val="tx1"/>
                    </a:solidFill>
                  </a:rPr>
                  <a:t>, we can cancel the three </a:t>
                </a:r>
                <a14:m>
                  <m:oMath xmlns:m="http://schemas.openxmlformats.org/officeDocument/2006/math">
                    <m:sSub>
                      <m:sSubPr>
                        <m:ctrlPr>
                          <a:rPr lang="en-GB" altLang="zh-CN" i="1">
                            <a:solidFill>
                              <a:srgbClr val="003399"/>
                            </a:solidFill>
                            <a:latin typeface="Cambria Math" panose="02040503050406030204" pitchFamily="18" charset="0"/>
                          </a:rPr>
                        </m:ctrlPr>
                      </m:sSubPr>
                      <m:e>
                        <m:r>
                          <a:rPr lang="en-GB" altLang="zh-CN" i="1">
                            <a:solidFill>
                              <a:srgbClr val="003399"/>
                            </a:solidFill>
                            <a:latin typeface="Cambria Math" panose="02040503050406030204" pitchFamily="18" charset="0"/>
                          </a:rPr>
                          <m:t>𝐻</m:t>
                        </m:r>
                      </m:e>
                      <m:sub>
                        <m:r>
                          <a:rPr lang="en-GB" altLang="zh-CN" i="1">
                            <a:solidFill>
                              <a:srgbClr val="003399"/>
                            </a:solidFill>
                            <a:latin typeface="Cambria Math" panose="02040503050406030204" pitchFamily="18" charset="0"/>
                          </a:rPr>
                          <m:t>𝑘</m:t>
                        </m:r>
                      </m:sub>
                    </m:sSub>
                  </m:oMath>
                </a14:m>
                <a:r>
                  <a:rPr lang="en-GB" altLang="zh-CN" dirty="0">
                    <a:solidFill>
                      <a:schemeClr val="tx1"/>
                    </a:solidFill>
                  </a:rPr>
                  <a:t>. It gives:</a:t>
                </a:r>
              </a:p>
              <a:p>
                <a:pPr>
                  <a:lnSpc>
                    <a:spcPct val="150000"/>
                  </a:lnSpc>
                </a:pPr>
                <a14:m>
                  <m:oMathPara xmlns:m="http://schemas.openxmlformats.org/officeDocument/2006/math">
                    <m:oMathParaPr>
                      <m:jc m:val="centerGroup"/>
                    </m:oMathParaPr>
                    <m:oMath xmlns:m="http://schemas.openxmlformats.org/officeDocument/2006/math">
                      <m:sSub>
                        <m:sSubPr>
                          <m:ctrlPr>
                            <a:rPr lang="en-GB" altLang="zh-CN" i="1" smtClean="0">
                              <a:solidFill>
                                <a:srgbClr val="003399"/>
                              </a:solidFill>
                              <a:latin typeface="Cambria Math" panose="02040503050406030204" pitchFamily="18" charset="0"/>
                            </a:rPr>
                          </m:ctrlPr>
                        </m:sSubPr>
                        <m:e>
                          <m:acc>
                            <m:accPr>
                              <m:chr m:val="̂"/>
                              <m:ctrlPr>
                                <a:rPr lang="en-GB" altLang="zh-CN" i="1">
                                  <a:solidFill>
                                    <a:srgbClr val="003399"/>
                                  </a:solidFill>
                                  <a:latin typeface="Cambria Math" panose="02040503050406030204" pitchFamily="18" charset="0"/>
                                </a:rPr>
                              </m:ctrlPr>
                            </m:accPr>
                            <m:e>
                              <m:r>
                                <a:rPr lang="en-GB" altLang="zh-CN" i="1">
                                  <a:solidFill>
                                    <a:srgbClr val="003399"/>
                                  </a:solidFill>
                                  <a:latin typeface="Cambria Math" panose="02040503050406030204" pitchFamily="18" charset="0"/>
                                </a:rPr>
                                <m:t>𝑥</m:t>
                              </m:r>
                            </m:e>
                          </m:acc>
                        </m:e>
                        <m:sub>
                          <m:r>
                            <a:rPr lang="en-GB" altLang="zh-CN" i="1">
                              <a:solidFill>
                                <a:srgbClr val="003399"/>
                              </a:solidFill>
                              <a:latin typeface="Cambria Math" panose="02040503050406030204" pitchFamily="18" charset="0"/>
                            </a:rPr>
                            <m:t>𝑘</m:t>
                          </m:r>
                        </m:sub>
                      </m:sSub>
                      <m:r>
                        <a:rPr lang="en-GB" altLang="zh-CN" i="1">
                          <a:solidFill>
                            <a:srgbClr val="003399"/>
                          </a:solidFill>
                          <a:latin typeface="Cambria Math" panose="02040503050406030204" pitchFamily="18" charset="0"/>
                        </a:rPr>
                        <m:t>=</m:t>
                      </m:r>
                      <m:sSub>
                        <m:sSubPr>
                          <m:ctrlPr>
                            <a:rPr lang="en-GB" altLang="zh-CN" i="1">
                              <a:solidFill>
                                <a:srgbClr val="003399"/>
                              </a:solidFill>
                              <a:latin typeface="Cambria Math" panose="02040503050406030204" pitchFamily="18" charset="0"/>
                            </a:rPr>
                          </m:ctrlPr>
                        </m:sSubPr>
                        <m:e>
                          <m:acc>
                            <m:accPr>
                              <m:chr m:val="̂"/>
                              <m:ctrlPr>
                                <a:rPr lang="en-GB" altLang="zh-CN" i="1">
                                  <a:solidFill>
                                    <a:srgbClr val="003399"/>
                                  </a:solidFill>
                                  <a:latin typeface="Cambria Math" panose="02040503050406030204" pitchFamily="18" charset="0"/>
                                </a:rPr>
                              </m:ctrlPr>
                            </m:accPr>
                            <m:e>
                              <m:r>
                                <a:rPr lang="en-GB" altLang="zh-CN" i="1">
                                  <a:solidFill>
                                    <a:srgbClr val="003399"/>
                                  </a:solidFill>
                                  <a:latin typeface="Cambria Math" panose="02040503050406030204" pitchFamily="18" charset="0"/>
                                </a:rPr>
                                <m:t>𝑥</m:t>
                              </m:r>
                            </m:e>
                          </m:acc>
                        </m:e>
                        <m:sub>
                          <m:r>
                            <a:rPr lang="en-GB" altLang="zh-CN" i="1">
                              <a:solidFill>
                                <a:srgbClr val="003399"/>
                              </a:solidFill>
                              <a:latin typeface="Cambria Math" panose="02040503050406030204" pitchFamily="18" charset="0"/>
                            </a:rPr>
                            <m:t>𝑘</m:t>
                          </m:r>
                          <m:r>
                            <a:rPr lang="en-GB" altLang="zh-CN" i="1">
                              <a:solidFill>
                                <a:srgbClr val="003399"/>
                              </a:solidFill>
                              <a:latin typeface="Cambria Math" panose="02040503050406030204" pitchFamily="18" charset="0"/>
                            </a:rPr>
                            <m:t>−</m:t>
                          </m:r>
                        </m:sub>
                      </m:sSub>
                      <m:r>
                        <a:rPr lang="en-GB" altLang="zh-CN" i="1">
                          <a:solidFill>
                            <a:srgbClr val="003399"/>
                          </a:solidFill>
                          <a:latin typeface="Cambria Math" panose="02040503050406030204" pitchFamily="18" charset="0"/>
                        </a:rPr>
                        <m:t>+</m:t>
                      </m:r>
                      <m:sSub>
                        <m:sSubPr>
                          <m:ctrlPr>
                            <a:rPr lang="en-GB" altLang="zh-CN" i="1">
                              <a:solidFill>
                                <a:srgbClr val="003399"/>
                              </a:solidFill>
                              <a:latin typeface="Cambria Math" panose="02040503050406030204" pitchFamily="18" charset="0"/>
                            </a:rPr>
                          </m:ctrlPr>
                        </m:sSubPr>
                        <m:e>
                          <m:r>
                            <a:rPr lang="en-GB" altLang="zh-CN" i="1">
                              <a:solidFill>
                                <a:srgbClr val="003399"/>
                              </a:solidFill>
                              <a:latin typeface="Cambria Math" panose="02040503050406030204" pitchFamily="18" charset="0"/>
                            </a:rPr>
                            <m:t>𝑃</m:t>
                          </m:r>
                        </m:e>
                        <m:sub>
                          <m:r>
                            <a:rPr lang="en-GB" altLang="zh-CN" i="1">
                              <a:solidFill>
                                <a:srgbClr val="003399"/>
                              </a:solidFill>
                              <a:latin typeface="Cambria Math" panose="02040503050406030204" pitchFamily="18" charset="0"/>
                            </a:rPr>
                            <m:t>𝑘</m:t>
                          </m:r>
                          <m:r>
                            <a:rPr lang="en-GB" altLang="zh-CN" i="1">
                              <a:solidFill>
                                <a:srgbClr val="003399"/>
                              </a:solidFill>
                              <a:latin typeface="Cambria Math" panose="02040503050406030204" pitchFamily="18" charset="0"/>
                            </a:rPr>
                            <m:t>−</m:t>
                          </m:r>
                        </m:sub>
                      </m:sSub>
                      <m:r>
                        <a:rPr lang="en-GB" altLang="zh-CN" b="0" i="1" smtClean="0">
                          <a:solidFill>
                            <a:srgbClr val="003399"/>
                          </a:solidFill>
                          <a:latin typeface="Cambria Math" panose="02040503050406030204" pitchFamily="18" charset="0"/>
                        </a:rPr>
                        <m:t> </m:t>
                      </m:r>
                      <m:sSubSup>
                        <m:sSubSupPr>
                          <m:ctrlPr>
                            <a:rPr lang="en-GB" altLang="zh-CN" i="1">
                              <a:solidFill>
                                <a:srgbClr val="003399"/>
                              </a:solidFill>
                              <a:latin typeface="Cambria Math" panose="02040503050406030204" pitchFamily="18" charset="0"/>
                            </a:rPr>
                          </m:ctrlPr>
                        </m:sSubSupPr>
                        <m:e>
                          <m:r>
                            <a:rPr lang="en-GB" altLang="zh-CN" i="1">
                              <a:solidFill>
                                <a:srgbClr val="003399"/>
                              </a:solidFill>
                              <a:latin typeface="Cambria Math" panose="02040503050406030204" pitchFamily="18" charset="0"/>
                            </a:rPr>
                            <m:t>𝐻</m:t>
                          </m:r>
                        </m:e>
                        <m:sub>
                          <m:r>
                            <a:rPr lang="en-GB" altLang="zh-CN" i="1">
                              <a:solidFill>
                                <a:srgbClr val="003399"/>
                              </a:solidFill>
                              <a:latin typeface="Cambria Math" panose="02040503050406030204" pitchFamily="18" charset="0"/>
                            </a:rPr>
                            <m:t>𝑘</m:t>
                          </m:r>
                        </m:sub>
                        <m:sup>
                          <m:r>
                            <a:rPr lang="en-GB" altLang="zh-CN" i="1">
                              <a:solidFill>
                                <a:srgbClr val="003399"/>
                              </a:solidFill>
                              <a:latin typeface="Cambria Math" panose="02040503050406030204" pitchFamily="18" charset="0"/>
                            </a:rPr>
                            <m:t>𝑇</m:t>
                          </m:r>
                        </m:sup>
                      </m:sSubSup>
                      <m:sSup>
                        <m:sSupPr>
                          <m:ctrlPr>
                            <a:rPr lang="en-GB" altLang="zh-CN" i="1">
                              <a:solidFill>
                                <a:srgbClr val="003399"/>
                              </a:solidFill>
                              <a:latin typeface="Cambria Math" panose="02040503050406030204" pitchFamily="18" charset="0"/>
                            </a:rPr>
                          </m:ctrlPr>
                        </m:sSupPr>
                        <m:e>
                          <m:d>
                            <m:dPr>
                              <m:ctrlPr>
                                <a:rPr lang="en-GB" altLang="zh-CN" i="1">
                                  <a:solidFill>
                                    <a:srgbClr val="003399"/>
                                  </a:solidFill>
                                  <a:latin typeface="Cambria Math" panose="02040503050406030204" pitchFamily="18" charset="0"/>
                                </a:rPr>
                              </m:ctrlPr>
                            </m:dPr>
                            <m:e>
                              <m:sSub>
                                <m:sSubPr>
                                  <m:ctrlPr>
                                    <a:rPr lang="en-GB" altLang="zh-CN" i="1">
                                      <a:solidFill>
                                        <a:srgbClr val="003399"/>
                                      </a:solidFill>
                                      <a:latin typeface="Cambria Math" panose="02040503050406030204" pitchFamily="18" charset="0"/>
                                    </a:rPr>
                                  </m:ctrlPr>
                                </m:sSubPr>
                                <m:e>
                                  <m:r>
                                    <a:rPr lang="en-GB" altLang="zh-CN" i="1">
                                      <a:solidFill>
                                        <a:srgbClr val="003399"/>
                                      </a:solidFill>
                                      <a:latin typeface="Cambria Math" panose="02040503050406030204" pitchFamily="18" charset="0"/>
                                    </a:rPr>
                                    <m:t>𝐻</m:t>
                                  </m:r>
                                </m:e>
                                <m:sub>
                                  <m:r>
                                    <a:rPr lang="en-GB" altLang="zh-CN" i="1">
                                      <a:solidFill>
                                        <a:srgbClr val="003399"/>
                                      </a:solidFill>
                                      <a:latin typeface="Cambria Math" panose="02040503050406030204" pitchFamily="18" charset="0"/>
                                    </a:rPr>
                                    <m:t>𝑘</m:t>
                                  </m:r>
                                </m:sub>
                              </m:sSub>
                              <m:r>
                                <a:rPr lang="en-GB" altLang="zh-CN" b="0" i="1" smtClean="0">
                                  <a:solidFill>
                                    <a:srgbClr val="003399"/>
                                  </a:solidFill>
                                  <a:latin typeface="Cambria Math" panose="02040503050406030204" pitchFamily="18" charset="0"/>
                                </a:rPr>
                                <m:t> </m:t>
                              </m:r>
                              <m:sSub>
                                <m:sSubPr>
                                  <m:ctrlPr>
                                    <a:rPr lang="en-GB" altLang="zh-CN" i="1">
                                      <a:solidFill>
                                        <a:srgbClr val="003399"/>
                                      </a:solidFill>
                                      <a:latin typeface="Cambria Math" panose="02040503050406030204" pitchFamily="18" charset="0"/>
                                    </a:rPr>
                                  </m:ctrlPr>
                                </m:sSubPr>
                                <m:e>
                                  <m:r>
                                    <a:rPr lang="en-GB" altLang="zh-CN" i="1">
                                      <a:solidFill>
                                        <a:srgbClr val="003399"/>
                                      </a:solidFill>
                                      <a:latin typeface="Cambria Math" panose="02040503050406030204" pitchFamily="18" charset="0"/>
                                    </a:rPr>
                                    <m:t>𝑃</m:t>
                                  </m:r>
                                </m:e>
                                <m:sub>
                                  <m:r>
                                    <a:rPr lang="en-GB" altLang="zh-CN" i="1">
                                      <a:solidFill>
                                        <a:srgbClr val="003399"/>
                                      </a:solidFill>
                                      <a:latin typeface="Cambria Math" panose="02040503050406030204" pitchFamily="18" charset="0"/>
                                    </a:rPr>
                                    <m:t>𝑘</m:t>
                                  </m:r>
                                  <m:r>
                                    <a:rPr lang="en-GB" altLang="zh-CN" i="1">
                                      <a:solidFill>
                                        <a:srgbClr val="003399"/>
                                      </a:solidFill>
                                      <a:latin typeface="Cambria Math" panose="02040503050406030204" pitchFamily="18" charset="0"/>
                                    </a:rPr>
                                    <m:t>−</m:t>
                                  </m:r>
                                </m:sub>
                              </m:sSub>
                              <m:r>
                                <a:rPr lang="en-GB" altLang="zh-CN" b="0" i="1" smtClean="0">
                                  <a:solidFill>
                                    <a:srgbClr val="003399"/>
                                  </a:solidFill>
                                  <a:latin typeface="Cambria Math" panose="02040503050406030204" pitchFamily="18" charset="0"/>
                                </a:rPr>
                                <m:t> </m:t>
                              </m:r>
                              <m:sSubSup>
                                <m:sSubSupPr>
                                  <m:ctrlPr>
                                    <a:rPr lang="en-GB" altLang="zh-CN" i="1">
                                      <a:solidFill>
                                        <a:srgbClr val="003399"/>
                                      </a:solidFill>
                                      <a:latin typeface="Cambria Math" panose="02040503050406030204" pitchFamily="18" charset="0"/>
                                    </a:rPr>
                                  </m:ctrlPr>
                                </m:sSubSupPr>
                                <m:e>
                                  <m:r>
                                    <a:rPr lang="en-GB" altLang="zh-CN" i="1">
                                      <a:solidFill>
                                        <a:srgbClr val="003399"/>
                                      </a:solidFill>
                                      <a:latin typeface="Cambria Math" panose="02040503050406030204" pitchFamily="18" charset="0"/>
                                    </a:rPr>
                                    <m:t>𝐻</m:t>
                                  </m:r>
                                </m:e>
                                <m:sub>
                                  <m:r>
                                    <a:rPr lang="en-GB" altLang="zh-CN" i="1">
                                      <a:solidFill>
                                        <a:srgbClr val="003399"/>
                                      </a:solidFill>
                                      <a:latin typeface="Cambria Math" panose="02040503050406030204" pitchFamily="18" charset="0"/>
                                    </a:rPr>
                                    <m:t>𝑘</m:t>
                                  </m:r>
                                </m:sub>
                                <m:sup>
                                  <m:r>
                                    <a:rPr lang="en-GB" altLang="zh-CN" i="1">
                                      <a:solidFill>
                                        <a:srgbClr val="003399"/>
                                      </a:solidFill>
                                      <a:latin typeface="Cambria Math" panose="02040503050406030204" pitchFamily="18" charset="0"/>
                                    </a:rPr>
                                    <m:t>𝑇</m:t>
                                  </m:r>
                                </m:sup>
                              </m:sSubSup>
                              <m:r>
                                <a:rPr lang="en-GB" altLang="zh-CN" i="1">
                                  <a:solidFill>
                                    <a:srgbClr val="003399"/>
                                  </a:solidFill>
                                  <a:latin typeface="Cambria Math" panose="02040503050406030204" pitchFamily="18" charset="0"/>
                                </a:rPr>
                                <m:t>+</m:t>
                              </m:r>
                              <m:sSub>
                                <m:sSubPr>
                                  <m:ctrlPr>
                                    <a:rPr lang="en-GB" altLang="zh-CN" i="1">
                                      <a:solidFill>
                                        <a:srgbClr val="003399"/>
                                      </a:solidFill>
                                      <a:latin typeface="Cambria Math" panose="02040503050406030204" pitchFamily="18" charset="0"/>
                                    </a:rPr>
                                  </m:ctrlPr>
                                </m:sSubPr>
                                <m:e>
                                  <m:r>
                                    <a:rPr lang="en-GB" altLang="zh-CN" i="1">
                                      <a:solidFill>
                                        <a:srgbClr val="003399"/>
                                      </a:solidFill>
                                      <a:latin typeface="Cambria Math" panose="02040503050406030204" pitchFamily="18" charset="0"/>
                                    </a:rPr>
                                    <m:t>𝑅</m:t>
                                  </m:r>
                                </m:e>
                                <m:sub>
                                  <m:r>
                                    <a:rPr lang="en-GB" altLang="zh-CN" i="1">
                                      <a:solidFill>
                                        <a:srgbClr val="003399"/>
                                      </a:solidFill>
                                      <a:latin typeface="Cambria Math" panose="02040503050406030204" pitchFamily="18" charset="0"/>
                                    </a:rPr>
                                    <m:t>𝑘</m:t>
                                  </m:r>
                                </m:sub>
                              </m:sSub>
                            </m:e>
                          </m:d>
                        </m:e>
                        <m:sup>
                          <m:r>
                            <a:rPr lang="en-GB" altLang="zh-CN" i="1">
                              <a:solidFill>
                                <a:srgbClr val="003399"/>
                              </a:solidFill>
                              <a:latin typeface="Cambria Math" panose="02040503050406030204" pitchFamily="18" charset="0"/>
                            </a:rPr>
                            <m:t>−1</m:t>
                          </m:r>
                        </m:sup>
                      </m:sSup>
                      <m:d>
                        <m:dPr>
                          <m:ctrlPr>
                            <a:rPr lang="en-GB" altLang="zh-CN" i="1">
                              <a:solidFill>
                                <a:srgbClr val="003399"/>
                              </a:solidFill>
                              <a:latin typeface="Cambria Math" panose="02040503050406030204" pitchFamily="18" charset="0"/>
                            </a:rPr>
                          </m:ctrlPr>
                        </m:dPr>
                        <m:e>
                          <m:sSub>
                            <m:sSubPr>
                              <m:ctrlPr>
                                <a:rPr lang="en-GB" altLang="zh-CN" i="1">
                                  <a:solidFill>
                                    <a:srgbClr val="003399"/>
                                  </a:solidFill>
                                  <a:latin typeface="Cambria Math" panose="02040503050406030204" pitchFamily="18" charset="0"/>
                                </a:rPr>
                              </m:ctrlPr>
                            </m:sSubPr>
                            <m:e>
                              <m:r>
                                <a:rPr lang="en-GB" altLang="zh-CN" i="1">
                                  <a:solidFill>
                                    <a:srgbClr val="003399"/>
                                  </a:solidFill>
                                  <a:latin typeface="Cambria Math" panose="02040503050406030204" pitchFamily="18" charset="0"/>
                                </a:rPr>
                                <m:t>𝑧</m:t>
                              </m:r>
                            </m:e>
                            <m:sub>
                              <m:r>
                                <a:rPr lang="en-GB" altLang="zh-CN" i="1">
                                  <a:solidFill>
                                    <a:srgbClr val="003399"/>
                                  </a:solidFill>
                                  <a:latin typeface="Cambria Math" panose="02040503050406030204" pitchFamily="18" charset="0"/>
                                </a:rPr>
                                <m:t>𝑘</m:t>
                              </m:r>
                            </m:sub>
                          </m:sSub>
                          <m:r>
                            <a:rPr lang="en-GB" altLang="zh-CN" i="1">
                              <a:solidFill>
                                <a:srgbClr val="003399"/>
                              </a:solidFill>
                              <a:latin typeface="Cambria Math" panose="02040503050406030204" pitchFamily="18" charset="0"/>
                            </a:rPr>
                            <m:t>−</m:t>
                          </m:r>
                          <m:sSub>
                            <m:sSubPr>
                              <m:ctrlPr>
                                <a:rPr lang="en-GB" altLang="zh-CN" i="1" smtClean="0">
                                  <a:solidFill>
                                    <a:srgbClr val="003399"/>
                                  </a:solidFill>
                                  <a:latin typeface="Cambria Math" panose="02040503050406030204" pitchFamily="18" charset="0"/>
                                </a:rPr>
                              </m:ctrlPr>
                            </m:sSubPr>
                            <m:e>
                              <m:r>
                                <a:rPr lang="en-GB" altLang="zh-CN" i="1">
                                  <a:solidFill>
                                    <a:srgbClr val="003399"/>
                                  </a:solidFill>
                                  <a:latin typeface="Cambria Math" panose="02040503050406030204" pitchFamily="18" charset="0"/>
                                </a:rPr>
                                <m:t>𝐻</m:t>
                              </m:r>
                            </m:e>
                            <m:sub>
                              <m:r>
                                <a:rPr lang="en-GB" altLang="zh-CN" i="1">
                                  <a:solidFill>
                                    <a:srgbClr val="003399"/>
                                  </a:solidFill>
                                  <a:latin typeface="Cambria Math" panose="02040503050406030204" pitchFamily="18" charset="0"/>
                                </a:rPr>
                                <m:t>𝑘</m:t>
                              </m:r>
                            </m:sub>
                          </m:sSub>
                          <m:r>
                            <a:rPr lang="en-GB" altLang="zh-CN" b="0" i="1" smtClean="0">
                              <a:solidFill>
                                <a:srgbClr val="003399"/>
                              </a:solidFill>
                              <a:latin typeface="Cambria Math" panose="02040503050406030204" pitchFamily="18" charset="0"/>
                            </a:rPr>
                            <m:t> </m:t>
                          </m:r>
                          <m:sSub>
                            <m:sSubPr>
                              <m:ctrlPr>
                                <a:rPr lang="en-GB" altLang="zh-CN" i="1">
                                  <a:solidFill>
                                    <a:srgbClr val="003399"/>
                                  </a:solidFill>
                                  <a:latin typeface="Cambria Math" panose="02040503050406030204" pitchFamily="18" charset="0"/>
                                </a:rPr>
                              </m:ctrlPr>
                            </m:sSubPr>
                            <m:e>
                              <m:acc>
                                <m:accPr>
                                  <m:chr m:val="̂"/>
                                  <m:ctrlPr>
                                    <a:rPr lang="en-GB" altLang="zh-CN" i="1">
                                      <a:solidFill>
                                        <a:srgbClr val="003399"/>
                                      </a:solidFill>
                                      <a:latin typeface="Cambria Math" panose="02040503050406030204" pitchFamily="18" charset="0"/>
                                    </a:rPr>
                                  </m:ctrlPr>
                                </m:accPr>
                                <m:e>
                                  <m:r>
                                    <a:rPr lang="en-GB" altLang="zh-CN" i="1">
                                      <a:solidFill>
                                        <a:srgbClr val="003399"/>
                                      </a:solidFill>
                                      <a:latin typeface="Cambria Math" panose="02040503050406030204" pitchFamily="18" charset="0"/>
                                    </a:rPr>
                                    <m:t>𝑥</m:t>
                                  </m:r>
                                </m:e>
                              </m:acc>
                            </m:e>
                            <m:sub>
                              <m:r>
                                <a:rPr lang="en-GB" altLang="zh-CN" i="1">
                                  <a:solidFill>
                                    <a:srgbClr val="003399"/>
                                  </a:solidFill>
                                  <a:latin typeface="Cambria Math" panose="02040503050406030204" pitchFamily="18" charset="0"/>
                                </a:rPr>
                                <m:t>𝑘</m:t>
                              </m:r>
                              <m:r>
                                <a:rPr lang="en-GB" altLang="zh-CN" i="1">
                                  <a:solidFill>
                                    <a:srgbClr val="003399"/>
                                  </a:solidFill>
                                  <a:latin typeface="Cambria Math" panose="02040503050406030204" pitchFamily="18" charset="0"/>
                                </a:rPr>
                                <m:t>−</m:t>
                              </m:r>
                            </m:sub>
                          </m:sSub>
                        </m:e>
                      </m:d>
                    </m:oMath>
                  </m:oMathPara>
                </a14:m>
                <a:endParaRPr lang="en-GB" altLang="zh-CN" dirty="0">
                  <a:solidFill>
                    <a:schemeClr val="tx1"/>
                  </a:solidFill>
                </a:endParaRPr>
              </a:p>
            </p:txBody>
          </p:sp>
        </mc:Choice>
        <mc:Fallback xmlns="">
          <p:sp>
            <p:nvSpPr>
              <p:cNvPr id="6" name="文本占位符 5">
                <a:extLst>
                  <a:ext uri="{FF2B5EF4-FFF2-40B4-BE49-F238E27FC236}">
                    <a16:creationId xmlns:a16="http://schemas.microsoft.com/office/drawing/2014/main" id="{7B370F02-FE93-81B5-0FD4-6EF89F6179BB}"/>
                  </a:ext>
                </a:extLst>
              </p:cNvPr>
              <p:cNvSpPr>
                <a:spLocks noGrp="1" noRot="1" noChangeAspect="1" noMove="1" noResize="1" noEditPoints="1" noAdjustHandles="1" noChangeArrowheads="1" noChangeShapeType="1" noTextEdit="1"/>
              </p:cNvSpPr>
              <p:nvPr>
                <p:ph type="body" sz="quarter" idx="10"/>
              </p:nvPr>
            </p:nvSpPr>
            <p:spPr>
              <a:xfrm>
                <a:off x="628650" y="1274488"/>
                <a:ext cx="7785146" cy="3678237"/>
              </a:xfrm>
              <a:blipFill>
                <a:blip r:embed="rId2"/>
                <a:stretch>
                  <a:fillRect l="-326" t="-1379" r="-489"/>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462634891"/>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a:extLst>
              <a:ext uri="{FF2B5EF4-FFF2-40B4-BE49-F238E27FC236}">
                <a16:creationId xmlns:a16="http://schemas.microsoft.com/office/drawing/2014/main" id="{5A07DAC7-EBD9-F69B-2743-3C1B6C2DACF1}"/>
              </a:ext>
            </a:extLst>
          </p:cNvPr>
          <p:cNvSpPr>
            <a:spLocks noGrp="1"/>
          </p:cNvSpPr>
          <p:nvPr>
            <p:ph type="title"/>
          </p:nvPr>
        </p:nvSpPr>
        <p:spPr>
          <a:xfrm>
            <a:off x="628649" y="559420"/>
            <a:ext cx="7732925" cy="630335"/>
          </a:xfrm>
        </p:spPr>
        <p:txBody>
          <a:bodyPr/>
          <a:lstStyle/>
          <a:p>
            <a:r>
              <a:rPr lang="en-GB" altLang="zh-CN" b="0" dirty="0"/>
              <a:t>Kalman Filter (full-version)</a:t>
            </a:r>
            <a:endParaRPr lang="en-GB" b="0" dirty="0"/>
          </a:p>
        </p:txBody>
      </p:sp>
      <mc:AlternateContent xmlns:mc="http://schemas.openxmlformats.org/markup-compatibility/2006" xmlns:a14="http://schemas.microsoft.com/office/drawing/2010/main">
        <mc:Choice Requires="a14">
          <p:sp>
            <p:nvSpPr>
              <p:cNvPr id="6" name="文本占位符 5">
                <a:extLst>
                  <a:ext uri="{FF2B5EF4-FFF2-40B4-BE49-F238E27FC236}">
                    <a16:creationId xmlns:a16="http://schemas.microsoft.com/office/drawing/2014/main" id="{7B370F02-FE93-81B5-0FD4-6EF89F6179BB}"/>
                  </a:ext>
                </a:extLst>
              </p:cNvPr>
              <p:cNvSpPr>
                <a:spLocks noGrp="1"/>
              </p:cNvSpPr>
              <p:nvPr>
                <p:ph type="body" sz="quarter" idx="10"/>
              </p:nvPr>
            </p:nvSpPr>
            <p:spPr>
              <a:xfrm>
                <a:off x="628650" y="1274488"/>
                <a:ext cx="7785146" cy="3678237"/>
              </a:xfrm>
            </p:spPr>
            <p:txBody>
              <a:bodyPr/>
              <a:lstStyle/>
              <a:p>
                <a:r>
                  <a:rPr lang="en-GB" dirty="0"/>
                  <a:t>We can use the same way to replace </a:t>
                </a:r>
                <a14:m>
                  <m:oMath xmlns:m="http://schemas.openxmlformats.org/officeDocument/2006/math">
                    <m:sSub>
                      <m:sSubPr>
                        <m:ctrlPr>
                          <a:rPr lang="en-GB" altLang="zh-CN" i="1">
                            <a:latin typeface="Cambria Math" panose="02040503050406030204" pitchFamily="18" charset="0"/>
                          </a:rPr>
                        </m:ctrlPr>
                      </m:sSubPr>
                      <m:e>
                        <m:r>
                          <a:rPr lang="en-GB" altLang="zh-CN" i="1">
                            <a:latin typeface="Cambria Math" panose="02040503050406030204" pitchFamily="18" charset="0"/>
                          </a:rPr>
                          <m:t>𝛬</m:t>
                        </m:r>
                      </m:e>
                      <m:sub>
                        <m:r>
                          <a:rPr lang="en-GB" altLang="zh-CN" i="1">
                            <a:latin typeface="Cambria Math" panose="02040503050406030204" pitchFamily="18" charset="0"/>
                          </a:rPr>
                          <m:t>𝑘</m:t>
                        </m:r>
                      </m:sub>
                    </m:sSub>
                  </m:oMath>
                </a14:m>
                <a:r>
                  <a:rPr lang="en-GB" dirty="0"/>
                  <a:t> with </a:t>
                </a:r>
                <a14:m>
                  <m:oMath xmlns:m="http://schemas.openxmlformats.org/officeDocument/2006/math">
                    <m:sSub>
                      <m:sSubPr>
                        <m:ctrlPr>
                          <a:rPr lang="en-GB" altLang="zh-CN" i="1">
                            <a:latin typeface="Cambria Math" panose="02040503050406030204" pitchFamily="18" charset="0"/>
                          </a:rPr>
                        </m:ctrlPr>
                      </m:sSubPr>
                      <m:e>
                        <m:r>
                          <a:rPr lang="en-GB" altLang="zh-CN" i="1">
                            <a:latin typeface="Cambria Math" panose="02040503050406030204" pitchFamily="18" charset="0"/>
                          </a:rPr>
                          <m:t>𝛬</m:t>
                        </m:r>
                        <m:r>
                          <a:rPr lang="en-GB" altLang="zh-CN" b="0" i="1" smtClean="0">
                            <a:latin typeface="Cambria Math" panose="02040503050406030204" pitchFamily="18" charset="0"/>
                          </a:rPr>
                          <m:t>′</m:t>
                        </m:r>
                      </m:e>
                      <m:sub>
                        <m:r>
                          <a:rPr lang="en-GB" altLang="zh-CN" i="1">
                            <a:latin typeface="Cambria Math" panose="02040503050406030204" pitchFamily="18" charset="0"/>
                          </a:rPr>
                          <m:t>𝑘</m:t>
                        </m:r>
                      </m:sub>
                    </m:sSub>
                  </m:oMath>
                </a14:m>
                <a:r>
                  <a:rPr lang="en-GB" dirty="0"/>
                  <a:t> from </a:t>
                </a:r>
                <a14:m>
                  <m:oMath xmlns:m="http://schemas.openxmlformats.org/officeDocument/2006/math">
                    <m:sSub>
                      <m:sSubPr>
                        <m:ctrlPr>
                          <a:rPr lang="en-GB" altLang="zh-CN" i="1" smtClean="0">
                            <a:solidFill>
                              <a:schemeClr val="tx1"/>
                            </a:solidFill>
                            <a:latin typeface="Cambria Math" panose="02040503050406030204" pitchFamily="18" charset="0"/>
                          </a:rPr>
                        </m:ctrlPr>
                      </m:sSubPr>
                      <m:e>
                        <m:r>
                          <a:rPr lang="en-GB" altLang="zh-CN" i="1">
                            <a:solidFill>
                              <a:schemeClr val="tx1"/>
                            </a:solidFill>
                            <a:latin typeface="Cambria Math" panose="02040503050406030204" pitchFamily="18" charset="0"/>
                          </a:rPr>
                          <m:t>𝑃</m:t>
                        </m:r>
                      </m:e>
                      <m:sub>
                        <m:r>
                          <a:rPr lang="en-GB" altLang="zh-CN" i="1">
                            <a:solidFill>
                              <a:schemeClr val="tx1"/>
                            </a:solidFill>
                            <a:latin typeface="Cambria Math" panose="02040503050406030204" pitchFamily="18" charset="0"/>
                          </a:rPr>
                          <m:t>𝑘</m:t>
                        </m:r>
                      </m:sub>
                    </m:sSub>
                    <m:r>
                      <a:rPr lang="en-GB" altLang="zh-CN" i="1">
                        <a:solidFill>
                          <a:schemeClr val="tx1"/>
                        </a:solidFill>
                        <a:latin typeface="Cambria Math" panose="02040503050406030204" pitchFamily="18" charset="0"/>
                      </a:rPr>
                      <m:t>=</m:t>
                    </m:r>
                    <m:d>
                      <m:dPr>
                        <m:ctrlPr>
                          <a:rPr lang="en-GB" altLang="zh-CN" i="1">
                            <a:solidFill>
                              <a:schemeClr val="tx1"/>
                            </a:solidFill>
                            <a:latin typeface="Cambria Math" panose="02040503050406030204" pitchFamily="18" charset="0"/>
                          </a:rPr>
                        </m:ctrlPr>
                      </m:dPr>
                      <m:e>
                        <m:r>
                          <a:rPr lang="en-GB" altLang="zh-CN" i="1">
                            <a:solidFill>
                              <a:schemeClr val="tx1"/>
                            </a:solidFill>
                            <a:latin typeface="Cambria Math" panose="02040503050406030204" pitchFamily="18" charset="0"/>
                          </a:rPr>
                          <m:t>𝐼</m:t>
                        </m:r>
                        <m:r>
                          <a:rPr lang="en-GB" altLang="zh-CN" i="1">
                            <a:solidFill>
                              <a:schemeClr val="tx1"/>
                            </a:solidFill>
                            <a:latin typeface="Cambria Math" panose="02040503050406030204" pitchFamily="18" charset="0"/>
                          </a:rPr>
                          <m:t>−</m:t>
                        </m:r>
                        <m:sSub>
                          <m:sSubPr>
                            <m:ctrlPr>
                              <a:rPr lang="en-GB" altLang="zh-CN" i="1">
                                <a:solidFill>
                                  <a:schemeClr val="tx1"/>
                                </a:solidFill>
                                <a:latin typeface="Cambria Math" panose="02040503050406030204" pitchFamily="18" charset="0"/>
                              </a:rPr>
                            </m:ctrlPr>
                          </m:sSubPr>
                          <m:e>
                            <m:r>
                              <a:rPr lang="en-GB" altLang="zh-CN" i="1">
                                <a:latin typeface="Cambria Math" panose="02040503050406030204" pitchFamily="18" charset="0"/>
                              </a:rPr>
                              <m:t>𝛬</m:t>
                            </m:r>
                          </m:e>
                          <m:sub>
                            <m:r>
                              <a:rPr lang="en-GB" altLang="zh-CN" i="1">
                                <a:solidFill>
                                  <a:schemeClr val="tx1"/>
                                </a:solidFill>
                                <a:latin typeface="Cambria Math" panose="02040503050406030204" pitchFamily="18" charset="0"/>
                              </a:rPr>
                              <m:t>𝑘</m:t>
                            </m:r>
                          </m:sub>
                        </m:sSub>
                      </m:e>
                    </m:d>
                    <m:sSub>
                      <m:sSubPr>
                        <m:ctrlPr>
                          <a:rPr lang="en-GB" altLang="zh-CN" i="1">
                            <a:solidFill>
                              <a:schemeClr val="tx1"/>
                            </a:solidFill>
                            <a:latin typeface="Cambria Math" panose="02040503050406030204" pitchFamily="18" charset="0"/>
                          </a:rPr>
                        </m:ctrlPr>
                      </m:sSubPr>
                      <m:e>
                        <m:r>
                          <a:rPr lang="en-GB" altLang="zh-CN" b="0" i="1" smtClean="0">
                            <a:solidFill>
                              <a:schemeClr val="tx1"/>
                            </a:solidFill>
                            <a:latin typeface="Cambria Math" panose="02040503050406030204" pitchFamily="18" charset="0"/>
                          </a:rPr>
                          <m:t>𝑃</m:t>
                        </m:r>
                      </m:e>
                      <m:sub>
                        <m:r>
                          <a:rPr lang="en-GB" altLang="zh-CN" i="1">
                            <a:solidFill>
                              <a:schemeClr val="tx1"/>
                            </a:solidFill>
                            <a:latin typeface="Cambria Math" panose="02040503050406030204" pitchFamily="18" charset="0"/>
                          </a:rPr>
                          <m:t>𝑘</m:t>
                        </m:r>
                        <m:r>
                          <a:rPr lang="en-GB" altLang="zh-CN" i="1">
                            <a:solidFill>
                              <a:schemeClr val="tx1"/>
                            </a:solidFill>
                            <a:latin typeface="Cambria Math" panose="02040503050406030204" pitchFamily="18" charset="0"/>
                          </a:rPr>
                          <m:t>−</m:t>
                        </m:r>
                      </m:sub>
                    </m:sSub>
                  </m:oMath>
                </a14:m>
                <a:r>
                  <a:rPr lang="en-GB" altLang="zh-CN" dirty="0">
                    <a:solidFill>
                      <a:schemeClr val="tx1"/>
                    </a:solidFill>
                  </a:rPr>
                  <a:t>:</a:t>
                </a:r>
              </a:p>
              <a:p>
                <a:pPr algn="ctr"/>
                <a14:m>
                  <m:oMath xmlns:m="http://schemas.openxmlformats.org/officeDocument/2006/math">
                    <m:sSub>
                      <m:sSubPr>
                        <m:ctrlPr>
                          <a:rPr lang="en-GB" altLang="zh-CN" i="1" smtClean="0">
                            <a:solidFill>
                              <a:schemeClr val="tx1"/>
                            </a:solidFill>
                            <a:latin typeface="Cambria Math" panose="02040503050406030204" pitchFamily="18" charset="0"/>
                          </a:rPr>
                        </m:ctrlPr>
                      </m:sSubPr>
                      <m:e>
                        <m:r>
                          <a:rPr lang="en-GB" altLang="zh-CN" i="1">
                            <a:solidFill>
                              <a:schemeClr val="tx1"/>
                            </a:solidFill>
                            <a:latin typeface="Cambria Math" panose="02040503050406030204" pitchFamily="18" charset="0"/>
                          </a:rPr>
                          <m:t>𝑃</m:t>
                        </m:r>
                      </m:e>
                      <m:sub>
                        <m:r>
                          <a:rPr lang="en-GB" altLang="zh-CN" i="1">
                            <a:solidFill>
                              <a:schemeClr val="tx1"/>
                            </a:solidFill>
                            <a:latin typeface="Cambria Math" panose="02040503050406030204" pitchFamily="18" charset="0"/>
                          </a:rPr>
                          <m:t>𝑘</m:t>
                        </m:r>
                      </m:sub>
                    </m:sSub>
                    <m:r>
                      <a:rPr lang="en-GB" altLang="zh-CN" i="1">
                        <a:solidFill>
                          <a:schemeClr val="tx1"/>
                        </a:solidFill>
                        <a:latin typeface="Cambria Math" panose="02040503050406030204" pitchFamily="18" charset="0"/>
                      </a:rPr>
                      <m:t>=</m:t>
                    </m:r>
                    <m:d>
                      <m:dPr>
                        <m:ctrlPr>
                          <a:rPr lang="en-GB" altLang="zh-CN" i="1">
                            <a:solidFill>
                              <a:schemeClr val="tx1"/>
                            </a:solidFill>
                            <a:latin typeface="Cambria Math" panose="02040503050406030204" pitchFamily="18" charset="0"/>
                          </a:rPr>
                        </m:ctrlPr>
                      </m:dPr>
                      <m:e>
                        <m:r>
                          <a:rPr lang="en-GB" altLang="zh-CN" i="1">
                            <a:solidFill>
                              <a:schemeClr val="tx1"/>
                            </a:solidFill>
                            <a:latin typeface="Cambria Math" panose="02040503050406030204" pitchFamily="18" charset="0"/>
                          </a:rPr>
                          <m:t>𝐼</m:t>
                        </m:r>
                        <m:r>
                          <a:rPr lang="en-GB" altLang="zh-CN" i="1">
                            <a:solidFill>
                              <a:schemeClr val="tx1"/>
                            </a:solidFill>
                            <a:latin typeface="Cambria Math" panose="02040503050406030204" pitchFamily="18" charset="0"/>
                          </a:rPr>
                          <m:t>−</m:t>
                        </m:r>
                        <m:sSub>
                          <m:sSubPr>
                            <m:ctrlPr>
                              <a:rPr lang="en-GB" altLang="zh-CN" i="1">
                                <a:solidFill>
                                  <a:schemeClr val="tx1"/>
                                </a:solidFill>
                                <a:latin typeface="Cambria Math" panose="02040503050406030204" pitchFamily="18" charset="0"/>
                              </a:rPr>
                            </m:ctrlPr>
                          </m:sSubPr>
                          <m:e>
                            <m:r>
                              <a:rPr lang="en-GB" altLang="zh-CN" i="1">
                                <a:latin typeface="Cambria Math" panose="02040503050406030204" pitchFamily="18" charset="0"/>
                              </a:rPr>
                              <m:t>𝛬</m:t>
                            </m:r>
                          </m:e>
                          <m:sub>
                            <m:r>
                              <a:rPr lang="en-GB" altLang="zh-CN" i="1">
                                <a:solidFill>
                                  <a:schemeClr val="tx1"/>
                                </a:solidFill>
                                <a:latin typeface="Cambria Math" panose="02040503050406030204" pitchFamily="18" charset="0"/>
                              </a:rPr>
                              <m:t>𝑘</m:t>
                            </m:r>
                          </m:sub>
                        </m:sSub>
                      </m:e>
                    </m:d>
                    <m:sSub>
                      <m:sSubPr>
                        <m:ctrlPr>
                          <a:rPr lang="en-GB" altLang="zh-CN" i="1">
                            <a:solidFill>
                              <a:schemeClr val="tx1"/>
                            </a:solidFill>
                            <a:latin typeface="Cambria Math" panose="02040503050406030204" pitchFamily="18" charset="0"/>
                          </a:rPr>
                        </m:ctrlPr>
                      </m:sSubPr>
                      <m:e>
                        <m:r>
                          <a:rPr lang="en-GB" altLang="zh-CN" b="0" i="1" smtClean="0">
                            <a:solidFill>
                              <a:schemeClr val="tx1"/>
                            </a:solidFill>
                            <a:latin typeface="Cambria Math" panose="02040503050406030204" pitchFamily="18" charset="0"/>
                          </a:rPr>
                          <m:t>𝑃</m:t>
                        </m:r>
                      </m:e>
                      <m:sub>
                        <m:r>
                          <a:rPr lang="en-GB" altLang="zh-CN" i="1">
                            <a:solidFill>
                              <a:schemeClr val="tx1"/>
                            </a:solidFill>
                            <a:latin typeface="Cambria Math" panose="02040503050406030204" pitchFamily="18" charset="0"/>
                          </a:rPr>
                          <m:t>𝑘</m:t>
                        </m:r>
                        <m:r>
                          <a:rPr lang="en-GB" altLang="zh-CN" i="1">
                            <a:solidFill>
                              <a:schemeClr val="tx1"/>
                            </a:solidFill>
                            <a:latin typeface="Cambria Math" panose="02040503050406030204" pitchFamily="18" charset="0"/>
                          </a:rPr>
                          <m:t>−</m:t>
                        </m:r>
                      </m:sub>
                    </m:sSub>
                    <m:r>
                      <a:rPr lang="en-GB" altLang="zh-CN" b="0" i="1" smtClean="0">
                        <a:solidFill>
                          <a:schemeClr val="tx1"/>
                        </a:solidFill>
                        <a:latin typeface="Cambria Math" panose="02040503050406030204" pitchFamily="18" charset="0"/>
                      </a:rPr>
                      <m:t>=</m:t>
                    </m:r>
                    <m:sSub>
                      <m:sSubPr>
                        <m:ctrlPr>
                          <a:rPr lang="en-GB" altLang="zh-CN" i="1">
                            <a:latin typeface="Cambria Math" panose="02040503050406030204" pitchFamily="18" charset="0"/>
                          </a:rPr>
                        </m:ctrlPr>
                      </m:sSubPr>
                      <m:e>
                        <m:r>
                          <a:rPr lang="en-GB" altLang="zh-CN" i="1">
                            <a:latin typeface="Cambria Math" panose="02040503050406030204" pitchFamily="18" charset="0"/>
                          </a:rPr>
                          <m:t>𝑝</m:t>
                        </m:r>
                      </m:e>
                      <m:sub>
                        <m:r>
                          <a:rPr lang="en-GB" altLang="zh-CN" i="1">
                            <a:latin typeface="Cambria Math" panose="02040503050406030204" pitchFamily="18" charset="0"/>
                          </a:rPr>
                          <m:t>𝑘</m:t>
                        </m:r>
                        <m:r>
                          <a:rPr lang="en-GB" altLang="zh-CN" i="1">
                            <a:latin typeface="Cambria Math" panose="02040503050406030204" pitchFamily="18" charset="0"/>
                          </a:rPr>
                          <m:t>−</m:t>
                        </m:r>
                      </m:sub>
                    </m:sSub>
                    <m:r>
                      <a:rPr lang="en-GB" altLang="zh-CN" b="0" i="1" smtClean="0">
                        <a:latin typeface="Cambria Math" panose="02040503050406030204" pitchFamily="18" charset="0"/>
                      </a:rPr>
                      <m:t>−</m:t>
                    </m:r>
                    <m:sSub>
                      <m:sSubPr>
                        <m:ctrlPr>
                          <a:rPr lang="en-GB" altLang="zh-CN" i="1">
                            <a:latin typeface="Cambria Math" panose="02040503050406030204" pitchFamily="18" charset="0"/>
                          </a:rPr>
                        </m:ctrlPr>
                      </m:sSubPr>
                      <m:e>
                        <m:r>
                          <a:rPr lang="en-GB" altLang="zh-CN" i="1">
                            <a:latin typeface="Cambria Math" panose="02040503050406030204" pitchFamily="18" charset="0"/>
                          </a:rPr>
                          <m:t>𝛬</m:t>
                        </m:r>
                      </m:e>
                      <m:sub>
                        <m:r>
                          <a:rPr lang="en-GB" altLang="zh-CN" i="1">
                            <a:latin typeface="Cambria Math" panose="02040503050406030204" pitchFamily="18" charset="0"/>
                          </a:rPr>
                          <m:t>𝑘</m:t>
                        </m:r>
                      </m:sub>
                    </m:sSub>
                    <m:sSub>
                      <m:sSubPr>
                        <m:ctrlPr>
                          <a:rPr lang="en-GB" altLang="zh-CN" i="1">
                            <a:latin typeface="Cambria Math" panose="02040503050406030204" pitchFamily="18" charset="0"/>
                          </a:rPr>
                        </m:ctrlPr>
                      </m:sSubPr>
                      <m:e>
                        <m:r>
                          <a:rPr lang="en-GB" altLang="zh-CN" b="0" i="1" smtClean="0">
                            <a:latin typeface="Cambria Math" panose="02040503050406030204" pitchFamily="18" charset="0"/>
                          </a:rPr>
                          <m:t>𝑃</m:t>
                        </m:r>
                      </m:e>
                      <m:sub>
                        <m:r>
                          <a:rPr lang="en-GB" altLang="zh-CN" i="1">
                            <a:latin typeface="Cambria Math" panose="02040503050406030204" pitchFamily="18" charset="0"/>
                          </a:rPr>
                          <m:t>𝑘</m:t>
                        </m:r>
                        <m:r>
                          <a:rPr lang="en-GB" altLang="zh-CN" i="1">
                            <a:latin typeface="Cambria Math" panose="02040503050406030204" pitchFamily="18" charset="0"/>
                          </a:rPr>
                          <m:t>−</m:t>
                        </m:r>
                      </m:sub>
                    </m:sSub>
                  </m:oMath>
                </a14:m>
                <a:r>
                  <a:rPr lang="en-GB" altLang="zh-CN" dirty="0">
                    <a:solidFill>
                      <a:schemeClr val="tx1"/>
                    </a:solidFill>
                  </a:rPr>
                  <a:t> </a:t>
                </a:r>
              </a:p>
              <a:p>
                <a:pPr algn="ctr"/>
                <a14:m>
                  <m:oMath xmlns:m="http://schemas.openxmlformats.org/officeDocument/2006/math">
                    <m:sSub>
                      <m:sSubPr>
                        <m:ctrlPr>
                          <a:rPr lang="en-GB" altLang="zh-CN" i="1" smtClean="0">
                            <a:latin typeface="Cambria Math" panose="02040503050406030204" pitchFamily="18" charset="0"/>
                          </a:rPr>
                        </m:ctrlPr>
                      </m:sSubPr>
                      <m:e>
                        <m:r>
                          <a:rPr lang="en-GB" altLang="zh-CN" i="1">
                            <a:latin typeface="Cambria Math" panose="02040503050406030204" pitchFamily="18" charset="0"/>
                          </a:rPr>
                          <m:t>𝐻</m:t>
                        </m:r>
                      </m:e>
                      <m:sub>
                        <m:r>
                          <a:rPr lang="en-GB" altLang="zh-CN" i="1">
                            <a:latin typeface="Cambria Math" panose="02040503050406030204" pitchFamily="18" charset="0"/>
                          </a:rPr>
                          <m:t>𝑘</m:t>
                        </m:r>
                      </m:sub>
                    </m:sSub>
                    <m:sSub>
                      <m:sSubPr>
                        <m:ctrlPr>
                          <a:rPr lang="en-GB" altLang="zh-CN" i="1">
                            <a:latin typeface="Cambria Math" panose="02040503050406030204" pitchFamily="18" charset="0"/>
                          </a:rPr>
                        </m:ctrlPr>
                      </m:sSubPr>
                      <m:e>
                        <m:r>
                          <a:rPr lang="en-GB" altLang="zh-CN" i="1">
                            <a:latin typeface="Cambria Math" panose="02040503050406030204" pitchFamily="18" charset="0"/>
                          </a:rPr>
                          <m:t>𝑃</m:t>
                        </m:r>
                      </m:e>
                      <m:sub>
                        <m:r>
                          <a:rPr lang="en-GB" altLang="zh-CN" i="1">
                            <a:latin typeface="Cambria Math" panose="02040503050406030204" pitchFamily="18" charset="0"/>
                          </a:rPr>
                          <m:t>𝑘</m:t>
                        </m:r>
                      </m:sub>
                    </m:sSub>
                    <m:sSubSup>
                      <m:sSubSupPr>
                        <m:ctrlPr>
                          <a:rPr lang="en-GB" altLang="zh-CN" i="1">
                            <a:latin typeface="Cambria Math" panose="02040503050406030204" pitchFamily="18" charset="0"/>
                          </a:rPr>
                        </m:ctrlPr>
                      </m:sSubSupPr>
                      <m:e>
                        <m:r>
                          <a:rPr lang="en-GB" altLang="zh-CN" i="1">
                            <a:latin typeface="Cambria Math" panose="02040503050406030204" pitchFamily="18" charset="0"/>
                          </a:rPr>
                          <m:t>𝐻</m:t>
                        </m:r>
                      </m:e>
                      <m:sub>
                        <m:r>
                          <a:rPr lang="en-GB" altLang="zh-CN" i="1">
                            <a:latin typeface="Cambria Math" panose="02040503050406030204" pitchFamily="18" charset="0"/>
                          </a:rPr>
                          <m:t>𝑘</m:t>
                        </m:r>
                      </m:sub>
                      <m:sup>
                        <m:r>
                          <a:rPr lang="en-GB" altLang="zh-CN" i="1">
                            <a:latin typeface="Cambria Math" panose="02040503050406030204" pitchFamily="18" charset="0"/>
                          </a:rPr>
                          <m:t>𝑇</m:t>
                        </m:r>
                      </m:sup>
                    </m:sSubSup>
                    <m:r>
                      <a:rPr lang="en-GB" altLang="zh-CN" i="1">
                        <a:latin typeface="Cambria Math" panose="02040503050406030204" pitchFamily="18" charset="0"/>
                      </a:rPr>
                      <m:t> </m:t>
                    </m:r>
                    <m:r>
                      <a:rPr lang="en-GB" altLang="zh-CN" i="1">
                        <a:solidFill>
                          <a:schemeClr val="tx1"/>
                        </a:solidFill>
                        <a:latin typeface="Cambria Math" panose="02040503050406030204" pitchFamily="18" charset="0"/>
                      </a:rPr>
                      <m:t>=</m:t>
                    </m:r>
                    <m:sSub>
                      <m:sSubPr>
                        <m:ctrlPr>
                          <a:rPr lang="en-GB" altLang="zh-CN" i="1" smtClean="0">
                            <a:latin typeface="Cambria Math" panose="02040503050406030204" pitchFamily="18" charset="0"/>
                          </a:rPr>
                        </m:ctrlPr>
                      </m:sSubPr>
                      <m:e>
                        <m:r>
                          <a:rPr lang="en-GB" altLang="zh-CN" i="1">
                            <a:latin typeface="Cambria Math" panose="02040503050406030204" pitchFamily="18" charset="0"/>
                          </a:rPr>
                          <m:t>𝐻</m:t>
                        </m:r>
                      </m:e>
                      <m:sub>
                        <m:r>
                          <a:rPr lang="en-GB" altLang="zh-CN" i="1">
                            <a:latin typeface="Cambria Math" panose="02040503050406030204" pitchFamily="18" charset="0"/>
                          </a:rPr>
                          <m:t>𝑘</m:t>
                        </m:r>
                      </m:sub>
                    </m:sSub>
                    <m:sSub>
                      <m:sSubPr>
                        <m:ctrlPr>
                          <a:rPr lang="en-GB" altLang="zh-CN" i="1">
                            <a:latin typeface="Cambria Math" panose="02040503050406030204" pitchFamily="18" charset="0"/>
                          </a:rPr>
                        </m:ctrlPr>
                      </m:sSubPr>
                      <m:e>
                        <m:r>
                          <a:rPr lang="en-GB" altLang="zh-CN" b="0" i="1" smtClean="0">
                            <a:latin typeface="Cambria Math" panose="02040503050406030204" pitchFamily="18" charset="0"/>
                          </a:rPr>
                          <m:t>𝑃</m:t>
                        </m:r>
                      </m:e>
                      <m:sub>
                        <m:r>
                          <a:rPr lang="en-GB" altLang="zh-CN" i="1">
                            <a:latin typeface="Cambria Math" panose="02040503050406030204" pitchFamily="18" charset="0"/>
                          </a:rPr>
                          <m:t>𝑘</m:t>
                        </m:r>
                        <m:r>
                          <a:rPr lang="en-GB" altLang="zh-CN" i="1">
                            <a:latin typeface="Cambria Math" panose="02040503050406030204" pitchFamily="18" charset="0"/>
                          </a:rPr>
                          <m:t>−</m:t>
                        </m:r>
                      </m:sub>
                    </m:sSub>
                    <m:sSubSup>
                      <m:sSubSupPr>
                        <m:ctrlPr>
                          <a:rPr lang="en-GB" altLang="zh-CN" i="1">
                            <a:latin typeface="Cambria Math" panose="02040503050406030204" pitchFamily="18" charset="0"/>
                          </a:rPr>
                        </m:ctrlPr>
                      </m:sSubSupPr>
                      <m:e>
                        <m:r>
                          <a:rPr lang="en-GB" altLang="zh-CN" i="1">
                            <a:latin typeface="Cambria Math" panose="02040503050406030204" pitchFamily="18" charset="0"/>
                          </a:rPr>
                          <m:t>𝐻</m:t>
                        </m:r>
                      </m:e>
                      <m:sub>
                        <m:r>
                          <a:rPr lang="en-GB" altLang="zh-CN" i="1">
                            <a:latin typeface="Cambria Math" panose="02040503050406030204" pitchFamily="18" charset="0"/>
                          </a:rPr>
                          <m:t>𝑘</m:t>
                        </m:r>
                      </m:sub>
                      <m:sup>
                        <m:r>
                          <a:rPr lang="en-GB" altLang="zh-CN" i="1">
                            <a:latin typeface="Cambria Math" panose="02040503050406030204" pitchFamily="18" charset="0"/>
                          </a:rPr>
                          <m:t>𝑇</m:t>
                        </m:r>
                      </m:sup>
                    </m:sSubSup>
                    <m:r>
                      <a:rPr lang="en-GB" altLang="zh-CN" b="0" i="1" smtClean="0">
                        <a:latin typeface="Cambria Math" panose="02040503050406030204" pitchFamily="18" charset="0"/>
                      </a:rPr>
                      <m:t>−</m:t>
                    </m:r>
                    <m:sSub>
                      <m:sSubPr>
                        <m:ctrlPr>
                          <a:rPr lang="en-GB" altLang="zh-CN" i="1" smtClean="0">
                            <a:solidFill>
                              <a:srgbClr val="003399"/>
                            </a:solidFill>
                            <a:latin typeface="Cambria Math" panose="02040503050406030204" pitchFamily="18" charset="0"/>
                          </a:rPr>
                        </m:ctrlPr>
                      </m:sSubPr>
                      <m:e>
                        <m:r>
                          <a:rPr lang="en-GB" altLang="zh-CN" i="1">
                            <a:solidFill>
                              <a:srgbClr val="003399"/>
                            </a:solidFill>
                            <a:latin typeface="Cambria Math" panose="02040503050406030204" pitchFamily="18" charset="0"/>
                          </a:rPr>
                          <m:t>𝛬</m:t>
                        </m:r>
                        <m:r>
                          <a:rPr lang="en-GB" altLang="zh-CN" b="0" i="1" smtClean="0">
                            <a:solidFill>
                              <a:srgbClr val="003399"/>
                            </a:solidFill>
                            <a:latin typeface="Cambria Math" panose="02040503050406030204" pitchFamily="18" charset="0"/>
                          </a:rPr>
                          <m:t>′</m:t>
                        </m:r>
                      </m:e>
                      <m:sub>
                        <m:r>
                          <a:rPr lang="en-GB" altLang="zh-CN" i="1">
                            <a:solidFill>
                              <a:srgbClr val="003399"/>
                            </a:solidFill>
                            <a:latin typeface="Cambria Math" panose="02040503050406030204" pitchFamily="18" charset="0"/>
                          </a:rPr>
                          <m:t>𝑘</m:t>
                        </m:r>
                      </m:sub>
                    </m:sSub>
                    <m:sSub>
                      <m:sSubPr>
                        <m:ctrlPr>
                          <a:rPr lang="en-GB" altLang="zh-CN" i="1">
                            <a:latin typeface="Cambria Math" panose="02040503050406030204" pitchFamily="18" charset="0"/>
                          </a:rPr>
                        </m:ctrlPr>
                      </m:sSubPr>
                      <m:e>
                        <m:r>
                          <a:rPr lang="en-GB" altLang="zh-CN" i="1">
                            <a:latin typeface="Cambria Math" panose="02040503050406030204" pitchFamily="18" charset="0"/>
                          </a:rPr>
                          <m:t>𝐻</m:t>
                        </m:r>
                      </m:e>
                      <m:sub>
                        <m:r>
                          <a:rPr lang="en-GB" altLang="zh-CN" i="1">
                            <a:latin typeface="Cambria Math" panose="02040503050406030204" pitchFamily="18" charset="0"/>
                          </a:rPr>
                          <m:t>𝑘</m:t>
                        </m:r>
                      </m:sub>
                    </m:sSub>
                    <m:sSub>
                      <m:sSubPr>
                        <m:ctrlPr>
                          <a:rPr lang="en-GB" altLang="zh-CN" i="1">
                            <a:latin typeface="Cambria Math" panose="02040503050406030204" pitchFamily="18" charset="0"/>
                          </a:rPr>
                        </m:ctrlPr>
                      </m:sSubPr>
                      <m:e>
                        <m:r>
                          <a:rPr lang="en-GB" altLang="zh-CN" b="0" i="1" smtClean="0">
                            <a:latin typeface="Cambria Math" panose="02040503050406030204" pitchFamily="18" charset="0"/>
                          </a:rPr>
                          <m:t>𝑃</m:t>
                        </m:r>
                      </m:e>
                      <m:sub>
                        <m:r>
                          <a:rPr lang="en-GB" altLang="zh-CN" i="1">
                            <a:latin typeface="Cambria Math" panose="02040503050406030204" pitchFamily="18" charset="0"/>
                          </a:rPr>
                          <m:t>𝑘</m:t>
                        </m:r>
                        <m:r>
                          <a:rPr lang="en-GB" altLang="zh-CN" i="1">
                            <a:latin typeface="Cambria Math" panose="02040503050406030204" pitchFamily="18" charset="0"/>
                          </a:rPr>
                          <m:t>−</m:t>
                        </m:r>
                      </m:sub>
                    </m:sSub>
                    <m:sSubSup>
                      <m:sSubSupPr>
                        <m:ctrlPr>
                          <a:rPr lang="en-GB" altLang="zh-CN" i="1">
                            <a:latin typeface="Cambria Math" panose="02040503050406030204" pitchFamily="18" charset="0"/>
                          </a:rPr>
                        </m:ctrlPr>
                      </m:sSubSupPr>
                      <m:e>
                        <m:r>
                          <a:rPr lang="en-GB" altLang="zh-CN" i="1">
                            <a:latin typeface="Cambria Math" panose="02040503050406030204" pitchFamily="18" charset="0"/>
                          </a:rPr>
                          <m:t>𝐻</m:t>
                        </m:r>
                      </m:e>
                      <m:sub>
                        <m:r>
                          <a:rPr lang="en-GB" altLang="zh-CN" i="1">
                            <a:latin typeface="Cambria Math" panose="02040503050406030204" pitchFamily="18" charset="0"/>
                          </a:rPr>
                          <m:t>𝑘</m:t>
                        </m:r>
                      </m:sub>
                      <m:sup>
                        <m:r>
                          <a:rPr lang="en-GB" altLang="zh-CN" i="1">
                            <a:latin typeface="Cambria Math" panose="02040503050406030204" pitchFamily="18" charset="0"/>
                          </a:rPr>
                          <m:t>𝑇</m:t>
                        </m:r>
                      </m:sup>
                    </m:sSubSup>
                  </m:oMath>
                </a14:m>
                <a:r>
                  <a:rPr lang="en-GB" altLang="zh-CN" dirty="0"/>
                  <a:t> </a:t>
                </a:r>
              </a:p>
              <a:p>
                <a:pPr algn="ctr"/>
                <a14:m>
                  <m:oMath xmlns:m="http://schemas.openxmlformats.org/officeDocument/2006/math">
                    <m:sSub>
                      <m:sSubPr>
                        <m:ctrlPr>
                          <a:rPr lang="en-GB" altLang="zh-CN" i="1" smtClean="0">
                            <a:latin typeface="Cambria Math" panose="02040503050406030204" pitchFamily="18" charset="0"/>
                          </a:rPr>
                        </m:ctrlPr>
                      </m:sSubPr>
                      <m:e>
                        <m:r>
                          <a:rPr lang="en-GB" altLang="zh-CN" i="1">
                            <a:latin typeface="Cambria Math" panose="02040503050406030204" pitchFamily="18" charset="0"/>
                          </a:rPr>
                          <m:t>𝐻</m:t>
                        </m:r>
                      </m:e>
                      <m:sub>
                        <m:r>
                          <a:rPr lang="en-GB" altLang="zh-CN" i="1">
                            <a:latin typeface="Cambria Math" panose="02040503050406030204" pitchFamily="18" charset="0"/>
                          </a:rPr>
                          <m:t>𝑘</m:t>
                        </m:r>
                      </m:sub>
                    </m:sSub>
                    <m:sSub>
                      <m:sSubPr>
                        <m:ctrlPr>
                          <a:rPr lang="en-GB" altLang="zh-CN" i="1">
                            <a:latin typeface="Cambria Math" panose="02040503050406030204" pitchFamily="18" charset="0"/>
                          </a:rPr>
                        </m:ctrlPr>
                      </m:sSubPr>
                      <m:e>
                        <m:r>
                          <a:rPr lang="en-GB" altLang="zh-CN" i="1">
                            <a:latin typeface="Cambria Math" panose="02040503050406030204" pitchFamily="18" charset="0"/>
                          </a:rPr>
                          <m:t>𝑃</m:t>
                        </m:r>
                      </m:e>
                      <m:sub>
                        <m:r>
                          <a:rPr lang="en-GB" altLang="zh-CN" i="1">
                            <a:latin typeface="Cambria Math" panose="02040503050406030204" pitchFamily="18" charset="0"/>
                          </a:rPr>
                          <m:t>𝑘</m:t>
                        </m:r>
                      </m:sub>
                    </m:sSub>
                    <m:sSubSup>
                      <m:sSubSupPr>
                        <m:ctrlPr>
                          <a:rPr lang="en-GB" altLang="zh-CN" i="1">
                            <a:latin typeface="Cambria Math" panose="02040503050406030204" pitchFamily="18" charset="0"/>
                          </a:rPr>
                        </m:ctrlPr>
                      </m:sSubSupPr>
                      <m:e>
                        <m:r>
                          <a:rPr lang="en-GB" altLang="zh-CN" i="1">
                            <a:latin typeface="Cambria Math" panose="02040503050406030204" pitchFamily="18" charset="0"/>
                          </a:rPr>
                          <m:t>𝐻</m:t>
                        </m:r>
                      </m:e>
                      <m:sub>
                        <m:r>
                          <a:rPr lang="en-GB" altLang="zh-CN" i="1">
                            <a:latin typeface="Cambria Math" panose="02040503050406030204" pitchFamily="18" charset="0"/>
                          </a:rPr>
                          <m:t>𝑘</m:t>
                        </m:r>
                      </m:sub>
                      <m:sup>
                        <m:r>
                          <a:rPr lang="en-GB" altLang="zh-CN" i="1">
                            <a:latin typeface="Cambria Math" panose="02040503050406030204" pitchFamily="18" charset="0"/>
                          </a:rPr>
                          <m:t>𝑇</m:t>
                        </m:r>
                      </m:sup>
                    </m:sSubSup>
                    <m:r>
                      <a:rPr lang="en-GB" altLang="zh-CN" i="1">
                        <a:latin typeface="Cambria Math" panose="02040503050406030204" pitchFamily="18" charset="0"/>
                      </a:rPr>
                      <m:t> </m:t>
                    </m:r>
                    <m:r>
                      <a:rPr lang="en-GB" altLang="zh-CN" i="1">
                        <a:solidFill>
                          <a:schemeClr val="tx1"/>
                        </a:solidFill>
                        <a:latin typeface="Cambria Math" panose="02040503050406030204" pitchFamily="18" charset="0"/>
                      </a:rPr>
                      <m:t>=</m:t>
                    </m:r>
                    <m:sSub>
                      <m:sSubPr>
                        <m:ctrlPr>
                          <a:rPr lang="en-GB" altLang="zh-CN" i="1" smtClean="0">
                            <a:latin typeface="Cambria Math" panose="02040503050406030204" pitchFamily="18" charset="0"/>
                          </a:rPr>
                        </m:ctrlPr>
                      </m:sSubPr>
                      <m:e>
                        <m:r>
                          <a:rPr lang="en-GB" altLang="zh-CN" i="1">
                            <a:latin typeface="Cambria Math" panose="02040503050406030204" pitchFamily="18" charset="0"/>
                          </a:rPr>
                          <m:t>𝐻</m:t>
                        </m:r>
                      </m:e>
                      <m:sub>
                        <m:r>
                          <a:rPr lang="en-GB" altLang="zh-CN" i="1">
                            <a:latin typeface="Cambria Math" panose="02040503050406030204" pitchFamily="18" charset="0"/>
                          </a:rPr>
                          <m:t>𝑘</m:t>
                        </m:r>
                      </m:sub>
                    </m:sSub>
                    <m:sSub>
                      <m:sSubPr>
                        <m:ctrlPr>
                          <a:rPr lang="en-GB" altLang="zh-CN" i="1">
                            <a:latin typeface="Cambria Math" panose="02040503050406030204" pitchFamily="18" charset="0"/>
                          </a:rPr>
                        </m:ctrlPr>
                      </m:sSubPr>
                      <m:e>
                        <m:r>
                          <a:rPr lang="en-GB" altLang="zh-CN" i="1">
                            <a:latin typeface="Cambria Math" panose="02040503050406030204" pitchFamily="18" charset="0"/>
                          </a:rPr>
                          <m:t>𝑝</m:t>
                        </m:r>
                      </m:e>
                      <m:sub>
                        <m:r>
                          <a:rPr lang="en-GB" altLang="zh-CN" i="1">
                            <a:latin typeface="Cambria Math" panose="02040503050406030204" pitchFamily="18" charset="0"/>
                          </a:rPr>
                          <m:t>𝑘</m:t>
                        </m:r>
                        <m:r>
                          <a:rPr lang="en-GB" altLang="zh-CN" i="1">
                            <a:latin typeface="Cambria Math" panose="02040503050406030204" pitchFamily="18" charset="0"/>
                          </a:rPr>
                          <m:t>−</m:t>
                        </m:r>
                      </m:sub>
                    </m:sSub>
                    <m:sSubSup>
                      <m:sSubSupPr>
                        <m:ctrlPr>
                          <a:rPr lang="en-GB" altLang="zh-CN" i="1">
                            <a:latin typeface="Cambria Math" panose="02040503050406030204" pitchFamily="18" charset="0"/>
                          </a:rPr>
                        </m:ctrlPr>
                      </m:sSubSupPr>
                      <m:e>
                        <m:r>
                          <a:rPr lang="en-GB" altLang="zh-CN" i="1">
                            <a:latin typeface="Cambria Math" panose="02040503050406030204" pitchFamily="18" charset="0"/>
                          </a:rPr>
                          <m:t>𝐻</m:t>
                        </m:r>
                      </m:e>
                      <m:sub>
                        <m:r>
                          <a:rPr lang="en-GB" altLang="zh-CN" i="1">
                            <a:latin typeface="Cambria Math" panose="02040503050406030204" pitchFamily="18" charset="0"/>
                          </a:rPr>
                          <m:t>𝑘</m:t>
                        </m:r>
                      </m:sub>
                      <m:sup>
                        <m:r>
                          <a:rPr lang="en-GB" altLang="zh-CN" i="1">
                            <a:latin typeface="Cambria Math" panose="02040503050406030204" pitchFamily="18" charset="0"/>
                          </a:rPr>
                          <m:t>𝑇</m:t>
                        </m:r>
                      </m:sup>
                    </m:sSubSup>
                    <m:r>
                      <a:rPr lang="en-GB" altLang="zh-CN" b="0" i="1" smtClean="0">
                        <a:latin typeface="Cambria Math" panose="02040503050406030204" pitchFamily="18" charset="0"/>
                      </a:rPr>
                      <m:t>−</m:t>
                    </m:r>
                    <m:sSub>
                      <m:sSubPr>
                        <m:ctrlPr>
                          <a:rPr lang="en-GB" altLang="zh-CN" i="1" smtClean="0">
                            <a:solidFill>
                              <a:srgbClr val="003399"/>
                            </a:solidFill>
                            <a:latin typeface="Cambria Math" panose="02040503050406030204" pitchFamily="18" charset="0"/>
                          </a:rPr>
                        </m:ctrlPr>
                      </m:sSubPr>
                      <m:e>
                        <m:r>
                          <a:rPr lang="en-GB" altLang="zh-CN" i="1">
                            <a:solidFill>
                              <a:srgbClr val="003399"/>
                            </a:solidFill>
                            <a:latin typeface="Cambria Math" panose="02040503050406030204" pitchFamily="18" charset="0"/>
                          </a:rPr>
                          <m:t>𝐻</m:t>
                        </m:r>
                      </m:e>
                      <m:sub>
                        <m:r>
                          <a:rPr lang="en-GB" altLang="zh-CN" i="1">
                            <a:solidFill>
                              <a:srgbClr val="003399"/>
                            </a:solidFill>
                            <a:latin typeface="Cambria Math" panose="02040503050406030204" pitchFamily="18" charset="0"/>
                          </a:rPr>
                          <m:t>𝑘</m:t>
                        </m:r>
                      </m:sub>
                    </m:sSub>
                    <m:sSub>
                      <m:sSubPr>
                        <m:ctrlPr>
                          <a:rPr lang="en-GB" altLang="zh-CN" i="1">
                            <a:solidFill>
                              <a:srgbClr val="003399"/>
                            </a:solidFill>
                            <a:latin typeface="Cambria Math" panose="02040503050406030204" pitchFamily="18" charset="0"/>
                          </a:rPr>
                        </m:ctrlPr>
                      </m:sSubPr>
                      <m:e>
                        <m:r>
                          <a:rPr lang="en-GB" altLang="zh-CN" i="1">
                            <a:solidFill>
                              <a:srgbClr val="003399"/>
                            </a:solidFill>
                            <a:latin typeface="Cambria Math" panose="02040503050406030204" pitchFamily="18" charset="0"/>
                          </a:rPr>
                          <m:t>𝑃</m:t>
                        </m:r>
                      </m:e>
                      <m:sub>
                        <m:r>
                          <a:rPr lang="en-GB" altLang="zh-CN" i="1">
                            <a:solidFill>
                              <a:srgbClr val="003399"/>
                            </a:solidFill>
                            <a:latin typeface="Cambria Math" panose="02040503050406030204" pitchFamily="18" charset="0"/>
                          </a:rPr>
                          <m:t>𝑘</m:t>
                        </m:r>
                        <m:r>
                          <a:rPr lang="en-GB" altLang="zh-CN" i="1">
                            <a:solidFill>
                              <a:srgbClr val="003399"/>
                            </a:solidFill>
                            <a:latin typeface="Cambria Math" panose="02040503050406030204" pitchFamily="18" charset="0"/>
                          </a:rPr>
                          <m:t>−</m:t>
                        </m:r>
                      </m:sub>
                    </m:sSub>
                    <m:sSubSup>
                      <m:sSubSupPr>
                        <m:ctrlPr>
                          <a:rPr lang="en-GB" altLang="zh-CN" i="1">
                            <a:solidFill>
                              <a:srgbClr val="003399"/>
                            </a:solidFill>
                            <a:latin typeface="Cambria Math" panose="02040503050406030204" pitchFamily="18" charset="0"/>
                          </a:rPr>
                        </m:ctrlPr>
                      </m:sSubSupPr>
                      <m:e>
                        <m:r>
                          <a:rPr lang="en-GB" altLang="zh-CN" i="1">
                            <a:solidFill>
                              <a:srgbClr val="003399"/>
                            </a:solidFill>
                            <a:latin typeface="Cambria Math" panose="02040503050406030204" pitchFamily="18" charset="0"/>
                          </a:rPr>
                          <m:t>𝐻</m:t>
                        </m:r>
                      </m:e>
                      <m:sub>
                        <m:r>
                          <a:rPr lang="en-GB" altLang="zh-CN" i="1">
                            <a:solidFill>
                              <a:srgbClr val="003399"/>
                            </a:solidFill>
                            <a:latin typeface="Cambria Math" panose="02040503050406030204" pitchFamily="18" charset="0"/>
                          </a:rPr>
                          <m:t>𝑘</m:t>
                        </m:r>
                      </m:sub>
                      <m:sup>
                        <m:r>
                          <a:rPr lang="en-GB" altLang="zh-CN" i="1">
                            <a:solidFill>
                              <a:srgbClr val="003399"/>
                            </a:solidFill>
                            <a:latin typeface="Cambria Math" panose="02040503050406030204" pitchFamily="18" charset="0"/>
                          </a:rPr>
                          <m:t>𝑇</m:t>
                        </m:r>
                      </m:sup>
                    </m:sSubSup>
                    <m:sSup>
                      <m:sSupPr>
                        <m:ctrlPr>
                          <a:rPr lang="en-GB" altLang="zh-CN" i="1">
                            <a:solidFill>
                              <a:srgbClr val="003399"/>
                            </a:solidFill>
                            <a:latin typeface="Cambria Math" panose="02040503050406030204" pitchFamily="18" charset="0"/>
                          </a:rPr>
                        </m:ctrlPr>
                      </m:sSupPr>
                      <m:e>
                        <m:d>
                          <m:dPr>
                            <m:ctrlPr>
                              <a:rPr lang="en-GB" altLang="zh-CN" i="1">
                                <a:solidFill>
                                  <a:srgbClr val="003399"/>
                                </a:solidFill>
                                <a:latin typeface="Cambria Math" panose="02040503050406030204" pitchFamily="18" charset="0"/>
                              </a:rPr>
                            </m:ctrlPr>
                          </m:dPr>
                          <m:e>
                            <m:sSub>
                              <m:sSubPr>
                                <m:ctrlPr>
                                  <a:rPr lang="en-GB" altLang="zh-CN" i="1">
                                    <a:solidFill>
                                      <a:srgbClr val="003399"/>
                                    </a:solidFill>
                                    <a:latin typeface="Cambria Math" panose="02040503050406030204" pitchFamily="18" charset="0"/>
                                  </a:rPr>
                                </m:ctrlPr>
                              </m:sSubPr>
                              <m:e>
                                <m:r>
                                  <a:rPr lang="en-GB" altLang="zh-CN" i="1">
                                    <a:solidFill>
                                      <a:srgbClr val="003399"/>
                                    </a:solidFill>
                                    <a:latin typeface="Cambria Math" panose="02040503050406030204" pitchFamily="18" charset="0"/>
                                  </a:rPr>
                                  <m:t>𝐻</m:t>
                                </m:r>
                              </m:e>
                              <m:sub>
                                <m:r>
                                  <a:rPr lang="en-GB" altLang="zh-CN" i="1">
                                    <a:solidFill>
                                      <a:srgbClr val="003399"/>
                                    </a:solidFill>
                                    <a:latin typeface="Cambria Math" panose="02040503050406030204" pitchFamily="18" charset="0"/>
                                  </a:rPr>
                                  <m:t>𝑘</m:t>
                                </m:r>
                              </m:sub>
                            </m:sSub>
                            <m:sSub>
                              <m:sSubPr>
                                <m:ctrlPr>
                                  <a:rPr lang="en-GB" altLang="zh-CN" i="1">
                                    <a:solidFill>
                                      <a:srgbClr val="003399"/>
                                    </a:solidFill>
                                    <a:latin typeface="Cambria Math" panose="02040503050406030204" pitchFamily="18" charset="0"/>
                                  </a:rPr>
                                </m:ctrlPr>
                              </m:sSubPr>
                              <m:e>
                                <m:r>
                                  <a:rPr lang="en-GB" altLang="zh-CN" i="1">
                                    <a:solidFill>
                                      <a:srgbClr val="003399"/>
                                    </a:solidFill>
                                    <a:latin typeface="Cambria Math" panose="02040503050406030204" pitchFamily="18" charset="0"/>
                                  </a:rPr>
                                  <m:t>𝑃</m:t>
                                </m:r>
                              </m:e>
                              <m:sub>
                                <m:r>
                                  <a:rPr lang="en-GB" altLang="zh-CN" i="1">
                                    <a:solidFill>
                                      <a:srgbClr val="003399"/>
                                    </a:solidFill>
                                    <a:latin typeface="Cambria Math" panose="02040503050406030204" pitchFamily="18" charset="0"/>
                                  </a:rPr>
                                  <m:t>𝑘</m:t>
                                </m:r>
                                <m:r>
                                  <a:rPr lang="en-GB" altLang="zh-CN" i="1">
                                    <a:solidFill>
                                      <a:srgbClr val="003399"/>
                                    </a:solidFill>
                                    <a:latin typeface="Cambria Math" panose="02040503050406030204" pitchFamily="18" charset="0"/>
                                  </a:rPr>
                                  <m:t>−</m:t>
                                </m:r>
                              </m:sub>
                            </m:sSub>
                            <m:sSubSup>
                              <m:sSubSupPr>
                                <m:ctrlPr>
                                  <a:rPr lang="en-GB" altLang="zh-CN" i="1">
                                    <a:solidFill>
                                      <a:srgbClr val="003399"/>
                                    </a:solidFill>
                                    <a:latin typeface="Cambria Math" panose="02040503050406030204" pitchFamily="18" charset="0"/>
                                  </a:rPr>
                                </m:ctrlPr>
                              </m:sSubSupPr>
                              <m:e>
                                <m:r>
                                  <a:rPr lang="en-GB" altLang="zh-CN" i="1">
                                    <a:solidFill>
                                      <a:srgbClr val="003399"/>
                                    </a:solidFill>
                                    <a:latin typeface="Cambria Math" panose="02040503050406030204" pitchFamily="18" charset="0"/>
                                  </a:rPr>
                                  <m:t>𝐻</m:t>
                                </m:r>
                              </m:e>
                              <m:sub>
                                <m:r>
                                  <a:rPr lang="en-GB" altLang="zh-CN" i="1">
                                    <a:solidFill>
                                      <a:srgbClr val="003399"/>
                                    </a:solidFill>
                                    <a:latin typeface="Cambria Math" panose="02040503050406030204" pitchFamily="18" charset="0"/>
                                  </a:rPr>
                                  <m:t>𝑘</m:t>
                                </m:r>
                              </m:sub>
                              <m:sup>
                                <m:r>
                                  <a:rPr lang="en-GB" altLang="zh-CN" i="1">
                                    <a:solidFill>
                                      <a:srgbClr val="003399"/>
                                    </a:solidFill>
                                    <a:latin typeface="Cambria Math" panose="02040503050406030204" pitchFamily="18" charset="0"/>
                                  </a:rPr>
                                  <m:t>𝑇</m:t>
                                </m:r>
                              </m:sup>
                            </m:sSubSup>
                            <m:r>
                              <a:rPr lang="en-GB" altLang="zh-CN" i="1">
                                <a:solidFill>
                                  <a:srgbClr val="003399"/>
                                </a:solidFill>
                                <a:latin typeface="Cambria Math" panose="02040503050406030204" pitchFamily="18" charset="0"/>
                              </a:rPr>
                              <m:t>+</m:t>
                            </m:r>
                            <m:sSub>
                              <m:sSubPr>
                                <m:ctrlPr>
                                  <a:rPr lang="en-GB" altLang="zh-CN" i="1">
                                    <a:solidFill>
                                      <a:srgbClr val="003399"/>
                                    </a:solidFill>
                                    <a:latin typeface="Cambria Math" panose="02040503050406030204" pitchFamily="18" charset="0"/>
                                  </a:rPr>
                                </m:ctrlPr>
                              </m:sSubPr>
                              <m:e>
                                <m:r>
                                  <a:rPr lang="en-GB" altLang="zh-CN" i="1">
                                    <a:solidFill>
                                      <a:srgbClr val="003399"/>
                                    </a:solidFill>
                                    <a:latin typeface="Cambria Math" panose="02040503050406030204" pitchFamily="18" charset="0"/>
                                  </a:rPr>
                                  <m:t>𝑅</m:t>
                                </m:r>
                              </m:e>
                              <m:sub>
                                <m:r>
                                  <a:rPr lang="en-GB" altLang="zh-CN" i="1">
                                    <a:solidFill>
                                      <a:srgbClr val="003399"/>
                                    </a:solidFill>
                                    <a:latin typeface="Cambria Math" panose="02040503050406030204" pitchFamily="18" charset="0"/>
                                  </a:rPr>
                                  <m:t>𝑘</m:t>
                                </m:r>
                              </m:sub>
                            </m:sSub>
                          </m:e>
                        </m:d>
                      </m:e>
                      <m:sup>
                        <m:r>
                          <a:rPr lang="en-GB" altLang="zh-CN" i="1">
                            <a:solidFill>
                              <a:srgbClr val="003399"/>
                            </a:solidFill>
                            <a:latin typeface="Cambria Math" panose="02040503050406030204" pitchFamily="18" charset="0"/>
                          </a:rPr>
                          <m:t>−1</m:t>
                        </m:r>
                      </m:sup>
                    </m:sSup>
                    <m:sSub>
                      <m:sSubPr>
                        <m:ctrlPr>
                          <a:rPr lang="en-GB" altLang="zh-CN" i="1">
                            <a:latin typeface="Cambria Math" panose="02040503050406030204" pitchFamily="18" charset="0"/>
                          </a:rPr>
                        </m:ctrlPr>
                      </m:sSubPr>
                      <m:e>
                        <m:r>
                          <a:rPr lang="en-GB" altLang="zh-CN" i="1">
                            <a:latin typeface="Cambria Math" panose="02040503050406030204" pitchFamily="18" charset="0"/>
                          </a:rPr>
                          <m:t>𝐻</m:t>
                        </m:r>
                      </m:e>
                      <m:sub>
                        <m:r>
                          <a:rPr lang="en-GB" altLang="zh-CN" i="1">
                            <a:latin typeface="Cambria Math" panose="02040503050406030204" pitchFamily="18" charset="0"/>
                          </a:rPr>
                          <m:t>𝑘</m:t>
                        </m:r>
                      </m:sub>
                    </m:sSub>
                    <m:sSub>
                      <m:sSubPr>
                        <m:ctrlPr>
                          <a:rPr lang="en-GB" altLang="zh-CN" i="1">
                            <a:latin typeface="Cambria Math" panose="02040503050406030204" pitchFamily="18" charset="0"/>
                          </a:rPr>
                        </m:ctrlPr>
                      </m:sSubPr>
                      <m:e>
                        <m:r>
                          <a:rPr lang="en-GB" altLang="zh-CN" b="0" i="1" smtClean="0">
                            <a:latin typeface="Cambria Math" panose="02040503050406030204" pitchFamily="18" charset="0"/>
                          </a:rPr>
                          <m:t>𝑃</m:t>
                        </m:r>
                      </m:e>
                      <m:sub>
                        <m:r>
                          <a:rPr lang="en-GB" altLang="zh-CN" i="1">
                            <a:latin typeface="Cambria Math" panose="02040503050406030204" pitchFamily="18" charset="0"/>
                          </a:rPr>
                          <m:t>𝑘</m:t>
                        </m:r>
                        <m:r>
                          <a:rPr lang="en-GB" altLang="zh-CN" i="1">
                            <a:latin typeface="Cambria Math" panose="02040503050406030204" pitchFamily="18" charset="0"/>
                          </a:rPr>
                          <m:t>−</m:t>
                        </m:r>
                      </m:sub>
                    </m:sSub>
                    <m:sSubSup>
                      <m:sSubSupPr>
                        <m:ctrlPr>
                          <a:rPr lang="en-GB" altLang="zh-CN" i="1">
                            <a:latin typeface="Cambria Math" panose="02040503050406030204" pitchFamily="18" charset="0"/>
                          </a:rPr>
                        </m:ctrlPr>
                      </m:sSubSupPr>
                      <m:e>
                        <m:r>
                          <a:rPr lang="en-GB" altLang="zh-CN" i="1">
                            <a:latin typeface="Cambria Math" panose="02040503050406030204" pitchFamily="18" charset="0"/>
                          </a:rPr>
                          <m:t>𝐻</m:t>
                        </m:r>
                      </m:e>
                      <m:sub>
                        <m:r>
                          <a:rPr lang="en-GB" altLang="zh-CN" i="1">
                            <a:latin typeface="Cambria Math" panose="02040503050406030204" pitchFamily="18" charset="0"/>
                          </a:rPr>
                          <m:t>𝑘</m:t>
                        </m:r>
                      </m:sub>
                      <m:sup>
                        <m:r>
                          <a:rPr lang="en-GB" altLang="zh-CN" i="1">
                            <a:latin typeface="Cambria Math" panose="02040503050406030204" pitchFamily="18" charset="0"/>
                          </a:rPr>
                          <m:t>𝑇</m:t>
                        </m:r>
                      </m:sup>
                    </m:sSubSup>
                  </m:oMath>
                </a14:m>
                <a:r>
                  <a:rPr lang="en-GB" altLang="zh-CN" dirty="0"/>
                  <a:t> </a:t>
                </a:r>
              </a:p>
              <a:p>
                <a:r>
                  <a:rPr lang="en-GB" altLang="zh-CN" dirty="0"/>
                  <a:t>Then we cancel the left </a:t>
                </a:r>
                <a14:m>
                  <m:oMath xmlns:m="http://schemas.openxmlformats.org/officeDocument/2006/math">
                    <m:sSub>
                      <m:sSubPr>
                        <m:ctrlPr>
                          <a:rPr lang="en-GB" altLang="zh-CN" i="1" smtClean="0">
                            <a:latin typeface="Cambria Math" panose="02040503050406030204" pitchFamily="18" charset="0"/>
                          </a:rPr>
                        </m:ctrlPr>
                      </m:sSubPr>
                      <m:e>
                        <m:r>
                          <a:rPr lang="en-GB" altLang="zh-CN" i="1">
                            <a:latin typeface="Cambria Math" panose="02040503050406030204" pitchFamily="18" charset="0"/>
                          </a:rPr>
                          <m:t>𝐻</m:t>
                        </m:r>
                      </m:e>
                      <m:sub>
                        <m:r>
                          <a:rPr lang="en-GB" altLang="zh-CN" i="1">
                            <a:latin typeface="Cambria Math" panose="02040503050406030204" pitchFamily="18" charset="0"/>
                          </a:rPr>
                          <m:t>𝑘</m:t>
                        </m:r>
                      </m:sub>
                    </m:sSub>
                  </m:oMath>
                </a14:m>
                <a:r>
                  <a:rPr lang="en-GB" altLang="zh-CN" dirty="0"/>
                  <a:t> and right </a:t>
                </a:r>
                <a14:m>
                  <m:oMath xmlns:m="http://schemas.openxmlformats.org/officeDocument/2006/math">
                    <m:sSubSup>
                      <m:sSubSupPr>
                        <m:ctrlPr>
                          <a:rPr lang="en-GB" altLang="zh-CN" i="1">
                            <a:latin typeface="Cambria Math" panose="02040503050406030204" pitchFamily="18" charset="0"/>
                          </a:rPr>
                        </m:ctrlPr>
                      </m:sSubSupPr>
                      <m:e>
                        <m:r>
                          <a:rPr lang="en-GB" altLang="zh-CN" i="1">
                            <a:latin typeface="Cambria Math" panose="02040503050406030204" pitchFamily="18" charset="0"/>
                          </a:rPr>
                          <m:t>𝐻</m:t>
                        </m:r>
                      </m:e>
                      <m:sub>
                        <m:r>
                          <a:rPr lang="en-GB" altLang="zh-CN" i="1">
                            <a:latin typeface="Cambria Math" panose="02040503050406030204" pitchFamily="18" charset="0"/>
                          </a:rPr>
                          <m:t>𝑘</m:t>
                        </m:r>
                      </m:sub>
                      <m:sup>
                        <m:r>
                          <a:rPr lang="en-GB" altLang="zh-CN" i="1">
                            <a:latin typeface="Cambria Math" panose="02040503050406030204" pitchFamily="18" charset="0"/>
                          </a:rPr>
                          <m:t>𝑇</m:t>
                        </m:r>
                      </m:sup>
                    </m:sSubSup>
                  </m:oMath>
                </a14:m>
                <a:r>
                  <a:rPr lang="en-GB" altLang="zh-CN" dirty="0"/>
                  <a:t> of each term:</a:t>
                </a:r>
              </a:p>
              <a:p>
                <a:pPr algn="ctr">
                  <a:lnSpc>
                    <a:spcPct val="150000"/>
                  </a:lnSpc>
                </a:pPr>
                <a14:m>
                  <m:oMathPara xmlns:m="http://schemas.openxmlformats.org/officeDocument/2006/math">
                    <m:oMathParaPr>
                      <m:jc m:val="centerGroup"/>
                    </m:oMathParaPr>
                    <m:oMath xmlns:m="http://schemas.openxmlformats.org/officeDocument/2006/math">
                      <m:sSub>
                        <m:sSubPr>
                          <m:ctrlPr>
                            <a:rPr lang="en-GB" altLang="zh-CN" i="1" smtClean="0">
                              <a:solidFill>
                                <a:srgbClr val="003399"/>
                              </a:solidFill>
                              <a:latin typeface="Cambria Math" panose="02040503050406030204" pitchFamily="18" charset="0"/>
                            </a:rPr>
                          </m:ctrlPr>
                        </m:sSubPr>
                        <m:e>
                          <m:r>
                            <a:rPr lang="en-GB" altLang="zh-CN" i="1">
                              <a:solidFill>
                                <a:srgbClr val="003399"/>
                              </a:solidFill>
                              <a:latin typeface="Cambria Math" panose="02040503050406030204" pitchFamily="18" charset="0"/>
                            </a:rPr>
                            <m:t>𝑃</m:t>
                          </m:r>
                        </m:e>
                        <m:sub>
                          <m:r>
                            <a:rPr lang="en-GB" altLang="zh-CN" i="1">
                              <a:solidFill>
                                <a:srgbClr val="003399"/>
                              </a:solidFill>
                              <a:latin typeface="Cambria Math" panose="02040503050406030204" pitchFamily="18" charset="0"/>
                            </a:rPr>
                            <m:t>𝑘</m:t>
                          </m:r>
                        </m:sub>
                      </m:sSub>
                      <m:r>
                        <a:rPr lang="en-GB" altLang="zh-CN" i="1">
                          <a:solidFill>
                            <a:srgbClr val="003399"/>
                          </a:solidFill>
                          <a:latin typeface="Cambria Math" panose="02040503050406030204" pitchFamily="18" charset="0"/>
                        </a:rPr>
                        <m:t>=</m:t>
                      </m:r>
                      <m:sSub>
                        <m:sSubPr>
                          <m:ctrlPr>
                            <a:rPr lang="en-GB" altLang="zh-CN" i="1" smtClean="0">
                              <a:solidFill>
                                <a:schemeClr val="tx1"/>
                              </a:solidFill>
                              <a:latin typeface="Cambria Math" panose="02040503050406030204" pitchFamily="18" charset="0"/>
                            </a:rPr>
                          </m:ctrlPr>
                        </m:sSubPr>
                        <m:e>
                          <m:r>
                            <a:rPr lang="en-GB" altLang="zh-CN" b="0" i="1" smtClean="0">
                              <a:solidFill>
                                <a:schemeClr val="tx1"/>
                              </a:solidFill>
                              <a:latin typeface="Cambria Math" panose="02040503050406030204" pitchFamily="18" charset="0"/>
                            </a:rPr>
                            <m:t>𝑃</m:t>
                          </m:r>
                        </m:e>
                        <m:sub>
                          <m:r>
                            <a:rPr lang="en-GB" altLang="zh-CN" i="1">
                              <a:solidFill>
                                <a:schemeClr val="tx1"/>
                              </a:solidFill>
                              <a:latin typeface="Cambria Math" panose="02040503050406030204" pitchFamily="18" charset="0"/>
                            </a:rPr>
                            <m:t>𝑘</m:t>
                          </m:r>
                          <m:r>
                            <a:rPr lang="en-GB" altLang="zh-CN" i="1">
                              <a:solidFill>
                                <a:schemeClr val="tx1"/>
                              </a:solidFill>
                              <a:latin typeface="Cambria Math" panose="02040503050406030204" pitchFamily="18" charset="0"/>
                            </a:rPr>
                            <m:t>−</m:t>
                          </m:r>
                        </m:sub>
                      </m:sSub>
                      <m:r>
                        <a:rPr lang="en-GB" altLang="zh-CN" b="0" i="1" smtClean="0">
                          <a:solidFill>
                            <a:schemeClr val="tx1"/>
                          </a:solidFill>
                          <a:latin typeface="Cambria Math" panose="02040503050406030204" pitchFamily="18" charset="0"/>
                        </a:rPr>
                        <m:t>−</m:t>
                      </m:r>
                      <m:sSub>
                        <m:sSubPr>
                          <m:ctrlPr>
                            <a:rPr lang="en-GB" altLang="zh-CN" i="1" smtClean="0">
                              <a:solidFill>
                                <a:schemeClr val="tx1"/>
                              </a:solidFill>
                              <a:latin typeface="Cambria Math" panose="02040503050406030204" pitchFamily="18" charset="0"/>
                            </a:rPr>
                          </m:ctrlPr>
                        </m:sSubPr>
                        <m:e>
                          <m:r>
                            <a:rPr lang="en-GB" altLang="zh-CN" i="1">
                              <a:solidFill>
                                <a:schemeClr val="tx1"/>
                              </a:solidFill>
                              <a:latin typeface="Cambria Math" panose="02040503050406030204" pitchFamily="18" charset="0"/>
                            </a:rPr>
                            <m:t>𝑃</m:t>
                          </m:r>
                        </m:e>
                        <m:sub>
                          <m:r>
                            <a:rPr lang="en-GB" altLang="zh-CN" i="1">
                              <a:solidFill>
                                <a:schemeClr val="tx1"/>
                              </a:solidFill>
                              <a:latin typeface="Cambria Math" panose="02040503050406030204" pitchFamily="18" charset="0"/>
                            </a:rPr>
                            <m:t>𝑘</m:t>
                          </m:r>
                          <m:r>
                            <a:rPr lang="en-GB" altLang="zh-CN" i="1">
                              <a:solidFill>
                                <a:schemeClr val="tx1"/>
                              </a:solidFill>
                              <a:latin typeface="Cambria Math" panose="02040503050406030204" pitchFamily="18" charset="0"/>
                            </a:rPr>
                            <m:t>−</m:t>
                          </m:r>
                        </m:sub>
                      </m:sSub>
                      <m:sSubSup>
                        <m:sSubSupPr>
                          <m:ctrlPr>
                            <a:rPr lang="en-GB" altLang="zh-CN" i="1">
                              <a:solidFill>
                                <a:schemeClr val="tx1"/>
                              </a:solidFill>
                              <a:latin typeface="Cambria Math" panose="02040503050406030204" pitchFamily="18" charset="0"/>
                            </a:rPr>
                          </m:ctrlPr>
                        </m:sSubSupPr>
                        <m:e>
                          <m:r>
                            <a:rPr lang="en-GB" altLang="zh-CN" i="1">
                              <a:solidFill>
                                <a:schemeClr val="tx1"/>
                              </a:solidFill>
                              <a:latin typeface="Cambria Math" panose="02040503050406030204" pitchFamily="18" charset="0"/>
                            </a:rPr>
                            <m:t>𝐻</m:t>
                          </m:r>
                        </m:e>
                        <m:sub>
                          <m:r>
                            <a:rPr lang="en-GB" altLang="zh-CN" i="1">
                              <a:solidFill>
                                <a:schemeClr val="tx1"/>
                              </a:solidFill>
                              <a:latin typeface="Cambria Math" panose="02040503050406030204" pitchFamily="18" charset="0"/>
                            </a:rPr>
                            <m:t>𝑘</m:t>
                          </m:r>
                        </m:sub>
                        <m:sup>
                          <m:r>
                            <a:rPr lang="en-GB" altLang="zh-CN" i="1">
                              <a:solidFill>
                                <a:schemeClr val="tx1"/>
                              </a:solidFill>
                              <a:latin typeface="Cambria Math" panose="02040503050406030204" pitchFamily="18" charset="0"/>
                            </a:rPr>
                            <m:t>𝑇</m:t>
                          </m:r>
                        </m:sup>
                      </m:sSubSup>
                      <m:sSup>
                        <m:sSupPr>
                          <m:ctrlPr>
                            <a:rPr lang="en-GB" altLang="zh-CN" i="1">
                              <a:solidFill>
                                <a:schemeClr val="tx1"/>
                              </a:solidFill>
                              <a:latin typeface="Cambria Math" panose="02040503050406030204" pitchFamily="18" charset="0"/>
                            </a:rPr>
                          </m:ctrlPr>
                        </m:sSupPr>
                        <m:e>
                          <m:d>
                            <m:dPr>
                              <m:ctrlPr>
                                <a:rPr lang="en-GB" altLang="zh-CN" i="1">
                                  <a:solidFill>
                                    <a:schemeClr val="tx1"/>
                                  </a:solidFill>
                                  <a:latin typeface="Cambria Math" panose="02040503050406030204" pitchFamily="18" charset="0"/>
                                </a:rPr>
                              </m:ctrlPr>
                            </m:dPr>
                            <m:e>
                              <m:sSub>
                                <m:sSubPr>
                                  <m:ctrlPr>
                                    <a:rPr lang="en-GB" altLang="zh-CN" i="1">
                                      <a:solidFill>
                                        <a:schemeClr val="tx1"/>
                                      </a:solidFill>
                                      <a:latin typeface="Cambria Math" panose="02040503050406030204" pitchFamily="18" charset="0"/>
                                    </a:rPr>
                                  </m:ctrlPr>
                                </m:sSubPr>
                                <m:e>
                                  <m:r>
                                    <a:rPr lang="en-GB" altLang="zh-CN" i="1">
                                      <a:solidFill>
                                        <a:schemeClr val="tx1"/>
                                      </a:solidFill>
                                      <a:latin typeface="Cambria Math" panose="02040503050406030204" pitchFamily="18" charset="0"/>
                                    </a:rPr>
                                    <m:t>𝐻</m:t>
                                  </m:r>
                                </m:e>
                                <m:sub>
                                  <m:r>
                                    <a:rPr lang="en-GB" altLang="zh-CN" i="1">
                                      <a:solidFill>
                                        <a:schemeClr val="tx1"/>
                                      </a:solidFill>
                                      <a:latin typeface="Cambria Math" panose="02040503050406030204" pitchFamily="18" charset="0"/>
                                    </a:rPr>
                                    <m:t>𝑘</m:t>
                                  </m:r>
                                </m:sub>
                              </m:sSub>
                              <m:sSub>
                                <m:sSubPr>
                                  <m:ctrlPr>
                                    <a:rPr lang="en-GB" altLang="zh-CN" i="1">
                                      <a:solidFill>
                                        <a:schemeClr val="tx1"/>
                                      </a:solidFill>
                                      <a:latin typeface="Cambria Math" panose="02040503050406030204" pitchFamily="18" charset="0"/>
                                    </a:rPr>
                                  </m:ctrlPr>
                                </m:sSubPr>
                                <m:e>
                                  <m:r>
                                    <a:rPr lang="en-GB" altLang="zh-CN" i="1">
                                      <a:solidFill>
                                        <a:schemeClr val="tx1"/>
                                      </a:solidFill>
                                      <a:latin typeface="Cambria Math" panose="02040503050406030204" pitchFamily="18" charset="0"/>
                                    </a:rPr>
                                    <m:t>𝑃</m:t>
                                  </m:r>
                                </m:e>
                                <m:sub>
                                  <m:r>
                                    <a:rPr lang="en-GB" altLang="zh-CN" i="1">
                                      <a:solidFill>
                                        <a:schemeClr val="tx1"/>
                                      </a:solidFill>
                                      <a:latin typeface="Cambria Math" panose="02040503050406030204" pitchFamily="18" charset="0"/>
                                    </a:rPr>
                                    <m:t>𝑘</m:t>
                                  </m:r>
                                  <m:r>
                                    <a:rPr lang="en-GB" altLang="zh-CN" i="1">
                                      <a:solidFill>
                                        <a:schemeClr val="tx1"/>
                                      </a:solidFill>
                                      <a:latin typeface="Cambria Math" panose="02040503050406030204" pitchFamily="18" charset="0"/>
                                    </a:rPr>
                                    <m:t>−</m:t>
                                  </m:r>
                                </m:sub>
                              </m:sSub>
                              <m:sSubSup>
                                <m:sSubSupPr>
                                  <m:ctrlPr>
                                    <a:rPr lang="en-GB" altLang="zh-CN" i="1">
                                      <a:solidFill>
                                        <a:schemeClr val="tx1"/>
                                      </a:solidFill>
                                      <a:latin typeface="Cambria Math" panose="02040503050406030204" pitchFamily="18" charset="0"/>
                                    </a:rPr>
                                  </m:ctrlPr>
                                </m:sSubSupPr>
                                <m:e>
                                  <m:r>
                                    <a:rPr lang="en-GB" altLang="zh-CN" i="1">
                                      <a:solidFill>
                                        <a:schemeClr val="tx1"/>
                                      </a:solidFill>
                                      <a:latin typeface="Cambria Math" panose="02040503050406030204" pitchFamily="18" charset="0"/>
                                    </a:rPr>
                                    <m:t>𝐻</m:t>
                                  </m:r>
                                </m:e>
                                <m:sub>
                                  <m:r>
                                    <a:rPr lang="en-GB" altLang="zh-CN" i="1">
                                      <a:solidFill>
                                        <a:schemeClr val="tx1"/>
                                      </a:solidFill>
                                      <a:latin typeface="Cambria Math" panose="02040503050406030204" pitchFamily="18" charset="0"/>
                                    </a:rPr>
                                    <m:t>𝑘</m:t>
                                  </m:r>
                                </m:sub>
                                <m:sup>
                                  <m:r>
                                    <a:rPr lang="en-GB" altLang="zh-CN" i="1">
                                      <a:solidFill>
                                        <a:schemeClr val="tx1"/>
                                      </a:solidFill>
                                      <a:latin typeface="Cambria Math" panose="02040503050406030204" pitchFamily="18" charset="0"/>
                                    </a:rPr>
                                    <m:t>𝑇</m:t>
                                  </m:r>
                                </m:sup>
                              </m:sSubSup>
                              <m:r>
                                <a:rPr lang="en-GB" altLang="zh-CN" i="1">
                                  <a:solidFill>
                                    <a:schemeClr val="tx1"/>
                                  </a:solidFill>
                                  <a:latin typeface="Cambria Math" panose="02040503050406030204" pitchFamily="18" charset="0"/>
                                </a:rPr>
                                <m:t>+</m:t>
                              </m:r>
                              <m:sSub>
                                <m:sSubPr>
                                  <m:ctrlPr>
                                    <a:rPr lang="en-GB" altLang="zh-CN" i="1">
                                      <a:solidFill>
                                        <a:schemeClr val="tx1"/>
                                      </a:solidFill>
                                      <a:latin typeface="Cambria Math" panose="02040503050406030204" pitchFamily="18" charset="0"/>
                                    </a:rPr>
                                  </m:ctrlPr>
                                </m:sSubPr>
                                <m:e>
                                  <m:r>
                                    <a:rPr lang="en-GB" altLang="zh-CN" i="1">
                                      <a:solidFill>
                                        <a:schemeClr val="tx1"/>
                                      </a:solidFill>
                                      <a:latin typeface="Cambria Math" panose="02040503050406030204" pitchFamily="18" charset="0"/>
                                    </a:rPr>
                                    <m:t>𝑅</m:t>
                                  </m:r>
                                </m:e>
                                <m:sub>
                                  <m:r>
                                    <a:rPr lang="en-GB" altLang="zh-CN" i="1">
                                      <a:solidFill>
                                        <a:schemeClr val="tx1"/>
                                      </a:solidFill>
                                      <a:latin typeface="Cambria Math" panose="02040503050406030204" pitchFamily="18" charset="0"/>
                                    </a:rPr>
                                    <m:t>𝑘</m:t>
                                  </m:r>
                                </m:sub>
                              </m:sSub>
                            </m:e>
                          </m:d>
                        </m:e>
                        <m:sup>
                          <m:r>
                            <a:rPr lang="en-GB" altLang="zh-CN" i="1">
                              <a:solidFill>
                                <a:schemeClr val="tx1"/>
                              </a:solidFill>
                              <a:latin typeface="Cambria Math" panose="02040503050406030204" pitchFamily="18" charset="0"/>
                            </a:rPr>
                            <m:t>−1</m:t>
                          </m:r>
                        </m:sup>
                      </m:sSup>
                      <m:sSub>
                        <m:sSubPr>
                          <m:ctrlPr>
                            <a:rPr lang="en-GB" altLang="zh-CN" i="1">
                              <a:solidFill>
                                <a:schemeClr val="tx1"/>
                              </a:solidFill>
                              <a:latin typeface="Cambria Math" panose="02040503050406030204" pitchFamily="18" charset="0"/>
                            </a:rPr>
                          </m:ctrlPr>
                        </m:sSubPr>
                        <m:e>
                          <m:r>
                            <a:rPr lang="en-GB" altLang="zh-CN" i="1">
                              <a:solidFill>
                                <a:schemeClr val="tx1"/>
                              </a:solidFill>
                              <a:latin typeface="Cambria Math" panose="02040503050406030204" pitchFamily="18" charset="0"/>
                            </a:rPr>
                            <m:t>𝐻</m:t>
                          </m:r>
                        </m:e>
                        <m:sub>
                          <m:r>
                            <a:rPr lang="en-GB" altLang="zh-CN" i="1">
                              <a:solidFill>
                                <a:schemeClr val="tx1"/>
                              </a:solidFill>
                              <a:latin typeface="Cambria Math" panose="02040503050406030204" pitchFamily="18" charset="0"/>
                            </a:rPr>
                            <m:t>𝑘</m:t>
                          </m:r>
                        </m:sub>
                      </m:sSub>
                      <m:sSub>
                        <m:sSubPr>
                          <m:ctrlPr>
                            <a:rPr lang="en-GB" altLang="zh-CN" i="1">
                              <a:solidFill>
                                <a:schemeClr val="tx1"/>
                              </a:solidFill>
                              <a:latin typeface="Cambria Math" panose="02040503050406030204" pitchFamily="18" charset="0"/>
                            </a:rPr>
                          </m:ctrlPr>
                        </m:sSubPr>
                        <m:e>
                          <m:r>
                            <a:rPr lang="en-GB" altLang="zh-CN" b="0" i="1" smtClean="0">
                              <a:solidFill>
                                <a:schemeClr val="tx1"/>
                              </a:solidFill>
                              <a:latin typeface="Cambria Math" panose="02040503050406030204" pitchFamily="18" charset="0"/>
                            </a:rPr>
                            <m:t>𝑃</m:t>
                          </m:r>
                        </m:e>
                        <m:sub>
                          <m:r>
                            <a:rPr lang="en-GB" altLang="zh-CN" i="1">
                              <a:solidFill>
                                <a:schemeClr val="tx1"/>
                              </a:solidFill>
                              <a:latin typeface="Cambria Math" panose="02040503050406030204" pitchFamily="18" charset="0"/>
                            </a:rPr>
                            <m:t>𝑘</m:t>
                          </m:r>
                          <m:r>
                            <a:rPr lang="en-GB" altLang="zh-CN" i="1">
                              <a:solidFill>
                                <a:schemeClr val="tx1"/>
                              </a:solidFill>
                              <a:latin typeface="Cambria Math" panose="02040503050406030204" pitchFamily="18" charset="0"/>
                            </a:rPr>
                            <m:t>−</m:t>
                          </m:r>
                        </m:sub>
                      </m:sSub>
                      <m:r>
                        <a:rPr lang="en-GB" altLang="zh-CN" b="0" i="1" smtClean="0">
                          <a:solidFill>
                            <a:schemeClr val="tx1"/>
                          </a:solidFill>
                          <a:latin typeface="Cambria Math" panose="02040503050406030204" pitchFamily="18" charset="0"/>
                        </a:rPr>
                        <m:t>=</m:t>
                      </m:r>
                      <m:d>
                        <m:dPr>
                          <m:ctrlPr>
                            <a:rPr lang="en-GB" altLang="zh-CN" b="0" i="1" smtClean="0">
                              <a:solidFill>
                                <a:srgbClr val="003399"/>
                              </a:solidFill>
                              <a:latin typeface="Cambria Math" panose="02040503050406030204" pitchFamily="18" charset="0"/>
                            </a:rPr>
                          </m:ctrlPr>
                        </m:dPr>
                        <m:e>
                          <m:r>
                            <a:rPr lang="en-GB" altLang="zh-CN" b="0" i="1" smtClean="0">
                              <a:solidFill>
                                <a:srgbClr val="003399"/>
                              </a:solidFill>
                              <a:latin typeface="Cambria Math" panose="02040503050406030204" pitchFamily="18" charset="0"/>
                            </a:rPr>
                            <m:t>𝐼</m:t>
                          </m:r>
                          <m:r>
                            <a:rPr lang="en-GB" altLang="zh-CN" b="0" i="1" smtClean="0">
                              <a:solidFill>
                                <a:srgbClr val="003399"/>
                              </a:solidFill>
                              <a:latin typeface="Cambria Math" panose="02040503050406030204" pitchFamily="18" charset="0"/>
                            </a:rPr>
                            <m:t>−</m:t>
                          </m:r>
                          <m:sSub>
                            <m:sSubPr>
                              <m:ctrlPr>
                                <a:rPr lang="en-GB" altLang="zh-CN" i="1">
                                  <a:solidFill>
                                    <a:srgbClr val="003399"/>
                                  </a:solidFill>
                                  <a:latin typeface="Cambria Math" panose="02040503050406030204" pitchFamily="18" charset="0"/>
                                </a:rPr>
                              </m:ctrlPr>
                            </m:sSubPr>
                            <m:e>
                              <m:r>
                                <a:rPr lang="en-GB" altLang="zh-CN" i="1">
                                  <a:solidFill>
                                    <a:srgbClr val="003399"/>
                                  </a:solidFill>
                                  <a:latin typeface="Cambria Math" panose="02040503050406030204" pitchFamily="18" charset="0"/>
                                </a:rPr>
                                <m:t>𝑃</m:t>
                              </m:r>
                            </m:e>
                            <m:sub>
                              <m:r>
                                <a:rPr lang="en-GB" altLang="zh-CN" i="1">
                                  <a:solidFill>
                                    <a:srgbClr val="003399"/>
                                  </a:solidFill>
                                  <a:latin typeface="Cambria Math" panose="02040503050406030204" pitchFamily="18" charset="0"/>
                                </a:rPr>
                                <m:t>𝑘</m:t>
                              </m:r>
                              <m:r>
                                <a:rPr lang="en-GB" altLang="zh-CN" i="1">
                                  <a:solidFill>
                                    <a:srgbClr val="003399"/>
                                  </a:solidFill>
                                  <a:latin typeface="Cambria Math" panose="02040503050406030204" pitchFamily="18" charset="0"/>
                                </a:rPr>
                                <m:t>−</m:t>
                              </m:r>
                            </m:sub>
                          </m:sSub>
                          <m:sSubSup>
                            <m:sSubSupPr>
                              <m:ctrlPr>
                                <a:rPr lang="en-GB" altLang="zh-CN" i="1">
                                  <a:solidFill>
                                    <a:srgbClr val="003399"/>
                                  </a:solidFill>
                                  <a:latin typeface="Cambria Math" panose="02040503050406030204" pitchFamily="18" charset="0"/>
                                </a:rPr>
                              </m:ctrlPr>
                            </m:sSubSupPr>
                            <m:e>
                              <m:r>
                                <a:rPr lang="en-GB" altLang="zh-CN" i="1">
                                  <a:solidFill>
                                    <a:srgbClr val="003399"/>
                                  </a:solidFill>
                                  <a:latin typeface="Cambria Math" panose="02040503050406030204" pitchFamily="18" charset="0"/>
                                </a:rPr>
                                <m:t>𝐻</m:t>
                              </m:r>
                            </m:e>
                            <m:sub>
                              <m:r>
                                <a:rPr lang="en-GB" altLang="zh-CN" i="1">
                                  <a:solidFill>
                                    <a:srgbClr val="003399"/>
                                  </a:solidFill>
                                  <a:latin typeface="Cambria Math" panose="02040503050406030204" pitchFamily="18" charset="0"/>
                                </a:rPr>
                                <m:t>𝑘</m:t>
                              </m:r>
                            </m:sub>
                            <m:sup>
                              <m:r>
                                <a:rPr lang="en-GB" altLang="zh-CN" i="1">
                                  <a:solidFill>
                                    <a:srgbClr val="003399"/>
                                  </a:solidFill>
                                  <a:latin typeface="Cambria Math" panose="02040503050406030204" pitchFamily="18" charset="0"/>
                                </a:rPr>
                                <m:t>𝑇</m:t>
                              </m:r>
                            </m:sup>
                          </m:sSubSup>
                          <m:sSup>
                            <m:sSupPr>
                              <m:ctrlPr>
                                <a:rPr lang="en-GB" altLang="zh-CN" i="1">
                                  <a:solidFill>
                                    <a:srgbClr val="003399"/>
                                  </a:solidFill>
                                  <a:latin typeface="Cambria Math" panose="02040503050406030204" pitchFamily="18" charset="0"/>
                                </a:rPr>
                              </m:ctrlPr>
                            </m:sSupPr>
                            <m:e>
                              <m:d>
                                <m:dPr>
                                  <m:ctrlPr>
                                    <a:rPr lang="en-GB" altLang="zh-CN" i="1">
                                      <a:solidFill>
                                        <a:srgbClr val="003399"/>
                                      </a:solidFill>
                                      <a:latin typeface="Cambria Math" panose="02040503050406030204" pitchFamily="18" charset="0"/>
                                    </a:rPr>
                                  </m:ctrlPr>
                                </m:dPr>
                                <m:e>
                                  <m:sSub>
                                    <m:sSubPr>
                                      <m:ctrlPr>
                                        <a:rPr lang="en-GB" altLang="zh-CN" i="1">
                                          <a:solidFill>
                                            <a:srgbClr val="003399"/>
                                          </a:solidFill>
                                          <a:latin typeface="Cambria Math" panose="02040503050406030204" pitchFamily="18" charset="0"/>
                                        </a:rPr>
                                      </m:ctrlPr>
                                    </m:sSubPr>
                                    <m:e>
                                      <m:r>
                                        <a:rPr lang="en-GB" altLang="zh-CN" i="1">
                                          <a:solidFill>
                                            <a:srgbClr val="003399"/>
                                          </a:solidFill>
                                          <a:latin typeface="Cambria Math" panose="02040503050406030204" pitchFamily="18" charset="0"/>
                                        </a:rPr>
                                        <m:t>𝐻</m:t>
                                      </m:r>
                                    </m:e>
                                    <m:sub>
                                      <m:r>
                                        <a:rPr lang="en-GB" altLang="zh-CN" i="1">
                                          <a:solidFill>
                                            <a:srgbClr val="003399"/>
                                          </a:solidFill>
                                          <a:latin typeface="Cambria Math" panose="02040503050406030204" pitchFamily="18" charset="0"/>
                                        </a:rPr>
                                        <m:t>𝑘</m:t>
                                      </m:r>
                                    </m:sub>
                                  </m:sSub>
                                  <m:sSub>
                                    <m:sSubPr>
                                      <m:ctrlPr>
                                        <a:rPr lang="en-GB" altLang="zh-CN" i="1">
                                          <a:solidFill>
                                            <a:srgbClr val="003399"/>
                                          </a:solidFill>
                                          <a:latin typeface="Cambria Math" panose="02040503050406030204" pitchFamily="18" charset="0"/>
                                        </a:rPr>
                                      </m:ctrlPr>
                                    </m:sSubPr>
                                    <m:e>
                                      <m:r>
                                        <a:rPr lang="en-GB" altLang="zh-CN" i="1">
                                          <a:solidFill>
                                            <a:srgbClr val="003399"/>
                                          </a:solidFill>
                                          <a:latin typeface="Cambria Math" panose="02040503050406030204" pitchFamily="18" charset="0"/>
                                        </a:rPr>
                                        <m:t>𝑃</m:t>
                                      </m:r>
                                    </m:e>
                                    <m:sub>
                                      <m:r>
                                        <a:rPr lang="en-GB" altLang="zh-CN" i="1">
                                          <a:solidFill>
                                            <a:srgbClr val="003399"/>
                                          </a:solidFill>
                                          <a:latin typeface="Cambria Math" panose="02040503050406030204" pitchFamily="18" charset="0"/>
                                        </a:rPr>
                                        <m:t>𝑘</m:t>
                                      </m:r>
                                      <m:r>
                                        <a:rPr lang="en-GB" altLang="zh-CN" i="1">
                                          <a:solidFill>
                                            <a:srgbClr val="003399"/>
                                          </a:solidFill>
                                          <a:latin typeface="Cambria Math" panose="02040503050406030204" pitchFamily="18" charset="0"/>
                                        </a:rPr>
                                        <m:t>−</m:t>
                                      </m:r>
                                    </m:sub>
                                  </m:sSub>
                                  <m:sSubSup>
                                    <m:sSubSupPr>
                                      <m:ctrlPr>
                                        <a:rPr lang="en-GB" altLang="zh-CN" i="1">
                                          <a:solidFill>
                                            <a:srgbClr val="003399"/>
                                          </a:solidFill>
                                          <a:latin typeface="Cambria Math" panose="02040503050406030204" pitchFamily="18" charset="0"/>
                                        </a:rPr>
                                      </m:ctrlPr>
                                    </m:sSubSupPr>
                                    <m:e>
                                      <m:r>
                                        <a:rPr lang="en-GB" altLang="zh-CN" i="1">
                                          <a:solidFill>
                                            <a:srgbClr val="003399"/>
                                          </a:solidFill>
                                          <a:latin typeface="Cambria Math" panose="02040503050406030204" pitchFamily="18" charset="0"/>
                                        </a:rPr>
                                        <m:t>𝐻</m:t>
                                      </m:r>
                                    </m:e>
                                    <m:sub>
                                      <m:r>
                                        <a:rPr lang="en-GB" altLang="zh-CN" i="1">
                                          <a:solidFill>
                                            <a:srgbClr val="003399"/>
                                          </a:solidFill>
                                          <a:latin typeface="Cambria Math" panose="02040503050406030204" pitchFamily="18" charset="0"/>
                                        </a:rPr>
                                        <m:t>𝑘</m:t>
                                      </m:r>
                                    </m:sub>
                                    <m:sup>
                                      <m:r>
                                        <a:rPr lang="en-GB" altLang="zh-CN" i="1">
                                          <a:solidFill>
                                            <a:srgbClr val="003399"/>
                                          </a:solidFill>
                                          <a:latin typeface="Cambria Math" panose="02040503050406030204" pitchFamily="18" charset="0"/>
                                        </a:rPr>
                                        <m:t>𝑇</m:t>
                                      </m:r>
                                    </m:sup>
                                  </m:sSubSup>
                                  <m:r>
                                    <a:rPr lang="en-GB" altLang="zh-CN" i="1">
                                      <a:solidFill>
                                        <a:srgbClr val="003399"/>
                                      </a:solidFill>
                                      <a:latin typeface="Cambria Math" panose="02040503050406030204" pitchFamily="18" charset="0"/>
                                    </a:rPr>
                                    <m:t>+</m:t>
                                  </m:r>
                                  <m:sSub>
                                    <m:sSubPr>
                                      <m:ctrlPr>
                                        <a:rPr lang="en-GB" altLang="zh-CN" i="1">
                                          <a:solidFill>
                                            <a:srgbClr val="003399"/>
                                          </a:solidFill>
                                          <a:latin typeface="Cambria Math" panose="02040503050406030204" pitchFamily="18" charset="0"/>
                                        </a:rPr>
                                      </m:ctrlPr>
                                    </m:sSubPr>
                                    <m:e>
                                      <m:r>
                                        <a:rPr lang="en-GB" altLang="zh-CN" i="1">
                                          <a:solidFill>
                                            <a:srgbClr val="003399"/>
                                          </a:solidFill>
                                          <a:latin typeface="Cambria Math" panose="02040503050406030204" pitchFamily="18" charset="0"/>
                                        </a:rPr>
                                        <m:t>𝑅</m:t>
                                      </m:r>
                                    </m:e>
                                    <m:sub>
                                      <m:r>
                                        <a:rPr lang="en-GB" altLang="zh-CN" i="1">
                                          <a:solidFill>
                                            <a:srgbClr val="003399"/>
                                          </a:solidFill>
                                          <a:latin typeface="Cambria Math" panose="02040503050406030204" pitchFamily="18" charset="0"/>
                                        </a:rPr>
                                        <m:t>𝑘</m:t>
                                      </m:r>
                                    </m:sub>
                                  </m:sSub>
                                </m:e>
                              </m:d>
                            </m:e>
                            <m:sup>
                              <m:r>
                                <a:rPr lang="en-GB" altLang="zh-CN" i="1">
                                  <a:solidFill>
                                    <a:srgbClr val="003399"/>
                                  </a:solidFill>
                                  <a:latin typeface="Cambria Math" panose="02040503050406030204" pitchFamily="18" charset="0"/>
                                </a:rPr>
                                <m:t>−1</m:t>
                              </m:r>
                            </m:sup>
                          </m:sSup>
                          <m:sSub>
                            <m:sSubPr>
                              <m:ctrlPr>
                                <a:rPr lang="en-GB" altLang="zh-CN" i="1">
                                  <a:solidFill>
                                    <a:srgbClr val="003399"/>
                                  </a:solidFill>
                                  <a:latin typeface="Cambria Math" panose="02040503050406030204" pitchFamily="18" charset="0"/>
                                </a:rPr>
                              </m:ctrlPr>
                            </m:sSubPr>
                            <m:e>
                              <m:r>
                                <a:rPr lang="en-GB" altLang="zh-CN" i="1">
                                  <a:solidFill>
                                    <a:srgbClr val="003399"/>
                                  </a:solidFill>
                                  <a:latin typeface="Cambria Math" panose="02040503050406030204" pitchFamily="18" charset="0"/>
                                </a:rPr>
                                <m:t>𝐻</m:t>
                              </m:r>
                            </m:e>
                            <m:sub>
                              <m:r>
                                <a:rPr lang="en-GB" altLang="zh-CN" i="1">
                                  <a:solidFill>
                                    <a:srgbClr val="003399"/>
                                  </a:solidFill>
                                  <a:latin typeface="Cambria Math" panose="02040503050406030204" pitchFamily="18" charset="0"/>
                                </a:rPr>
                                <m:t>𝑘</m:t>
                              </m:r>
                            </m:sub>
                          </m:sSub>
                        </m:e>
                      </m:d>
                      <m:sSub>
                        <m:sSubPr>
                          <m:ctrlPr>
                            <a:rPr lang="en-GB" altLang="zh-CN" i="1">
                              <a:solidFill>
                                <a:srgbClr val="003399"/>
                              </a:solidFill>
                              <a:latin typeface="Cambria Math" panose="02040503050406030204" pitchFamily="18" charset="0"/>
                            </a:rPr>
                          </m:ctrlPr>
                        </m:sSubPr>
                        <m:e>
                          <m:r>
                            <a:rPr lang="en-GB" altLang="zh-CN" b="0" i="1" smtClean="0">
                              <a:solidFill>
                                <a:srgbClr val="003399"/>
                              </a:solidFill>
                              <a:latin typeface="Cambria Math" panose="02040503050406030204" pitchFamily="18" charset="0"/>
                            </a:rPr>
                            <m:t>𝑃</m:t>
                          </m:r>
                        </m:e>
                        <m:sub>
                          <m:r>
                            <a:rPr lang="en-GB" altLang="zh-CN" i="1">
                              <a:solidFill>
                                <a:srgbClr val="003399"/>
                              </a:solidFill>
                              <a:latin typeface="Cambria Math" panose="02040503050406030204" pitchFamily="18" charset="0"/>
                            </a:rPr>
                            <m:t>𝑘</m:t>
                          </m:r>
                          <m:r>
                            <a:rPr lang="en-GB" altLang="zh-CN" i="1">
                              <a:solidFill>
                                <a:srgbClr val="003399"/>
                              </a:solidFill>
                              <a:latin typeface="Cambria Math" panose="02040503050406030204" pitchFamily="18" charset="0"/>
                            </a:rPr>
                            <m:t>−</m:t>
                          </m:r>
                        </m:sub>
                      </m:sSub>
                    </m:oMath>
                  </m:oMathPara>
                </a14:m>
                <a:endParaRPr lang="en-GB" altLang="zh-CN" dirty="0"/>
              </a:p>
              <a:p>
                <a:pPr algn="ctr"/>
                <a:endParaRPr lang="en-GB" altLang="zh-CN" dirty="0">
                  <a:solidFill>
                    <a:schemeClr val="tx1"/>
                  </a:solidFill>
                </a:endParaRPr>
              </a:p>
            </p:txBody>
          </p:sp>
        </mc:Choice>
        <mc:Fallback xmlns="">
          <p:sp>
            <p:nvSpPr>
              <p:cNvPr id="6" name="文本占位符 5">
                <a:extLst>
                  <a:ext uri="{FF2B5EF4-FFF2-40B4-BE49-F238E27FC236}">
                    <a16:creationId xmlns:a16="http://schemas.microsoft.com/office/drawing/2014/main" id="{7B370F02-FE93-81B5-0FD4-6EF89F6179BB}"/>
                  </a:ext>
                </a:extLst>
              </p:cNvPr>
              <p:cNvSpPr>
                <a:spLocks noGrp="1" noRot="1" noChangeAspect="1" noMove="1" noResize="1" noEditPoints="1" noAdjustHandles="1" noChangeArrowheads="1" noChangeShapeType="1" noTextEdit="1"/>
              </p:cNvSpPr>
              <p:nvPr>
                <p:ph type="body" sz="quarter" idx="10"/>
              </p:nvPr>
            </p:nvSpPr>
            <p:spPr>
              <a:xfrm>
                <a:off x="628650" y="1274488"/>
                <a:ext cx="7785146" cy="3678237"/>
              </a:xfrm>
              <a:blipFill>
                <a:blip r:embed="rId2"/>
                <a:stretch>
                  <a:fillRect l="-326" t="-1379"/>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4207838620"/>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a:extLst>
              <a:ext uri="{FF2B5EF4-FFF2-40B4-BE49-F238E27FC236}">
                <a16:creationId xmlns:a16="http://schemas.microsoft.com/office/drawing/2014/main" id="{5A07DAC7-EBD9-F69B-2743-3C1B6C2DACF1}"/>
              </a:ext>
            </a:extLst>
          </p:cNvPr>
          <p:cNvSpPr>
            <a:spLocks noGrp="1"/>
          </p:cNvSpPr>
          <p:nvPr>
            <p:ph type="title"/>
          </p:nvPr>
        </p:nvSpPr>
        <p:spPr>
          <a:xfrm>
            <a:off x="628649" y="559420"/>
            <a:ext cx="7732925" cy="630335"/>
          </a:xfrm>
        </p:spPr>
        <p:txBody>
          <a:bodyPr/>
          <a:lstStyle/>
          <a:p>
            <a:r>
              <a:rPr lang="en-GB" altLang="zh-CN" b="0" dirty="0"/>
              <a:t>Kalman Filter (full-version)</a:t>
            </a:r>
            <a:endParaRPr lang="en-GB" b="0" dirty="0"/>
          </a:p>
        </p:txBody>
      </p:sp>
      <mc:AlternateContent xmlns:mc="http://schemas.openxmlformats.org/markup-compatibility/2006" xmlns:a14="http://schemas.microsoft.com/office/drawing/2010/main">
        <mc:Choice Requires="a14">
          <p:sp>
            <p:nvSpPr>
              <p:cNvPr id="6" name="文本占位符 5">
                <a:extLst>
                  <a:ext uri="{FF2B5EF4-FFF2-40B4-BE49-F238E27FC236}">
                    <a16:creationId xmlns:a16="http://schemas.microsoft.com/office/drawing/2014/main" id="{7B370F02-FE93-81B5-0FD4-6EF89F6179BB}"/>
                  </a:ext>
                </a:extLst>
              </p:cNvPr>
              <p:cNvSpPr>
                <a:spLocks noGrp="1"/>
              </p:cNvSpPr>
              <p:nvPr>
                <p:ph type="body" sz="quarter" idx="10"/>
              </p:nvPr>
            </p:nvSpPr>
            <p:spPr>
              <a:xfrm>
                <a:off x="628650" y="1274488"/>
                <a:ext cx="7785146" cy="2990331"/>
              </a:xfrm>
            </p:spPr>
            <p:txBody>
              <a:bodyPr/>
              <a:lstStyle/>
              <a:p>
                <a:r>
                  <a:rPr lang="en-GB" dirty="0"/>
                  <a:t>Finally, the full-version with considering the </a:t>
                </a:r>
                <a:r>
                  <a:rPr lang="en-GB" altLang="zh-CN" dirty="0"/>
                  <a:t>measurement matrix:</a:t>
                </a:r>
              </a:p>
              <a:p>
                <a:pPr>
                  <a:lnSpc>
                    <a:spcPct val="100000"/>
                  </a:lnSpc>
                </a:pPr>
                <a:r>
                  <a:rPr lang="en-GB" altLang="zh-CN" sz="1600" dirty="0">
                    <a:solidFill>
                      <a:srgbClr val="003399"/>
                    </a:solidFill>
                    <a:latin typeface="Cambria Math" panose="02040503050406030204" pitchFamily="18" charset="0"/>
                  </a:rPr>
                  <a:t>Prediction</a:t>
                </a:r>
              </a:p>
              <a:p>
                <a:pPr algn="ctr">
                  <a:lnSpc>
                    <a:spcPct val="100000"/>
                  </a:lnSpc>
                </a:pPr>
                <a14:m>
                  <m:oMathPara xmlns:m="http://schemas.openxmlformats.org/officeDocument/2006/math">
                    <m:oMathParaPr>
                      <m:jc m:val="centerGroup"/>
                    </m:oMathParaPr>
                    <m:oMath xmlns:m="http://schemas.openxmlformats.org/officeDocument/2006/math">
                      <m:sSub>
                        <m:sSubPr>
                          <m:ctrlPr>
                            <a:rPr lang="en-GB" altLang="zh-CN" i="1" smtClean="0">
                              <a:solidFill>
                                <a:schemeClr val="tx1"/>
                              </a:solidFill>
                              <a:latin typeface="Cambria Math" panose="02040503050406030204" pitchFamily="18" charset="0"/>
                            </a:rPr>
                          </m:ctrlPr>
                        </m:sSubPr>
                        <m:e>
                          <m:acc>
                            <m:accPr>
                              <m:chr m:val="̂"/>
                              <m:ctrlPr>
                                <a:rPr lang="en-GB" altLang="zh-CN" i="1">
                                  <a:solidFill>
                                    <a:schemeClr val="tx1"/>
                                  </a:solidFill>
                                  <a:latin typeface="Cambria Math" panose="02040503050406030204" pitchFamily="18" charset="0"/>
                                </a:rPr>
                              </m:ctrlPr>
                            </m:accPr>
                            <m:e>
                              <m:r>
                                <a:rPr lang="en-GB" altLang="zh-CN" i="1">
                                  <a:solidFill>
                                    <a:schemeClr val="tx1"/>
                                  </a:solidFill>
                                  <a:latin typeface="Cambria Math" panose="02040503050406030204" pitchFamily="18" charset="0"/>
                                </a:rPr>
                                <m:t>𝑥</m:t>
                              </m:r>
                            </m:e>
                          </m:acc>
                        </m:e>
                        <m:sub>
                          <m:r>
                            <a:rPr lang="en-GB" altLang="zh-CN" i="1">
                              <a:solidFill>
                                <a:schemeClr val="tx1"/>
                              </a:solidFill>
                              <a:latin typeface="Cambria Math" panose="02040503050406030204" pitchFamily="18" charset="0"/>
                            </a:rPr>
                            <m:t>𝑘</m:t>
                          </m:r>
                          <m:r>
                            <a:rPr lang="en-GB" altLang="zh-CN" i="1">
                              <a:solidFill>
                                <a:schemeClr val="tx1"/>
                              </a:solidFill>
                              <a:latin typeface="Cambria Math" panose="02040503050406030204" pitchFamily="18" charset="0"/>
                            </a:rPr>
                            <m:t>−</m:t>
                          </m:r>
                        </m:sub>
                      </m:sSub>
                      <m:r>
                        <a:rPr lang="en-GB" altLang="zh-CN" i="1">
                          <a:solidFill>
                            <a:schemeClr val="tx1"/>
                          </a:solidFill>
                          <a:latin typeface="Cambria Math" panose="02040503050406030204" pitchFamily="18" charset="0"/>
                        </a:rPr>
                        <m:t>=</m:t>
                      </m:r>
                      <m:r>
                        <a:rPr lang="en-GB" altLang="zh-CN" i="1">
                          <a:solidFill>
                            <a:schemeClr val="tx1"/>
                          </a:solidFill>
                          <a:latin typeface="Cambria Math" panose="02040503050406030204" pitchFamily="18" charset="0"/>
                        </a:rPr>
                        <m:t>𝐹</m:t>
                      </m:r>
                      <m:sSub>
                        <m:sSubPr>
                          <m:ctrlPr>
                            <a:rPr lang="en-GB" altLang="zh-CN" i="1">
                              <a:solidFill>
                                <a:schemeClr val="tx1"/>
                              </a:solidFill>
                              <a:latin typeface="Cambria Math" panose="02040503050406030204" pitchFamily="18" charset="0"/>
                            </a:rPr>
                          </m:ctrlPr>
                        </m:sSubPr>
                        <m:e>
                          <m:acc>
                            <m:accPr>
                              <m:chr m:val="̂"/>
                              <m:ctrlPr>
                                <a:rPr lang="en-GB" altLang="zh-CN" i="1">
                                  <a:solidFill>
                                    <a:schemeClr val="tx1"/>
                                  </a:solidFill>
                                  <a:latin typeface="Cambria Math" panose="02040503050406030204" pitchFamily="18" charset="0"/>
                                </a:rPr>
                              </m:ctrlPr>
                            </m:accPr>
                            <m:e>
                              <m:r>
                                <a:rPr lang="en-GB" altLang="zh-CN" i="1">
                                  <a:solidFill>
                                    <a:schemeClr val="tx1"/>
                                  </a:solidFill>
                                  <a:latin typeface="Cambria Math" panose="02040503050406030204" pitchFamily="18" charset="0"/>
                                </a:rPr>
                                <m:t>𝑥</m:t>
                              </m:r>
                            </m:e>
                          </m:acc>
                        </m:e>
                        <m:sub>
                          <m:r>
                            <a:rPr lang="en-GB" altLang="zh-CN" i="1">
                              <a:solidFill>
                                <a:schemeClr val="tx1"/>
                              </a:solidFill>
                              <a:latin typeface="Cambria Math" panose="02040503050406030204" pitchFamily="18" charset="0"/>
                            </a:rPr>
                            <m:t>𝑘</m:t>
                          </m:r>
                          <m:r>
                            <a:rPr lang="en-GB" altLang="zh-CN" i="1">
                              <a:solidFill>
                                <a:schemeClr val="tx1"/>
                              </a:solidFill>
                              <a:latin typeface="Cambria Math" panose="02040503050406030204" pitchFamily="18" charset="0"/>
                            </a:rPr>
                            <m:t>−1</m:t>
                          </m:r>
                        </m:sub>
                      </m:sSub>
                      <m:r>
                        <a:rPr lang="en-GB" altLang="zh-CN" i="1">
                          <a:solidFill>
                            <a:schemeClr val="tx1"/>
                          </a:solidFill>
                          <a:latin typeface="Cambria Math" panose="02040503050406030204" pitchFamily="18" charset="0"/>
                        </a:rPr>
                        <m:t>+</m:t>
                      </m:r>
                      <m:r>
                        <a:rPr lang="en-GB" altLang="zh-CN" i="1">
                          <a:solidFill>
                            <a:schemeClr val="tx1"/>
                          </a:solidFill>
                          <a:latin typeface="Cambria Math" panose="02040503050406030204" pitchFamily="18" charset="0"/>
                        </a:rPr>
                        <m:t>𝐵</m:t>
                      </m:r>
                      <m:sSub>
                        <m:sSubPr>
                          <m:ctrlPr>
                            <a:rPr lang="en-GB" altLang="zh-CN" i="1">
                              <a:solidFill>
                                <a:schemeClr val="tx1"/>
                              </a:solidFill>
                              <a:latin typeface="Cambria Math" panose="02040503050406030204" pitchFamily="18" charset="0"/>
                            </a:rPr>
                          </m:ctrlPr>
                        </m:sSubPr>
                        <m:e>
                          <m:r>
                            <a:rPr lang="en-GB" altLang="zh-CN" i="1">
                              <a:solidFill>
                                <a:schemeClr val="tx1"/>
                              </a:solidFill>
                              <a:latin typeface="Cambria Math" panose="02040503050406030204" pitchFamily="18" charset="0"/>
                            </a:rPr>
                            <m:t>𝑢</m:t>
                          </m:r>
                        </m:e>
                        <m:sub>
                          <m:r>
                            <a:rPr lang="en-GB" altLang="zh-CN" i="1">
                              <a:solidFill>
                                <a:schemeClr val="tx1"/>
                              </a:solidFill>
                              <a:latin typeface="Cambria Math" panose="02040503050406030204" pitchFamily="18" charset="0"/>
                            </a:rPr>
                            <m:t>𝑘</m:t>
                          </m:r>
                        </m:sub>
                      </m:sSub>
                    </m:oMath>
                  </m:oMathPara>
                </a14:m>
                <a:endParaRPr lang="en-GB" altLang="zh-CN" sz="1600" dirty="0">
                  <a:solidFill>
                    <a:schemeClr val="tx1"/>
                  </a:solidFill>
                </a:endParaRPr>
              </a:p>
              <a:p>
                <a:pPr algn="ctr">
                  <a:lnSpc>
                    <a:spcPct val="100000"/>
                  </a:lnSpc>
                </a:pPr>
                <a14:m>
                  <m:oMathPara xmlns:m="http://schemas.openxmlformats.org/officeDocument/2006/math">
                    <m:oMathParaPr>
                      <m:jc m:val="centerGroup"/>
                    </m:oMathParaPr>
                    <m:oMath xmlns:m="http://schemas.openxmlformats.org/officeDocument/2006/math">
                      <m:sSub>
                        <m:sSubPr>
                          <m:ctrlPr>
                            <a:rPr lang="en-GB" altLang="zh-CN" i="1">
                              <a:solidFill>
                                <a:schemeClr val="tx1"/>
                              </a:solidFill>
                              <a:latin typeface="Cambria Math" panose="02040503050406030204" pitchFamily="18" charset="0"/>
                            </a:rPr>
                          </m:ctrlPr>
                        </m:sSubPr>
                        <m:e>
                          <m:r>
                            <a:rPr lang="en-GB" altLang="zh-CN" i="1">
                              <a:solidFill>
                                <a:schemeClr val="tx1"/>
                              </a:solidFill>
                              <a:latin typeface="Cambria Math" panose="02040503050406030204" pitchFamily="18" charset="0"/>
                            </a:rPr>
                            <m:t>𝑃</m:t>
                          </m:r>
                        </m:e>
                        <m:sub>
                          <m:r>
                            <a:rPr lang="en-GB" altLang="zh-CN" i="1">
                              <a:solidFill>
                                <a:schemeClr val="tx1"/>
                              </a:solidFill>
                              <a:latin typeface="Cambria Math" panose="02040503050406030204" pitchFamily="18" charset="0"/>
                            </a:rPr>
                            <m:t>𝑘</m:t>
                          </m:r>
                          <m:r>
                            <a:rPr lang="en-GB" altLang="zh-CN" i="1">
                              <a:solidFill>
                                <a:schemeClr val="tx1"/>
                              </a:solidFill>
                              <a:latin typeface="Cambria Math" panose="02040503050406030204" pitchFamily="18" charset="0"/>
                            </a:rPr>
                            <m:t>−</m:t>
                          </m:r>
                        </m:sub>
                      </m:sSub>
                      <m:r>
                        <a:rPr lang="en-GB" altLang="zh-CN" i="1">
                          <a:solidFill>
                            <a:schemeClr val="tx1"/>
                          </a:solidFill>
                          <a:latin typeface="Cambria Math" panose="02040503050406030204" pitchFamily="18" charset="0"/>
                        </a:rPr>
                        <m:t>=</m:t>
                      </m:r>
                      <m:r>
                        <a:rPr lang="en-GB" altLang="zh-CN" i="1">
                          <a:solidFill>
                            <a:schemeClr val="tx1"/>
                          </a:solidFill>
                          <a:latin typeface="Cambria Math" panose="02040503050406030204" pitchFamily="18" charset="0"/>
                        </a:rPr>
                        <m:t>𝐹</m:t>
                      </m:r>
                      <m:sSub>
                        <m:sSubPr>
                          <m:ctrlPr>
                            <a:rPr lang="en-GB" altLang="zh-CN" i="1">
                              <a:solidFill>
                                <a:schemeClr val="tx1"/>
                              </a:solidFill>
                              <a:latin typeface="Cambria Math" panose="02040503050406030204" pitchFamily="18" charset="0"/>
                            </a:rPr>
                          </m:ctrlPr>
                        </m:sSubPr>
                        <m:e>
                          <m:r>
                            <a:rPr lang="en-GB" altLang="zh-CN" i="1">
                              <a:solidFill>
                                <a:schemeClr val="tx1"/>
                              </a:solidFill>
                              <a:latin typeface="Cambria Math" panose="02040503050406030204" pitchFamily="18" charset="0"/>
                            </a:rPr>
                            <m:t>𝑃</m:t>
                          </m:r>
                        </m:e>
                        <m:sub>
                          <m:r>
                            <a:rPr lang="en-GB" altLang="zh-CN" i="1">
                              <a:solidFill>
                                <a:schemeClr val="tx1"/>
                              </a:solidFill>
                              <a:latin typeface="Cambria Math" panose="02040503050406030204" pitchFamily="18" charset="0"/>
                            </a:rPr>
                            <m:t>𝑘</m:t>
                          </m:r>
                          <m:r>
                            <a:rPr lang="en-GB" altLang="zh-CN" i="1">
                              <a:solidFill>
                                <a:schemeClr val="tx1"/>
                              </a:solidFill>
                              <a:latin typeface="Cambria Math" panose="02040503050406030204" pitchFamily="18" charset="0"/>
                            </a:rPr>
                            <m:t>−1</m:t>
                          </m:r>
                        </m:sub>
                      </m:sSub>
                      <m:sSup>
                        <m:sSupPr>
                          <m:ctrlPr>
                            <a:rPr lang="en-GB" altLang="zh-CN" i="1">
                              <a:solidFill>
                                <a:schemeClr val="tx1"/>
                              </a:solidFill>
                              <a:latin typeface="Cambria Math" panose="02040503050406030204" pitchFamily="18" charset="0"/>
                            </a:rPr>
                          </m:ctrlPr>
                        </m:sSupPr>
                        <m:e>
                          <m:r>
                            <a:rPr lang="en-GB" altLang="zh-CN" i="1">
                              <a:solidFill>
                                <a:schemeClr val="tx1"/>
                              </a:solidFill>
                              <a:latin typeface="Cambria Math" panose="02040503050406030204" pitchFamily="18" charset="0"/>
                            </a:rPr>
                            <m:t>𝐹</m:t>
                          </m:r>
                        </m:e>
                        <m:sup>
                          <m:r>
                            <a:rPr lang="en-GB" altLang="zh-CN" i="1">
                              <a:solidFill>
                                <a:schemeClr val="tx1"/>
                              </a:solidFill>
                              <a:latin typeface="Cambria Math" panose="02040503050406030204" pitchFamily="18" charset="0"/>
                            </a:rPr>
                            <m:t>𝑇</m:t>
                          </m:r>
                        </m:sup>
                      </m:sSup>
                      <m:r>
                        <a:rPr lang="en-GB" altLang="zh-CN" i="1">
                          <a:solidFill>
                            <a:schemeClr val="tx1"/>
                          </a:solidFill>
                          <a:latin typeface="Cambria Math" panose="02040503050406030204" pitchFamily="18" charset="0"/>
                        </a:rPr>
                        <m:t>+</m:t>
                      </m:r>
                      <m:sSub>
                        <m:sSubPr>
                          <m:ctrlPr>
                            <a:rPr lang="en-GB" altLang="zh-CN" i="1">
                              <a:solidFill>
                                <a:schemeClr val="tx1"/>
                              </a:solidFill>
                              <a:latin typeface="Cambria Math" panose="02040503050406030204" pitchFamily="18" charset="0"/>
                            </a:rPr>
                          </m:ctrlPr>
                        </m:sSubPr>
                        <m:e>
                          <m:r>
                            <a:rPr lang="en-GB" altLang="zh-CN" i="1">
                              <a:solidFill>
                                <a:schemeClr val="tx1"/>
                              </a:solidFill>
                              <a:latin typeface="Cambria Math" panose="02040503050406030204" pitchFamily="18" charset="0"/>
                            </a:rPr>
                            <m:t>𝑄</m:t>
                          </m:r>
                        </m:e>
                        <m:sub>
                          <m:r>
                            <a:rPr lang="en-GB" altLang="zh-CN" i="1">
                              <a:solidFill>
                                <a:schemeClr val="tx1"/>
                              </a:solidFill>
                              <a:latin typeface="Cambria Math" panose="02040503050406030204" pitchFamily="18" charset="0"/>
                            </a:rPr>
                            <m:t>𝑘</m:t>
                          </m:r>
                        </m:sub>
                      </m:sSub>
                    </m:oMath>
                  </m:oMathPara>
                </a14:m>
                <a:endParaRPr lang="en-GB" altLang="zh-CN" sz="1600" dirty="0">
                  <a:solidFill>
                    <a:schemeClr val="tx1"/>
                  </a:solidFill>
                </a:endParaRPr>
              </a:p>
              <a:p>
                <a:pPr>
                  <a:lnSpc>
                    <a:spcPct val="100000"/>
                  </a:lnSpc>
                </a:pPr>
                <a:r>
                  <a:rPr lang="en-GB" altLang="zh-CN" sz="1600" dirty="0">
                    <a:solidFill>
                      <a:srgbClr val="003399"/>
                    </a:solidFill>
                  </a:rPr>
                  <a:t>Updating</a:t>
                </a:r>
              </a:p>
              <a:p>
                <a:pPr algn="ctr">
                  <a:lnSpc>
                    <a:spcPct val="100000"/>
                  </a:lnSpc>
                </a:pPr>
                <a14:m>
                  <m:oMathPara xmlns:m="http://schemas.openxmlformats.org/officeDocument/2006/math">
                    <m:oMathParaPr>
                      <m:jc m:val="centerGroup"/>
                    </m:oMathParaPr>
                    <m:oMath xmlns:m="http://schemas.openxmlformats.org/officeDocument/2006/math">
                      <m:sSub>
                        <m:sSubPr>
                          <m:ctrlPr>
                            <a:rPr lang="en-GB" altLang="zh-CN" i="1" smtClean="0">
                              <a:solidFill>
                                <a:schemeClr val="tx1"/>
                              </a:solidFill>
                              <a:latin typeface="Cambria Math" panose="02040503050406030204" pitchFamily="18" charset="0"/>
                            </a:rPr>
                          </m:ctrlPr>
                        </m:sSubPr>
                        <m:e>
                          <m:acc>
                            <m:accPr>
                              <m:chr m:val="̂"/>
                              <m:ctrlPr>
                                <a:rPr lang="en-GB" altLang="zh-CN" i="1">
                                  <a:solidFill>
                                    <a:schemeClr val="tx1"/>
                                  </a:solidFill>
                                  <a:latin typeface="Cambria Math" panose="02040503050406030204" pitchFamily="18" charset="0"/>
                                </a:rPr>
                              </m:ctrlPr>
                            </m:accPr>
                            <m:e>
                              <m:r>
                                <a:rPr lang="en-GB" altLang="zh-CN" i="1">
                                  <a:solidFill>
                                    <a:schemeClr val="tx1"/>
                                  </a:solidFill>
                                  <a:latin typeface="Cambria Math" panose="02040503050406030204" pitchFamily="18" charset="0"/>
                                </a:rPr>
                                <m:t>𝑥</m:t>
                              </m:r>
                            </m:e>
                          </m:acc>
                        </m:e>
                        <m:sub>
                          <m:r>
                            <a:rPr lang="en-GB" altLang="zh-CN" i="1">
                              <a:solidFill>
                                <a:schemeClr val="tx1"/>
                              </a:solidFill>
                              <a:latin typeface="Cambria Math" panose="02040503050406030204" pitchFamily="18" charset="0"/>
                            </a:rPr>
                            <m:t>𝑘</m:t>
                          </m:r>
                        </m:sub>
                      </m:sSub>
                      <m:r>
                        <a:rPr lang="en-GB" altLang="zh-CN" i="1">
                          <a:solidFill>
                            <a:schemeClr val="tx1"/>
                          </a:solidFill>
                          <a:latin typeface="Cambria Math" panose="02040503050406030204" pitchFamily="18" charset="0"/>
                        </a:rPr>
                        <m:t>=</m:t>
                      </m:r>
                      <m:sSub>
                        <m:sSubPr>
                          <m:ctrlPr>
                            <a:rPr lang="en-GB" altLang="zh-CN" i="1">
                              <a:solidFill>
                                <a:schemeClr val="tx1"/>
                              </a:solidFill>
                              <a:latin typeface="Cambria Math" panose="02040503050406030204" pitchFamily="18" charset="0"/>
                            </a:rPr>
                          </m:ctrlPr>
                        </m:sSubPr>
                        <m:e>
                          <m:acc>
                            <m:accPr>
                              <m:chr m:val="̂"/>
                              <m:ctrlPr>
                                <a:rPr lang="en-GB" altLang="zh-CN" i="1">
                                  <a:solidFill>
                                    <a:schemeClr val="tx1"/>
                                  </a:solidFill>
                                  <a:latin typeface="Cambria Math" panose="02040503050406030204" pitchFamily="18" charset="0"/>
                                </a:rPr>
                              </m:ctrlPr>
                            </m:accPr>
                            <m:e>
                              <m:r>
                                <a:rPr lang="en-GB" altLang="zh-CN" i="1">
                                  <a:solidFill>
                                    <a:schemeClr val="tx1"/>
                                  </a:solidFill>
                                  <a:latin typeface="Cambria Math" panose="02040503050406030204" pitchFamily="18" charset="0"/>
                                </a:rPr>
                                <m:t>𝑥</m:t>
                              </m:r>
                            </m:e>
                          </m:acc>
                        </m:e>
                        <m:sub>
                          <m:r>
                            <a:rPr lang="en-GB" altLang="zh-CN" i="1">
                              <a:solidFill>
                                <a:schemeClr val="tx1"/>
                              </a:solidFill>
                              <a:latin typeface="Cambria Math" panose="02040503050406030204" pitchFamily="18" charset="0"/>
                            </a:rPr>
                            <m:t>𝑘</m:t>
                          </m:r>
                          <m:r>
                            <a:rPr lang="en-GB" altLang="zh-CN" i="1">
                              <a:solidFill>
                                <a:schemeClr val="tx1"/>
                              </a:solidFill>
                              <a:latin typeface="Cambria Math" panose="02040503050406030204" pitchFamily="18" charset="0"/>
                            </a:rPr>
                            <m:t>−</m:t>
                          </m:r>
                        </m:sub>
                      </m:sSub>
                      <m:r>
                        <a:rPr lang="en-GB" altLang="zh-CN" i="1">
                          <a:solidFill>
                            <a:schemeClr val="tx1"/>
                          </a:solidFill>
                          <a:latin typeface="Cambria Math" panose="02040503050406030204" pitchFamily="18" charset="0"/>
                        </a:rPr>
                        <m:t>+</m:t>
                      </m:r>
                      <m:sSub>
                        <m:sSubPr>
                          <m:ctrlPr>
                            <a:rPr lang="en-GB" altLang="zh-CN" i="1" smtClean="0">
                              <a:solidFill>
                                <a:srgbClr val="003399"/>
                              </a:solidFill>
                              <a:latin typeface="Cambria Math" panose="02040503050406030204" pitchFamily="18" charset="0"/>
                            </a:rPr>
                          </m:ctrlPr>
                        </m:sSubPr>
                        <m:e>
                          <m:r>
                            <a:rPr lang="en-GB" altLang="zh-CN" i="1">
                              <a:solidFill>
                                <a:srgbClr val="003399"/>
                              </a:solidFill>
                              <a:latin typeface="Cambria Math" panose="02040503050406030204" pitchFamily="18" charset="0"/>
                            </a:rPr>
                            <m:t>𝑃</m:t>
                          </m:r>
                        </m:e>
                        <m:sub>
                          <m:r>
                            <a:rPr lang="en-GB" altLang="zh-CN" i="1">
                              <a:solidFill>
                                <a:srgbClr val="003399"/>
                              </a:solidFill>
                              <a:latin typeface="Cambria Math" panose="02040503050406030204" pitchFamily="18" charset="0"/>
                            </a:rPr>
                            <m:t>𝑘</m:t>
                          </m:r>
                          <m:r>
                            <a:rPr lang="en-GB" altLang="zh-CN" i="1">
                              <a:solidFill>
                                <a:srgbClr val="003399"/>
                              </a:solidFill>
                              <a:latin typeface="Cambria Math" panose="02040503050406030204" pitchFamily="18" charset="0"/>
                            </a:rPr>
                            <m:t>−</m:t>
                          </m:r>
                        </m:sub>
                      </m:sSub>
                      <m:r>
                        <a:rPr lang="en-GB" altLang="zh-CN" i="1">
                          <a:solidFill>
                            <a:srgbClr val="003399"/>
                          </a:solidFill>
                          <a:latin typeface="Cambria Math" panose="02040503050406030204" pitchFamily="18" charset="0"/>
                        </a:rPr>
                        <m:t> </m:t>
                      </m:r>
                      <m:sSubSup>
                        <m:sSubSupPr>
                          <m:ctrlPr>
                            <a:rPr lang="en-GB" altLang="zh-CN" i="1">
                              <a:solidFill>
                                <a:srgbClr val="003399"/>
                              </a:solidFill>
                              <a:latin typeface="Cambria Math" panose="02040503050406030204" pitchFamily="18" charset="0"/>
                            </a:rPr>
                          </m:ctrlPr>
                        </m:sSubSupPr>
                        <m:e>
                          <m:r>
                            <a:rPr lang="en-GB" altLang="zh-CN" i="1">
                              <a:solidFill>
                                <a:srgbClr val="003399"/>
                              </a:solidFill>
                              <a:latin typeface="Cambria Math" panose="02040503050406030204" pitchFamily="18" charset="0"/>
                            </a:rPr>
                            <m:t>𝐻</m:t>
                          </m:r>
                        </m:e>
                        <m:sub>
                          <m:r>
                            <a:rPr lang="en-GB" altLang="zh-CN" i="1">
                              <a:solidFill>
                                <a:srgbClr val="003399"/>
                              </a:solidFill>
                              <a:latin typeface="Cambria Math" panose="02040503050406030204" pitchFamily="18" charset="0"/>
                            </a:rPr>
                            <m:t>𝑘</m:t>
                          </m:r>
                        </m:sub>
                        <m:sup>
                          <m:r>
                            <a:rPr lang="en-GB" altLang="zh-CN" i="1">
                              <a:solidFill>
                                <a:srgbClr val="003399"/>
                              </a:solidFill>
                              <a:latin typeface="Cambria Math" panose="02040503050406030204" pitchFamily="18" charset="0"/>
                            </a:rPr>
                            <m:t>𝑇</m:t>
                          </m:r>
                        </m:sup>
                      </m:sSubSup>
                      <m:sSup>
                        <m:sSupPr>
                          <m:ctrlPr>
                            <a:rPr lang="en-GB" altLang="zh-CN" i="1">
                              <a:solidFill>
                                <a:srgbClr val="003399"/>
                              </a:solidFill>
                              <a:latin typeface="Cambria Math" panose="02040503050406030204" pitchFamily="18" charset="0"/>
                            </a:rPr>
                          </m:ctrlPr>
                        </m:sSupPr>
                        <m:e>
                          <m:d>
                            <m:dPr>
                              <m:ctrlPr>
                                <a:rPr lang="en-GB" altLang="zh-CN" i="1">
                                  <a:solidFill>
                                    <a:srgbClr val="003399"/>
                                  </a:solidFill>
                                  <a:latin typeface="Cambria Math" panose="02040503050406030204" pitchFamily="18" charset="0"/>
                                </a:rPr>
                              </m:ctrlPr>
                            </m:dPr>
                            <m:e>
                              <m:sSub>
                                <m:sSubPr>
                                  <m:ctrlPr>
                                    <a:rPr lang="en-GB" altLang="zh-CN" i="1">
                                      <a:solidFill>
                                        <a:srgbClr val="003399"/>
                                      </a:solidFill>
                                      <a:latin typeface="Cambria Math" panose="02040503050406030204" pitchFamily="18" charset="0"/>
                                    </a:rPr>
                                  </m:ctrlPr>
                                </m:sSubPr>
                                <m:e>
                                  <m:r>
                                    <a:rPr lang="en-GB" altLang="zh-CN" i="1">
                                      <a:solidFill>
                                        <a:srgbClr val="003399"/>
                                      </a:solidFill>
                                      <a:latin typeface="Cambria Math" panose="02040503050406030204" pitchFamily="18" charset="0"/>
                                    </a:rPr>
                                    <m:t>𝐻</m:t>
                                  </m:r>
                                </m:e>
                                <m:sub>
                                  <m:r>
                                    <a:rPr lang="en-GB" altLang="zh-CN" i="1">
                                      <a:solidFill>
                                        <a:srgbClr val="003399"/>
                                      </a:solidFill>
                                      <a:latin typeface="Cambria Math" panose="02040503050406030204" pitchFamily="18" charset="0"/>
                                    </a:rPr>
                                    <m:t>𝑘</m:t>
                                  </m:r>
                                </m:sub>
                              </m:sSub>
                              <m:r>
                                <a:rPr lang="en-GB" altLang="zh-CN" i="1">
                                  <a:solidFill>
                                    <a:srgbClr val="003399"/>
                                  </a:solidFill>
                                  <a:latin typeface="Cambria Math" panose="02040503050406030204" pitchFamily="18" charset="0"/>
                                </a:rPr>
                                <m:t> </m:t>
                              </m:r>
                              <m:sSub>
                                <m:sSubPr>
                                  <m:ctrlPr>
                                    <a:rPr lang="en-GB" altLang="zh-CN" i="1">
                                      <a:solidFill>
                                        <a:srgbClr val="003399"/>
                                      </a:solidFill>
                                      <a:latin typeface="Cambria Math" panose="02040503050406030204" pitchFamily="18" charset="0"/>
                                    </a:rPr>
                                  </m:ctrlPr>
                                </m:sSubPr>
                                <m:e>
                                  <m:r>
                                    <a:rPr lang="en-GB" altLang="zh-CN" i="1">
                                      <a:solidFill>
                                        <a:srgbClr val="003399"/>
                                      </a:solidFill>
                                      <a:latin typeface="Cambria Math" panose="02040503050406030204" pitchFamily="18" charset="0"/>
                                    </a:rPr>
                                    <m:t>𝑃</m:t>
                                  </m:r>
                                </m:e>
                                <m:sub>
                                  <m:r>
                                    <a:rPr lang="en-GB" altLang="zh-CN" i="1">
                                      <a:solidFill>
                                        <a:srgbClr val="003399"/>
                                      </a:solidFill>
                                      <a:latin typeface="Cambria Math" panose="02040503050406030204" pitchFamily="18" charset="0"/>
                                    </a:rPr>
                                    <m:t>𝑘</m:t>
                                  </m:r>
                                  <m:r>
                                    <a:rPr lang="en-GB" altLang="zh-CN" i="1">
                                      <a:solidFill>
                                        <a:srgbClr val="003399"/>
                                      </a:solidFill>
                                      <a:latin typeface="Cambria Math" panose="02040503050406030204" pitchFamily="18" charset="0"/>
                                    </a:rPr>
                                    <m:t>−</m:t>
                                  </m:r>
                                </m:sub>
                              </m:sSub>
                              <m:r>
                                <a:rPr lang="en-GB" altLang="zh-CN" i="1">
                                  <a:solidFill>
                                    <a:srgbClr val="003399"/>
                                  </a:solidFill>
                                  <a:latin typeface="Cambria Math" panose="02040503050406030204" pitchFamily="18" charset="0"/>
                                </a:rPr>
                                <m:t> </m:t>
                              </m:r>
                              <m:sSubSup>
                                <m:sSubSupPr>
                                  <m:ctrlPr>
                                    <a:rPr lang="en-GB" altLang="zh-CN" i="1">
                                      <a:solidFill>
                                        <a:srgbClr val="003399"/>
                                      </a:solidFill>
                                      <a:latin typeface="Cambria Math" panose="02040503050406030204" pitchFamily="18" charset="0"/>
                                    </a:rPr>
                                  </m:ctrlPr>
                                </m:sSubSupPr>
                                <m:e>
                                  <m:r>
                                    <a:rPr lang="en-GB" altLang="zh-CN" i="1">
                                      <a:solidFill>
                                        <a:srgbClr val="003399"/>
                                      </a:solidFill>
                                      <a:latin typeface="Cambria Math" panose="02040503050406030204" pitchFamily="18" charset="0"/>
                                    </a:rPr>
                                    <m:t>𝐻</m:t>
                                  </m:r>
                                </m:e>
                                <m:sub>
                                  <m:r>
                                    <a:rPr lang="en-GB" altLang="zh-CN" i="1">
                                      <a:solidFill>
                                        <a:srgbClr val="003399"/>
                                      </a:solidFill>
                                      <a:latin typeface="Cambria Math" panose="02040503050406030204" pitchFamily="18" charset="0"/>
                                    </a:rPr>
                                    <m:t>𝑘</m:t>
                                  </m:r>
                                </m:sub>
                                <m:sup>
                                  <m:r>
                                    <a:rPr lang="en-GB" altLang="zh-CN" i="1">
                                      <a:solidFill>
                                        <a:srgbClr val="003399"/>
                                      </a:solidFill>
                                      <a:latin typeface="Cambria Math" panose="02040503050406030204" pitchFamily="18" charset="0"/>
                                    </a:rPr>
                                    <m:t>𝑇</m:t>
                                  </m:r>
                                </m:sup>
                              </m:sSubSup>
                              <m:r>
                                <a:rPr lang="en-GB" altLang="zh-CN" i="1">
                                  <a:solidFill>
                                    <a:srgbClr val="003399"/>
                                  </a:solidFill>
                                  <a:latin typeface="Cambria Math" panose="02040503050406030204" pitchFamily="18" charset="0"/>
                                </a:rPr>
                                <m:t>+</m:t>
                              </m:r>
                              <m:sSub>
                                <m:sSubPr>
                                  <m:ctrlPr>
                                    <a:rPr lang="en-GB" altLang="zh-CN" i="1">
                                      <a:solidFill>
                                        <a:srgbClr val="003399"/>
                                      </a:solidFill>
                                      <a:latin typeface="Cambria Math" panose="02040503050406030204" pitchFamily="18" charset="0"/>
                                    </a:rPr>
                                  </m:ctrlPr>
                                </m:sSubPr>
                                <m:e>
                                  <m:r>
                                    <a:rPr lang="en-GB" altLang="zh-CN" i="1">
                                      <a:solidFill>
                                        <a:srgbClr val="003399"/>
                                      </a:solidFill>
                                      <a:latin typeface="Cambria Math" panose="02040503050406030204" pitchFamily="18" charset="0"/>
                                    </a:rPr>
                                    <m:t>𝑅</m:t>
                                  </m:r>
                                </m:e>
                                <m:sub>
                                  <m:r>
                                    <a:rPr lang="en-GB" altLang="zh-CN" i="1">
                                      <a:solidFill>
                                        <a:srgbClr val="003399"/>
                                      </a:solidFill>
                                      <a:latin typeface="Cambria Math" panose="02040503050406030204" pitchFamily="18" charset="0"/>
                                    </a:rPr>
                                    <m:t>𝑘</m:t>
                                  </m:r>
                                </m:sub>
                              </m:sSub>
                            </m:e>
                          </m:d>
                        </m:e>
                        <m:sup>
                          <m:r>
                            <a:rPr lang="en-GB" altLang="zh-CN" i="1">
                              <a:solidFill>
                                <a:srgbClr val="003399"/>
                              </a:solidFill>
                              <a:latin typeface="Cambria Math" panose="02040503050406030204" pitchFamily="18" charset="0"/>
                            </a:rPr>
                            <m:t>−1</m:t>
                          </m:r>
                        </m:sup>
                      </m:sSup>
                      <m:d>
                        <m:dPr>
                          <m:ctrlPr>
                            <a:rPr lang="en-GB" altLang="zh-CN" i="1">
                              <a:solidFill>
                                <a:schemeClr val="tx1"/>
                              </a:solidFill>
                              <a:latin typeface="Cambria Math" panose="02040503050406030204" pitchFamily="18" charset="0"/>
                            </a:rPr>
                          </m:ctrlPr>
                        </m:dPr>
                        <m:e>
                          <m:sSub>
                            <m:sSubPr>
                              <m:ctrlPr>
                                <a:rPr lang="en-GB" altLang="zh-CN" i="1">
                                  <a:solidFill>
                                    <a:schemeClr val="tx1"/>
                                  </a:solidFill>
                                  <a:latin typeface="Cambria Math" panose="02040503050406030204" pitchFamily="18" charset="0"/>
                                </a:rPr>
                              </m:ctrlPr>
                            </m:sSubPr>
                            <m:e>
                              <m:r>
                                <a:rPr lang="en-GB" altLang="zh-CN" i="1">
                                  <a:solidFill>
                                    <a:schemeClr val="tx1"/>
                                  </a:solidFill>
                                  <a:latin typeface="Cambria Math" panose="02040503050406030204" pitchFamily="18" charset="0"/>
                                </a:rPr>
                                <m:t>𝑧</m:t>
                              </m:r>
                            </m:e>
                            <m:sub>
                              <m:r>
                                <a:rPr lang="en-GB" altLang="zh-CN" i="1">
                                  <a:solidFill>
                                    <a:schemeClr val="tx1"/>
                                  </a:solidFill>
                                  <a:latin typeface="Cambria Math" panose="02040503050406030204" pitchFamily="18" charset="0"/>
                                </a:rPr>
                                <m:t>𝑘</m:t>
                              </m:r>
                            </m:sub>
                          </m:sSub>
                          <m:r>
                            <a:rPr lang="en-GB" altLang="zh-CN" i="1">
                              <a:solidFill>
                                <a:schemeClr val="tx1"/>
                              </a:solidFill>
                              <a:latin typeface="Cambria Math" panose="02040503050406030204" pitchFamily="18" charset="0"/>
                            </a:rPr>
                            <m:t>−</m:t>
                          </m:r>
                          <m:sSub>
                            <m:sSubPr>
                              <m:ctrlPr>
                                <a:rPr lang="en-GB" altLang="zh-CN" i="1">
                                  <a:solidFill>
                                    <a:schemeClr val="tx1"/>
                                  </a:solidFill>
                                  <a:latin typeface="Cambria Math" panose="02040503050406030204" pitchFamily="18" charset="0"/>
                                </a:rPr>
                              </m:ctrlPr>
                            </m:sSubPr>
                            <m:e>
                              <m:r>
                                <a:rPr lang="en-GB" altLang="zh-CN" i="1">
                                  <a:solidFill>
                                    <a:schemeClr val="tx1"/>
                                  </a:solidFill>
                                  <a:latin typeface="Cambria Math" panose="02040503050406030204" pitchFamily="18" charset="0"/>
                                </a:rPr>
                                <m:t>𝐻</m:t>
                              </m:r>
                            </m:e>
                            <m:sub>
                              <m:r>
                                <a:rPr lang="en-GB" altLang="zh-CN" i="1">
                                  <a:solidFill>
                                    <a:schemeClr val="tx1"/>
                                  </a:solidFill>
                                  <a:latin typeface="Cambria Math" panose="02040503050406030204" pitchFamily="18" charset="0"/>
                                </a:rPr>
                                <m:t>𝑘</m:t>
                              </m:r>
                            </m:sub>
                          </m:sSub>
                          <m:r>
                            <a:rPr lang="en-GB" altLang="zh-CN" i="1">
                              <a:solidFill>
                                <a:schemeClr val="tx1"/>
                              </a:solidFill>
                              <a:latin typeface="Cambria Math" panose="02040503050406030204" pitchFamily="18" charset="0"/>
                            </a:rPr>
                            <m:t> </m:t>
                          </m:r>
                          <m:sSub>
                            <m:sSubPr>
                              <m:ctrlPr>
                                <a:rPr lang="en-GB" altLang="zh-CN" i="1">
                                  <a:solidFill>
                                    <a:schemeClr val="tx1"/>
                                  </a:solidFill>
                                  <a:latin typeface="Cambria Math" panose="02040503050406030204" pitchFamily="18" charset="0"/>
                                </a:rPr>
                              </m:ctrlPr>
                            </m:sSubPr>
                            <m:e>
                              <m:acc>
                                <m:accPr>
                                  <m:chr m:val="̂"/>
                                  <m:ctrlPr>
                                    <a:rPr lang="en-GB" altLang="zh-CN" i="1">
                                      <a:solidFill>
                                        <a:schemeClr val="tx1"/>
                                      </a:solidFill>
                                      <a:latin typeface="Cambria Math" panose="02040503050406030204" pitchFamily="18" charset="0"/>
                                    </a:rPr>
                                  </m:ctrlPr>
                                </m:accPr>
                                <m:e>
                                  <m:r>
                                    <a:rPr lang="en-GB" altLang="zh-CN" i="1">
                                      <a:solidFill>
                                        <a:schemeClr val="tx1"/>
                                      </a:solidFill>
                                      <a:latin typeface="Cambria Math" panose="02040503050406030204" pitchFamily="18" charset="0"/>
                                    </a:rPr>
                                    <m:t>𝑥</m:t>
                                  </m:r>
                                </m:e>
                              </m:acc>
                            </m:e>
                            <m:sub>
                              <m:r>
                                <a:rPr lang="en-GB" altLang="zh-CN" i="1">
                                  <a:solidFill>
                                    <a:schemeClr val="tx1"/>
                                  </a:solidFill>
                                  <a:latin typeface="Cambria Math" panose="02040503050406030204" pitchFamily="18" charset="0"/>
                                </a:rPr>
                                <m:t>𝑘</m:t>
                              </m:r>
                              <m:r>
                                <a:rPr lang="en-GB" altLang="zh-CN" i="1">
                                  <a:solidFill>
                                    <a:schemeClr val="tx1"/>
                                  </a:solidFill>
                                  <a:latin typeface="Cambria Math" panose="02040503050406030204" pitchFamily="18" charset="0"/>
                                </a:rPr>
                                <m:t>−</m:t>
                              </m:r>
                            </m:sub>
                          </m:sSub>
                        </m:e>
                      </m:d>
                    </m:oMath>
                  </m:oMathPara>
                </a14:m>
                <a:endParaRPr lang="en-GB" altLang="zh-CN" dirty="0">
                  <a:solidFill>
                    <a:schemeClr val="tx1"/>
                  </a:solidFill>
                </a:endParaRPr>
              </a:p>
              <a:p>
                <a:pPr algn="ctr">
                  <a:lnSpc>
                    <a:spcPct val="100000"/>
                  </a:lnSpc>
                </a:pPr>
                <a14:m>
                  <m:oMathPara xmlns:m="http://schemas.openxmlformats.org/officeDocument/2006/math">
                    <m:oMathParaPr>
                      <m:jc m:val="centerGroup"/>
                    </m:oMathParaPr>
                    <m:oMath xmlns:m="http://schemas.openxmlformats.org/officeDocument/2006/math">
                      <m:sSub>
                        <m:sSubPr>
                          <m:ctrlPr>
                            <a:rPr lang="en-GB" altLang="zh-CN" i="1" smtClean="0">
                              <a:solidFill>
                                <a:schemeClr val="tx1"/>
                              </a:solidFill>
                              <a:latin typeface="Cambria Math" panose="02040503050406030204" pitchFamily="18" charset="0"/>
                            </a:rPr>
                          </m:ctrlPr>
                        </m:sSubPr>
                        <m:e>
                          <m:r>
                            <a:rPr lang="en-GB" altLang="zh-CN" i="1">
                              <a:solidFill>
                                <a:schemeClr val="tx1"/>
                              </a:solidFill>
                              <a:latin typeface="Cambria Math" panose="02040503050406030204" pitchFamily="18" charset="0"/>
                            </a:rPr>
                            <m:t>𝑃</m:t>
                          </m:r>
                        </m:e>
                        <m:sub>
                          <m:r>
                            <a:rPr lang="en-GB" altLang="zh-CN" i="1">
                              <a:solidFill>
                                <a:schemeClr val="tx1"/>
                              </a:solidFill>
                              <a:latin typeface="Cambria Math" panose="02040503050406030204" pitchFamily="18" charset="0"/>
                            </a:rPr>
                            <m:t>𝑘</m:t>
                          </m:r>
                        </m:sub>
                      </m:sSub>
                      <m:r>
                        <a:rPr lang="en-GB" altLang="zh-CN" i="1">
                          <a:solidFill>
                            <a:schemeClr val="tx1"/>
                          </a:solidFill>
                          <a:latin typeface="Cambria Math" panose="02040503050406030204" pitchFamily="18" charset="0"/>
                        </a:rPr>
                        <m:t>=</m:t>
                      </m:r>
                      <m:d>
                        <m:dPr>
                          <m:ctrlPr>
                            <a:rPr lang="en-GB" altLang="zh-CN" i="1">
                              <a:solidFill>
                                <a:schemeClr val="tx1"/>
                              </a:solidFill>
                              <a:latin typeface="Cambria Math" panose="02040503050406030204" pitchFamily="18" charset="0"/>
                            </a:rPr>
                          </m:ctrlPr>
                        </m:dPr>
                        <m:e>
                          <m:r>
                            <a:rPr lang="en-GB" altLang="zh-CN" i="1">
                              <a:solidFill>
                                <a:schemeClr val="tx1"/>
                              </a:solidFill>
                              <a:latin typeface="Cambria Math" panose="02040503050406030204" pitchFamily="18" charset="0"/>
                            </a:rPr>
                            <m:t>𝐼</m:t>
                          </m:r>
                          <m:r>
                            <a:rPr lang="en-GB" altLang="zh-CN" i="1">
                              <a:solidFill>
                                <a:schemeClr val="tx1"/>
                              </a:solidFill>
                              <a:latin typeface="Cambria Math" panose="02040503050406030204" pitchFamily="18" charset="0"/>
                            </a:rPr>
                            <m:t>−</m:t>
                          </m:r>
                          <m:sSub>
                            <m:sSubPr>
                              <m:ctrlPr>
                                <a:rPr lang="en-GB" altLang="zh-CN" i="1" smtClean="0">
                                  <a:solidFill>
                                    <a:srgbClr val="003399"/>
                                  </a:solidFill>
                                  <a:latin typeface="Cambria Math" panose="02040503050406030204" pitchFamily="18" charset="0"/>
                                </a:rPr>
                              </m:ctrlPr>
                            </m:sSubPr>
                            <m:e>
                              <m:r>
                                <a:rPr lang="en-GB" altLang="zh-CN" i="1">
                                  <a:solidFill>
                                    <a:srgbClr val="003399"/>
                                  </a:solidFill>
                                  <a:latin typeface="Cambria Math" panose="02040503050406030204" pitchFamily="18" charset="0"/>
                                </a:rPr>
                                <m:t>𝑃</m:t>
                              </m:r>
                            </m:e>
                            <m:sub>
                              <m:r>
                                <a:rPr lang="en-GB" altLang="zh-CN" i="1">
                                  <a:solidFill>
                                    <a:srgbClr val="003399"/>
                                  </a:solidFill>
                                  <a:latin typeface="Cambria Math" panose="02040503050406030204" pitchFamily="18" charset="0"/>
                                </a:rPr>
                                <m:t>𝑘</m:t>
                              </m:r>
                              <m:r>
                                <a:rPr lang="en-GB" altLang="zh-CN" i="1">
                                  <a:solidFill>
                                    <a:srgbClr val="003399"/>
                                  </a:solidFill>
                                  <a:latin typeface="Cambria Math" panose="02040503050406030204" pitchFamily="18" charset="0"/>
                                </a:rPr>
                                <m:t>−</m:t>
                              </m:r>
                            </m:sub>
                          </m:sSub>
                          <m:sSubSup>
                            <m:sSubSupPr>
                              <m:ctrlPr>
                                <a:rPr lang="en-GB" altLang="zh-CN" i="1">
                                  <a:solidFill>
                                    <a:srgbClr val="003399"/>
                                  </a:solidFill>
                                  <a:latin typeface="Cambria Math" panose="02040503050406030204" pitchFamily="18" charset="0"/>
                                </a:rPr>
                              </m:ctrlPr>
                            </m:sSubSupPr>
                            <m:e>
                              <m:r>
                                <a:rPr lang="en-GB" altLang="zh-CN" i="1">
                                  <a:solidFill>
                                    <a:srgbClr val="003399"/>
                                  </a:solidFill>
                                  <a:latin typeface="Cambria Math" panose="02040503050406030204" pitchFamily="18" charset="0"/>
                                </a:rPr>
                                <m:t>𝐻</m:t>
                              </m:r>
                            </m:e>
                            <m:sub>
                              <m:r>
                                <a:rPr lang="en-GB" altLang="zh-CN" i="1">
                                  <a:solidFill>
                                    <a:srgbClr val="003399"/>
                                  </a:solidFill>
                                  <a:latin typeface="Cambria Math" panose="02040503050406030204" pitchFamily="18" charset="0"/>
                                </a:rPr>
                                <m:t>𝑘</m:t>
                              </m:r>
                            </m:sub>
                            <m:sup>
                              <m:r>
                                <a:rPr lang="en-GB" altLang="zh-CN" i="1">
                                  <a:solidFill>
                                    <a:srgbClr val="003399"/>
                                  </a:solidFill>
                                  <a:latin typeface="Cambria Math" panose="02040503050406030204" pitchFamily="18" charset="0"/>
                                </a:rPr>
                                <m:t>𝑇</m:t>
                              </m:r>
                            </m:sup>
                          </m:sSubSup>
                          <m:sSup>
                            <m:sSupPr>
                              <m:ctrlPr>
                                <a:rPr lang="en-GB" altLang="zh-CN" i="1">
                                  <a:solidFill>
                                    <a:srgbClr val="003399"/>
                                  </a:solidFill>
                                  <a:latin typeface="Cambria Math" panose="02040503050406030204" pitchFamily="18" charset="0"/>
                                </a:rPr>
                              </m:ctrlPr>
                            </m:sSupPr>
                            <m:e>
                              <m:d>
                                <m:dPr>
                                  <m:ctrlPr>
                                    <a:rPr lang="en-GB" altLang="zh-CN" i="1">
                                      <a:solidFill>
                                        <a:srgbClr val="003399"/>
                                      </a:solidFill>
                                      <a:latin typeface="Cambria Math" panose="02040503050406030204" pitchFamily="18" charset="0"/>
                                    </a:rPr>
                                  </m:ctrlPr>
                                </m:dPr>
                                <m:e>
                                  <m:sSub>
                                    <m:sSubPr>
                                      <m:ctrlPr>
                                        <a:rPr lang="en-GB" altLang="zh-CN" i="1">
                                          <a:solidFill>
                                            <a:srgbClr val="003399"/>
                                          </a:solidFill>
                                          <a:latin typeface="Cambria Math" panose="02040503050406030204" pitchFamily="18" charset="0"/>
                                        </a:rPr>
                                      </m:ctrlPr>
                                    </m:sSubPr>
                                    <m:e>
                                      <m:r>
                                        <a:rPr lang="en-GB" altLang="zh-CN" i="1">
                                          <a:solidFill>
                                            <a:srgbClr val="003399"/>
                                          </a:solidFill>
                                          <a:latin typeface="Cambria Math" panose="02040503050406030204" pitchFamily="18" charset="0"/>
                                        </a:rPr>
                                        <m:t>𝐻</m:t>
                                      </m:r>
                                    </m:e>
                                    <m:sub>
                                      <m:r>
                                        <a:rPr lang="en-GB" altLang="zh-CN" i="1">
                                          <a:solidFill>
                                            <a:srgbClr val="003399"/>
                                          </a:solidFill>
                                          <a:latin typeface="Cambria Math" panose="02040503050406030204" pitchFamily="18" charset="0"/>
                                        </a:rPr>
                                        <m:t>𝑘</m:t>
                                      </m:r>
                                    </m:sub>
                                  </m:sSub>
                                  <m:sSub>
                                    <m:sSubPr>
                                      <m:ctrlPr>
                                        <a:rPr lang="en-GB" altLang="zh-CN" i="1">
                                          <a:solidFill>
                                            <a:srgbClr val="003399"/>
                                          </a:solidFill>
                                          <a:latin typeface="Cambria Math" panose="02040503050406030204" pitchFamily="18" charset="0"/>
                                        </a:rPr>
                                      </m:ctrlPr>
                                    </m:sSubPr>
                                    <m:e>
                                      <m:r>
                                        <a:rPr lang="en-GB" altLang="zh-CN" i="1">
                                          <a:solidFill>
                                            <a:srgbClr val="003399"/>
                                          </a:solidFill>
                                          <a:latin typeface="Cambria Math" panose="02040503050406030204" pitchFamily="18" charset="0"/>
                                        </a:rPr>
                                        <m:t>𝑃</m:t>
                                      </m:r>
                                    </m:e>
                                    <m:sub>
                                      <m:r>
                                        <a:rPr lang="en-GB" altLang="zh-CN" i="1">
                                          <a:solidFill>
                                            <a:srgbClr val="003399"/>
                                          </a:solidFill>
                                          <a:latin typeface="Cambria Math" panose="02040503050406030204" pitchFamily="18" charset="0"/>
                                        </a:rPr>
                                        <m:t>𝑘</m:t>
                                      </m:r>
                                      <m:r>
                                        <a:rPr lang="en-GB" altLang="zh-CN" i="1">
                                          <a:solidFill>
                                            <a:srgbClr val="003399"/>
                                          </a:solidFill>
                                          <a:latin typeface="Cambria Math" panose="02040503050406030204" pitchFamily="18" charset="0"/>
                                        </a:rPr>
                                        <m:t>−</m:t>
                                      </m:r>
                                    </m:sub>
                                  </m:sSub>
                                  <m:sSubSup>
                                    <m:sSubSupPr>
                                      <m:ctrlPr>
                                        <a:rPr lang="en-GB" altLang="zh-CN" i="1">
                                          <a:solidFill>
                                            <a:srgbClr val="003399"/>
                                          </a:solidFill>
                                          <a:latin typeface="Cambria Math" panose="02040503050406030204" pitchFamily="18" charset="0"/>
                                        </a:rPr>
                                      </m:ctrlPr>
                                    </m:sSubSupPr>
                                    <m:e>
                                      <m:r>
                                        <a:rPr lang="en-GB" altLang="zh-CN" i="1">
                                          <a:solidFill>
                                            <a:srgbClr val="003399"/>
                                          </a:solidFill>
                                          <a:latin typeface="Cambria Math" panose="02040503050406030204" pitchFamily="18" charset="0"/>
                                        </a:rPr>
                                        <m:t>𝐻</m:t>
                                      </m:r>
                                    </m:e>
                                    <m:sub>
                                      <m:r>
                                        <a:rPr lang="en-GB" altLang="zh-CN" i="1">
                                          <a:solidFill>
                                            <a:srgbClr val="003399"/>
                                          </a:solidFill>
                                          <a:latin typeface="Cambria Math" panose="02040503050406030204" pitchFamily="18" charset="0"/>
                                        </a:rPr>
                                        <m:t>𝑘</m:t>
                                      </m:r>
                                    </m:sub>
                                    <m:sup>
                                      <m:r>
                                        <a:rPr lang="en-GB" altLang="zh-CN" i="1">
                                          <a:solidFill>
                                            <a:srgbClr val="003399"/>
                                          </a:solidFill>
                                          <a:latin typeface="Cambria Math" panose="02040503050406030204" pitchFamily="18" charset="0"/>
                                        </a:rPr>
                                        <m:t>𝑇</m:t>
                                      </m:r>
                                    </m:sup>
                                  </m:sSubSup>
                                  <m:r>
                                    <a:rPr lang="en-GB" altLang="zh-CN" i="1">
                                      <a:solidFill>
                                        <a:srgbClr val="003399"/>
                                      </a:solidFill>
                                      <a:latin typeface="Cambria Math" panose="02040503050406030204" pitchFamily="18" charset="0"/>
                                    </a:rPr>
                                    <m:t>+</m:t>
                                  </m:r>
                                  <m:sSub>
                                    <m:sSubPr>
                                      <m:ctrlPr>
                                        <a:rPr lang="en-GB" altLang="zh-CN" i="1">
                                          <a:solidFill>
                                            <a:srgbClr val="003399"/>
                                          </a:solidFill>
                                          <a:latin typeface="Cambria Math" panose="02040503050406030204" pitchFamily="18" charset="0"/>
                                        </a:rPr>
                                      </m:ctrlPr>
                                    </m:sSubPr>
                                    <m:e>
                                      <m:r>
                                        <a:rPr lang="en-GB" altLang="zh-CN" i="1">
                                          <a:solidFill>
                                            <a:srgbClr val="003399"/>
                                          </a:solidFill>
                                          <a:latin typeface="Cambria Math" panose="02040503050406030204" pitchFamily="18" charset="0"/>
                                        </a:rPr>
                                        <m:t>𝑅</m:t>
                                      </m:r>
                                    </m:e>
                                    <m:sub>
                                      <m:r>
                                        <a:rPr lang="en-GB" altLang="zh-CN" i="1">
                                          <a:solidFill>
                                            <a:srgbClr val="003399"/>
                                          </a:solidFill>
                                          <a:latin typeface="Cambria Math" panose="02040503050406030204" pitchFamily="18" charset="0"/>
                                        </a:rPr>
                                        <m:t>𝑘</m:t>
                                      </m:r>
                                    </m:sub>
                                  </m:sSub>
                                </m:e>
                              </m:d>
                            </m:e>
                            <m:sup>
                              <m:r>
                                <a:rPr lang="en-GB" altLang="zh-CN" i="1">
                                  <a:solidFill>
                                    <a:srgbClr val="003399"/>
                                  </a:solidFill>
                                  <a:latin typeface="Cambria Math" panose="02040503050406030204" pitchFamily="18" charset="0"/>
                                </a:rPr>
                                <m:t>−1</m:t>
                              </m:r>
                            </m:sup>
                          </m:sSup>
                          <m:sSub>
                            <m:sSubPr>
                              <m:ctrlPr>
                                <a:rPr lang="en-GB" altLang="zh-CN" i="1">
                                  <a:solidFill>
                                    <a:schemeClr val="tx1"/>
                                  </a:solidFill>
                                  <a:latin typeface="Cambria Math" panose="02040503050406030204" pitchFamily="18" charset="0"/>
                                </a:rPr>
                              </m:ctrlPr>
                            </m:sSubPr>
                            <m:e>
                              <m:r>
                                <a:rPr lang="en-GB" altLang="zh-CN" i="1">
                                  <a:solidFill>
                                    <a:schemeClr val="tx1"/>
                                  </a:solidFill>
                                  <a:latin typeface="Cambria Math" panose="02040503050406030204" pitchFamily="18" charset="0"/>
                                </a:rPr>
                                <m:t>𝐻</m:t>
                              </m:r>
                            </m:e>
                            <m:sub>
                              <m:r>
                                <a:rPr lang="en-GB" altLang="zh-CN" i="1">
                                  <a:solidFill>
                                    <a:schemeClr val="tx1"/>
                                  </a:solidFill>
                                  <a:latin typeface="Cambria Math" panose="02040503050406030204" pitchFamily="18" charset="0"/>
                                </a:rPr>
                                <m:t>𝑘</m:t>
                              </m:r>
                            </m:sub>
                          </m:sSub>
                        </m:e>
                      </m:d>
                      <m:sSub>
                        <m:sSubPr>
                          <m:ctrlPr>
                            <a:rPr lang="en-GB" altLang="zh-CN" i="1">
                              <a:solidFill>
                                <a:schemeClr val="tx1"/>
                              </a:solidFill>
                              <a:latin typeface="Cambria Math" panose="02040503050406030204" pitchFamily="18" charset="0"/>
                            </a:rPr>
                          </m:ctrlPr>
                        </m:sSubPr>
                        <m:e>
                          <m:r>
                            <a:rPr lang="en-GB" altLang="zh-CN" b="0" i="1" smtClean="0">
                              <a:solidFill>
                                <a:schemeClr val="tx1"/>
                              </a:solidFill>
                              <a:latin typeface="Cambria Math" panose="02040503050406030204" pitchFamily="18" charset="0"/>
                            </a:rPr>
                            <m:t>𝑃</m:t>
                          </m:r>
                        </m:e>
                        <m:sub>
                          <m:r>
                            <a:rPr lang="en-GB" altLang="zh-CN" i="1">
                              <a:solidFill>
                                <a:schemeClr val="tx1"/>
                              </a:solidFill>
                              <a:latin typeface="Cambria Math" panose="02040503050406030204" pitchFamily="18" charset="0"/>
                            </a:rPr>
                            <m:t>𝑘</m:t>
                          </m:r>
                          <m:r>
                            <a:rPr lang="en-GB" altLang="zh-CN" i="1">
                              <a:solidFill>
                                <a:schemeClr val="tx1"/>
                              </a:solidFill>
                              <a:latin typeface="Cambria Math" panose="02040503050406030204" pitchFamily="18" charset="0"/>
                            </a:rPr>
                            <m:t>−</m:t>
                          </m:r>
                        </m:sub>
                      </m:sSub>
                    </m:oMath>
                  </m:oMathPara>
                </a14:m>
                <a:endParaRPr lang="en-GB" altLang="zh-CN" dirty="0">
                  <a:solidFill>
                    <a:schemeClr val="tx1"/>
                  </a:solidFill>
                </a:endParaRPr>
              </a:p>
              <a:p>
                <a:pPr>
                  <a:lnSpc>
                    <a:spcPct val="120000"/>
                  </a:lnSpc>
                </a:pPr>
                <a:r>
                  <a:rPr lang="en-GB" altLang="zh-CN" dirty="0">
                    <a:solidFill>
                      <a:schemeClr val="tx1"/>
                    </a:solidFill>
                  </a:rPr>
                  <a:t>Usually, </a:t>
                </a:r>
                <a14:m>
                  <m:oMath xmlns:m="http://schemas.openxmlformats.org/officeDocument/2006/math">
                    <m:sSub>
                      <m:sSubPr>
                        <m:ctrlPr>
                          <a:rPr lang="en-GB" altLang="zh-CN" i="1" smtClean="0">
                            <a:solidFill>
                              <a:srgbClr val="003399"/>
                            </a:solidFill>
                            <a:latin typeface="Cambria Math" panose="02040503050406030204" pitchFamily="18" charset="0"/>
                          </a:rPr>
                        </m:ctrlPr>
                      </m:sSubPr>
                      <m:e>
                        <m:r>
                          <a:rPr lang="en-GB" altLang="zh-CN" i="1">
                            <a:solidFill>
                              <a:srgbClr val="003399"/>
                            </a:solidFill>
                            <a:latin typeface="Cambria Math" panose="02040503050406030204" pitchFamily="18" charset="0"/>
                          </a:rPr>
                          <m:t>𝑃</m:t>
                        </m:r>
                      </m:e>
                      <m:sub>
                        <m:r>
                          <a:rPr lang="en-GB" altLang="zh-CN" i="1">
                            <a:solidFill>
                              <a:srgbClr val="003399"/>
                            </a:solidFill>
                            <a:latin typeface="Cambria Math" panose="02040503050406030204" pitchFamily="18" charset="0"/>
                          </a:rPr>
                          <m:t>𝑘</m:t>
                        </m:r>
                        <m:r>
                          <a:rPr lang="en-GB" altLang="zh-CN" i="1">
                            <a:solidFill>
                              <a:srgbClr val="003399"/>
                            </a:solidFill>
                            <a:latin typeface="Cambria Math" panose="02040503050406030204" pitchFamily="18" charset="0"/>
                          </a:rPr>
                          <m:t>−</m:t>
                        </m:r>
                      </m:sub>
                    </m:sSub>
                    <m:r>
                      <a:rPr lang="en-GB" altLang="zh-CN" i="1">
                        <a:solidFill>
                          <a:srgbClr val="003399"/>
                        </a:solidFill>
                        <a:latin typeface="Cambria Math" panose="02040503050406030204" pitchFamily="18" charset="0"/>
                      </a:rPr>
                      <m:t> </m:t>
                    </m:r>
                    <m:sSubSup>
                      <m:sSubSupPr>
                        <m:ctrlPr>
                          <a:rPr lang="en-GB" altLang="zh-CN" i="1">
                            <a:solidFill>
                              <a:srgbClr val="003399"/>
                            </a:solidFill>
                            <a:latin typeface="Cambria Math" panose="02040503050406030204" pitchFamily="18" charset="0"/>
                          </a:rPr>
                        </m:ctrlPr>
                      </m:sSubSupPr>
                      <m:e>
                        <m:r>
                          <a:rPr lang="en-GB" altLang="zh-CN" i="1">
                            <a:solidFill>
                              <a:srgbClr val="003399"/>
                            </a:solidFill>
                            <a:latin typeface="Cambria Math" panose="02040503050406030204" pitchFamily="18" charset="0"/>
                          </a:rPr>
                          <m:t>𝐻</m:t>
                        </m:r>
                      </m:e>
                      <m:sub>
                        <m:r>
                          <a:rPr lang="en-GB" altLang="zh-CN" i="1">
                            <a:solidFill>
                              <a:srgbClr val="003399"/>
                            </a:solidFill>
                            <a:latin typeface="Cambria Math" panose="02040503050406030204" pitchFamily="18" charset="0"/>
                          </a:rPr>
                          <m:t>𝑘</m:t>
                        </m:r>
                      </m:sub>
                      <m:sup>
                        <m:r>
                          <a:rPr lang="en-GB" altLang="zh-CN" i="1">
                            <a:solidFill>
                              <a:srgbClr val="003399"/>
                            </a:solidFill>
                            <a:latin typeface="Cambria Math" panose="02040503050406030204" pitchFamily="18" charset="0"/>
                          </a:rPr>
                          <m:t>𝑇</m:t>
                        </m:r>
                      </m:sup>
                    </m:sSubSup>
                    <m:sSup>
                      <m:sSupPr>
                        <m:ctrlPr>
                          <a:rPr lang="en-GB" altLang="zh-CN" i="1">
                            <a:solidFill>
                              <a:srgbClr val="003399"/>
                            </a:solidFill>
                            <a:latin typeface="Cambria Math" panose="02040503050406030204" pitchFamily="18" charset="0"/>
                          </a:rPr>
                        </m:ctrlPr>
                      </m:sSupPr>
                      <m:e>
                        <m:d>
                          <m:dPr>
                            <m:ctrlPr>
                              <a:rPr lang="en-GB" altLang="zh-CN" i="1">
                                <a:solidFill>
                                  <a:srgbClr val="003399"/>
                                </a:solidFill>
                                <a:latin typeface="Cambria Math" panose="02040503050406030204" pitchFamily="18" charset="0"/>
                              </a:rPr>
                            </m:ctrlPr>
                          </m:dPr>
                          <m:e>
                            <m:sSub>
                              <m:sSubPr>
                                <m:ctrlPr>
                                  <a:rPr lang="en-GB" altLang="zh-CN" i="1">
                                    <a:solidFill>
                                      <a:srgbClr val="003399"/>
                                    </a:solidFill>
                                    <a:latin typeface="Cambria Math" panose="02040503050406030204" pitchFamily="18" charset="0"/>
                                  </a:rPr>
                                </m:ctrlPr>
                              </m:sSubPr>
                              <m:e>
                                <m:r>
                                  <a:rPr lang="en-GB" altLang="zh-CN" i="1">
                                    <a:solidFill>
                                      <a:srgbClr val="003399"/>
                                    </a:solidFill>
                                    <a:latin typeface="Cambria Math" panose="02040503050406030204" pitchFamily="18" charset="0"/>
                                  </a:rPr>
                                  <m:t>𝐻</m:t>
                                </m:r>
                              </m:e>
                              <m:sub>
                                <m:r>
                                  <a:rPr lang="en-GB" altLang="zh-CN" i="1">
                                    <a:solidFill>
                                      <a:srgbClr val="003399"/>
                                    </a:solidFill>
                                    <a:latin typeface="Cambria Math" panose="02040503050406030204" pitchFamily="18" charset="0"/>
                                  </a:rPr>
                                  <m:t>𝑘</m:t>
                                </m:r>
                              </m:sub>
                            </m:sSub>
                            <m:r>
                              <a:rPr lang="en-GB" altLang="zh-CN" i="1">
                                <a:solidFill>
                                  <a:srgbClr val="003399"/>
                                </a:solidFill>
                                <a:latin typeface="Cambria Math" panose="02040503050406030204" pitchFamily="18" charset="0"/>
                              </a:rPr>
                              <m:t> </m:t>
                            </m:r>
                            <m:sSub>
                              <m:sSubPr>
                                <m:ctrlPr>
                                  <a:rPr lang="en-GB" altLang="zh-CN" i="1">
                                    <a:solidFill>
                                      <a:srgbClr val="003399"/>
                                    </a:solidFill>
                                    <a:latin typeface="Cambria Math" panose="02040503050406030204" pitchFamily="18" charset="0"/>
                                  </a:rPr>
                                </m:ctrlPr>
                              </m:sSubPr>
                              <m:e>
                                <m:r>
                                  <a:rPr lang="en-GB" altLang="zh-CN" i="1">
                                    <a:solidFill>
                                      <a:srgbClr val="003399"/>
                                    </a:solidFill>
                                    <a:latin typeface="Cambria Math" panose="02040503050406030204" pitchFamily="18" charset="0"/>
                                  </a:rPr>
                                  <m:t>𝑃</m:t>
                                </m:r>
                              </m:e>
                              <m:sub>
                                <m:r>
                                  <a:rPr lang="en-GB" altLang="zh-CN" i="1">
                                    <a:solidFill>
                                      <a:srgbClr val="003399"/>
                                    </a:solidFill>
                                    <a:latin typeface="Cambria Math" panose="02040503050406030204" pitchFamily="18" charset="0"/>
                                  </a:rPr>
                                  <m:t>𝑘</m:t>
                                </m:r>
                                <m:r>
                                  <a:rPr lang="en-GB" altLang="zh-CN" i="1">
                                    <a:solidFill>
                                      <a:srgbClr val="003399"/>
                                    </a:solidFill>
                                    <a:latin typeface="Cambria Math" panose="02040503050406030204" pitchFamily="18" charset="0"/>
                                  </a:rPr>
                                  <m:t>−</m:t>
                                </m:r>
                              </m:sub>
                            </m:sSub>
                            <m:r>
                              <a:rPr lang="en-GB" altLang="zh-CN" i="1">
                                <a:solidFill>
                                  <a:srgbClr val="003399"/>
                                </a:solidFill>
                                <a:latin typeface="Cambria Math" panose="02040503050406030204" pitchFamily="18" charset="0"/>
                              </a:rPr>
                              <m:t> </m:t>
                            </m:r>
                            <m:sSubSup>
                              <m:sSubSupPr>
                                <m:ctrlPr>
                                  <a:rPr lang="en-GB" altLang="zh-CN" i="1">
                                    <a:solidFill>
                                      <a:srgbClr val="003399"/>
                                    </a:solidFill>
                                    <a:latin typeface="Cambria Math" panose="02040503050406030204" pitchFamily="18" charset="0"/>
                                  </a:rPr>
                                </m:ctrlPr>
                              </m:sSubSupPr>
                              <m:e>
                                <m:r>
                                  <a:rPr lang="en-GB" altLang="zh-CN" i="1">
                                    <a:solidFill>
                                      <a:srgbClr val="003399"/>
                                    </a:solidFill>
                                    <a:latin typeface="Cambria Math" panose="02040503050406030204" pitchFamily="18" charset="0"/>
                                  </a:rPr>
                                  <m:t>𝐻</m:t>
                                </m:r>
                              </m:e>
                              <m:sub>
                                <m:r>
                                  <a:rPr lang="en-GB" altLang="zh-CN" i="1">
                                    <a:solidFill>
                                      <a:srgbClr val="003399"/>
                                    </a:solidFill>
                                    <a:latin typeface="Cambria Math" panose="02040503050406030204" pitchFamily="18" charset="0"/>
                                  </a:rPr>
                                  <m:t>𝑘</m:t>
                                </m:r>
                              </m:sub>
                              <m:sup>
                                <m:r>
                                  <a:rPr lang="en-GB" altLang="zh-CN" i="1">
                                    <a:solidFill>
                                      <a:srgbClr val="003399"/>
                                    </a:solidFill>
                                    <a:latin typeface="Cambria Math" panose="02040503050406030204" pitchFamily="18" charset="0"/>
                                  </a:rPr>
                                  <m:t>𝑇</m:t>
                                </m:r>
                              </m:sup>
                            </m:sSubSup>
                            <m:r>
                              <a:rPr lang="en-GB" altLang="zh-CN" i="1">
                                <a:solidFill>
                                  <a:srgbClr val="003399"/>
                                </a:solidFill>
                                <a:latin typeface="Cambria Math" panose="02040503050406030204" pitchFamily="18" charset="0"/>
                              </a:rPr>
                              <m:t>+</m:t>
                            </m:r>
                            <m:sSub>
                              <m:sSubPr>
                                <m:ctrlPr>
                                  <a:rPr lang="en-GB" altLang="zh-CN" i="1">
                                    <a:solidFill>
                                      <a:srgbClr val="003399"/>
                                    </a:solidFill>
                                    <a:latin typeface="Cambria Math" panose="02040503050406030204" pitchFamily="18" charset="0"/>
                                  </a:rPr>
                                </m:ctrlPr>
                              </m:sSubPr>
                              <m:e>
                                <m:r>
                                  <a:rPr lang="en-GB" altLang="zh-CN" i="1">
                                    <a:solidFill>
                                      <a:srgbClr val="003399"/>
                                    </a:solidFill>
                                    <a:latin typeface="Cambria Math" panose="02040503050406030204" pitchFamily="18" charset="0"/>
                                  </a:rPr>
                                  <m:t>𝑅</m:t>
                                </m:r>
                              </m:e>
                              <m:sub>
                                <m:r>
                                  <a:rPr lang="en-GB" altLang="zh-CN" i="1">
                                    <a:solidFill>
                                      <a:srgbClr val="003399"/>
                                    </a:solidFill>
                                    <a:latin typeface="Cambria Math" panose="02040503050406030204" pitchFamily="18" charset="0"/>
                                  </a:rPr>
                                  <m:t>𝑘</m:t>
                                </m:r>
                              </m:sub>
                            </m:sSub>
                          </m:e>
                        </m:d>
                      </m:e>
                      <m:sup>
                        <m:r>
                          <a:rPr lang="en-GB" altLang="zh-CN" i="1">
                            <a:solidFill>
                              <a:srgbClr val="003399"/>
                            </a:solidFill>
                            <a:latin typeface="Cambria Math" panose="02040503050406030204" pitchFamily="18" charset="0"/>
                          </a:rPr>
                          <m:t>−1</m:t>
                        </m:r>
                      </m:sup>
                    </m:sSup>
                    <m:r>
                      <a:rPr lang="en-GB" altLang="zh-CN" i="1">
                        <a:solidFill>
                          <a:srgbClr val="003399"/>
                        </a:solidFill>
                        <a:latin typeface="Cambria Math" panose="02040503050406030204" pitchFamily="18" charset="0"/>
                      </a:rPr>
                      <m:t> </m:t>
                    </m:r>
                  </m:oMath>
                </a14:m>
                <a:r>
                  <a:rPr lang="en-GB" altLang="zh-CN" dirty="0">
                    <a:solidFill>
                      <a:schemeClr val="tx1"/>
                    </a:solidFill>
                  </a:rPr>
                  <a:t>is called </a:t>
                </a:r>
                <a:r>
                  <a:rPr lang="en-GB" altLang="zh-CN" dirty="0">
                    <a:solidFill>
                      <a:srgbClr val="003399"/>
                    </a:solidFill>
                  </a:rPr>
                  <a:t>Kalman gain </a:t>
                </a:r>
                <a:r>
                  <a:rPr lang="en-GB" altLang="zh-CN" dirty="0"/>
                  <a:t>denoted by </a:t>
                </a:r>
                <a14:m>
                  <m:oMath xmlns:m="http://schemas.openxmlformats.org/officeDocument/2006/math">
                    <m:sSub>
                      <m:sSubPr>
                        <m:ctrlPr>
                          <a:rPr lang="en-GB" altLang="zh-CN" i="1">
                            <a:latin typeface="Cambria Math" panose="02040503050406030204" pitchFamily="18" charset="0"/>
                          </a:rPr>
                        </m:ctrlPr>
                      </m:sSubPr>
                      <m:e>
                        <m:r>
                          <a:rPr lang="en-GB" altLang="zh-CN" b="0" i="1" smtClean="0">
                            <a:latin typeface="Cambria Math" panose="02040503050406030204" pitchFamily="18" charset="0"/>
                          </a:rPr>
                          <m:t>𝐾</m:t>
                        </m:r>
                      </m:e>
                      <m:sub>
                        <m:r>
                          <a:rPr lang="en-GB" altLang="zh-CN" i="1">
                            <a:latin typeface="Cambria Math" panose="02040503050406030204" pitchFamily="18" charset="0"/>
                          </a:rPr>
                          <m:t>𝑘</m:t>
                        </m:r>
                      </m:sub>
                    </m:sSub>
                  </m:oMath>
                </a14:m>
                <a:r>
                  <a:rPr lang="en-GB" altLang="zh-CN" dirty="0"/>
                  <a:t>. So,</a:t>
                </a:r>
              </a:p>
            </p:txBody>
          </p:sp>
        </mc:Choice>
        <mc:Fallback xmlns="">
          <p:sp>
            <p:nvSpPr>
              <p:cNvPr id="6" name="文本占位符 5">
                <a:extLst>
                  <a:ext uri="{FF2B5EF4-FFF2-40B4-BE49-F238E27FC236}">
                    <a16:creationId xmlns:a16="http://schemas.microsoft.com/office/drawing/2014/main" id="{7B370F02-FE93-81B5-0FD4-6EF89F6179BB}"/>
                  </a:ext>
                </a:extLst>
              </p:cNvPr>
              <p:cNvSpPr>
                <a:spLocks noGrp="1" noRot="1" noChangeAspect="1" noMove="1" noResize="1" noEditPoints="1" noAdjustHandles="1" noChangeArrowheads="1" noChangeShapeType="1" noTextEdit="1"/>
              </p:cNvSpPr>
              <p:nvPr>
                <p:ph type="body" sz="quarter" idx="10"/>
              </p:nvPr>
            </p:nvSpPr>
            <p:spPr>
              <a:xfrm>
                <a:off x="628650" y="1274488"/>
                <a:ext cx="7785146" cy="2990331"/>
              </a:xfrm>
              <a:blipFill>
                <a:blip r:embed="rId2"/>
                <a:stretch>
                  <a:fillRect l="-326" t="-1695"/>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615843476"/>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a:extLst>
              <a:ext uri="{FF2B5EF4-FFF2-40B4-BE49-F238E27FC236}">
                <a16:creationId xmlns:a16="http://schemas.microsoft.com/office/drawing/2014/main" id="{5A07DAC7-EBD9-F69B-2743-3C1B6C2DACF1}"/>
              </a:ext>
            </a:extLst>
          </p:cNvPr>
          <p:cNvSpPr>
            <a:spLocks noGrp="1"/>
          </p:cNvSpPr>
          <p:nvPr>
            <p:ph type="title"/>
          </p:nvPr>
        </p:nvSpPr>
        <p:spPr>
          <a:xfrm>
            <a:off x="628649" y="559420"/>
            <a:ext cx="7732925" cy="630335"/>
          </a:xfrm>
        </p:spPr>
        <p:txBody>
          <a:bodyPr/>
          <a:lstStyle/>
          <a:p>
            <a:r>
              <a:rPr lang="en-GB" altLang="zh-CN" b="0" dirty="0"/>
              <a:t>Kalman Filter (full-version)</a:t>
            </a:r>
            <a:endParaRPr lang="en-GB" b="0" dirty="0"/>
          </a:p>
        </p:txBody>
      </p:sp>
      <mc:AlternateContent xmlns:mc="http://schemas.openxmlformats.org/markup-compatibility/2006" xmlns:a14="http://schemas.microsoft.com/office/drawing/2010/main">
        <mc:Choice Requires="a14">
          <p:sp>
            <p:nvSpPr>
              <p:cNvPr id="6" name="文本占位符 5">
                <a:extLst>
                  <a:ext uri="{FF2B5EF4-FFF2-40B4-BE49-F238E27FC236}">
                    <a16:creationId xmlns:a16="http://schemas.microsoft.com/office/drawing/2014/main" id="{7B370F02-FE93-81B5-0FD4-6EF89F6179BB}"/>
                  </a:ext>
                </a:extLst>
              </p:cNvPr>
              <p:cNvSpPr>
                <a:spLocks noGrp="1"/>
              </p:cNvSpPr>
              <p:nvPr>
                <p:ph type="body" sz="quarter" idx="10"/>
              </p:nvPr>
            </p:nvSpPr>
            <p:spPr>
              <a:xfrm>
                <a:off x="628650" y="1274489"/>
                <a:ext cx="7785146" cy="3106738"/>
              </a:xfrm>
            </p:spPr>
            <p:txBody>
              <a:bodyPr/>
              <a:lstStyle/>
              <a:p>
                <a:r>
                  <a:rPr lang="en-GB" dirty="0"/>
                  <a:t>Finally, the full-version with considering the </a:t>
                </a:r>
                <a:r>
                  <a:rPr lang="en-GB" altLang="zh-CN" dirty="0"/>
                  <a:t>measurement matrix:</a:t>
                </a:r>
              </a:p>
              <a:p>
                <a:pPr>
                  <a:lnSpc>
                    <a:spcPct val="100000"/>
                  </a:lnSpc>
                </a:pPr>
                <a:r>
                  <a:rPr lang="en-GB" altLang="zh-CN" sz="1600" dirty="0">
                    <a:solidFill>
                      <a:srgbClr val="003399"/>
                    </a:solidFill>
                    <a:latin typeface="Cambria Math" panose="02040503050406030204" pitchFamily="18" charset="0"/>
                  </a:rPr>
                  <a:t>Prediction</a:t>
                </a:r>
              </a:p>
              <a:p>
                <a:pPr algn="ctr">
                  <a:lnSpc>
                    <a:spcPct val="150000"/>
                  </a:lnSpc>
                </a:pPr>
                <a14:m>
                  <m:oMathPara xmlns:m="http://schemas.openxmlformats.org/officeDocument/2006/math">
                    <m:oMathParaPr>
                      <m:jc m:val="centerGroup"/>
                    </m:oMathParaPr>
                    <m:oMath xmlns:m="http://schemas.openxmlformats.org/officeDocument/2006/math">
                      <m:sSub>
                        <m:sSubPr>
                          <m:ctrlPr>
                            <a:rPr lang="en-GB" altLang="zh-CN" i="1" smtClean="0">
                              <a:solidFill>
                                <a:schemeClr val="tx1"/>
                              </a:solidFill>
                              <a:latin typeface="Cambria Math" panose="02040503050406030204" pitchFamily="18" charset="0"/>
                            </a:rPr>
                          </m:ctrlPr>
                        </m:sSubPr>
                        <m:e>
                          <m:acc>
                            <m:accPr>
                              <m:chr m:val="̂"/>
                              <m:ctrlPr>
                                <a:rPr lang="en-GB" altLang="zh-CN" i="1">
                                  <a:solidFill>
                                    <a:schemeClr val="tx1"/>
                                  </a:solidFill>
                                  <a:latin typeface="Cambria Math" panose="02040503050406030204" pitchFamily="18" charset="0"/>
                                </a:rPr>
                              </m:ctrlPr>
                            </m:accPr>
                            <m:e>
                              <m:r>
                                <a:rPr lang="en-GB" altLang="zh-CN" i="1">
                                  <a:solidFill>
                                    <a:schemeClr val="tx1"/>
                                  </a:solidFill>
                                  <a:latin typeface="Cambria Math" panose="02040503050406030204" pitchFamily="18" charset="0"/>
                                </a:rPr>
                                <m:t>𝑥</m:t>
                              </m:r>
                            </m:e>
                          </m:acc>
                        </m:e>
                        <m:sub>
                          <m:r>
                            <a:rPr lang="en-GB" altLang="zh-CN" i="1">
                              <a:solidFill>
                                <a:schemeClr val="tx1"/>
                              </a:solidFill>
                              <a:latin typeface="Cambria Math" panose="02040503050406030204" pitchFamily="18" charset="0"/>
                            </a:rPr>
                            <m:t>𝑘</m:t>
                          </m:r>
                          <m:r>
                            <a:rPr lang="en-GB" altLang="zh-CN" i="1">
                              <a:solidFill>
                                <a:schemeClr val="tx1"/>
                              </a:solidFill>
                              <a:latin typeface="Cambria Math" panose="02040503050406030204" pitchFamily="18" charset="0"/>
                            </a:rPr>
                            <m:t>−</m:t>
                          </m:r>
                        </m:sub>
                      </m:sSub>
                      <m:r>
                        <a:rPr lang="en-GB" altLang="zh-CN" i="1">
                          <a:solidFill>
                            <a:schemeClr val="tx1"/>
                          </a:solidFill>
                          <a:latin typeface="Cambria Math" panose="02040503050406030204" pitchFamily="18" charset="0"/>
                        </a:rPr>
                        <m:t>=</m:t>
                      </m:r>
                      <m:r>
                        <a:rPr lang="en-GB" altLang="zh-CN" i="1">
                          <a:solidFill>
                            <a:schemeClr val="tx1"/>
                          </a:solidFill>
                          <a:latin typeface="Cambria Math" panose="02040503050406030204" pitchFamily="18" charset="0"/>
                        </a:rPr>
                        <m:t>𝐹</m:t>
                      </m:r>
                      <m:sSub>
                        <m:sSubPr>
                          <m:ctrlPr>
                            <a:rPr lang="en-GB" altLang="zh-CN" i="1">
                              <a:solidFill>
                                <a:schemeClr val="tx1"/>
                              </a:solidFill>
                              <a:latin typeface="Cambria Math" panose="02040503050406030204" pitchFamily="18" charset="0"/>
                            </a:rPr>
                          </m:ctrlPr>
                        </m:sSubPr>
                        <m:e>
                          <m:acc>
                            <m:accPr>
                              <m:chr m:val="̂"/>
                              <m:ctrlPr>
                                <a:rPr lang="en-GB" altLang="zh-CN" i="1">
                                  <a:solidFill>
                                    <a:schemeClr val="tx1"/>
                                  </a:solidFill>
                                  <a:latin typeface="Cambria Math" panose="02040503050406030204" pitchFamily="18" charset="0"/>
                                </a:rPr>
                              </m:ctrlPr>
                            </m:accPr>
                            <m:e>
                              <m:r>
                                <a:rPr lang="en-GB" altLang="zh-CN" i="1">
                                  <a:solidFill>
                                    <a:schemeClr val="tx1"/>
                                  </a:solidFill>
                                  <a:latin typeface="Cambria Math" panose="02040503050406030204" pitchFamily="18" charset="0"/>
                                </a:rPr>
                                <m:t>𝑥</m:t>
                              </m:r>
                            </m:e>
                          </m:acc>
                        </m:e>
                        <m:sub>
                          <m:r>
                            <a:rPr lang="en-GB" altLang="zh-CN" i="1">
                              <a:solidFill>
                                <a:schemeClr val="tx1"/>
                              </a:solidFill>
                              <a:latin typeface="Cambria Math" panose="02040503050406030204" pitchFamily="18" charset="0"/>
                            </a:rPr>
                            <m:t>𝑘</m:t>
                          </m:r>
                          <m:r>
                            <a:rPr lang="en-GB" altLang="zh-CN" i="1">
                              <a:solidFill>
                                <a:schemeClr val="tx1"/>
                              </a:solidFill>
                              <a:latin typeface="Cambria Math" panose="02040503050406030204" pitchFamily="18" charset="0"/>
                            </a:rPr>
                            <m:t>−1</m:t>
                          </m:r>
                        </m:sub>
                      </m:sSub>
                      <m:r>
                        <a:rPr lang="en-GB" altLang="zh-CN" i="1">
                          <a:solidFill>
                            <a:schemeClr val="tx1"/>
                          </a:solidFill>
                          <a:latin typeface="Cambria Math" panose="02040503050406030204" pitchFamily="18" charset="0"/>
                        </a:rPr>
                        <m:t>+</m:t>
                      </m:r>
                      <m:r>
                        <a:rPr lang="en-GB" altLang="zh-CN" i="1">
                          <a:solidFill>
                            <a:schemeClr val="tx1"/>
                          </a:solidFill>
                          <a:latin typeface="Cambria Math" panose="02040503050406030204" pitchFamily="18" charset="0"/>
                        </a:rPr>
                        <m:t>𝐵</m:t>
                      </m:r>
                      <m:sSub>
                        <m:sSubPr>
                          <m:ctrlPr>
                            <a:rPr lang="en-GB" altLang="zh-CN" i="1">
                              <a:solidFill>
                                <a:schemeClr val="tx1"/>
                              </a:solidFill>
                              <a:latin typeface="Cambria Math" panose="02040503050406030204" pitchFamily="18" charset="0"/>
                            </a:rPr>
                          </m:ctrlPr>
                        </m:sSubPr>
                        <m:e>
                          <m:r>
                            <a:rPr lang="en-GB" altLang="zh-CN" i="1">
                              <a:solidFill>
                                <a:schemeClr val="tx1"/>
                              </a:solidFill>
                              <a:latin typeface="Cambria Math" panose="02040503050406030204" pitchFamily="18" charset="0"/>
                            </a:rPr>
                            <m:t>𝑢</m:t>
                          </m:r>
                        </m:e>
                        <m:sub>
                          <m:r>
                            <a:rPr lang="en-GB" altLang="zh-CN" i="1">
                              <a:solidFill>
                                <a:schemeClr val="tx1"/>
                              </a:solidFill>
                              <a:latin typeface="Cambria Math" panose="02040503050406030204" pitchFamily="18" charset="0"/>
                            </a:rPr>
                            <m:t>𝑘</m:t>
                          </m:r>
                        </m:sub>
                      </m:sSub>
                    </m:oMath>
                  </m:oMathPara>
                </a14:m>
                <a:endParaRPr lang="en-GB" altLang="zh-CN" sz="1600" dirty="0">
                  <a:solidFill>
                    <a:schemeClr val="tx1"/>
                  </a:solidFill>
                </a:endParaRPr>
              </a:p>
              <a:p>
                <a:pPr algn="ctr">
                  <a:lnSpc>
                    <a:spcPct val="150000"/>
                  </a:lnSpc>
                </a:pPr>
                <a14:m>
                  <m:oMathPara xmlns:m="http://schemas.openxmlformats.org/officeDocument/2006/math">
                    <m:oMathParaPr>
                      <m:jc m:val="centerGroup"/>
                    </m:oMathParaPr>
                    <m:oMath xmlns:m="http://schemas.openxmlformats.org/officeDocument/2006/math">
                      <m:sSub>
                        <m:sSubPr>
                          <m:ctrlPr>
                            <a:rPr lang="en-GB" altLang="zh-CN" i="1">
                              <a:solidFill>
                                <a:schemeClr val="tx1"/>
                              </a:solidFill>
                              <a:latin typeface="Cambria Math" panose="02040503050406030204" pitchFamily="18" charset="0"/>
                            </a:rPr>
                          </m:ctrlPr>
                        </m:sSubPr>
                        <m:e>
                          <m:r>
                            <a:rPr lang="en-GB" altLang="zh-CN" i="1">
                              <a:solidFill>
                                <a:schemeClr val="tx1"/>
                              </a:solidFill>
                              <a:latin typeface="Cambria Math" panose="02040503050406030204" pitchFamily="18" charset="0"/>
                            </a:rPr>
                            <m:t>𝑃</m:t>
                          </m:r>
                        </m:e>
                        <m:sub>
                          <m:r>
                            <a:rPr lang="en-GB" altLang="zh-CN" i="1">
                              <a:solidFill>
                                <a:schemeClr val="tx1"/>
                              </a:solidFill>
                              <a:latin typeface="Cambria Math" panose="02040503050406030204" pitchFamily="18" charset="0"/>
                            </a:rPr>
                            <m:t>𝑘</m:t>
                          </m:r>
                          <m:r>
                            <a:rPr lang="en-GB" altLang="zh-CN" i="1">
                              <a:solidFill>
                                <a:schemeClr val="tx1"/>
                              </a:solidFill>
                              <a:latin typeface="Cambria Math" panose="02040503050406030204" pitchFamily="18" charset="0"/>
                            </a:rPr>
                            <m:t>−</m:t>
                          </m:r>
                        </m:sub>
                      </m:sSub>
                      <m:r>
                        <a:rPr lang="en-GB" altLang="zh-CN" i="1">
                          <a:solidFill>
                            <a:schemeClr val="tx1"/>
                          </a:solidFill>
                          <a:latin typeface="Cambria Math" panose="02040503050406030204" pitchFamily="18" charset="0"/>
                        </a:rPr>
                        <m:t>=</m:t>
                      </m:r>
                      <m:r>
                        <a:rPr lang="en-GB" altLang="zh-CN" i="1">
                          <a:solidFill>
                            <a:schemeClr val="tx1"/>
                          </a:solidFill>
                          <a:latin typeface="Cambria Math" panose="02040503050406030204" pitchFamily="18" charset="0"/>
                        </a:rPr>
                        <m:t>𝐹</m:t>
                      </m:r>
                      <m:sSub>
                        <m:sSubPr>
                          <m:ctrlPr>
                            <a:rPr lang="en-GB" altLang="zh-CN" i="1">
                              <a:solidFill>
                                <a:schemeClr val="tx1"/>
                              </a:solidFill>
                              <a:latin typeface="Cambria Math" panose="02040503050406030204" pitchFamily="18" charset="0"/>
                            </a:rPr>
                          </m:ctrlPr>
                        </m:sSubPr>
                        <m:e>
                          <m:r>
                            <a:rPr lang="en-GB" altLang="zh-CN" i="1">
                              <a:solidFill>
                                <a:schemeClr val="tx1"/>
                              </a:solidFill>
                              <a:latin typeface="Cambria Math" panose="02040503050406030204" pitchFamily="18" charset="0"/>
                            </a:rPr>
                            <m:t>𝑃</m:t>
                          </m:r>
                        </m:e>
                        <m:sub>
                          <m:r>
                            <a:rPr lang="en-GB" altLang="zh-CN" i="1">
                              <a:solidFill>
                                <a:schemeClr val="tx1"/>
                              </a:solidFill>
                              <a:latin typeface="Cambria Math" panose="02040503050406030204" pitchFamily="18" charset="0"/>
                            </a:rPr>
                            <m:t>𝑘</m:t>
                          </m:r>
                          <m:r>
                            <a:rPr lang="en-GB" altLang="zh-CN" i="1">
                              <a:solidFill>
                                <a:schemeClr val="tx1"/>
                              </a:solidFill>
                              <a:latin typeface="Cambria Math" panose="02040503050406030204" pitchFamily="18" charset="0"/>
                            </a:rPr>
                            <m:t>−1</m:t>
                          </m:r>
                        </m:sub>
                      </m:sSub>
                      <m:sSup>
                        <m:sSupPr>
                          <m:ctrlPr>
                            <a:rPr lang="en-GB" altLang="zh-CN" i="1">
                              <a:solidFill>
                                <a:schemeClr val="tx1"/>
                              </a:solidFill>
                              <a:latin typeface="Cambria Math" panose="02040503050406030204" pitchFamily="18" charset="0"/>
                            </a:rPr>
                          </m:ctrlPr>
                        </m:sSupPr>
                        <m:e>
                          <m:r>
                            <a:rPr lang="en-GB" altLang="zh-CN" i="1">
                              <a:solidFill>
                                <a:schemeClr val="tx1"/>
                              </a:solidFill>
                              <a:latin typeface="Cambria Math" panose="02040503050406030204" pitchFamily="18" charset="0"/>
                            </a:rPr>
                            <m:t>𝐹</m:t>
                          </m:r>
                        </m:e>
                        <m:sup>
                          <m:r>
                            <a:rPr lang="en-GB" altLang="zh-CN" i="1">
                              <a:solidFill>
                                <a:schemeClr val="tx1"/>
                              </a:solidFill>
                              <a:latin typeface="Cambria Math" panose="02040503050406030204" pitchFamily="18" charset="0"/>
                            </a:rPr>
                            <m:t>𝑇</m:t>
                          </m:r>
                        </m:sup>
                      </m:sSup>
                      <m:r>
                        <a:rPr lang="en-GB" altLang="zh-CN" i="1">
                          <a:solidFill>
                            <a:schemeClr val="tx1"/>
                          </a:solidFill>
                          <a:latin typeface="Cambria Math" panose="02040503050406030204" pitchFamily="18" charset="0"/>
                        </a:rPr>
                        <m:t>+</m:t>
                      </m:r>
                      <m:sSub>
                        <m:sSubPr>
                          <m:ctrlPr>
                            <a:rPr lang="en-GB" altLang="zh-CN" i="1">
                              <a:solidFill>
                                <a:schemeClr val="tx1"/>
                              </a:solidFill>
                              <a:latin typeface="Cambria Math" panose="02040503050406030204" pitchFamily="18" charset="0"/>
                            </a:rPr>
                          </m:ctrlPr>
                        </m:sSubPr>
                        <m:e>
                          <m:r>
                            <a:rPr lang="en-GB" altLang="zh-CN" i="1">
                              <a:solidFill>
                                <a:schemeClr val="tx1"/>
                              </a:solidFill>
                              <a:latin typeface="Cambria Math" panose="02040503050406030204" pitchFamily="18" charset="0"/>
                            </a:rPr>
                            <m:t>𝑄</m:t>
                          </m:r>
                        </m:e>
                        <m:sub>
                          <m:r>
                            <a:rPr lang="en-GB" altLang="zh-CN" i="1">
                              <a:solidFill>
                                <a:schemeClr val="tx1"/>
                              </a:solidFill>
                              <a:latin typeface="Cambria Math" panose="02040503050406030204" pitchFamily="18" charset="0"/>
                            </a:rPr>
                            <m:t>𝑘</m:t>
                          </m:r>
                        </m:sub>
                      </m:sSub>
                    </m:oMath>
                  </m:oMathPara>
                </a14:m>
                <a:endParaRPr lang="en-GB" altLang="zh-CN" sz="1600" dirty="0">
                  <a:solidFill>
                    <a:schemeClr val="tx1"/>
                  </a:solidFill>
                </a:endParaRPr>
              </a:p>
              <a:p>
                <a:pPr>
                  <a:lnSpc>
                    <a:spcPct val="100000"/>
                  </a:lnSpc>
                </a:pPr>
                <a:r>
                  <a:rPr lang="en-GB" altLang="zh-CN" sz="1600" dirty="0">
                    <a:solidFill>
                      <a:srgbClr val="003399"/>
                    </a:solidFill>
                  </a:rPr>
                  <a:t>Updating</a:t>
                </a:r>
              </a:p>
              <a:p>
                <a:pPr>
                  <a:lnSpc>
                    <a:spcPct val="150000"/>
                  </a:lnSpc>
                </a:pPr>
                <a14:m>
                  <m:oMathPara xmlns:m="http://schemas.openxmlformats.org/officeDocument/2006/math">
                    <m:oMathParaPr>
                      <m:jc m:val="centerGroup"/>
                    </m:oMathParaPr>
                    <m:oMath xmlns:m="http://schemas.openxmlformats.org/officeDocument/2006/math">
                      <m:sSub>
                        <m:sSubPr>
                          <m:ctrlPr>
                            <a:rPr lang="en-GB" altLang="zh-CN" i="1">
                              <a:latin typeface="Cambria Math" panose="02040503050406030204" pitchFamily="18" charset="0"/>
                            </a:rPr>
                          </m:ctrlPr>
                        </m:sSubPr>
                        <m:e>
                          <m:r>
                            <a:rPr lang="en-GB" altLang="zh-CN" i="1">
                              <a:latin typeface="Cambria Math" panose="02040503050406030204" pitchFamily="18" charset="0"/>
                            </a:rPr>
                            <m:t>𝐾</m:t>
                          </m:r>
                        </m:e>
                        <m:sub>
                          <m:r>
                            <a:rPr lang="en-GB" altLang="zh-CN" i="1">
                              <a:latin typeface="Cambria Math" panose="02040503050406030204" pitchFamily="18" charset="0"/>
                            </a:rPr>
                            <m:t>𝑘</m:t>
                          </m:r>
                        </m:sub>
                      </m:sSub>
                      <m:r>
                        <a:rPr lang="en-GB" altLang="zh-CN" b="0" i="1" smtClean="0">
                          <a:latin typeface="Cambria Math" panose="02040503050406030204" pitchFamily="18" charset="0"/>
                        </a:rPr>
                        <m:t>=</m:t>
                      </m:r>
                      <m:sSub>
                        <m:sSubPr>
                          <m:ctrlPr>
                            <a:rPr lang="en-GB" altLang="zh-CN" i="1" smtClean="0">
                              <a:solidFill>
                                <a:schemeClr val="tx1"/>
                              </a:solidFill>
                              <a:latin typeface="Cambria Math" panose="02040503050406030204" pitchFamily="18" charset="0"/>
                            </a:rPr>
                          </m:ctrlPr>
                        </m:sSubPr>
                        <m:e>
                          <m:r>
                            <a:rPr lang="en-GB" altLang="zh-CN" i="1">
                              <a:solidFill>
                                <a:schemeClr val="tx1"/>
                              </a:solidFill>
                              <a:latin typeface="Cambria Math" panose="02040503050406030204" pitchFamily="18" charset="0"/>
                            </a:rPr>
                            <m:t>𝑃</m:t>
                          </m:r>
                        </m:e>
                        <m:sub>
                          <m:r>
                            <a:rPr lang="en-GB" altLang="zh-CN" i="1">
                              <a:solidFill>
                                <a:schemeClr val="tx1"/>
                              </a:solidFill>
                              <a:latin typeface="Cambria Math" panose="02040503050406030204" pitchFamily="18" charset="0"/>
                            </a:rPr>
                            <m:t>𝑘</m:t>
                          </m:r>
                          <m:r>
                            <a:rPr lang="en-GB" altLang="zh-CN" i="1">
                              <a:solidFill>
                                <a:schemeClr val="tx1"/>
                              </a:solidFill>
                              <a:latin typeface="Cambria Math" panose="02040503050406030204" pitchFamily="18" charset="0"/>
                            </a:rPr>
                            <m:t>−</m:t>
                          </m:r>
                        </m:sub>
                      </m:sSub>
                      <m:r>
                        <a:rPr lang="en-GB" altLang="zh-CN" i="1">
                          <a:solidFill>
                            <a:schemeClr val="tx1"/>
                          </a:solidFill>
                          <a:latin typeface="Cambria Math" panose="02040503050406030204" pitchFamily="18" charset="0"/>
                        </a:rPr>
                        <m:t> </m:t>
                      </m:r>
                      <m:sSubSup>
                        <m:sSubSupPr>
                          <m:ctrlPr>
                            <a:rPr lang="en-GB" altLang="zh-CN" i="1">
                              <a:solidFill>
                                <a:schemeClr val="tx1"/>
                              </a:solidFill>
                              <a:latin typeface="Cambria Math" panose="02040503050406030204" pitchFamily="18" charset="0"/>
                            </a:rPr>
                          </m:ctrlPr>
                        </m:sSubSupPr>
                        <m:e>
                          <m:r>
                            <a:rPr lang="en-GB" altLang="zh-CN" i="1">
                              <a:solidFill>
                                <a:schemeClr val="tx1"/>
                              </a:solidFill>
                              <a:latin typeface="Cambria Math" panose="02040503050406030204" pitchFamily="18" charset="0"/>
                            </a:rPr>
                            <m:t>𝐻</m:t>
                          </m:r>
                        </m:e>
                        <m:sub>
                          <m:r>
                            <a:rPr lang="en-GB" altLang="zh-CN" i="1">
                              <a:solidFill>
                                <a:schemeClr val="tx1"/>
                              </a:solidFill>
                              <a:latin typeface="Cambria Math" panose="02040503050406030204" pitchFamily="18" charset="0"/>
                            </a:rPr>
                            <m:t>𝑘</m:t>
                          </m:r>
                        </m:sub>
                        <m:sup>
                          <m:r>
                            <a:rPr lang="en-GB" altLang="zh-CN" i="1">
                              <a:solidFill>
                                <a:schemeClr val="tx1"/>
                              </a:solidFill>
                              <a:latin typeface="Cambria Math" panose="02040503050406030204" pitchFamily="18" charset="0"/>
                            </a:rPr>
                            <m:t>𝑇</m:t>
                          </m:r>
                        </m:sup>
                      </m:sSubSup>
                      <m:sSup>
                        <m:sSupPr>
                          <m:ctrlPr>
                            <a:rPr lang="en-GB" altLang="zh-CN" i="1">
                              <a:solidFill>
                                <a:schemeClr val="tx1"/>
                              </a:solidFill>
                              <a:latin typeface="Cambria Math" panose="02040503050406030204" pitchFamily="18" charset="0"/>
                            </a:rPr>
                          </m:ctrlPr>
                        </m:sSupPr>
                        <m:e>
                          <m:d>
                            <m:dPr>
                              <m:ctrlPr>
                                <a:rPr lang="en-GB" altLang="zh-CN" i="1">
                                  <a:solidFill>
                                    <a:schemeClr val="tx1"/>
                                  </a:solidFill>
                                  <a:latin typeface="Cambria Math" panose="02040503050406030204" pitchFamily="18" charset="0"/>
                                </a:rPr>
                              </m:ctrlPr>
                            </m:dPr>
                            <m:e>
                              <m:sSub>
                                <m:sSubPr>
                                  <m:ctrlPr>
                                    <a:rPr lang="en-GB" altLang="zh-CN" i="1">
                                      <a:solidFill>
                                        <a:schemeClr val="tx1"/>
                                      </a:solidFill>
                                      <a:latin typeface="Cambria Math" panose="02040503050406030204" pitchFamily="18" charset="0"/>
                                    </a:rPr>
                                  </m:ctrlPr>
                                </m:sSubPr>
                                <m:e>
                                  <m:r>
                                    <a:rPr lang="en-GB" altLang="zh-CN" i="1">
                                      <a:solidFill>
                                        <a:schemeClr val="tx1"/>
                                      </a:solidFill>
                                      <a:latin typeface="Cambria Math" panose="02040503050406030204" pitchFamily="18" charset="0"/>
                                    </a:rPr>
                                    <m:t>𝐻</m:t>
                                  </m:r>
                                </m:e>
                                <m:sub>
                                  <m:r>
                                    <a:rPr lang="en-GB" altLang="zh-CN" i="1">
                                      <a:solidFill>
                                        <a:schemeClr val="tx1"/>
                                      </a:solidFill>
                                      <a:latin typeface="Cambria Math" panose="02040503050406030204" pitchFamily="18" charset="0"/>
                                    </a:rPr>
                                    <m:t>𝑘</m:t>
                                  </m:r>
                                </m:sub>
                              </m:sSub>
                              <m:r>
                                <a:rPr lang="en-GB" altLang="zh-CN" i="1">
                                  <a:solidFill>
                                    <a:schemeClr val="tx1"/>
                                  </a:solidFill>
                                  <a:latin typeface="Cambria Math" panose="02040503050406030204" pitchFamily="18" charset="0"/>
                                </a:rPr>
                                <m:t> </m:t>
                              </m:r>
                              <m:sSub>
                                <m:sSubPr>
                                  <m:ctrlPr>
                                    <a:rPr lang="en-GB" altLang="zh-CN" i="1">
                                      <a:solidFill>
                                        <a:schemeClr val="tx1"/>
                                      </a:solidFill>
                                      <a:latin typeface="Cambria Math" panose="02040503050406030204" pitchFamily="18" charset="0"/>
                                    </a:rPr>
                                  </m:ctrlPr>
                                </m:sSubPr>
                                <m:e>
                                  <m:r>
                                    <a:rPr lang="en-GB" altLang="zh-CN" i="1">
                                      <a:solidFill>
                                        <a:schemeClr val="tx1"/>
                                      </a:solidFill>
                                      <a:latin typeface="Cambria Math" panose="02040503050406030204" pitchFamily="18" charset="0"/>
                                    </a:rPr>
                                    <m:t>𝑃</m:t>
                                  </m:r>
                                </m:e>
                                <m:sub>
                                  <m:r>
                                    <a:rPr lang="en-GB" altLang="zh-CN" i="1">
                                      <a:solidFill>
                                        <a:schemeClr val="tx1"/>
                                      </a:solidFill>
                                      <a:latin typeface="Cambria Math" panose="02040503050406030204" pitchFamily="18" charset="0"/>
                                    </a:rPr>
                                    <m:t>𝑘</m:t>
                                  </m:r>
                                  <m:r>
                                    <a:rPr lang="en-GB" altLang="zh-CN" i="1">
                                      <a:solidFill>
                                        <a:schemeClr val="tx1"/>
                                      </a:solidFill>
                                      <a:latin typeface="Cambria Math" panose="02040503050406030204" pitchFamily="18" charset="0"/>
                                    </a:rPr>
                                    <m:t>−</m:t>
                                  </m:r>
                                </m:sub>
                              </m:sSub>
                              <m:r>
                                <a:rPr lang="en-GB" altLang="zh-CN" i="1">
                                  <a:solidFill>
                                    <a:schemeClr val="tx1"/>
                                  </a:solidFill>
                                  <a:latin typeface="Cambria Math" panose="02040503050406030204" pitchFamily="18" charset="0"/>
                                </a:rPr>
                                <m:t> </m:t>
                              </m:r>
                              <m:sSubSup>
                                <m:sSubSupPr>
                                  <m:ctrlPr>
                                    <a:rPr lang="en-GB" altLang="zh-CN" i="1">
                                      <a:solidFill>
                                        <a:schemeClr val="tx1"/>
                                      </a:solidFill>
                                      <a:latin typeface="Cambria Math" panose="02040503050406030204" pitchFamily="18" charset="0"/>
                                    </a:rPr>
                                  </m:ctrlPr>
                                </m:sSubSupPr>
                                <m:e>
                                  <m:r>
                                    <a:rPr lang="en-GB" altLang="zh-CN" i="1">
                                      <a:solidFill>
                                        <a:schemeClr val="tx1"/>
                                      </a:solidFill>
                                      <a:latin typeface="Cambria Math" panose="02040503050406030204" pitchFamily="18" charset="0"/>
                                    </a:rPr>
                                    <m:t>𝐻</m:t>
                                  </m:r>
                                </m:e>
                                <m:sub>
                                  <m:r>
                                    <a:rPr lang="en-GB" altLang="zh-CN" i="1">
                                      <a:solidFill>
                                        <a:schemeClr val="tx1"/>
                                      </a:solidFill>
                                      <a:latin typeface="Cambria Math" panose="02040503050406030204" pitchFamily="18" charset="0"/>
                                    </a:rPr>
                                    <m:t>𝑘</m:t>
                                  </m:r>
                                </m:sub>
                                <m:sup>
                                  <m:r>
                                    <a:rPr lang="en-GB" altLang="zh-CN" i="1">
                                      <a:solidFill>
                                        <a:schemeClr val="tx1"/>
                                      </a:solidFill>
                                      <a:latin typeface="Cambria Math" panose="02040503050406030204" pitchFamily="18" charset="0"/>
                                    </a:rPr>
                                    <m:t>𝑇</m:t>
                                  </m:r>
                                </m:sup>
                              </m:sSubSup>
                              <m:r>
                                <a:rPr lang="en-GB" altLang="zh-CN" i="1">
                                  <a:solidFill>
                                    <a:schemeClr val="tx1"/>
                                  </a:solidFill>
                                  <a:latin typeface="Cambria Math" panose="02040503050406030204" pitchFamily="18" charset="0"/>
                                </a:rPr>
                                <m:t>+</m:t>
                              </m:r>
                              <m:sSub>
                                <m:sSubPr>
                                  <m:ctrlPr>
                                    <a:rPr lang="en-GB" altLang="zh-CN" i="1">
                                      <a:solidFill>
                                        <a:schemeClr val="tx1"/>
                                      </a:solidFill>
                                      <a:latin typeface="Cambria Math" panose="02040503050406030204" pitchFamily="18" charset="0"/>
                                    </a:rPr>
                                  </m:ctrlPr>
                                </m:sSubPr>
                                <m:e>
                                  <m:r>
                                    <a:rPr lang="en-GB" altLang="zh-CN" i="1">
                                      <a:solidFill>
                                        <a:schemeClr val="tx1"/>
                                      </a:solidFill>
                                      <a:latin typeface="Cambria Math" panose="02040503050406030204" pitchFamily="18" charset="0"/>
                                    </a:rPr>
                                    <m:t>𝑅</m:t>
                                  </m:r>
                                </m:e>
                                <m:sub>
                                  <m:r>
                                    <a:rPr lang="en-GB" altLang="zh-CN" i="1">
                                      <a:solidFill>
                                        <a:schemeClr val="tx1"/>
                                      </a:solidFill>
                                      <a:latin typeface="Cambria Math" panose="02040503050406030204" pitchFamily="18" charset="0"/>
                                    </a:rPr>
                                    <m:t>𝑘</m:t>
                                  </m:r>
                                </m:sub>
                              </m:sSub>
                            </m:e>
                          </m:d>
                        </m:e>
                        <m:sup>
                          <m:r>
                            <a:rPr lang="en-GB" altLang="zh-CN" i="1">
                              <a:solidFill>
                                <a:schemeClr val="tx1"/>
                              </a:solidFill>
                              <a:latin typeface="Cambria Math" panose="02040503050406030204" pitchFamily="18" charset="0"/>
                            </a:rPr>
                            <m:t>−1</m:t>
                          </m:r>
                        </m:sup>
                      </m:sSup>
                    </m:oMath>
                  </m:oMathPara>
                </a14:m>
                <a:endParaRPr lang="en-GB" altLang="zh-CN" sz="1600" dirty="0">
                  <a:solidFill>
                    <a:srgbClr val="003399"/>
                  </a:solidFill>
                </a:endParaRPr>
              </a:p>
              <a:p>
                <a:pPr algn="ctr">
                  <a:lnSpc>
                    <a:spcPct val="150000"/>
                  </a:lnSpc>
                </a:pPr>
                <a14:m>
                  <m:oMathPara xmlns:m="http://schemas.openxmlformats.org/officeDocument/2006/math">
                    <m:oMathParaPr>
                      <m:jc m:val="centerGroup"/>
                    </m:oMathParaPr>
                    <m:oMath xmlns:m="http://schemas.openxmlformats.org/officeDocument/2006/math">
                      <m:sSub>
                        <m:sSubPr>
                          <m:ctrlPr>
                            <a:rPr lang="en-GB" altLang="zh-CN" i="1" smtClean="0">
                              <a:solidFill>
                                <a:schemeClr val="tx1"/>
                              </a:solidFill>
                              <a:latin typeface="Cambria Math" panose="02040503050406030204" pitchFamily="18" charset="0"/>
                            </a:rPr>
                          </m:ctrlPr>
                        </m:sSubPr>
                        <m:e>
                          <m:acc>
                            <m:accPr>
                              <m:chr m:val="̂"/>
                              <m:ctrlPr>
                                <a:rPr lang="en-GB" altLang="zh-CN" i="1">
                                  <a:solidFill>
                                    <a:schemeClr val="tx1"/>
                                  </a:solidFill>
                                  <a:latin typeface="Cambria Math" panose="02040503050406030204" pitchFamily="18" charset="0"/>
                                </a:rPr>
                              </m:ctrlPr>
                            </m:accPr>
                            <m:e>
                              <m:r>
                                <a:rPr lang="en-GB" altLang="zh-CN" i="1">
                                  <a:solidFill>
                                    <a:schemeClr val="tx1"/>
                                  </a:solidFill>
                                  <a:latin typeface="Cambria Math" panose="02040503050406030204" pitchFamily="18" charset="0"/>
                                </a:rPr>
                                <m:t>𝑥</m:t>
                              </m:r>
                            </m:e>
                          </m:acc>
                        </m:e>
                        <m:sub>
                          <m:r>
                            <a:rPr lang="en-GB" altLang="zh-CN" i="1">
                              <a:solidFill>
                                <a:schemeClr val="tx1"/>
                              </a:solidFill>
                              <a:latin typeface="Cambria Math" panose="02040503050406030204" pitchFamily="18" charset="0"/>
                            </a:rPr>
                            <m:t>𝑘</m:t>
                          </m:r>
                        </m:sub>
                      </m:sSub>
                      <m:r>
                        <a:rPr lang="en-GB" altLang="zh-CN" i="1">
                          <a:solidFill>
                            <a:schemeClr val="tx1"/>
                          </a:solidFill>
                          <a:latin typeface="Cambria Math" panose="02040503050406030204" pitchFamily="18" charset="0"/>
                        </a:rPr>
                        <m:t>=</m:t>
                      </m:r>
                      <m:sSub>
                        <m:sSubPr>
                          <m:ctrlPr>
                            <a:rPr lang="en-GB" altLang="zh-CN" i="1">
                              <a:solidFill>
                                <a:schemeClr val="tx1"/>
                              </a:solidFill>
                              <a:latin typeface="Cambria Math" panose="02040503050406030204" pitchFamily="18" charset="0"/>
                            </a:rPr>
                          </m:ctrlPr>
                        </m:sSubPr>
                        <m:e>
                          <m:acc>
                            <m:accPr>
                              <m:chr m:val="̂"/>
                              <m:ctrlPr>
                                <a:rPr lang="en-GB" altLang="zh-CN" i="1">
                                  <a:solidFill>
                                    <a:schemeClr val="tx1"/>
                                  </a:solidFill>
                                  <a:latin typeface="Cambria Math" panose="02040503050406030204" pitchFamily="18" charset="0"/>
                                </a:rPr>
                              </m:ctrlPr>
                            </m:accPr>
                            <m:e>
                              <m:r>
                                <a:rPr lang="en-GB" altLang="zh-CN" i="1">
                                  <a:solidFill>
                                    <a:schemeClr val="tx1"/>
                                  </a:solidFill>
                                  <a:latin typeface="Cambria Math" panose="02040503050406030204" pitchFamily="18" charset="0"/>
                                </a:rPr>
                                <m:t>𝑥</m:t>
                              </m:r>
                            </m:e>
                          </m:acc>
                        </m:e>
                        <m:sub>
                          <m:r>
                            <a:rPr lang="en-GB" altLang="zh-CN" i="1">
                              <a:solidFill>
                                <a:schemeClr val="tx1"/>
                              </a:solidFill>
                              <a:latin typeface="Cambria Math" panose="02040503050406030204" pitchFamily="18" charset="0"/>
                            </a:rPr>
                            <m:t>𝑘</m:t>
                          </m:r>
                          <m:r>
                            <a:rPr lang="en-GB" altLang="zh-CN" i="1">
                              <a:solidFill>
                                <a:schemeClr val="tx1"/>
                              </a:solidFill>
                              <a:latin typeface="Cambria Math" panose="02040503050406030204" pitchFamily="18" charset="0"/>
                            </a:rPr>
                            <m:t>−</m:t>
                          </m:r>
                        </m:sub>
                      </m:sSub>
                      <m:r>
                        <a:rPr lang="en-GB" altLang="zh-CN" i="1">
                          <a:solidFill>
                            <a:schemeClr val="tx1"/>
                          </a:solidFill>
                          <a:latin typeface="Cambria Math" panose="02040503050406030204" pitchFamily="18" charset="0"/>
                        </a:rPr>
                        <m:t>+</m:t>
                      </m:r>
                      <m:sSub>
                        <m:sSubPr>
                          <m:ctrlPr>
                            <a:rPr lang="en-GB" altLang="zh-CN" i="1">
                              <a:latin typeface="Cambria Math" panose="02040503050406030204" pitchFamily="18" charset="0"/>
                            </a:rPr>
                          </m:ctrlPr>
                        </m:sSubPr>
                        <m:e>
                          <m:r>
                            <a:rPr lang="en-GB" altLang="zh-CN" i="1">
                              <a:latin typeface="Cambria Math" panose="02040503050406030204" pitchFamily="18" charset="0"/>
                            </a:rPr>
                            <m:t>𝐾</m:t>
                          </m:r>
                        </m:e>
                        <m:sub>
                          <m:r>
                            <a:rPr lang="en-GB" altLang="zh-CN" i="1">
                              <a:latin typeface="Cambria Math" panose="02040503050406030204" pitchFamily="18" charset="0"/>
                            </a:rPr>
                            <m:t>𝑘</m:t>
                          </m:r>
                        </m:sub>
                      </m:sSub>
                      <m:d>
                        <m:dPr>
                          <m:ctrlPr>
                            <a:rPr lang="en-GB" altLang="zh-CN" i="1">
                              <a:solidFill>
                                <a:schemeClr val="tx1"/>
                              </a:solidFill>
                              <a:latin typeface="Cambria Math" panose="02040503050406030204" pitchFamily="18" charset="0"/>
                            </a:rPr>
                          </m:ctrlPr>
                        </m:dPr>
                        <m:e>
                          <m:sSub>
                            <m:sSubPr>
                              <m:ctrlPr>
                                <a:rPr lang="en-GB" altLang="zh-CN" i="1">
                                  <a:solidFill>
                                    <a:schemeClr val="tx1"/>
                                  </a:solidFill>
                                  <a:latin typeface="Cambria Math" panose="02040503050406030204" pitchFamily="18" charset="0"/>
                                </a:rPr>
                              </m:ctrlPr>
                            </m:sSubPr>
                            <m:e>
                              <m:r>
                                <a:rPr lang="en-GB" altLang="zh-CN" i="1">
                                  <a:solidFill>
                                    <a:schemeClr val="tx1"/>
                                  </a:solidFill>
                                  <a:latin typeface="Cambria Math" panose="02040503050406030204" pitchFamily="18" charset="0"/>
                                </a:rPr>
                                <m:t>𝑧</m:t>
                              </m:r>
                            </m:e>
                            <m:sub>
                              <m:r>
                                <a:rPr lang="en-GB" altLang="zh-CN" i="1">
                                  <a:solidFill>
                                    <a:schemeClr val="tx1"/>
                                  </a:solidFill>
                                  <a:latin typeface="Cambria Math" panose="02040503050406030204" pitchFamily="18" charset="0"/>
                                </a:rPr>
                                <m:t>𝑘</m:t>
                              </m:r>
                            </m:sub>
                          </m:sSub>
                          <m:r>
                            <a:rPr lang="en-GB" altLang="zh-CN" i="1">
                              <a:solidFill>
                                <a:schemeClr val="tx1"/>
                              </a:solidFill>
                              <a:latin typeface="Cambria Math" panose="02040503050406030204" pitchFamily="18" charset="0"/>
                            </a:rPr>
                            <m:t>−</m:t>
                          </m:r>
                          <m:sSub>
                            <m:sSubPr>
                              <m:ctrlPr>
                                <a:rPr lang="en-GB" altLang="zh-CN" i="1">
                                  <a:solidFill>
                                    <a:schemeClr val="tx1"/>
                                  </a:solidFill>
                                  <a:latin typeface="Cambria Math" panose="02040503050406030204" pitchFamily="18" charset="0"/>
                                </a:rPr>
                              </m:ctrlPr>
                            </m:sSubPr>
                            <m:e>
                              <m:r>
                                <a:rPr lang="en-GB" altLang="zh-CN" i="1">
                                  <a:solidFill>
                                    <a:schemeClr val="tx1"/>
                                  </a:solidFill>
                                  <a:latin typeface="Cambria Math" panose="02040503050406030204" pitchFamily="18" charset="0"/>
                                </a:rPr>
                                <m:t>𝐻</m:t>
                              </m:r>
                            </m:e>
                            <m:sub>
                              <m:r>
                                <a:rPr lang="en-GB" altLang="zh-CN" i="1">
                                  <a:solidFill>
                                    <a:schemeClr val="tx1"/>
                                  </a:solidFill>
                                  <a:latin typeface="Cambria Math" panose="02040503050406030204" pitchFamily="18" charset="0"/>
                                </a:rPr>
                                <m:t>𝑘</m:t>
                              </m:r>
                            </m:sub>
                          </m:sSub>
                          <m:r>
                            <a:rPr lang="en-GB" altLang="zh-CN" i="1">
                              <a:solidFill>
                                <a:schemeClr val="tx1"/>
                              </a:solidFill>
                              <a:latin typeface="Cambria Math" panose="02040503050406030204" pitchFamily="18" charset="0"/>
                            </a:rPr>
                            <m:t> </m:t>
                          </m:r>
                          <m:sSub>
                            <m:sSubPr>
                              <m:ctrlPr>
                                <a:rPr lang="en-GB" altLang="zh-CN" i="1">
                                  <a:solidFill>
                                    <a:schemeClr val="tx1"/>
                                  </a:solidFill>
                                  <a:latin typeface="Cambria Math" panose="02040503050406030204" pitchFamily="18" charset="0"/>
                                </a:rPr>
                              </m:ctrlPr>
                            </m:sSubPr>
                            <m:e>
                              <m:acc>
                                <m:accPr>
                                  <m:chr m:val="̂"/>
                                  <m:ctrlPr>
                                    <a:rPr lang="en-GB" altLang="zh-CN" i="1">
                                      <a:solidFill>
                                        <a:schemeClr val="tx1"/>
                                      </a:solidFill>
                                      <a:latin typeface="Cambria Math" panose="02040503050406030204" pitchFamily="18" charset="0"/>
                                    </a:rPr>
                                  </m:ctrlPr>
                                </m:accPr>
                                <m:e>
                                  <m:r>
                                    <a:rPr lang="en-GB" altLang="zh-CN" i="1">
                                      <a:solidFill>
                                        <a:schemeClr val="tx1"/>
                                      </a:solidFill>
                                      <a:latin typeface="Cambria Math" panose="02040503050406030204" pitchFamily="18" charset="0"/>
                                    </a:rPr>
                                    <m:t>𝑥</m:t>
                                  </m:r>
                                </m:e>
                              </m:acc>
                            </m:e>
                            <m:sub>
                              <m:r>
                                <a:rPr lang="en-GB" altLang="zh-CN" i="1">
                                  <a:solidFill>
                                    <a:schemeClr val="tx1"/>
                                  </a:solidFill>
                                  <a:latin typeface="Cambria Math" panose="02040503050406030204" pitchFamily="18" charset="0"/>
                                </a:rPr>
                                <m:t>𝑘</m:t>
                              </m:r>
                              <m:r>
                                <a:rPr lang="en-GB" altLang="zh-CN" i="1">
                                  <a:solidFill>
                                    <a:schemeClr val="tx1"/>
                                  </a:solidFill>
                                  <a:latin typeface="Cambria Math" panose="02040503050406030204" pitchFamily="18" charset="0"/>
                                </a:rPr>
                                <m:t>−</m:t>
                              </m:r>
                            </m:sub>
                          </m:sSub>
                        </m:e>
                      </m:d>
                    </m:oMath>
                  </m:oMathPara>
                </a14:m>
                <a:endParaRPr lang="en-GB" altLang="zh-CN" dirty="0">
                  <a:solidFill>
                    <a:schemeClr val="tx1"/>
                  </a:solidFill>
                </a:endParaRPr>
              </a:p>
              <a:p>
                <a:pPr algn="ctr">
                  <a:lnSpc>
                    <a:spcPct val="150000"/>
                  </a:lnSpc>
                </a:pPr>
                <a14:m>
                  <m:oMathPara xmlns:m="http://schemas.openxmlformats.org/officeDocument/2006/math">
                    <m:oMathParaPr>
                      <m:jc m:val="centerGroup"/>
                    </m:oMathParaPr>
                    <m:oMath xmlns:m="http://schemas.openxmlformats.org/officeDocument/2006/math">
                      <m:sSub>
                        <m:sSubPr>
                          <m:ctrlPr>
                            <a:rPr lang="en-GB" altLang="zh-CN" i="1">
                              <a:latin typeface="Cambria Math" panose="02040503050406030204" pitchFamily="18" charset="0"/>
                            </a:rPr>
                          </m:ctrlPr>
                        </m:sSubPr>
                        <m:e>
                          <m:r>
                            <a:rPr lang="en-GB" altLang="zh-CN" i="1">
                              <a:latin typeface="Cambria Math" panose="02040503050406030204" pitchFamily="18" charset="0"/>
                            </a:rPr>
                            <m:t>𝑃</m:t>
                          </m:r>
                        </m:e>
                        <m:sub>
                          <m:r>
                            <a:rPr lang="en-GB" altLang="zh-CN" i="1">
                              <a:latin typeface="Cambria Math" panose="02040503050406030204" pitchFamily="18" charset="0"/>
                            </a:rPr>
                            <m:t>𝑘</m:t>
                          </m:r>
                        </m:sub>
                      </m:sSub>
                      <m:r>
                        <a:rPr lang="en-GB" altLang="zh-CN" i="1">
                          <a:latin typeface="Cambria Math" panose="02040503050406030204" pitchFamily="18" charset="0"/>
                        </a:rPr>
                        <m:t>=</m:t>
                      </m:r>
                      <m:d>
                        <m:dPr>
                          <m:ctrlPr>
                            <a:rPr lang="en-GB" altLang="zh-CN" i="1">
                              <a:latin typeface="Cambria Math" panose="02040503050406030204" pitchFamily="18" charset="0"/>
                            </a:rPr>
                          </m:ctrlPr>
                        </m:dPr>
                        <m:e>
                          <m:r>
                            <a:rPr lang="en-GB" altLang="zh-CN" i="1">
                              <a:latin typeface="Cambria Math" panose="02040503050406030204" pitchFamily="18" charset="0"/>
                            </a:rPr>
                            <m:t>𝐼</m:t>
                          </m:r>
                          <m:r>
                            <a:rPr lang="en-GB" altLang="zh-CN" i="1">
                              <a:latin typeface="Cambria Math" panose="02040503050406030204" pitchFamily="18" charset="0"/>
                            </a:rPr>
                            <m:t>−</m:t>
                          </m:r>
                          <m:sSub>
                            <m:sSubPr>
                              <m:ctrlPr>
                                <a:rPr lang="en-GB" altLang="zh-CN" i="1">
                                  <a:latin typeface="Cambria Math" panose="02040503050406030204" pitchFamily="18" charset="0"/>
                                </a:rPr>
                              </m:ctrlPr>
                            </m:sSubPr>
                            <m:e>
                              <m:r>
                                <a:rPr lang="en-GB" altLang="zh-CN" i="1">
                                  <a:latin typeface="Cambria Math" panose="02040503050406030204" pitchFamily="18" charset="0"/>
                                </a:rPr>
                                <m:t>𝐾</m:t>
                              </m:r>
                            </m:e>
                            <m:sub>
                              <m:r>
                                <a:rPr lang="en-GB" altLang="zh-CN" i="1">
                                  <a:latin typeface="Cambria Math" panose="02040503050406030204" pitchFamily="18" charset="0"/>
                                </a:rPr>
                                <m:t>𝑘</m:t>
                              </m:r>
                            </m:sub>
                          </m:sSub>
                          <m:sSub>
                            <m:sSubPr>
                              <m:ctrlPr>
                                <a:rPr lang="en-GB" altLang="zh-CN" i="1">
                                  <a:latin typeface="Cambria Math" panose="02040503050406030204" pitchFamily="18" charset="0"/>
                                </a:rPr>
                              </m:ctrlPr>
                            </m:sSubPr>
                            <m:e>
                              <m:r>
                                <a:rPr lang="en-GB" altLang="zh-CN" i="1">
                                  <a:latin typeface="Cambria Math" panose="02040503050406030204" pitchFamily="18" charset="0"/>
                                </a:rPr>
                                <m:t>𝐻</m:t>
                              </m:r>
                            </m:e>
                            <m:sub>
                              <m:r>
                                <a:rPr lang="en-GB" altLang="zh-CN" i="1">
                                  <a:latin typeface="Cambria Math" panose="02040503050406030204" pitchFamily="18" charset="0"/>
                                </a:rPr>
                                <m:t>𝑘</m:t>
                              </m:r>
                            </m:sub>
                          </m:sSub>
                        </m:e>
                      </m:d>
                      <m:sSub>
                        <m:sSubPr>
                          <m:ctrlPr>
                            <a:rPr lang="en-GB" altLang="zh-CN" i="1">
                              <a:latin typeface="Cambria Math" panose="02040503050406030204" pitchFamily="18" charset="0"/>
                            </a:rPr>
                          </m:ctrlPr>
                        </m:sSubPr>
                        <m:e>
                          <m:r>
                            <a:rPr lang="en-GB" altLang="zh-CN" b="0" i="1" smtClean="0">
                              <a:latin typeface="Cambria Math" panose="02040503050406030204" pitchFamily="18" charset="0"/>
                            </a:rPr>
                            <m:t>𝑃</m:t>
                          </m:r>
                        </m:e>
                        <m:sub>
                          <m:r>
                            <a:rPr lang="en-GB" altLang="zh-CN" i="1">
                              <a:latin typeface="Cambria Math" panose="02040503050406030204" pitchFamily="18" charset="0"/>
                            </a:rPr>
                            <m:t>𝑘</m:t>
                          </m:r>
                          <m:r>
                            <a:rPr lang="en-GB" altLang="zh-CN" i="1">
                              <a:latin typeface="Cambria Math" panose="02040503050406030204" pitchFamily="18" charset="0"/>
                            </a:rPr>
                            <m:t>−</m:t>
                          </m:r>
                        </m:sub>
                      </m:sSub>
                    </m:oMath>
                  </m:oMathPara>
                </a14:m>
                <a:endParaRPr lang="en-GB" altLang="zh-CN" dirty="0">
                  <a:solidFill>
                    <a:schemeClr val="tx1"/>
                  </a:solidFill>
                </a:endParaRPr>
              </a:p>
            </p:txBody>
          </p:sp>
        </mc:Choice>
        <mc:Fallback xmlns="">
          <p:sp>
            <p:nvSpPr>
              <p:cNvPr id="6" name="文本占位符 5">
                <a:extLst>
                  <a:ext uri="{FF2B5EF4-FFF2-40B4-BE49-F238E27FC236}">
                    <a16:creationId xmlns:a16="http://schemas.microsoft.com/office/drawing/2014/main" id="{7B370F02-FE93-81B5-0FD4-6EF89F6179BB}"/>
                  </a:ext>
                </a:extLst>
              </p:cNvPr>
              <p:cNvSpPr>
                <a:spLocks noGrp="1" noRot="1" noChangeAspect="1" noMove="1" noResize="1" noEditPoints="1" noAdjustHandles="1" noChangeArrowheads="1" noChangeShapeType="1" noTextEdit="1"/>
              </p:cNvSpPr>
              <p:nvPr>
                <p:ph type="body" sz="quarter" idx="10"/>
              </p:nvPr>
            </p:nvSpPr>
            <p:spPr>
              <a:xfrm>
                <a:off x="628650" y="1274489"/>
                <a:ext cx="7785146" cy="3106738"/>
              </a:xfrm>
              <a:blipFill>
                <a:blip r:embed="rId2"/>
                <a:stretch>
                  <a:fillRect l="-326" t="-1626"/>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462874176"/>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a:extLst>
              <a:ext uri="{FF2B5EF4-FFF2-40B4-BE49-F238E27FC236}">
                <a16:creationId xmlns:a16="http://schemas.microsoft.com/office/drawing/2014/main" id="{5A07DAC7-EBD9-F69B-2743-3C1B6C2DACF1}"/>
              </a:ext>
            </a:extLst>
          </p:cNvPr>
          <p:cNvSpPr>
            <a:spLocks noGrp="1"/>
          </p:cNvSpPr>
          <p:nvPr>
            <p:ph type="title"/>
          </p:nvPr>
        </p:nvSpPr>
        <p:spPr>
          <a:xfrm>
            <a:off x="628649" y="559420"/>
            <a:ext cx="7732925" cy="630335"/>
          </a:xfrm>
        </p:spPr>
        <p:txBody>
          <a:bodyPr/>
          <a:lstStyle/>
          <a:p>
            <a:r>
              <a:rPr lang="en-GB" altLang="zh-CN" dirty="0"/>
              <a:t>Kalman Filter</a:t>
            </a:r>
            <a:endParaRPr lang="en-GB" dirty="0"/>
          </a:p>
        </p:txBody>
      </p:sp>
      <p:sp>
        <p:nvSpPr>
          <p:cNvPr id="6" name="文本占位符 5">
            <a:extLst>
              <a:ext uri="{FF2B5EF4-FFF2-40B4-BE49-F238E27FC236}">
                <a16:creationId xmlns:a16="http://schemas.microsoft.com/office/drawing/2014/main" id="{7B370F02-FE93-81B5-0FD4-6EF89F6179BB}"/>
              </a:ext>
            </a:extLst>
          </p:cNvPr>
          <p:cNvSpPr>
            <a:spLocks noGrp="1"/>
          </p:cNvSpPr>
          <p:nvPr>
            <p:ph type="body" sz="quarter" idx="10"/>
          </p:nvPr>
        </p:nvSpPr>
        <p:spPr>
          <a:xfrm>
            <a:off x="628650" y="1274489"/>
            <a:ext cx="7785146" cy="630238"/>
          </a:xfrm>
        </p:spPr>
        <p:txBody>
          <a:bodyPr/>
          <a:lstStyle/>
          <a:p>
            <a:r>
              <a:rPr lang="en-GB" dirty="0"/>
              <a:t>In summary, we started from the 1-D case, then, derived the 1-D case to n-D version. Finally, we introduced the </a:t>
            </a:r>
            <a:r>
              <a:rPr lang="en-GB" altLang="zh-CN" dirty="0"/>
              <a:t>measurement matrix to obtain the common version of </a:t>
            </a:r>
            <a:r>
              <a:rPr lang="en-GB" altLang="zh-CN" b="0" dirty="0"/>
              <a:t>Kalman Filter.</a:t>
            </a:r>
            <a:endParaRPr lang="en-GB" altLang="zh-CN" dirty="0">
              <a:solidFill>
                <a:schemeClr val="tx1"/>
              </a:solidFill>
            </a:endParaRPr>
          </a:p>
        </p:txBody>
      </p:sp>
      <p:sp>
        <p:nvSpPr>
          <p:cNvPr id="2" name="圆角矩形 1">
            <a:extLst>
              <a:ext uri="{FF2B5EF4-FFF2-40B4-BE49-F238E27FC236}">
                <a16:creationId xmlns:a16="http://schemas.microsoft.com/office/drawing/2014/main" id="{D07E992D-D955-899E-A8A3-54623BB7F6A3}"/>
              </a:ext>
            </a:extLst>
          </p:cNvPr>
          <p:cNvSpPr/>
          <p:nvPr/>
        </p:nvSpPr>
        <p:spPr>
          <a:xfrm>
            <a:off x="628651" y="2132753"/>
            <a:ext cx="2180027" cy="2282027"/>
          </a:xfrm>
          <a:prstGeom prst="roundRect">
            <a:avLst>
              <a:gd name="adj" fmla="val 2292"/>
            </a:avLst>
          </a:prstGeom>
          <a:solidFill>
            <a:schemeClr val="bg1">
              <a:lumMod val="95000"/>
              <a:alpha val="39768"/>
            </a:schemeClr>
          </a:solid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mc:AlternateContent xmlns:mc="http://schemas.openxmlformats.org/markup-compatibility/2006" xmlns:a14="http://schemas.microsoft.com/office/drawing/2010/main">
        <mc:Choice Requires="a14">
          <p:sp>
            <p:nvSpPr>
              <p:cNvPr id="3" name="文本框 2">
                <a:extLst>
                  <a:ext uri="{FF2B5EF4-FFF2-40B4-BE49-F238E27FC236}">
                    <a16:creationId xmlns:a16="http://schemas.microsoft.com/office/drawing/2014/main" id="{279ADB81-C05C-B4C9-FA29-D62782EE4D6D}"/>
                  </a:ext>
                </a:extLst>
              </p:cNvPr>
              <p:cNvSpPr txBox="1"/>
              <p:nvPr/>
            </p:nvSpPr>
            <p:spPr>
              <a:xfrm>
                <a:off x="628650" y="2158478"/>
                <a:ext cx="2180027" cy="2160591"/>
              </a:xfrm>
              <a:prstGeom prst="rect">
                <a:avLst/>
              </a:prstGeom>
              <a:noFill/>
            </p:spPr>
            <p:txBody>
              <a:bodyPr wrap="square" rtlCol="0">
                <a:spAutoFit/>
              </a:bodyPr>
              <a:lstStyle/>
              <a:p>
                <a:pPr>
                  <a:lnSpc>
                    <a:spcPct val="120000"/>
                  </a:lnSpc>
                </a:pPr>
                <a:r>
                  <a:rPr lang="en-GB" altLang="zh-CN" sz="1400" b="1" dirty="0">
                    <a:solidFill>
                      <a:srgbClr val="003399"/>
                    </a:solidFill>
                    <a:latin typeface="Cambria Math" panose="02040503050406030204" pitchFamily="18" charset="0"/>
                  </a:rPr>
                  <a:t>1-D version</a:t>
                </a:r>
              </a:p>
              <a:p>
                <a:pPr>
                  <a:lnSpc>
                    <a:spcPct val="120000"/>
                  </a:lnSpc>
                </a:pPr>
                <a:r>
                  <a:rPr lang="en-GB" altLang="zh-CN" sz="1400" dirty="0">
                    <a:solidFill>
                      <a:srgbClr val="003399"/>
                    </a:solidFill>
                    <a:latin typeface="Cambria Math" panose="02040503050406030204" pitchFamily="18" charset="0"/>
                  </a:rPr>
                  <a:t>Prediction</a:t>
                </a:r>
              </a:p>
              <a:p>
                <a:pPr algn="r">
                  <a:lnSpc>
                    <a:spcPct val="120000"/>
                  </a:lnSpc>
                </a:pPr>
                <a14:m>
                  <m:oMathPara xmlns:m="http://schemas.openxmlformats.org/officeDocument/2006/math">
                    <m:oMathParaPr>
                      <m:jc m:val="centerGroup"/>
                    </m:oMathParaPr>
                    <m:oMath xmlns:m="http://schemas.openxmlformats.org/officeDocument/2006/math">
                      <m:sSub>
                        <m:sSubPr>
                          <m:ctrlPr>
                            <a:rPr lang="en-GB" altLang="zh-CN" sz="1400" i="1" smtClean="0">
                              <a:solidFill>
                                <a:schemeClr val="tx1"/>
                              </a:solidFill>
                              <a:latin typeface="Cambria Math" panose="02040503050406030204" pitchFamily="18" charset="0"/>
                            </a:rPr>
                          </m:ctrlPr>
                        </m:sSubPr>
                        <m:e>
                          <m:acc>
                            <m:accPr>
                              <m:chr m:val="̂"/>
                              <m:ctrlPr>
                                <a:rPr lang="en-GB" altLang="zh-CN" sz="1400" i="1">
                                  <a:solidFill>
                                    <a:schemeClr val="tx1"/>
                                  </a:solidFill>
                                  <a:latin typeface="Cambria Math" panose="02040503050406030204" pitchFamily="18" charset="0"/>
                                </a:rPr>
                              </m:ctrlPr>
                            </m:accPr>
                            <m:e>
                              <m:r>
                                <a:rPr lang="en-GB" altLang="zh-CN" sz="1400" i="1">
                                  <a:solidFill>
                                    <a:schemeClr val="tx1"/>
                                  </a:solidFill>
                                  <a:latin typeface="Cambria Math" panose="02040503050406030204" pitchFamily="18" charset="0"/>
                                </a:rPr>
                                <m:t>𝑥</m:t>
                              </m:r>
                            </m:e>
                          </m:acc>
                        </m:e>
                        <m:sub>
                          <m:r>
                            <a:rPr lang="en-GB" altLang="zh-CN" sz="1400" i="1">
                              <a:solidFill>
                                <a:schemeClr val="tx1"/>
                              </a:solidFill>
                              <a:latin typeface="Cambria Math" panose="02040503050406030204" pitchFamily="18" charset="0"/>
                            </a:rPr>
                            <m:t>𝑘</m:t>
                          </m:r>
                          <m:r>
                            <a:rPr lang="en-GB" altLang="zh-CN" sz="1400" b="0" i="1" smtClean="0">
                              <a:solidFill>
                                <a:schemeClr val="tx1"/>
                              </a:solidFill>
                              <a:latin typeface="Cambria Math" panose="02040503050406030204" pitchFamily="18" charset="0"/>
                            </a:rPr>
                            <m:t>−</m:t>
                          </m:r>
                        </m:sub>
                      </m:sSub>
                      <m:r>
                        <a:rPr lang="en-GB" altLang="zh-CN" sz="1400" b="0" i="1" smtClean="0">
                          <a:solidFill>
                            <a:schemeClr val="tx1"/>
                          </a:solidFill>
                          <a:latin typeface="Cambria Math" panose="02040503050406030204" pitchFamily="18" charset="0"/>
                        </a:rPr>
                        <m:t>=</m:t>
                      </m:r>
                      <m:r>
                        <a:rPr lang="en-GB" altLang="zh-CN" sz="1400" b="0" i="1" smtClean="0">
                          <a:solidFill>
                            <a:schemeClr val="tx1"/>
                          </a:solidFill>
                          <a:latin typeface="Cambria Math" panose="02040503050406030204" pitchFamily="18" charset="0"/>
                        </a:rPr>
                        <m:t>𝑓</m:t>
                      </m:r>
                      <m:r>
                        <a:rPr lang="en-GB" altLang="zh-CN" sz="1400" b="0" i="1" smtClean="0">
                          <a:solidFill>
                            <a:schemeClr val="tx1"/>
                          </a:solidFill>
                          <a:latin typeface="Cambria Math" panose="02040503050406030204" pitchFamily="18" charset="0"/>
                        </a:rPr>
                        <m:t>⋅</m:t>
                      </m:r>
                      <m:sSub>
                        <m:sSubPr>
                          <m:ctrlPr>
                            <a:rPr lang="en-GB" altLang="zh-CN" sz="1400" i="1">
                              <a:solidFill>
                                <a:schemeClr val="tx1"/>
                              </a:solidFill>
                              <a:latin typeface="Cambria Math" panose="02040503050406030204" pitchFamily="18" charset="0"/>
                            </a:rPr>
                          </m:ctrlPr>
                        </m:sSubPr>
                        <m:e>
                          <m:acc>
                            <m:accPr>
                              <m:chr m:val="̂"/>
                              <m:ctrlPr>
                                <a:rPr lang="en-GB" altLang="zh-CN" sz="1400" i="1">
                                  <a:solidFill>
                                    <a:schemeClr val="tx1"/>
                                  </a:solidFill>
                                  <a:latin typeface="Cambria Math" panose="02040503050406030204" pitchFamily="18" charset="0"/>
                                </a:rPr>
                              </m:ctrlPr>
                            </m:accPr>
                            <m:e>
                              <m:r>
                                <a:rPr lang="en-GB" altLang="zh-CN" sz="1400" i="1">
                                  <a:solidFill>
                                    <a:schemeClr val="tx1"/>
                                  </a:solidFill>
                                  <a:latin typeface="Cambria Math" panose="02040503050406030204" pitchFamily="18" charset="0"/>
                                </a:rPr>
                                <m:t>𝑥</m:t>
                              </m:r>
                            </m:e>
                          </m:acc>
                        </m:e>
                        <m:sub>
                          <m:r>
                            <a:rPr lang="en-GB" altLang="zh-CN" sz="1400" i="1">
                              <a:solidFill>
                                <a:schemeClr val="tx1"/>
                              </a:solidFill>
                              <a:latin typeface="Cambria Math" panose="02040503050406030204" pitchFamily="18" charset="0"/>
                            </a:rPr>
                            <m:t>𝑘</m:t>
                          </m:r>
                          <m:r>
                            <a:rPr lang="en-GB" altLang="zh-CN" sz="1400" i="1">
                              <a:solidFill>
                                <a:schemeClr val="tx1"/>
                              </a:solidFill>
                              <a:latin typeface="Cambria Math" panose="02040503050406030204" pitchFamily="18" charset="0"/>
                            </a:rPr>
                            <m:t>−1</m:t>
                          </m:r>
                        </m:sub>
                      </m:sSub>
                      <m:r>
                        <a:rPr lang="en-GB" altLang="zh-CN" sz="1400" b="0" i="1" smtClean="0">
                          <a:solidFill>
                            <a:schemeClr val="tx1"/>
                          </a:solidFill>
                          <a:latin typeface="Cambria Math" panose="02040503050406030204" pitchFamily="18" charset="0"/>
                        </a:rPr>
                        <m:t>+</m:t>
                      </m:r>
                      <m:r>
                        <a:rPr lang="en-GB" altLang="zh-CN" sz="1400" b="0" i="1" smtClean="0">
                          <a:solidFill>
                            <a:schemeClr val="tx1"/>
                          </a:solidFill>
                          <a:latin typeface="Cambria Math" panose="02040503050406030204" pitchFamily="18" charset="0"/>
                        </a:rPr>
                        <m:t>𝑏</m:t>
                      </m:r>
                      <m:r>
                        <a:rPr lang="en-GB" altLang="zh-CN" sz="1400" b="0" i="1" smtClean="0">
                          <a:solidFill>
                            <a:schemeClr val="tx1"/>
                          </a:solidFill>
                          <a:latin typeface="Cambria Math" panose="02040503050406030204" pitchFamily="18" charset="0"/>
                        </a:rPr>
                        <m:t>⋅</m:t>
                      </m:r>
                      <m:sSub>
                        <m:sSubPr>
                          <m:ctrlPr>
                            <a:rPr lang="en-GB" altLang="zh-CN" sz="1400" i="1">
                              <a:solidFill>
                                <a:schemeClr val="tx1"/>
                              </a:solidFill>
                              <a:latin typeface="Cambria Math" panose="02040503050406030204" pitchFamily="18" charset="0"/>
                            </a:rPr>
                          </m:ctrlPr>
                        </m:sSubPr>
                        <m:e>
                          <m:r>
                            <a:rPr lang="en-GB" altLang="zh-CN" sz="1400" i="1">
                              <a:solidFill>
                                <a:schemeClr val="tx1"/>
                              </a:solidFill>
                              <a:latin typeface="Cambria Math" panose="02040503050406030204" pitchFamily="18" charset="0"/>
                            </a:rPr>
                            <m:t>𝑢</m:t>
                          </m:r>
                        </m:e>
                        <m:sub>
                          <m:r>
                            <a:rPr lang="en-GB" altLang="zh-CN" sz="1400" i="1">
                              <a:solidFill>
                                <a:schemeClr val="tx1"/>
                              </a:solidFill>
                              <a:latin typeface="Cambria Math" panose="02040503050406030204" pitchFamily="18" charset="0"/>
                            </a:rPr>
                            <m:t>𝑘</m:t>
                          </m:r>
                        </m:sub>
                      </m:sSub>
                    </m:oMath>
                  </m:oMathPara>
                </a14:m>
                <a:endParaRPr lang="en-GB" altLang="zh-CN" sz="1400" dirty="0">
                  <a:solidFill>
                    <a:schemeClr val="tx1"/>
                  </a:solidFill>
                </a:endParaRPr>
              </a:p>
              <a:p>
                <a:pPr algn="r">
                  <a:lnSpc>
                    <a:spcPct val="120000"/>
                  </a:lnSpc>
                </a:pPr>
                <a14:m>
                  <m:oMathPara xmlns:m="http://schemas.openxmlformats.org/officeDocument/2006/math">
                    <m:oMathParaPr>
                      <m:jc m:val="centerGroup"/>
                    </m:oMathParaPr>
                    <m:oMath xmlns:m="http://schemas.openxmlformats.org/officeDocument/2006/math">
                      <m:sSub>
                        <m:sSubPr>
                          <m:ctrlPr>
                            <a:rPr lang="en-GB" altLang="zh-CN" sz="1400" i="1" smtClean="0">
                              <a:solidFill>
                                <a:schemeClr val="tx1"/>
                              </a:solidFill>
                              <a:latin typeface="Cambria Math" panose="02040503050406030204" pitchFamily="18" charset="0"/>
                            </a:rPr>
                          </m:ctrlPr>
                        </m:sSubPr>
                        <m:e>
                          <m:r>
                            <a:rPr lang="en-GB" altLang="zh-CN" sz="1400" b="0" i="1" smtClean="0">
                              <a:solidFill>
                                <a:schemeClr val="tx1"/>
                              </a:solidFill>
                              <a:latin typeface="Cambria Math" panose="02040503050406030204" pitchFamily="18" charset="0"/>
                            </a:rPr>
                            <m:t>𝑝</m:t>
                          </m:r>
                        </m:e>
                        <m:sub>
                          <m:r>
                            <a:rPr lang="en-GB" altLang="zh-CN" sz="1400" i="1">
                              <a:solidFill>
                                <a:schemeClr val="tx1"/>
                              </a:solidFill>
                              <a:latin typeface="Cambria Math" panose="02040503050406030204" pitchFamily="18" charset="0"/>
                            </a:rPr>
                            <m:t>𝑘</m:t>
                          </m:r>
                          <m:r>
                            <a:rPr lang="en-GB" altLang="zh-CN" sz="1400" b="0" i="1" smtClean="0">
                              <a:solidFill>
                                <a:schemeClr val="tx1"/>
                              </a:solidFill>
                              <a:latin typeface="Cambria Math" panose="02040503050406030204" pitchFamily="18" charset="0"/>
                            </a:rPr>
                            <m:t>−</m:t>
                          </m:r>
                        </m:sub>
                      </m:sSub>
                      <m:r>
                        <a:rPr lang="en-GB" altLang="zh-CN" sz="1400" i="1">
                          <a:solidFill>
                            <a:schemeClr val="tx1"/>
                          </a:solidFill>
                          <a:latin typeface="Cambria Math" panose="02040503050406030204" pitchFamily="18" charset="0"/>
                        </a:rPr>
                        <m:t>=</m:t>
                      </m:r>
                      <m:sSup>
                        <m:sSupPr>
                          <m:ctrlPr>
                            <a:rPr lang="en-GB" altLang="zh-CN" sz="1400" b="0" i="1" smtClean="0">
                              <a:solidFill>
                                <a:schemeClr val="tx1"/>
                              </a:solidFill>
                              <a:latin typeface="Cambria Math" panose="02040503050406030204" pitchFamily="18" charset="0"/>
                            </a:rPr>
                          </m:ctrlPr>
                        </m:sSupPr>
                        <m:e>
                          <m:r>
                            <a:rPr lang="en-GB" altLang="zh-CN" sz="1400" i="1">
                              <a:solidFill>
                                <a:schemeClr val="tx1"/>
                              </a:solidFill>
                              <a:latin typeface="Cambria Math" panose="02040503050406030204" pitchFamily="18" charset="0"/>
                            </a:rPr>
                            <m:t>𝑓</m:t>
                          </m:r>
                        </m:e>
                        <m:sup>
                          <m:r>
                            <a:rPr lang="en-GB" altLang="zh-CN" sz="1400" b="0" i="1" smtClean="0">
                              <a:solidFill>
                                <a:schemeClr val="tx1"/>
                              </a:solidFill>
                              <a:latin typeface="Cambria Math" panose="02040503050406030204" pitchFamily="18" charset="0"/>
                            </a:rPr>
                            <m:t>2</m:t>
                          </m:r>
                        </m:sup>
                      </m:sSup>
                      <m:r>
                        <a:rPr lang="en-GB" altLang="zh-CN" sz="1400" i="1">
                          <a:solidFill>
                            <a:schemeClr val="tx1"/>
                          </a:solidFill>
                          <a:latin typeface="Cambria Math" panose="02040503050406030204" pitchFamily="18" charset="0"/>
                        </a:rPr>
                        <m:t>⋅</m:t>
                      </m:r>
                      <m:sSub>
                        <m:sSubPr>
                          <m:ctrlPr>
                            <a:rPr lang="en-GB" altLang="zh-CN" sz="1400" i="1">
                              <a:solidFill>
                                <a:schemeClr val="tx1"/>
                              </a:solidFill>
                              <a:latin typeface="Cambria Math" panose="02040503050406030204" pitchFamily="18" charset="0"/>
                            </a:rPr>
                          </m:ctrlPr>
                        </m:sSubPr>
                        <m:e>
                          <m:r>
                            <a:rPr lang="en-GB" altLang="zh-CN" sz="1400" i="1">
                              <a:solidFill>
                                <a:schemeClr val="tx1"/>
                              </a:solidFill>
                              <a:latin typeface="Cambria Math" panose="02040503050406030204" pitchFamily="18" charset="0"/>
                            </a:rPr>
                            <m:t>𝑝</m:t>
                          </m:r>
                        </m:e>
                        <m:sub>
                          <m:r>
                            <a:rPr lang="en-GB" altLang="zh-CN" sz="1400" i="1">
                              <a:solidFill>
                                <a:schemeClr val="tx1"/>
                              </a:solidFill>
                              <a:latin typeface="Cambria Math" panose="02040503050406030204" pitchFamily="18" charset="0"/>
                            </a:rPr>
                            <m:t>𝑘</m:t>
                          </m:r>
                          <m:r>
                            <a:rPr lang="en-GB" altLang="zh-CN" sz="1400" b="0" i="1" smtClean="0">
                              <a:solidFill>
                                <a:schemeClr val="tx1"/>
                              </a:solidFill>
                              <a:latin typeface="Cambria Math" panose="02040503050406030204" pitchFamily="18" charset="0"/>
                            </a:rPr>
                            <m:t>−1</m:t>
                          </m:r>
                        </m:sub>
                      </m:sSub>
                      <m:r>
                        <a:rPr lang="en-GB" altLang="zh-CN" sz="1400" b="0" i="1" smtClean="0">
                          <a:solidFill>
                            <a:schemeClr val="tx1"/>
                          </a:solidFill>
                          <a:latin typeface="Cambria Math" panose="02040503050406030204" pitchFamily="18" charset="0"/>
                        </a:rPr>
                        <m:t>+</m:t>
                      </m:r>
                      <m:sSub>
                        <m:sSubPr>
                          <m:ctrlPr>
                            <a:rPr lang="en-GB" altLang="zh-CN" sz="1400" b="0" i="1" smtClean="0">
                              <a:solidFill>
                                <a:schemeClr val="tx1"/>
                              </a:solidFill>
                              <a:latin typeface="Cambria Math" panose="02040503050406030204" pitchFamily="18" charset="0"/>
                            </a:rPr>
                          </m:ctrlPr>
                        </m:sSubPr>
                        <m:e>
                          <m:r>
                            <a:rPr lang="en-GB" altLang="zh-CN" sz="1400" b="0" i="1" smtClean="0">
                              <a:solidFill>
                                <a:schemeClr val="tx1"/>
                              </a:solidFill>
                              <a:latin typeface="Cambria Math" panose="02040503050406030204" pitchFamily="18" charset="0"/>
                            </a:rPr>
                            <m:t>𝑞</m:t>
                          </m:r>
                        </m:e>
                        <m:sub>
                          <m:r>
                            <a:rPr lang="en-GB" altLang="zh-CN" sz="1400" b="0" i="1" smtClean="0">
                              <a:solidFill>
                                <a:schemeClr val="tx1"/>
                              </a:solidFill>
                              <a:latin typeface="Cambria Math" panose="02040503050406030204" pitchFamily="18" charset="0"/>
                            </a:rPr>
                            <m:t>𝑘</m:t>
                          </m:r>
                        </m:sub>
                      </m:sSub>
                    </m:oMath>
                  </m:oMathPara>
                </a14:m>
                <a:endParaRPr lang="en-GB" sz="1400" dirty="0">
                  <a:solidFill>
                    <a:schemeClr val="tx1"/>
                  </a:solidFill>
                </a:endParaRPr>
              </a:p>
              <a:p>
                <a:pPr>
                  <a:lnSpc>
                    <a:spcPct val="120000"/>
                  </a:lnSpc>
                </a:pPr>
                <a:r>
                  <a:rPr lang="en-GB" sz="1400" dirty="0">
                    <a:solidFill>
                      <a:srgbClr val="003399"/>
                    </a:solidFill>
                  </a:rPr>
                  <a:t>Updating</a:t>
                </a:r>
              </a:p>
              <a:p>
                <a:pPr>
                  <a:lnSpc>
                    <a:spcPct val="120000"/>
                  </a:lnSpc>
                </a:pPr>
                <a14:m>
                  <m:oMathPara xmlns:m="http://schemas.openxmlformats.org/officeDocument/2006/math">
                    <m:oMathParaPr>
                      <m:jc m:val="centerGroup"/>
                    </m:oMathParaPr>
                    <m:oMath xmlns:m="http://schemas.openxmlformats.org/officeDocument/2006/math">
                      <m:sSub>
                        <m:sSubPr>
                          <m:ctrlPr>
                            <a:rPr lang="en-GB" altLang="zh-CN" sz="1400" b="0" i="1" smtClean="0">
                              <a:solidFill>
                                <a:schemeClr val="tx1"/>
                              </a:solidFill>
                              <a:latin typeface="Cambria Math" panose="02040503050406030204" pitchFamily="18" charset="0"/>
                            </a:rPr>
                          </m:ctrlPr>
                        </m:sSubPr>
                        <m:e>
                          <m:r>
                            <a:rPr lang="en-GB" altLang="zh-CN" sz="1400" b="0" i="1" smtClean="0">
                              <a:solidFill>
                                <a:schemeClr val="tx1"/>
                              </a:solidFill>
                              <a:latin typeface="Cambria Math" panose="02040503050406030204" pitchFamily="18" charset="0"/>
                            </a:rPr>
                            <m:t>𝜆</m:t>
                          </m:r>
                        </m:e>
                        <m:sub>
                          <m:r>
                            <a:rPr lang="en-GB" altLang="zh-CN" sz="1400" b="0" i="1" smtClean="0">
                              <a:solidFill>
                                <a:schemeClr val="tx1"/>
                              </a:solidFill>
                              <a:latin typeface="Cambria Math" panose="02040503050406030204" pitchFamily="18" charset="0"/>
                            </a:rPr>
                            <m:t>𝑘</m:t>
                          </m:r>
                        </m:sub>
                      </m:sSub>
                      <m:r>
                        <a:rPr lang="en-GB" altLang="zh-CN" sz="1400" b="0" i="1" smtClean="0">
                          <a:solidFill>
                            <a:schemeClr val="tx1"/>
                          </a:solidFill>
                          <a:latin typeface="Cambria Math" panose="02040503050406030204" pitchFamily="18" charset="0"/>
                        </a:rPr>
                        <m:t>=</m:t>
                      </m:r>
                      <m:sSub>
                        <m:sSubPr>
                          <m:ctrlPr>
                            <a:rPr lang="en-GB" altLang="zh-CN" sz="1400" i="1">
                              <a:latin typeface="Cambria Math" panose="02040503050406030204" pitchFamily="18" charset="0"/>
                            </a:rPr>
                          </m:ctrlPr>
                        </m:sSubPr>
                        <m:e>
                          <m:r>
                            <a:rPr lang="en-GB" altLang="zh-CN" sz="1400" i="1">
                              <a:latin typeface="Cambria Math" panose="02040503050406030204" pitchFamily="18" charset="0"/>
                            </a:rPr>
                            <m:t>𝑝</m:t>
                          </m:r>
                        </m:e>
                        <m:sub>
                          <m:r>
                            <a:rPr lang="en-GB" altLang="zh-CN" sz="1400" i="1">
                              <a:latin typeface="Cambria Math" panose="02040503050406030204" pitchFamily="18" charset="0"/>
                            </a:rPr>
                            <m:t>𝑘</m:t>
                          </m:r>
                          <m:r>
                            <a:rPr lang="en-GB" altLang="zh-CN" sz="1400" i="1">
                              <a:latin typeface="Cambria Math" panose="02040503050406030204" pitchFamily="18" charset="0"/>
                            </a:rPr>
                            <m:t>−</m:t>
                          </m:r>
                        </m:sub>
                      </m:sSub>
                      <m:r>
                        <a:rPr lang="en-GB" altLang="zh-CN" sz="1400" b="0" i="1" smtClean="0">
                          <a:latin typeface="Cambria Math" panose="02040503050406030204" pitchFamily="18" charset="0"/>
                        </a:rPr>
                        <m:t> / </m:t>
                      </m:r>
                      <m:d>
                        <m:dPr>
                          <m:ctrlPr>
                            <a:rPr lang="en-GB" altLang="zh-CN" sz="1400" i="1">
                              <a:latin typeface="Cambria Math" panose="02040503050406030204" pitchFamily="18" charset="0"/>
                            </a:rPr>
                          </m:ctrlPr>
                        </m:dPr>
                        <m:e>
                          <m:sSub>
                            <m:sSubPr>
                              <m:ctrlPr>
                                <a:rPr lang="en-GB" altLang="zh-CN" sz="1400" i="1">
                                  <a:latin typeface="Cambria Math" panose="02040503050406030204" pitchFamily="18" charset="0"/>
                                </a:rPr>
                              </m:ctrlPr>
                            </m:sSubPr>
                            <m:e>
                              <m:r>
                                <a:rPr lang="en-GB" altLang="zh-CN" sz="1400" i="1">
                                  <a:latin typeface="Cambria Math" panose="02040503050406030204" pitchFamily="18" charset="0"/>
                                </a:rPr>
                                <m:t>𝑝</m:t>
                              </m:r>
                            </m:e>
                            <m:sub>
                              <m:r>
                                <a:rPr lang="en-GB" altLang="zh-CN" sz="1400" i="1">
                                  <a:latin typeface="Cambria Math" panose="02040503050406030204" pitchFamily="18" charset="0"/>
                                </a:rPr>
                                <m:t>𝑘</m:t>
                              </m:r>
                              <m:r>
                                <a:rPr lang="en-GB" altLang="zh-CN" sz="1400" i="1">
                                  <a:latin typeface="Cambria Math" panose="02040503050406030204" pitchFamily="18" charset="0"/>
                                </a:rPr>
                                <m:t>−</m:t>
                              </m:r>
                            </m:sub>
                          </m:sSub>
                          <m:r>
                            <a:rPr lang="en-GB" altLang="zh-CN" sz="1400" i="1">
                              <a:latin typeface="Cambria Math" panose="02040503050406030204" pitchFamily="18" charset="0"/>
                            </a:rPr>
                            <m:t>+</m:t>
                          </m:r>
                          <m:sSub>
                            <m:sSubPr>
                              <m:ctrlPr>
                                <a:rPr lang="en-GB" altLang="zh-CN" sz="1400" i="1">
                                  <a:latin typeface="Cambria Math" panose="02040503050406030204" pitchFamily="18" charset="0"/>
                                </a:rPr>
                              </m:ctrlPr>
                            </m:sSubPr>
                            <m:e>
                              <m:r>
                                <a:rPr lang="en-GB" altLang="zh-CN" sz="1400" i="1">
                                  <a:latin typeface="Cambria Math" panose="02040503050406030204" pitchFamily="18" charset="0"/>
                                </a:rPr>
                                <m:t>𝑟</m:t>
                              </m:r>
                            </m:e>
                            <m:sub>
                              <m:r>
                                <a:rPr lang="en-GB" altLang="zh-CN" sz="1400" i="1">
                                  <a:latin typeface="Cambria Math" panose="02040503050406030204" pitchFamily="18" charset="0"/>
                                </a:rPr>
                                <m:t>𝑘</m:t>
                              </m:r>
                            </m:sub>
                          </m:sSub>
                        </m:e>
                      </m:d>
                    </m:oMath>
                  </m:oMathPara>
                </a14:m>
                <a:endParaRPr lang="en-GB" sz="1400" dirty="0">
                  <a:solidFill>
                    <a:schemeClr val="tx1"/>
                  </a:solidFill>
                </a:endParaRPr>
              </a:p>
              <a:p>
                <a:pPr>
                  <a:lnSpc>
                    <a:spcPct val="120000"/>
                  </a:lnSpc>
                </a:pPr>
                <a14:m>
                  <m:oMathPara xmlns:m="http://schemas.openxmlformats.org/officeDocument/2006/math">
                    <m:oMathParaPr>
                      <m:jc m:val="centerGroup"/>
                    </m:oMathParaPr>
                    <m:oMath xmlns:m="http://schemas.openxmlformats.org/officeDocument/2006/math">
                      <m:sSub>
                        <m:sSubPr>
                          <m:ctrlPr>
                            <a:rPr lang="en-GB" altLang="zh-CN" sz="1400" i="1" smtClean="0">
                              <a:solidFill>
                                <a:schemeClr val="tx1"/>
                              </a:solidFill>
                              <a:latin typeface="Cambria Math" panose="02040503050406030204" pitchFamily="18" charset="0"/>
                            </a:rPr>
                          </m:ctrlPr>
                        </m:sSubPr>
                        <m:e>
                          <m:acc>
                            <m:accPr>
                              <m:chr m:val="̂"/>
                              <m:ctrlPr>
                                <a:rPr lang="en-GB" altLang="zh-CN" sz="1400" i="1">
                                  <a:solidFill>
                                    <a:schemeClr val="tx1"/>
                                  </a:solidFill>
                                  <a:latin typeface="Cambria Math" panose="02040503050406030204" pitchFamily="18" charset="0"/>
                                </a:rPr>
                              </m:ctrlPr>
                            </m:accPr>
                            <m:e>
                              <m:r>
                                <a:rPr lang="en-GB" altLang="zh-CN" sz="1400" i="1">
                                  <a:solidFill>
                                    <a:schemeClr val="tx1"/>
                                  </a:solidFill>
                                  <a:latin typeface="Cambria Math" panose="02040503050406030204" pitchFamily="18" charset="0"/>
                                </a:rPr>
                                <m:t>𝑥</m:t>
                              </m:r>
                            </m:e>
                          </m:acc>
                        </m:e>
                        <m:sub>
                          <m:r>
                            <a:rPr lang="en-GB" altLang="zh-CN" sz="1400" i="1">
                              <a:solidFill>
                                <a:schemeClr val="tx1"/>
                              </a:solidFill>
                              <a:latin typeface="Cambria Math" panose="02040503050406030204" pitchFamily="18" charset="0"/>
                            </a:rPr>
                            <m:t>𝑘</m:t>
                          </m:r>
                        </m:sub>
                      </m:sSub>
                      <m:r>
                        <a:rPr lang="en-GB" altLang="zh-CN" sz="1400" b="0" i="1" smtClean="0">
                          <a:solidFill>
                            <a:schemeClr val="tx1"/>
                          </a:solidFill>
                          <a:latin typeface="Cambria Math" panose="02040503050406030204" pitchFamily="18" charset="0"/>
                        </a:rPr>
                        <m:t>=</m:t>
                      </m:r>
                      <m:sSub>
                        <m:sSubPr>
                          <m:ctrlPr>
                            <a:rPr lang="en-GB" altLang="zh-CN" sz="1400" i="1" smtClean="0">
                              <a:solidFill>
                                <a:schemeClr val="tx1"/>
                              </a:solidFill>
                              <a:latin typeface="Cambria Math" panose="02040503050406030204" pitchFamily="18" charset="0"/>
                            </a:rPr>
                          </m:ctrlPr>
                        </m:sSubPr>
                        <m:e>
                          <m:acc>
                            <m:accPr>
                              <m:chr m:val="̂"/>
                              <m:ctrlPr>
                                <a:rPr lang="en-GB" altLang="zh-CN" sz="1400" i="1">
                                  <a:solidFill>
                                    <a:schemeClr val="tx1"/>
                                  </a:solidFill>
                                  <a:latin typeface="Cambria Math" panose="02040503050406030204" pitchFamily="18" charset="0"/>
                                </a:rPr>
                              </m:ctrlPr>
                            </m:accPr>
                            <m:e>
                              <m:r>
                                <a:rPr lang="en-GB" altLang="zh-CN" sz="1400" i="1">
                                  <a:solidFill>
                                    <a:schemeClr val="tx1"/>
                                  </a:solidFill>
                                  <a:latin typeface="Cambria Math" panose="02040503050406030204" pitchFamily="18" charset="0"/>
                                </a:rPr>
                                <m:t>𝑥</m:t>
                              </m:r>
                            </m:e>
                          </m:acc>
                        </m:e>
                        <m:sub>
                          <m:r>
                            <a:rPr lang="en-GB" altLang="zh-CN" sz="1400" i="1">
                              <a:solidFill>
                                <a:schemeClr val="tx1"/>
                              </a:solidFill>
                              <a:latin typeface="Cambria Math" panose="02040503050406030204" pitchFamily="18" charset="0"/>
                            </a:rPr>
                            <m:t>𝑘</m:t>
                          </m:r>
                          <m:r>
                            <a:rPr lang="en-GB" altLang="zh-CN" sz="1400" i="1">
                              <a:solidFill>
                                <a:schemeClr val="tx1"/>
                              </a:solidFill>
                              <a:latin typeface="Cambria Math" panose="02040503050406030204" pitchFamily="18" charset="0"/>
                            </a:rPr>
                            <m:t>−</m:t>
                          </m:r>
                        </m:sub>
                      </m:sSub>
                      <m:r>
                        <a:rPr lang="en-GB" altLang="zh-CN" sz="1400" b="0" i="1" smtClean="0">
                          <a:solidFill>
                            <a:schemeClr val="tx1"/>
                          </a:solidFill>
                          <a:latin typeface="Cambria Math" panose="02040503050406030204" pitchFamily="18" charset="0"/>
                        </a:rPr>
                        <m:t>+</m:t>
                      </m:r>
                      <m:sSub>
                        <m:sSubPr>
                          <m:ctrlPr>
                            <a:rPr lang="en-GB" altLang="zh-CN" sz="1400" b="0" i="1" smtClean="0">
                              <a:solidFill>
                                <a:schemeClr val="tx1"/>
                              </a:solidFill>
                              <a:latin typeface="Cambria Math" panose="02040503050406030204" pitchFamily="18" charset="0"/>
                            </a:rPr>
                          </m:ctrlPr>
                        </m:sSubPr>
                        <m:e>
                          <m:r>
                            <a:rPr lang="en-GB" altLang="zh-CN" sz="1400" b="0" i="1" smtClean="0">
                              <a:solidFill>
                                <a:schemeClr val="tx1"/>
                              </a:solidFill>
                              <a:latin typeface="Cambria Math" panose="02040503050406030204" pitchFamily="18" charset="0"/>
                            </a:rPr>
                            <m:t>𝜆</m:t>
                          </m:r>
                        </m:e>
                        <m:sub>
                          <m:r>
                            <a:rPr lang="en-GB" altLang="zh-CN" sz="1400" b="0" i="1" smtClean="0">
                              <a:solidFill>
                                <a:schemeClr val="tx1"/>
                              </a:solidFill>
                              <a:latin typeface="Cambria Math" panose="02040503050406030204" pitchFamily="18" charset="0"/>
                            </a:rPr>
                            <m:t>𝑘</m:t>
                          </m:r>
                        </m:sub>
                      </m:sSub>
                      <m:d>
                        <m:dPr>
                          <m:ctrlPr>
                            <a:rPr lang="en-GB" altLang="zh-CN" sz="1400" b="0" i="1" smtClean="0">
                              <a:solidFill>
                                <a:schemeClr val="tx1"/>
                              </a:solidFill>
                              <a:latin typeface="Cambria Math" panose="02040503050406030204" pitchFamily="18" charset="0"/>
                            </a:rPr>
                          </m:ctrlPr>
                        </m:dPr>
                        <m:e>
                          <m:sSub>
                            <m:sSubPr>
                              <m:ctrlPr>
                                <a:rPr lang="en-GB" altLang="zh-CN" sz="1400" b="0" i="1" smtClean="0">
                                  <a:solidFill>
                                    <a:schemeClr val="tx1"/>
                                  </a:solidFill>
                                  <a:latin typeface="Cambria Math" panose="02040503050406030204" pitchFamily="18" charset="0"/>
                                </a:rPr>
                              </m:ctrlPr>
                            </m:sSubPr>
                            <m:e>
                              <m:r>
                                <a:rPr lang="en-GB" altLang="zh-CN" sz="1400" b="0" i="1" smtClean="0">
                                  <a:solidFill>
                                    <a:schemeClr val="tx1"/>
                                  </a:solidFill>
                                  <a:latin typeface="Cambria Math" panose="02040503050406030204" pitchFamily="18" charset="0"/>
                                </a:rPr>
                                <m:t>𝑧</m:t>
                              </m:r>
                            </m:e>
                            <m:sub>
                              <m:r>
                                <a:rPr lang="en-GB" altLang="zh-CN" sz="1400" b="0" i="1" smtClean="0">
                                  <a:solidFill>
                                    <a:schemeClr val="tx1"/>
                                  </a:solidFill>
                                  <a:latin typeface="Cambria Math" panose="02040503050406030204" pitchFamily="18" charset="0"/>
                                </a:rPr>
                                <m:t>𝑘</m:t>
                              </m:r>
                            </m:sub>
                          </m:sSub>
                          <m:r>
                            <a:rPr lang="en-GB" altLang="zh-CN" sz="1400" b="0" i="1" smtClean="0">
                              <a:solidFill>
                                <a:schemeClr val="tx1"/>
                              </a:solidFill>
                              <a:latin typeface="Cambria Math" panose="02040503050406030204" pitchFamily="18" charset="0"/>
                            </a:rPr>
                            <m:t>−</m:t>
                          </m:r>
                          <m:sSub>
                            <m:sSubPr>
                              <m:ctrlPr>
                                <a:rPr lang="en-GB" altLang="zh-CN" sz="1400" i="1">
                                  <a:solidFill>
                                    <a:schemeClr val="tx1"/>
                                  </a:solidFill>
                                  <a:latin typeface="Cambria Math" panose="02040503050406030204" pitchFamily="18" charset="0"/>
                                </a:rPr>
                              </m:ctrlPr>
                            </m:sSubPr>
                            <m:e>
                              <m:acc>
                                <m:accPr>
                                  <m:chr m:val="̂"/>
                                  <m:ctrlPr>
                                    <a:rPr lang="en-GB" altLang="zh-CN" sz="1400" i="1">
                                      <a:solidFill>
                                        <a:schemeClr val="tx1"/>
                                      </a:solidFill>
                                      <a:latin typeface="Cambria Math" panose="02040503050406030204" pitchFamily="18" charset="0"/>
                                    </a:rPr>
                                  </m:ctrlPr>
                                </m:accPr>
                                <m:e>
                                  <m:r>
                                    <a:rPr lang="en-GB" altLang="zh-CN" sz="1400" i="1">
                                      <a:solidFill>
                                        <a:schemeClr val="tx1"/>
                                      </a:solidFill>
                                      <a:latin typeface="Cambria Math" panose="02040503050406030204" pitchFamily="18" charset="0"/>
                                    </a:rPr>
                                    <m:t>𝑥</m:t>
                                  </m:r>
                                </m:e>
                              </m:acc>
                            </m:e>
                            <m:sub>
                              <m:r>
                                <a:rPr lang="en-GB" altLang="zh-CN" sz="1400" i="1">
                                  <a:solidFill>
                                    <a:schemeClr val="tx1"/>
                                  </a:solidFill>
                                  <a:latin typeface="Cambria Math" panose="02040503050406030204" pitchFamily="18" charset="0"/>
                                </a:rPr>
                                <m:t>𝑘</m:t>
                              </m:r>
                              <m:r>
                                <a:rPr lang="en-GB" altLang="zh-CN" sz="1400" i="1">
                                  <a:solidFill>
                                    <a:schemeClr val="tx1"/>
                                  </a:solidFill>
                                  <a:latin typeface="Cambria Math" panose="02040503050406030204" pitchFamily="18" charset="0"/>
                                </a:rPr>
                                <m:t>−</m:t>
                              </m:r>
                            </m:sub>
                          </m:sSub>
                        </m:e>
                      </m:d>
                    </m:oMath>
                  </m:oMathPara>
                </a14:m>
                <a:endParaRPr lang="en-GB" altLang="zh-CN" sz="1400" dirty="0">
                  <a:solidFill>
                    <a:schemeClr val="tx1"/>
                  </a:solidFill>
                </a:endParaRPr>
              </a:p>
              <a:p>
                <a:pPr>
                  <a:lnSpc>
                    <a:spcPct val="120000"/>
                  </a:lnSpc>
                </a:pPr>
                <a14:m>
                  <m:oMathPara xmlns:m="http://schemas.openxmlformats.org/officeDocument/2006/math">
                    <m:oMathParaPr>
                      <m:jc m:val="centerGroup"/>
                    </m:oMathParaPr>
                    <m:oMath xmlns:m="http://schemas.openxmlformats.org/officeDocument/2006/math">
                      <m:sSub>
                        <m:sSubPr>
                          <m:ctrlPr>
                            <a:rPr lang="en-GB" altLang="zh-CN" sz="1400" i="1" smtClean="0">
                              <a:solidFill>
                                <a:schemeClr val="tx1"/>
                              </a:solidFill>
                              <a:latin typeface="Cambria Math" panose="02040503050406030204" pitchFamily="18" charset="0"/>
                            </a:rPr>
                          </m:ctrlPr>
                        </m:sSubPr>
                        <m:e>
                          <m:r>
                            <a:rPr lang="en-GB" altLang="zh-CN" sz="1400" i="1">
                              <a:solidFill>
                                <a:schemeClr val="tx1"/>
                              </a:solidFill>
                              <a:latin typeface="Cambria Math" panose="02040503050406030204" pitchFamily="18" charset="0"/>
                            </a:rPr>
                            <m:t>𝑝</m:t>
                          </m:r>
                        </m:e>
                        <m:sub>
                          <m:r>
                            <a:rPr lang="en-GB" altLang="zh-CN" sz="1400" i="1">
                              <a:solidFill>
                                <a:schemeClr val="tx1"/>
                              </a:solidFill>
                              <a:latin typeface="Cambria Math" panose="02040503050406030204" pitchFamily="18" charset="0"/>
                            </a:rPr>
                            <m:t>𝑘</m:t>
                          </m:r>
                        </m:sub>
                      </m:sSub>
                      <m:r>
                        <a:rPr lang="en-GB" altLang="zh-CN" sz="1400" b="0" i="1" smtClean="0">
                          <a:solidFill>
                            <a:schemeClr val="tx1"/>
                          </a:solidFill>
                          <a:latin typeface="Cambria Math" panose="02040503050406030204" pitchFamily="18" charset="0"/>
                        </a:rPr>
                        <m:t>=</m:t>
                      </m:r>
                      <m:d>
                        <m:dPr>
                          <m:ctrlPr>
                            <a:rPr lang="en-GB" altLang="zh-CN" sz="1400" i="1">
                              <a:solidFill>
                                <a:schemeClr val="tx1"/>
                              </a:solidFill>
                              <a:latin typeface="Cambria Math" panose="02040503050406030204" pitchFamily="18" charset="0"/>
                            </a:rPr>
                          </m:ctrlPr>
                        </m:dPr>
                        <m:e>
                          <m:r>
                            <a:rPr lang="en-GB" altLang="zh-CN" sz="1400" i="1">
                              <a:solidFill>
                                <a:schemeClr val="tx1"/>
                              </a:solidFill>
                              <a:latin typeface="Cambria Math" panose="02040503050406030204" pitchFamily="18" charset="0"/>
                            </a:rPr>
                            <m:t>1−</m:t>
                          </m:r>
                          <m:sSub>
                            <m:sSubPr>
                              <m:ctrlPr>
                                <a:rPr lang="en-GB" altLang="zh-CN" sz="1400" i="1">
                                  <a:solidFill>
                                    <a:schemeClr val="tx1"/>
                                  </a:solidFill>
                                  <a:latin typeface="Cambria Math" panose="02040503050406030204" pitchFamily="18" charset="0"/>
                                </a:rPr>
                              </m:ctrlPr>
                            </m:sSubPr>
                            <m:e>
                              <m:r>
                                <a:rPr lang="en-GB" altLang="zh-CN" sz="1400" i="1">
                                  <a:solidFill>
                                    <a:schemeClr val="tx1"/>
                                  </a:solidFill>
                                  <a:latin typeface="Cambria Math" panose="02040503050406030204" pitchFamily="18" charset="0"/>
                                </a:rPr>
                                <m:t>𝜆</m:t>
                              </m:r>
                            </m:e>
                            <m:sub>
                              <m:r>
                                <a:rPr lang="en-GB" altLang="zh-CN" sz="1400" i="1">
                                  <a:solidFill>
                                    <a:schemeClr val="tx1"/>
                                  </a:solidFill>
                                  <a:latin typeface="Cambria Math" panose="02040503050406030204" pitchFamily="18" charset="0"/>
                                </a:rPr>
                                <m:t>𝑘</m:t>
                              </m:r>
                            </m:sub>
                          </m:sSub>
                        </m:e>
                      </m:d>
                      <m:sSub>
                        <m:sSubPr>
                          <m:ctrlPr>
                            <a:rPr lang="en-GB" altLang="zh-CN" sz="1400" i="1">
                              <a:solidFill>
                                <a:schemeClr val="tx1"/>
                              </a:solidFill>
                              <a:latin typeface="Cambria Math" panose="02040503050406030204" pitchFamily="18" charset="0"/>
                            </a:rPr>
                          </m:ctrlPr>
                        </m:sSubPr>
                        <m:e>
                          <m:r>
                            <a:rPr lang="en-GB" altLang="zh-CN" sz="1400" i="1">
                              <a:solidFill>
                                <a:schemeClr val="tx1"/>
                              </a:solidFill>
                              <a:latin typeface="Cambria Math" panose="02040503050406030204" pitchFamily="18" charset="0"/>
                            </a:rPr>
                            <m:t>𝑝</m:t>
                          </m:r>
                        </m:e>
                        <m:sub>
                          <m:r>
                            <a:rPr lang="en-GB" altLang="zh-CN" sz="1400" i="1">
                              <a:solidFill>
                                <a:schemeClr val="tx1"/>
                              </a:solidFill>
                              <a:latin typeface="Cambria Math" panose="02040503050406030204" pitchFamily="18" charset="0"/>
                            </a:rPr>
                            <m:t>𝑘</m:t>
                          </m:r>
                          <m:r>
                            <a:rPr lang="en-GB" altLang="zh-CN" sz="1400" i="1">
                              <a:solidFill>
                                <a:schemeClr val="tx1"/>
                              </a:solidFill>
                              <a:latin typeface="Cambria Math" panose="02040503050406030204" pitchFamily="18" charset="0"/>
                            </a:rPr>
                            <m:t>−</m:t>
                          </m:r>
                        </m:sub>
                      </m:sSub>
                    </m:oMath>
                  </m:oMathPara>
                </a14:m>
                <a:endParaRPr lang="en-GB" altLang="zh-CN" sz="1400" dirty="0">
                  <a:solidFill>
                    <a:schemeClr val="tx1"/>
                  </a:solidFill>
                </a:endParaRPr>
              </a:p>
            </p:txBody>
          </p:sp>
        </mc:Choice>
        <mc:Fallback xmlns="">
          <p:sp>
            <p:nvSpPr>
              <p:cNvPr id="3" name="文本框 2">
                <a:extLst>
                  <a:ext uri="{FF2B5EF4-FFF2-40B4-BE49-F238E27FC236}">
                    <a16:creationId xmlns:a16="http://schemas.microsoft.com/office/drawing/2014/main" id="{279ADB81-C05C-B4C9-FA29-D62782EE4D6D}"/>
                  </a:ext>
                </a:extLst>
              </p:cNvPr>
              <p:cNvSpPr txBox="1">
                <a:spLocks noRot="1" noChangeAspect="1" noMove="1" noResize="1" noEditPoints="1" noAdjustHandles="1" noChangeArrowheads="1" noChangeShapeType="1" noTextEdit="1"/>
              </p:cNvSpPr>
              <p:nvPr/>
            </p:nvSpPr>
            <p:spPr>
              <a:xfrm>
                <a:off x="628650" y="2158478"/>
                <a:ext cx="2180027" cy="2160591"/>
              </a:xfrm>
              <a:prstGeom prst="rect">
                <a:avLst/>
              </a:prstGeom>
              <a:blipFill>
                <a:blip r:embed="rId2"/>
                <a:stretch>
                  <a:fillRect l="-578"/>
                </a:stretch>
              </a:blipFill>
            </p:spPr>
            <p:txBody>
              <a:bodyPr/>
              <a:lstStyle/>
              <a:p>
                <a:r>
                  <a:rPr lang="zh-CN" altLang="en-US">
                    <a:noFill/>
                  </a:rPr>
                  <a:t> </a:t>
                </a:r>
              </a:p>
            </p:txBody>
          </p:sp>
        </mc:Fallback>
      </mc:AlternateContent>
      <p:sp>
        <p:nvSpPr>
          <p:cNvPr id="4" name="圆角矩形 3">
            <a:extLst>
              <a:ext uri="{FF2B5EF4-FFF2-40B4-BE49-F238E27FC236}">
                <a16:creationId xmlns:a16="http://schemas.microsoft.com/office/drawing/2014/main" id="{042C8F03-3A54-5B73-F694-9B2BA23CDDC1}"/>
              </a:ext>
            </a:extLst>
          </p:cNvPr>
          <p:cNvSpPr/>
          <p:nvPr/>
        </p:nvSpPr>
        <p:spPr>
          <a:xfrm>
            <a:off x="3148185" y="2132753"/>
            <a:ext cx="2180027" cy="2282027"/>
          </a:xfrm>
          <a:prstGeom prst="roundRect">
            <a:avLst>
              <a:gd name="adj" fmla="val 2292"/>
            </a:avLst>
          </a:prstGeom>
          <a:solidFill>
            <a:schemeClr val="bg1">
              <a:lumMod val="95000"/>
              <a:alpha val="39768"/>
            </a:schemeClr>
          </a:solid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mc:AlternateContent xmlns:mc="http://schemas.openxmlformats.org/markup-compatibility/2006" xmlns:a14="http://schemas.microsoft.com/office/drawing/2010/main">
        <mc:Choice Requires="a14">
          <p:sp>
            <p:nvSpPr>
              <p:cNvPr id="7" name="文本框 6">
                <a:extLst>
                  <a:ext uri="{FF2B5EF4-FFF2-40B4-BE49-F238E27FC236}">
                    <a16:creationId xmlns:a16="http://schemas.microsoft.com/office/drawing/2014/main" id="{99ECAF10-F0A3-EB07-6F34-F989E0E8C98E}"/>
                  </a:ext>
                </a:extLst>
              </p:cNvPr>
              <p:cNvSpPr txBox="1"/>
              <p:nvPr/>
            </p:nvSpPr>
            <p:spPr>
              <a:xfrm>
                <a:off x="3148184" y="2158478"/>
                <a:ext cx="2180027" cy="2142766"/>
              </a:xfrm>
              <a:prstGeom prst="rect">
                <a:avLst/>
              </a:prstGeom>
              <a:noFill/>
            </p:spPr>
            <p:txBody>
              <a:bodyPr wrap="square" rtlCol="0">
                <a:spAutoFit/>
              </a:bodyPr>
              <a:lstStyle/>
              <a:p>
                <a:pPr>
                  <a:lnSpc>
                    <a:spcPct val="120000"/>
                  </a:lnSpc>
                </a:pPr>
                <a:r>
                  <a:rPr lang="en-GB" altLang="zh-CN" sz="1400" b="1" dirty="0">
                    <a:solidFill>
                      <a:srgbClr val="003399"/>
                    </a:solidFill>
                    <a:latin typeface="Cambria Math" panose="02040503050406030204" pitchFamily="18" charset="0"/>
                  </a:rPr>
                  <a:t>n-D version</a:t>
                </a:r>
              </a:p>
              <a:p>
                <a:pPr>
                  <a:lnSpc>
                    <a:spcPct val="120000"/>
                  </a:lnSpc>
                </a:pPr>
                <a:r>
                  <a:rPr lang="en-GB" altLang="zh-CN" sz="1400" dirty="0">
                    <a:solidFill>
                      <a:srgbClr val="003399"/>
                    </a:solidFill>
                    <a:latin typeface="Cambria Math" panose="02040503050406030204" pitchFamily="18" charset="0"/>
                  </a:rPr>
                  <a:t>Prediction</a:t>
                </a:r>
              </a:p>
              <a:p>
                <a:pPr algn="ctr">
                  <a:lnSpc>
                    <a:spcPct val="120000"/>
                  </a:lnSpc>
                </a:pPr>
                <a14:m>
                  <m:oMath xmlns:m="http://schemas.openxmlformats.org/officeDocument/2006/math">
                    <m:sSub>
                      <m:sSubPr>
                        <m:ctrlPr>
                          <a:rPr lang="en-GB" altLang="zh-CN" sz="1400" i="1" smtClean="0">
                            <a:solidFill>
                              <a:schemeClr val="tx1"/>
                            </a:solidFill>
                            <a:latin typeface="Cambria Math" panose="02040503050406030204" pitchFamily="18" charset="0"/>
                          </a:rPr>
                        </m:ctrlPr>
                      </m:sSubPr>
                      <m:e>
                        <m:acc>
                          <m:accPr>
                            <m:chr m:val="̂"/>
                            <m:ctrlPr>
                              <a:rPr lang="en-GB" altLang="zh-CN" sz="1400" i="1">
                                <a:solidFill>
                                  <a:schemeClr val="tx1"/>
                                </a:solidFill>
                                <a:latin typeface="Cambria Math" panose="02040503050406030204" pitchFamily="18" charset="0"/>
                              </a:rPr>
                            </m:ctrlPr>
                          </m:accPr>
                          <m:e>
                            <m:r>
                              <a:rPr lang="en-GB" altLang="zh-CN" sz="1400" i="1">
                                <a:solidFill>
                                  <a:schemeClr val="tx1"/>
                                </a:solidFill>
                                <a:latin typeface="Cambria Math" panose="02040503050406030204" pitchFamily="18" charset="0"/>
                              </a:rPr>
                              <m:t>𝑥</m:t>
                            </m:r>
                          </m:e>
                        </m:acc>
                      </m:e>
                      <m:sub>
                        <m:r>
                          <a:rPr lang="en-GB" altLang="zh-CN" sz="1400" i="1">
                            <a:solidFill>
                              <a:schemeClr val="tx1"/>
                            </a:solidFill>
                            <a:latin typeface="Cambria Math" panose="02040503050406030204" pitchFamily="18" charset="0"/>
                          </a:rPr>
                          <m:t>𝑘</m:t>
                        </m:r>
                        <m:r>
                          <a:rPr lang="en-GB" altLang="zh-CN" sz="1400" i="1">
                            <a:solidFill>
                              <a:schemeClr val="tx1"/>
                            </a:solidFill>
                            <a:latin typeface="Cambria Math" panose="02040503050406030204" pitchFamily="18" charset="0"/>
                          </a:rPr>
                          <m:t>−</m:t>
                        </m:r>
                      </m:sub>
                    </m:sSub>
                    <m:r>
                      <a:rPr lang="en-GB" altLang="zh-CN" sz="1400" i="1">
                        <a:solidFill>
                          <a:schemeClr val="tx1"/>
                        </a:solidFill>
                        <a:latin typeface="Cambria Math" panose="02040503050406030204" pitchFamily="18" charset="0"/>
                      </a:rPr>
                      <m:t>=</m:t>
                    </m:r>
                    <m:r>
                      <a:rPr lang="en-GB" altLang="zh-CN" sz="1400" i="1">
                        <a:solidFill>
                          <a:schemeClr val="tx1"/>
                        </a:solidFill>
                        <a:latin typeface="Cambria Math" panose="02040503050406030204" pitchFamily="18" charset="0"/>
                      </a:rPr>
                      <m:t>𝐹</m:t>
                    </m:r>
                    <m:sSub>
                      <m:sSubPr>
                        <m:ctrlPr>
                          <a:rPr lang="en-GB" altLang="zh-CN" sz="1400" i="1">
                            <a:solidFill>
                              <a:schemeClr val="tx1"/>
                            </a:solidFill>
                            <a:latin typeface="Cambria Math" panose="02040503050406030204" pitchFamily="18" charset="0"/>
                          </a:rPr>
                        </m:ctrlPr>
                      </m:sSubPr>
                      <m:e>
                        <m:acc>
                          <m:accPr>
                            <m:chr m:val="̂"/>
                            <m:ctrlPr>
                              <a:rPr lang="en-GB" altLang="zh-CN" sz="1400" i="1">
                                <a:solidFill>
                                  <a:schemeClr val="tx1"/>
                                </a:solidFill>
                                <a:latin typeface="Cambria Math" panose="02040503050406030204" pitchFamily="18" charset="0"/>
                              </a:rPr>
                            </m:ctrlPr>
                          </m:accPr>
                          <m:e>
                            <m:r>
                              <a:rPr lang="en-GB" altLang="zh-CN" sz="1400" i="1">
                                <a:solidFill>
                                  <a:schemeClr val="tx1"/>
                                </a:solidFill>
                                <a:latin typeface="Cambria Math" panose="02040503050406030204" pitchFamily="18" charset="0"/>
                              </a:rPr>
                              <m:t>𝑥</m:t>
                            </m:r>
                          </m:e>
                        </m:acc>
                      </m:e>
                      <m:sub>
                        <m:r>
                          <a:rPr lang="en-GB" altLang="zh-CN" sz="1400" i="1">
                            <a:solidFill>
                              <a:schemeClr val="tx1"/>
                            </a:solidFill>
                            <a:latin typeface="Cambria Math" panose="02040503050406030204" pitchFamily="18" charset="0"/>
                          </a:rPr>
                          <m:t>𝑘</m:t>
                        </m:r>
                        <m:r>
                          <a:rPr lang="en-GB" altLang="zh-CN" sz="1400" i="1">
                            <a:solidFill>
                              <a:schemeClr val="tx1"/>
                            </a:solidFill>
                            <a:latin typeface="Cambria Math" panose="02040503050406030204" pitchFamily="18" charset="0"/>
                          </a:rPr>
                          <m:t>−1</m:t>
                        </m:r>
                      </m:sub>
                    </m:sSub>
                    <m:r>
                      <a:rPr lang="en-GB" altLang="zh-CN" sz="1400" i="1">
                        <a:solidFill>
                          <a:schemeClr val="tx1"/>
                        </a:solidFill>
                        <a:latin typeface="Cambria Math" panose="02040503050406030204" pitchFamily="18" charset="0"/>
                      </a:rPr>
                      <m:t>+</m:t>
                    </m:r>
                    <m:r>
                      <a:rPr lang="en-GB" altLang="zh-CN" sz="1400" i="1">
                        <a:solidFill>
                          <a:schemeClr val="tx1"/>
                        </a:solidFill>
                        <a:latin typeface="Cambria Math" panose="02040503050406030204" pitchFamily="18" charset="0"/>
                      </a:rPr>
                      <m:t>𝐵</m:t>
                    </m:r>
                    <m:sSub>
                      <m:sSubPr>
                        <m:ctrlPr>
                          <a:rPr lang="en-GB" altLang="zh-CN" sz="1400" i="1">
                            <a:solidFill>
                              <a:schemeClr val="tx1"/>
                            </a:solidFill>
                            <a:latin typeface="Cambria Math" panose="02040503050406030204" pitchFamily="18" charset="0"/>
                          </a:rPr>
                        </m:ctrlPr>
                      </m:sSubPr>
                      <m:e>
                        <m:r>
                          <a:rPr lang="en-GB" altLang="zh-CN" sz="1400" i="1">
                            <a:solidFill>
                              <a:schemeClr val="tx1"/>
                            </a:solidFill>
                            <a:latin typeface="Cambria Math" panose="02040503050406030204" pitchFamily="18" charset="0"/>
                          </a:rPr>
                          <m:t>𝑢</m:t>
                        </m:r>
                      </m:e>
                      <m:sub>
                        <m:r>
                          <a:rPr lang="en-GB" altLang="zh-CN" sz="1400" i="1">
                            <a:solidFill>
                              <a:schemeClr val="tx1"/>
                            </a:solidFill>
                            <a:latin typeface="Cambria Math" panose="02040503050406030204" pitchFamily="18" charset="0"/>
                          </a:rPr>
                          <m:t>𝑘</m:t>
                        </m:r>
                      </m:sub>
                    </m:sSub>
                  </m:oMath>
                </a14:m>
                <a:r>
                  <a:rPr lang="en-GB" altLang="zh-CN" sz="1400" dirty="0">
                    <a:solidFill>
                      <a:schemeClr val="tx1"/>
                    </a:solidFill>
                  </a:rPr>
                  <a:t> </a:t>
                </a:r>
              </a:p>
              <a:p>
                <a:pPr algn="ctr">
                  <a:lnSpc>
                    <a:spcPct val="120000"/>
                  </a:lnSpc>
                </a:pPr>
                <a14:m>
                  <m:oMath xmlns:m="http://schemas.openxmlformats.org/officeDocument/2006/math">
                    <m:sSub>
                      <m:sSubPr>
                        <m:ctrlPr>
                          <a:rPr lang="en-GB" altLang="zh-CN" sz="1400" i="1">
                            <a:solidFill>
                              <a:schemeClr val="tx1"/>
                            </a:solidFill>
                            <a:latin typeface="Cambria Math" panose="02040503050406030204" pitchFamily="18" charset="0"/>
                          </a:rPr>
                        </m:ctrlPr>
                      </m:sSubPr>
                      <m:e>
                        <m:r>
                          <a:rPr lang="en-GB" altLang="zh-CN" sz="1400" i="1">
                            <a:solidFill>
                              <a:schemeClr val="tx1"/>
                            </a:solidFill>
                            <a:latin typeface="Cambria Math" panose="02040503050406030204" pitchFamily="18" charset="0"/>
                          </a:rPr>
                          <m:t>𝑃</m:t>
                        </m:r>
                      </m:e>
                      <m:sub>
                        <m:r>
                          <a:rPr lang="en-GB" altLang="zh-CN" sz="1400" i="1">
                            <a:solidFill>
                              <a:schemeClr val="tx1"/>
                            </a:solidFill>
                            <a:latin typeface="Cambria Math" panose="02040503050406030204" pitchFamily="18" charset="0"/>
                          </a:rPr>
                          <m:t>𝑘</m:t>
                        </m:r>
                        <m:r>
                          <a:rPr lang="en-GB" altLang="zh-CN" sz="1400" i="1">
                            <a:solidFill>
                              <a:schemeClr val="tx1"/>
                            </a:solidFill>
                            <a:latin typeface="Cambria Math" panose="02040503050406030204" pitchFamily="18" charset="0"/>
                          </a:rPr>
                          <m:t>−</m:t>
                        </m:r>
                      </m:sub>
                    </m:sSub>
                    <m:r>
                      <a:rPr lang="en-GB" altLang="zh-CN" sz="1400" i="1">
                        <a:solidFill>
                          <a:schemeClr val="tx1"/>
                        </a:solidFill>
                        <a:latin typeface="Cambria Math" panose="02040503050406030204" pitchFamily="18" charset="0"/>
                      </a:rPr>
                      <m:t>=</m:t>
                    </m:r>
                    <m:r>
                      <a:rPr lang="en-GB" altLang="zh-CN" sz="1400" i="1">
                        <a:solidFill>
                          <a:schemeClr val="tx1"/>
                        </a:solidFill>
                        <a:latin typeface="Cambria Math" panose="02040503050406030204" pitchFamily="18" charset="0"/>
                      </a:rPr>
                      <m:t>𝐹</m:t>
                    </m:r>
                    <m:sSub>
                      <m:sSubPr>
                        <m:ctrlPr>
                          <a:rPr lang="en-GB" altLang="zh-CN" sz="1400" i="1">
                            <a:solidFill>
                              <a:schemeClr val="tx1"/>
                            </a:solidFill>
                            <a:latin typeface="Cambria Math" panose="02040503050406030204" pitchFamily="18" charset="0"/>
                          </a:rPr>
                        </m:ctrlPr>
                      </m:sSubPr>
                      <m:e>
                        <m:r>
                          <a:rPr lang="en-GB" altLang="zh-CN" sz="1400" i="1">
                            <a:solidFill>
                              <a:schemeClr val="tx1"/>
                            </a:solidFill>
                            <a:latin typeface="Cambria Math" panose="02040503050406030204" pitchFamily="18" charset="0"/>
                          </a:rPr>
                          <m:t>𝑃</m:t>
                        </m:r>
                      </m:e>
                      <m:sub>
                        <m:r>
                          <a:rPr lang="en-GB" altLang="zh-CN" sz="1400" i="1">
                            <a:solidFill>
                              <a:schemeClr val="tx1"/>
                            </a:solidFill>
                            <a:latin typeface="Cambria Math" panose="02040503050406030204" pitchFamily="18" charset="0"/>
                          </a:rPr>
                          <m:t>𝑘</m:t>
                        </m:r>
                        <m:r>
                          <a:rPr lang="en-GB" altLang="zh-CN" sz="1400" i="1">
                            <a:solidFill>
                              <a:schemeClr val="tx1"/>
                            </a:solidFill>
                            <a:latin typeface="Cambria Math" panose="02040503050406030204" pitchFamily="18" charset="0"/>
                          </a:rPr>
                          <m:t>−1</m:t>
                        </m:r>
                      </m:sub>
                    </m:sSub>
                    <m:sSup>
                      <m:sSupPr>
                        <m:ctrlPr>
                          <a:rPr lang="en-GB" altLang="zh-CN" sz="1400" i="1">
                            <a:solidFill>
                              <a:schemeClr val="tx1"/>
                            </a:solidFill>
                            <a:latin typeface="Cambria Math" panose="02040503050406030204" pitchFamily="18" charset="0"/>
                          </a:rPr>
                        </m:ctrlPr>
                      </m:sSupPr>
                      <m:e>
                        <m:r>
                          <a:rPr lang="en-GB" altLang="zh-CN" sz="1400" i="1">
                            <a:solidFill>
                              <a:schemeClr val="tx1"/>
                            </a:solidFill>
                            <a:latin typeface="Cambria Math" panose="02040503050406030204" pitchFamily="18" charset="0"/>
                          </a:rPr>
                          <m:t>𝐹</m:t>
                        </m:r>
                      </m:e>
                      <m:sup>
                        <m:r>
                          <a:rPr lang="en-GB" altLang="zh-CN" sz="1400" i="1">
                            <a:solidFill>
                              <a:schemeClr val="tx1"/>
                            </a:solidFill>
                            <a:latin typeface="Cambria Math" panose="02040503050406030204" pitchFamily="18" charset="0"/>
                          </a:rPr>
                          <m:t>𝑇</m:t>
                        </m:r>
                      </m:sup>
                    </m:sSup>
                    <m:r>
                      <a:rPr lang="en-GB" altLang="zh-CN" sz="1400" i="1">
                        <a:solidFill>
                          <a:schemeClr val="tx1"/>
                        </a:solidFill>
                        <a:latin typeface="Cambria Math" panose="02040503050406030204" pitchFamily="18" charset="0"/>
                      </a:rPr>
                      <m:t>+</m:t>
                    </m:r>
                    <m:sSub>
                      <m:sSubPr>
                        <m:ctrlPr>
                          <a:rPr lang="en-GB" altLang="zh-CN" sz="1400" i="1">
                            <a:solidFill>
                              <a:schemeClr val="tx1"/>
                            </a:solidFill>
                            <a:latin typeface="Cambria Math" panose="02040503050406030204" pitchFamily="18" charset="0"/>
                          </a:rPr>
                        </m:ctrlPr>
                      </m:sSubPr>
                      <m:e>
                        <m:r>
                          <a:rPr lang="en-GB" altLang="zh-CN" sz="1400" i="1">
                            <a:solidFill>
                              <a:schemeClr val="tx1"/>
                            </a:solidFill>
                            <a:latin typeface="Cambria Math" panose="02040503050406030204" pitchFamily="18" charset="0"/>
                          </a:rPr>
                          <m:t>𝑄</m:t>
                        </m:r>
                      </m:e>
                      <m:sub>
                        <m:r>
                          <a:rPr lang="en-GB" altLang="zh-CN" sz="1400" i="1">
                            <a:solidFill>
                              <a:schemeClr val="tx1"/>
                            </a:solidFill>
                            <a:latin typeface="Cambria Math" panose="02040503050406030204" pitchFamily="18" charset="0"/>
                          </a:rPr>
                          <m:t>𝑘</m:t>
                        </m:r>
                      </m:sub>
                    </m:sSub>
                  </m:oMath>
                </a14:m>
                <a:r>
                  <a:rPr lang="en-GB" altLang="zh-CN" sz="1400" dirty="0">
                    <a:solidFill>
                      <a:schemeClr val="tx1"/>
                    </a:solidFill>
                  </a:rPr>
                  <a:t> </a:t>
                </a:r>
              </a:p>
              <a:p>
                <a:pPr>
                  <a:lnSpc>
                    <a:spcPct val="120000"/>
                  </a:lnSpc>
                </a:pPr>
                <a:r>
                  <a:rPr lang="en-GB" altLang="zh-CN" sz="1400" dirty="0">
                    <a:solidFill>
                      <a:srgbClr val="003399"/>
                    </a:solidFill>
                  </a:rPr>
                  <a:t>Updating</a:t>
                </a:r>
              </a:p>
              <a:p>
                <a:pPr algn="ctr">
                  <a:lnSpc>
                    <a:spcPct val="120000"/>
                  </a:lnSpc>
                </a:pPr>
                <a14:m>
                  <m:oMath xmlns:m="http://schemas.openxmlformats.org/officeDocument/2006/math">
                    <m:sSub>
                      <m:sSubPr>
                        <m:ctrlPr>
                          <a:rPr lang="en-GB" altLang="zh-CN" sz="1400" i="1" smtClean="0">
                            <a:solidFill>
                              <a:schemeClr val="tx1"/>
                            </a:solidFill>
                            <a:latin typeface="Cambria Math" panose="02040503050406030204" pitchFamily="18" charset="0"/>
                          </a:rPr>
                        </m:ctrlPr>
                      </m:sSubPr>
                      <m:e>
                        <m:r>
                          <a:rPr lang="en-GB" altLang="zh-CN" sz="1400" i="1">
                            <a:latin typeface="Cambria Math" panose="02040503050406030204" pitchFamily="18" charset="0"/>
                          </a:rPr>
                          <m:t>𝛬</m:t>
                        </m:r>
                      </m:e>
                      <m:sub>
                        <m:r>
                          <a:rPr lang="en-GB" altLang="zh-CN" sz="1400" i="1">
                            <a:solidFill>
                              <a:schemeClr val="tx1"/>
                            </a:solidFill>
                            <a:latin typeface="Cambria Math" panose="02040503050406030204" pitchFamily="18" charset="0"/>
                          </a:rPr>
                          <m:t>𝑘</m:t>
                        </m:r>
                      </m:sub>
                    </m:sSub>
                    <m:r>
                      <a:rPr lang="en-GB" altLang="zh-CN" sz="1400" i="1">
                        <a:solidFill>
                          <a:schemeClr val="tx1"/>
                        </a:solidFill>
                        <a:latin typeface="Cambria Math" panose="02040503050406030204" pitchFamily="18" charset="0"/>
                      </a:rPr>
                      <m:t>=</m:t>
                    </m:r>
                    <m:sSub>
                      <m:sSubPr>
                        <m:ctrlPr>
                          <a:rPr lang="en-GB" altLang="zh-CN" sz="1400" i="1">
                            <a:solidFill>
                              <a:schemeClr val="tx1"/>
                            </a:solidFill>
                            <a:latin typeface="Cambria Math" panose="02040503050406030204" pitchFamily="18" charset="0"/>
                          </a:rPr>
                        </m:ctrlPr>
                      </m:sSubPr>
                      <m:e>
                        <m:r>
                          <a:rPr lang="en-GB" altLang="zh-CN" sz="1400" i="1">
                            <a:solidFill>
                              <a:schemeClr val="tx1"/>
                            </a:solidFill>
                            <a:latin typeface="Cambria Math" panose="02040503050406030204" pitchFamily="18" charset="0"/>
                          </a:rPr>
                          <m:t>𝑃</m:t>
                        </m:r>
                      </m:e>
                      <m:sub>
                        <m:r>
                          <a:rPr lang="en-GB" altLang="zh-CN" sz="1400" i="1">
                            <a:solidFill>
                              <a:schemeClr val="tx1"/>
                            </a:solidFill>
                            <a:latin typeface="Cambria Math" panose="02040503050406030204" pitchFamily="18" charset="0"/>
                          </a:rPr>
                          <m:t>𝑘</m:t>
                        </m:r>
                        <m:r>
                          <a:rPr lang="en-GB" altLang="zh-CN" sz="1400" i="1">
                            <a:solidFill>
                              <a:schemeClr val="tx1"/>
                            </a:solidFill>
                            <a:latin typeface="Cambria Math" panose="02040503050406030204" pitchFamily="18" charset="0"/>
                          </a:rPr>
                          <m:t>−</m:t>
                        </m:r>
                      </m:sub>
                    </m:sSub>
                    <m:sSup>
                      <m:sSupPr>
                        <m:ctrlPr>
                          <a:rPr lang="en-GB" altLang="zh-CN" sz="1400" i="1">
                            <a:solidFill>
                              <a:schemeClr val="tx1"/>
                            </a:solidFill>
                            <a:latin typeface="Cambria Math" panose="02040503050406030204" pitchFamily="18" charset="0"/>
                          </a:rPr>
                        </m:ctrlPr>
                      </m:sSupPr>
                      <m:e>
                        <m:d>
                          <m:dPr>
                            <m:ctrlPr>
                              <a:rPr lang="en-GB" altLang="zh-CN" sz="1400" i="1">
                                <a:solidFill>
                                  <a:schemeClr val="tx1"/>
                                </a:solidFill>
                                <a:latin typeface="Cambria Math" panose="02040503050406030204" pitchFamily="18" charset="0"/>
                              </a:rPr>
                            </m:ctrlPr>
                          </m:dPr>
                          <m:e>
                            <m:sSub>
                              <m:sSubPr>
                                <m:ctrlPr>
                                  <a:rPr lang="en-GB" altLang="zh-CN" sz="1400" i="1">
                                    <a:solidFill>
                                      <a:schemeClr val="tx1"/>
                                    </a:solidFill>
                                    <a:latin typeface="Cambria Math" panose="02040503050406030204" pitchFamily="18" charset="0"/>
                                  </a:rPr>
                                </m:ctrlPr>
                              </m:sSubPr>
                              <m:e>
                                <m:r>
                                  <a:rPr lang="en-GB" altLang="zh-CN" sz="1400" i="1">
                                    <a:solidFill>
                                      <a:schemeClr val="tx1"/>
                                    </a:solidFill>
                                    <a:latin typeface="Cambria Math" panose="02040503050406030204" pitchFamily="18" charset="0"/>
                                  </a:rPr>
                                  <m:t>𝑃</m:t>
                                </m:r>
                              </m:e>
                              <m:sub>
                                <m:r>
                                  <a:rPr lang="en-GB" altLang="zh-CN" sz="1400" i="1">
                                    <a:solidFill>
                                      <a:schemeClr val="tx1"/>
                                    </a:solidFill>
                                    <a:latin typeface="Cambria Math" panose="02040503050406030204" pitchFamily="18" charset="0"/>
                                  </a:rPr>
                                  <m:t>𝑘</m:t>
                                </m:r>
                                <m:r>
                                  <a:rPr lang="en-GB" altLang="zh-CN" sz="1400" i="1">
                                    <a:solidFill>
                                      <a:schemeClr val="tx1"/>
                                    </a:solidFill>
                                    <a:latin typeface="Cambria Math" panose="02040503050406030204" pitchFamily="18" charset="0"/>
                                  </a:rPr>
                                  <m:t>−</m:t>
                                </m:r>
                              </m:sub>
                            </m:sSub>
                            <m:r>
                              <a:rPr lang="en-GB" altLang="zh-CN" sz="1400" i="1">
                                <a:solidFill>
                                  <a:schemeClr val="tx1"/>
                                </a:solidFill>
                                <a:latin typeface="Cambria Math" panose="02040503050406030204" pitchFamily="18" charset="0"/>
                              </a:rPr>
                              <m:t>+</m:t>
                            </m:r>
                            <m:sSub>
                              <m:sSubPr>
                                <m:ctrlPr>
                                  <a:rPr lang="en-GB" altLang="zh-CN" sz="1400" i="1">
                                    <a:solidFill>
                                      <a:schemeClr val="tx1"/>
                                    </a:solidFill>
                                    <a:latin typeface="Cambria Math" panose="02040503050406030204" pitchFamily="18" charset="0"/>
                                  </a:rPr>
                                </m:ctrlPr>
                              </m:sSubPr>
                              <m:e>
                                <m:r>
                                  <a:rPr lang="en-GB" altLang="zh-CN" sz="1400" i="1">
                                    <a:solidFill>
                                      <a:schemeClr val="tx1"/>
                                    </a:solidFill>
                                    <a:latin typeface="Cambria Math" panose="02040503050406030204" pitchFamily="18" charset="0"/>
                                  </a:rPr>
                                  <m:t>𝑅</m:t>
                                </m:r>
                              </m:e>
                              <m:sub>
                                <m:r>
                                  <a:rPr lang="en-GB" altLang="zh-CN" sz="1400" i="1">
                                    <a:solidFill>
                                      <a:schemeClr val="tx1"/>
                                    </a:solidFill>
                                    <a:latin typeface="Cambria Math" panose="02040503050406030204" pitchFamily="18" charset="0"/>
                                  </a:rPr>
                                  <m:t>𝑘</m:t>
                                </m:r>
                              </m:sub>
                            </m:sSub>
                          </m:e>
                        </m:d>
                      </m:e>
                      <m:sup>
                        <m:r>
                          <a:rPr lang="en-GB" altLang="zh-CN" sz="1400" i="1">
                            <a:solidFill>
                              <a:schemeClr val="tx1"/>
                            </a:solidFill>
                            <a:latin typeface="Cambria Math" panose="02040503050406030204" pitchFamily="18" charset="0"/>
                          </a:rPr>
                          <m:t>−1</m:t>
                        </m:r>
                      </m:sup>
                    </m:sSup>
                  </m:oMath>
                </a14:m>
                <a:r>
                  <a:rPr lang="en-GB" altLang="zh-CN" sz="1400" dirty="0">
                    <a:solidFill>
                      <a:schemeClr val="tx1"/>
                    </a:solidFill>
                  </a:rPr>
                  <a:t> </a:t>
                </a:r>
              </a:p>
              <a:p>
                <a:pPr algn="ctr">
                  <a:lnSpc>
                    <a:spcPct val="120000"/>
                  </a:lnSpc>
                </a:pPr>
                <a14:m>
                  <m:oMath xmlns:m="http://schemas.openxmlformats.org/officeDocument/2006/math">
                    <m:sSub>
                      <m:sSubPr>
                        <m:ctrlPr>
                          <a:rPr lang="en-GB" altLang="zh-CN" sz="1400" i="1">
                            <a:solidFill>
                              <a:schemeClr val="tx1"/>
                            </a:solidFill>
                            <a:latin typeface="Cambria Math" panose="02040503050406030204" pitchFamily="18" charset="0"/>
                          </a:rPr>
                        </m:ctrlPr>
                      </m:sSubPr>
                      <m:e>
                        <m:acc>
                          <m:accPr>
                            <m:chr m:val="̂"/>
                            <m:ctrlPr>
                              <a:rPr lang="en-GB" altLang="zh-CN" sz="1400" i="1">
                                <a:solidFill>
                                  <a:schemeClr val="tx1"/>
                                </a:solidFill>
                                <a:latin typeface="Cambria Math" panose="02040503050406030204" pitchFamily="18" charset="0"/>
                              </a:rPr>
                            </m:ctrlPr>
                          </m:accPr>
                          <m:e>
                            <m:r>
                              <a:rPr lang="en-GB" altLang="zh-CN" sz="1400" i="1">
                                <a:solidFill>
                                  <a:schemeClr val="tx1"/>
                                </a:solidFill>
                                <a:latin typeface="Cambria Math" panose="02040503050406030204" pitchFamily="18" charset="0"/>
                              </a:rPr>
                              <m:t>𝑥</m:t>
                            </m:r>
                          </m:e>
                        </m:acc>
                      </m:e>
                      <m:sub>
                        <m:r>
                          <a:rPr lang="en-GB" altLang="zh-CN" sz="1400" i="1">
                            <a:solidFill>
                              <a:schemeClr val="tx1"/>
                            </a:solidFill>
                            <a:latin typeface="Cambria Math" panose="02040503050406030204" pitchFamily="18" charset="0"/>
                          </a:rPr>
                          <m:t>𝑘</m:t>
                        </m:r>
                      </m:sub>
                    </m:sSub>
                    <m:r>
                      <a:rPr lang="en-GB" altLang="zh-CN" sz="1400" i="1">
                        <a:solidFill>
                          <a:schemeClr val="tx1"/>
                        </a:solidFill>
                        <a:latin typeface="Cambria Math" panose="02040503050406030204" pitchFamily="18" charset="0"/>
                      </a:rPr>
                      <m:t>=</m:t>
                    </m:r>
                    <m:sSub>
                      <m:sSubPr>
                        <m:ctrlPr>
                          <a:rPr lang="en-GB" altLang="zh-CN" sz="1400" i="1">
                            <a:solidFill>
                              <a:schemeClr val="tx1"/>
                            </a:solidFill>
                            <a:latin typeface="Cambria Math" panose="02040503050406030204" pitchFamily="18" charset="0"/>
                          </a:rPr>
                        </m:ctrlPr>
                      </m:sSubPr>
                      <m:e>
                        <m:acc>
                          <m:accPr>
                            <m:chr m:val="̂"/>
                            <m:ctrlPr>
                              <a:rPr lang="en-GB" altLang="zh-CN" sz="1400" i="1">
                                <a:solidFill>
                                  <a:schemeClr val="tx1"/>
                                </a:solidFill>
                                <a:latin typeface="Cambria Math" panose="02040503050406030204" pitchFamily="18" charset="0"/>
                              </a:rPr>
                            </m:ctrlPr>
                          </m:accPr>
                          <m:e>
                            <m:r>
                              <a:rPr lang="en-GB" altLang="zh-CN" sz="1400" i="1">
                                <a:solidFill>
                                  <a:schemeClr val="tx1"/>
                                </a:solidFill>
                                <a:latin typeface="Cambria Math" panose="02040503050406030204" pitchFamily="18" charset="0"/>
                              </a:rPr>
                              <m:t>𝑥</m:t>
                            </m:r>
                          </m:e>
                        </m:acc>
                      </m:e>
                      <m:sub>
                        <m:r>
                          <a:rPr lang="en-GB" altLang="zh-CN" sz="1400" i="1">
                            <a:solidFill>
                              <a:schemeClr val="tx1"/>
                            </a:solidFill>
                            <a:latin typeface="Cambria Math" panose="02040503050406030204" pitchFamily="18" charset="0"/>
                          </a:rPr>
                          <m:t>𝑘</m:t>
                        </m:r>
                        <m:r>
                          <a:rPr lang="en-GB" altLang="zh-CN" sz="1400" i="1">
                            <a:solidFill>
                              <a:schemeClr val="tx1"/>
                            </a:solidFill>
                            <a:latin typeface="Cambria Math" panose="02040503050406030204" pitchFamily="18" charset="0"/>
                          </a:rPr>
                          <m:t>−</m:t>
                        </m:r>
                      </m:sub>
                    </m:sSub>
                    <m:r>
                      <a:rPr lang="en-GB" altLang="zh-CN" sz="1400" i="1">
                        <a:solidFill>
                          <a:schemeClr val="tx1"/>
                        </a:solidFill>
                        <a:latin typeface="Cambria Math" panose="02040503050406030204" pitchFamily="18" charset="0"/>
                      </a:rPr>
                      <m:t>+</m:t>
                    </m:r>
                    <m:sSub>
                      <m:sSubPr>
                        <m:ctrlPr>
                          <a:rPr lang="en-GB" altLang="zh-CN" sz="1400" i="1">
                            <a:solidFill>
                              <a:schemeClr val="tx1"/>
                            </a:solidFill>
                            <a:latin typeface="Cambria Math" panose="02040503050406030204" pitchFamily="18" charset="0"/>
                          </a:rPr>
                        </m:ctrlPr>
                      </m:sSubPr>
                      <m:e>
                        <m:r>
                          <a:rPr lang="en-GB" altLang="zh-CN" sz="1400" i="1" smtClean="0">
                            <a:solidFill>
                              <a:schemeClr val="tx1"/>
                            </a:solidFill>
                            <a:latin typeface="Cambria Math" panose="02040503050406030204" pitchFamily="18" charset="0"/>
                          </a:rPr>
                          <m:t>𝛬</m:t>
                        </m:r>
                      </m:e>
                      <m:sub>
                        <m:r>
                          <a:rPr lang="en-GB" altLang="zh-CN" sz="1400" i="1">
                            <a:solidFill>
                              <a:schemeClr val="tx1"/>
                            </a:solidFill>
                            <a:latin typeface="Cambria Math" panose="02040503050406030204" pitchFamily="18" charset="0"/>
                          </a:rPr>
                          <m:t>𝑘</m:t>
                        </m:r>
                      </m:sub>
                    </m:sSub>
                    <m:d>
                      <m:dPr>
                        <m:ctrlPr>
                          <a:rPr lang="en-GB" altLang="zh-CN" sz="1400" i="1">
                            <a:solidFill>
                              <a:schemeClr val="tx1"/>
                            </a:solidFill>
                            <a:latin typeface="Cambria Math" panose="02040503050406030204" pitchFamily="18" charset="0"/>
                          </a:rPr>
                        </m:ctrlPr>
                      </m:dPr>
                      <m:e>
                        <m:sSub>
                          <m:sSubPr>
                            <m:ctrlPr>
                              <a:rPr lang="en-GB" altLang="zh-CN" sz="1400" i="1">
                                <a:solidFill>
                                  <a:schemeClr val="tx1"/>
                                </a:solidFill>
                                <a:latin typeface="Cambria Math" panose="02040503050406030204" pitchFamily="18" charset="0"/>
                              </a:rPr>
                            </m:ctrlPr>
                          </m:sSubPr>
                          <m:e>
                            <m:r>
                              <a:rPr lang="en-GB" altLang="zh-CN" sz="1400" i="1">
                                <a:solidFill>
                                  <a:schemeClr val="tx1"/>
                                </a:solidFill>
                                <a:latin typeface="Cambria Math" panose="02040503050406030204" pitchFamily="18" charset="0"/>
                              </a:rPr>
                              <m:t>𝑧</m:t>
                            </m:r>
                          </m:e>
                          <m:sub>
                            <m:r>
                              <a:rPr lang="en-GB" altLang="zh-CN" sz="1400" i="1">
                                <a:solidFill>
                                  <a:schemeClr val="tx1"/>
                                </a:solidFill>
                                <a:latin typeface="Cambria Math" panose="02040503050406030204" pitchFamily="18" charset="0"/>
                              </a:rPr>
                              <m:t>𝑘</m:t>
                            </m:r>
                          </m:sub>
                        </m:sSub>
                        <m:r>
                          <a:rPr lang="en-GB" altLang="zh-CN" sz="1400" i="1">
                            <a:solidFill>
                              <a:schemeClr val="tx1"/>
                            </a:solidFill>
                            <a:latin typeface="Cambria Math" panose="02040503050406030204" pitchFamily="18" charset="0"/>
                          </a:rPr>
                          <m:t>−</m:t>
                        </m:r>
                        <m:sSub>
                          <m:sSubPr>
                            <m:ctrlPr>
                              <a:rPr lang="en-GB" altLang="zh-CN" sz="1400" i="1">
                                <a:solidFill>
                                  <a:schemeClr val="tx1"/>
                                </a:solidFill>
                                <a:latin typeface="Cambria Math" panose="02040503050406030204" pitchFamily="18" charset="0"/>
                              </a:rPr>
                            </m:ctrlPr>
                          </m:sSubPr>
                          <m:e>
                            <m:acc>
                              <m:accPr>
                                <m:chr m:val="̂"/>
                                <m:ctrlPr>
                                  <a:rPr lang="en-GB" altLang="zh-CN" sz="1400" i="1">
                                    <a:solidFill>
                                      <a:schemeClr val="tx1"/>
                                    </a:solidFill>
                                    <a:latin typeface="Cambria Math" panose="02040503050406030204" pitchFamily="18" charset="0"/>
                                  </a:rPr>
                                </m:ctrlPr>
                              </m:accPr>
                              <m:e>
                                <m:r>
                                  <a:rPr lang="en-GB" altLang="zh-CN" sz="1400" i="1">
                                    <a:solidFill>
                                      <a:schemeClr val="tx1"/>
                                    </a:solidFill>
                                    <a:latin typeface="Cambria Math" panose="02040503050406030204" pitchFamily="18" charset="0"/>
                                  </a:rPr>
                                  <m:t>𝑥</m:t>
                                </m:r>
                              </m:e>
                            </m:acc>
                          </m:e>
                          <m:sub>
                            <m:r>
                              <a:rPr lang="en-GB" altLang="zh-CN" sz="1400" i="1">
                                <a:solidFill>
                                  <a:schemeClr val="tx1"/>
                                </a:solidFill>
                                <a:latin typeface="Cambria Math" panose="02040503050406030204" pitchFamily="18" charset="0"/>
                              </a:rPr>
                              <m:t>𝑘</m:t>
                            </m:r>
                            <m:r>
                              <a:rPr lang="en-GB" altLang="zh-CN" sz="1400" i="1">
                                <a:solidFill>
                                  <a:schemeClr val="tx1"/>
                                </a:solidFill>
                                <a:latin typeface="Cambria Math" panose="02040503050406030204" pitchFamily="18" charset="0"/>
                              </a:rPr>
                              <m:t>−</m:t>
                            </m:r>
                          </m:sub>
                        </m:sSub>
                      </m:e>
                    </m:d>
                  </m:oMath>
                </a14:m>
                <a:r>
                  <a:rPr lang="en-GB" altLang="zh-CN" sz="1400" dirty="0">
                    <a:solidFill>
                      <a:schemeClr val="tx1"/>
                    </a:solidFill>
                  </a:rPr>
                  <a:t> </a:t>
                </a:r>
              </a:p>
              <a:p>
                <a:pPr algn="ctr">
                  <a:lnSpc>
                    <a:spcPct val="120000"/>
                  </a:lnSpc>
                </a:pPr>
                <a14:m>
                  <m:oMath xmlns:m="http://schemas.openxmlformats.org/officeDocument/2006/math">
                    <m:sSub>
                      <m:sSubPr>
                        <m:ctrlPr>
                          <a:rPr lang="en-GB" altLang="zh-CN" sz="1400" i="1">
                            <a:solidFill>
                              <a:schemeClr val="tx1"/>
                            </a:solidFill>
                            <a:latin typeface="Cambria Math" panose="02040503050406030204" pitchFamily="18" charset="0"/>
                          </a:rPr>
                        </m:ctrlPr>
                      </m:sSubPr>
                      <m:e>
                        <m:r>
                          <a:rPr lang="en-GB" altLang="zh-CN" sz="1400" i="1">
                            <a:solidFill>
                              <a:schemeClr val="tx1"/>
                            </a:solidFill>
                            <a:latin typeface="Cambria Math" panose="02040503050406030204" pitchFamily="18" charset="0"/>
                          </a:rPr>
                          <m:t>𝑃</m:t>
                        </m:r>
                      </m:e>
                      <m:sub>
                        <m:r>
                          <a:rPr lang="en-GB" altLang="zh-CN" sz="1400" i="1">
                            <a:solidFill>
                              <a:schemeClr val="tx1"/>
                            </a:solidFill>
                            <a:latin typeface="Cambria Math" panose="02040503050406030204" pitchFamily="18" charset="0"/>
                          </a:rPr>
                          <m:t>𝑘</m:t>
                        </m:r>
                      </m:sub>
                    </m:sSub>
                    <m:r>
                      <a:rPr lang="en-GB" altLang="zh-CN" sz="1400" i="1">
                        <a:solidFill>
                          <a:schemeClr val="tx1"/>
                        </a:solidFill>
                        <a:latin typeface="Cambria Math" panose="02040503050406030204" pitchFamily="18" charset="0"/>
                      </a:rPr>
                      <m:t>=</m:t>
                    </m:r>
                    <m:d>
                      <m:dPr>
                        <m:ctrlPr>
                          <a:rPr lang="en-GB" altLang="zh-CN" sz="1400" i="1">
                            <a:solidFill>
                              <a:schemeClr val="tx1"/>
                            </a:solidFill>
                            <a:latin typeface="Cambria Math" panose="02040503050406030204" pitchFamily="18" charset="0"/>
                          </a:rPr>
                        </m:ctrlPr>
                      </m:dPr>
                      <m:e>
                        <m:r>
                          <a:rPr lang="en-GB" altLang="zh-CN" sz="1400" i="1">
                            <a:solidFill>
                              <a:schemeClr val="tx1"/>
                            </a:solidFill>
                            <a:latin typeface="Cambria Math" panose="02040503050406030204" pitchFamily="18" charset="0"/>
                          </a:rPr>
                          <m:t>𝐼</m:t>
                        </m:r>
                        <m:r>
                          <a:rPr lang="en-GB" altLang="zh-CN" sz="1400" i="1">
                            <a:solidFill>
                              <a:schemeClr val="tx1"/>
                            </a:solidFill>
                            <a:latin typeface="Cambria Math" panose="02040503050406030204" pitchFamily="18" charset="0"/>
                          </a:rPr>
                          <m:t>−</m:t>
                        </m:r>
                        <m:sSub>
                          <m:sSubPr>
                            <m:ctrlPr>
                              <a:rPr lang="en-GB" altLang="zh-CN" sz="1400" i="1">
                                <a:solidFill>
                                  <a:schemeClr val="tx1"/>
                                </a:solidFill>
                                <a:latin typeface="Cambria Math" panose="02040503050406030204" pitchFamily="18" charset="0"/>
                              </a:rPr>
                            </m:ctrlPr>
                          </m:sSubPr>
                          <m:e>
                            <m:r>
                              <a:rPr lang="en-GB" altLang="zh-CN" sz="1400" i="1">
                                <a:latin typeface="Cambria Math" panose="02040503050406030204" pitchFamily="18" charset="0"/>
                              </a:rPr>
                              <m:t>𝛬</m:t>
                            </m:r>
                          </m:e>
                          <m:sub>
                            <m:r>
                              <a:rPr lang="en-GB" altLang="zh-CN" sz="1400" i="1">
                                <a:solidFill>
                                  <a:schemeClr val="tx1"/>
                                </a:solidFill>
                                <a:latin typeface="Cambria Math" panose="02040503050406030204" pitchFamily="18" charset="0"/>
                              </a:rPr>
                              <m:t>𝑘</m:t>
                            </m:r>
                          </m:sub>
                        </m:sSub>
                      </m:e>
                    </m:d>
                    <m:sSub>
                      <m:sSubPr>
                        <m:ctrlPr>
                          <a:rPr lang="en-GB" altLang="zh-CN" sz="1400" i="1">
                            <a:solidFill>
                              <a:schemeClr val="tx1"/>
                            </a:solidFill>
                            <a:latin typeface="Cambria Math" panose="02040503050406030204" pitchFamily="18" charset="0"/>
                          </a:rPr>
                        </m:ctrlPr>
                      </m:sSubPr>
                      <m:e>
                        <m:r>
                          <a:rPr lang="en-GB" altLang="zh-CN" sz="1400" i="1">
                            <a:solidFill>
                              <a:schemeClr val="tx1"/>
                            </a:solidFill>
                            <a:latin typeface="Cambria Math" panose="02040503050406030204" pitchFamily="18" charset="0"/>
                          </a:rPr>
                          <m:t>𝑝</m:t>
                        </m:r>
                      </m:e>
                      <m:sub>
                        <m:r>
                          <a:rPr lang="en-GB" altLang="zh-CN" sz="1400" i="1">
                            <a:solidFill>
                              <a:schemeClr val="tx1"/>
                            </a:solidFill>
                            <a:latin typeface="Cambria Math" panose="02040503050406030204" pitchFamily="18" charset="0"/>
                          </a:rPr>
                          <m:t>𝑘</m:t>
                        </m:r>
                        <m:r>
                          <a:rPr lang="en-GB" altLang="zh-CN" sz="1400" i="1">
                            <a:solidFill>
                              <a:schemeClr val="tx1"/>
                            </a:solidFill>
                            <a:latin typeface="Cambria Math" panose="02040503050406030204" pitchFamily="18" charset="0"/>
                          </a:rPr>
                          <m:t>−</m:t>
                        </m:r>
                      </m:sub>
                    </m:sSub>
                  </m:oMath>
                </a14:m>
                <a:r>
                  <a:rPr lang="en-GB" altLang="zh-CN" sz="1400" dirty="0">
                    <a:solidFill>
                      <a:schemeClr val="tx1"/>
                    </a:solidFill>
                  </a:rPr>
                  <a:t> </a:t>
                </a:r>
              </a:p>
            </p:txBody>
          </p:sp>
        </mc:Choice>
        <mc:Fallback xmlns="">
          <p:sp>
            <p:nvSpPr>
              <p:cNvPr id="7" name="文本框 6">
                <a:extLst>
                  <a:ext uri="{FF2B5EF4-FFF2-40B4-BE49-F238E27FC236}">
                    <a16:creationId xmlns:a16="http://schemas.microsoft.com/office/drawing/2014/main" id="{99ECAF10-F0A3-EB07-6F34-F989E0E8C98E}"/>
                  </a:ext>
                </a:extLst>
              </p:cNvPr>
              <p:cNvSpPr txBox="1">
                <a:spLocks noRot="1" noChangeAspect="1" noMove="1" noResize="1" noEditPoints="1" noAdjustHandles="1" noChangeArrowheads="1" noChangeShapeType="1" noTextEdit="1"/>
              </p:cNvSpPr>
              <p:nvPr/>
            </p:nvSpPr>
            <p:spPr>
              <a:xfrm>
                <a:off x="3148184" y="2158478"/>
                <a:ext cx="2180027" cy="2142766"/>
              </a:xfrm>
              <a:prstGeom prst="rect">
                <a:avLst/>
              </a:prstGeom>
              <a:blipFill>
                <a:blip r:embed="rId3"/>
                <a:stretch>
                  <a:fillRect l="-578"/>
                </a:stretch>
              </a:blipFill>
            </p:spPr>
            <p:txBody>
              <a:bodyPr/>
              <a:lstStyle/>
              <a:p>
                <a:r>
                  <a:rPr lang="zh-CN" altLang="en-US">
                    <a:noFill/>
                  </a:rPr>
                  <a:t> </a:t>
                </a:r>
              </a:p>
            </p:txBody>
          </p:sp>
        </mc:Fallback>
      </mc:AlternateContent>
      <p:sp>
        <p:nvSpPr>
          <p:cNvPr id="8" name="圆角矩形 7">
            <a:extLst>
              <a:ext uri="{FF2B5EF4-FFF2-40B4-BE49-F238E27FC236}">
                <a16:creationId xmlns:a16="http://schemas.microsoft.com/office/drawing/2014/main" id="{C2AE27D2-AA6A-7C61-4CA8-43B38C672351}"/>
              </a:ext>
            </a:extLst>
          </p:cNvPr>
          <p:cNvSpPr/>
          <p:nvPr/>
        </p:nvSpPr>
        <p:spPr>
          <a:xfrm>
            <a:off x="5667720" y="2132753"/>
            <a:ext cx="2732919" cy="2282027"/>
          </a:xfrm>
          <a:prstGeom prst="roundRect">
            <a:avLst>
              <a:gd name="adj" fmla="val 2292"/>
            </a:avLst>
          </a:prstGeom>
          <a:solidFill>
            <a:schemeClr val="accent4">
              <a:alpha val="4828"/>
            </a:schemeClr>
          </a:solid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mc:AlternateContent xmlns:mc="http://schemas.openxmlformats.org/markup-compatibility/2006" xmlns:a14="http://schemas.microsoft.com/office/drawing/2010/main">
        <mc:Choice Requires="a14">
          <p:sp>
            <p:nvSpPr>
              <p:cNvPr id="9" name="文本框 8">
                <a:extLst>
                  <a:ext uri="{FF2B5EF4-FFF2-40B4-BE49-F238E27FC236}">
                    <a16:creationId xmlns:a16="http://schemas.microsoft.com/office/drawing/2014/main" id="{1355B2DE-A424-B31A-FDD7-8F9A931634B7}"/>
                  </a:ext>
                </a:extLst>
              </p:cNvPr>
              <p:cNvSpPr txBox="1"/>
              <p:nvPr/>
            </p:nvSpPr>
            <p:spPr>
              <a:xfrm>
                <a:off x="5667718" y="2158478"/>
                <a:ext cx="2732921" cy="2244332"/>
              </a:xfrm>
              <a:prstGeom prst="rect">
                <a:avLst/>
              </a:prstGeom>
              <a:noFill/>
            </p:spPr>
            <p:txBody>
              <a:bodyPr wrap="square" rtlCol="0">
                <a:spAutoFit/>
              </a:bodyPr>
              <a:lstStyle/>
              <a:p>
                <a:pPr>
                  <a:lnSpc>
                    <a:spcPct val="120000"/>
                  </a:lnSpc>
                </a:pPr>
                <a:r>
                  <a:rPr lang="en-GB" altLang="zh-CN" sz="1400" b="1" dirty="0">
                    <a:solidFill>
                      <a:srgbClr val="003399"/>
                    </a:solidFill>
                    <a:latin typeface="Cambria Math" panose="02040503050406030204" pitchFamily="18" charset="0"/>
                  </a:rPr>
                  <a:t>Kalman Filter </a:t>
                </a:r>
              </a:p>
              <a:p>
                <a:pPr>
                  <a:lnSpc>
                    <a:spcPct val="120000"/>
                  </a:lnSpc>
                </a:pPr>
                <a:r>
                  <a:rPr lang="en-GB" altLang="zh-CN" sz="1400" dirty="0">
                    <a:solidFill>
                      <a:srgbClr val="003399"/>
                    </a:solidFill>
                    <a:latin typeface="Cambria Math" panose="02040503050406030204" pitchFamily="18" charset="0"/>
                  </a:rPr>
                  <a:t>Prediction</a:t>
                </a:r>
              </a:p>
              <a:p>
                <a:pPr algn="ctr">
                  <a:lnSpc>
                    <a:spcPct val="120000"/>
                  </a:lnSpc>
                </a:pPr>
                <a14:m>
                  <m:oMathPara xmlns:m="http://schemas.openxmlformats.org/officeDocument/2006/math">
                    <m:oMathParaPr>
                      <m:jc m:val="centerGroup"/>
                    </m:oMathParaPr>
                    <m:oMath xmlns:m="http://schemas.openxmlformats.org/officeDocument/2006/math">
                      <m:sSub>
                        <m:sSubPr>
                          <m:ctrlPr>
                            <a:rPr lang="en-GB" altLang="zh-CN" sz="1400" i="1" smtClean="0">
                              <a:solidFill>
                                <a:schemeClr val="tx1"/>
                              </a:solidFill>
                              <a:latin typeface="Cambria Math" panose="02040503050406030204" pitchFamily="18" charset="0"/>
                            </a:rPr>
                          </m:ctrlPr>
                        </m:sSubPr>
                        <m:e>
                          <m:acc>
                            <m:accPr>
                              <m:chr m:val="̂"/>
                              <m:ctrlPr>
                                <a:rPr lang="en-GB" altLang="zh-CN" sz="1400" i="1">
                                  <a:solidFill>
                                    <a:schemeClr val="tx1"/>
                                  </a:solidFill>
                                  <a:latin typeface="Cambria Math" panose="02040503050406030204" pitchFamily="18" charset="0"/>
                                </a:rPr>
                              </m:ctrlPr>
                            </m:accPr>
                            <m:e>
                              <m:r>
                                <a:rPr lang="en-GB" altLang="zh-CN" sz="1400" i="1">
                                  <a:solidFill>
                                    <a:schemeClr val="tx1"/>
                                  </a:solidFill>
                                  <a:latin typeface="Cambria Math" panose="02040503050406030204" pitchFamily="18" charset="0"/>
                                </a:rPr>
                                <m:t>𝑥</m:t>
                              </m:r>
                            </m:e>
                          </m:acc>
                        </m:e>
                        <m:sub>
                          <m:r>
                            <a:rPr lang="en-GB" altLang="zh-CN" sz="1400" i="1">
                              <a:solidFill>
                                <a:schemeClr val="tx1"/>
                              </a:solidFill>
                              <a:latin typeface="Cambria Math" panose="02040503050406030204" pitchFamily="18" charset="0"/>
                            </a:rPr>
                            <m:t>𝑘</m:t>
                          </m:r>
                          <m:r>
                            <a:rPr lang="en-GB" altLang="zh-CN" sz="1400" i="1">
                              <a:solidFill>
                                <a:schemeClr val="tx1"/>
                              </a:solidFill>
                              <a:latin typeface="Cambria Math" panose="02040503050406030204" pitchFamily="18" charset="0"/>
                            </a:rPr>
                            <m:t>−</m:t>
                          </m:r>
                        </m:sub>
                      </m:sSub>
                      <m:r>
                        <a:rPr lang="en-GB" altLang="zh-CN" sz="1400" i="1">
                          <a:solidFill>
                            <a:schemeClr val="tx1"/>
                          </a:solidFill>
                          <a:latin typeface="Cambria Math" panose="02040503050406030204" pitchFamily="18" charset="0"/>
                        </a:rPr>
                        <m:t>=</m:t>
                      </m:r>
                      <m:r>
                        <a:rPr lang="en-GB" altLang="zh-CN" sz="1400" i="1">
                          <a:solidFill>
                            <a:schemeClr val="tx1"/>
                          </a:solidFill>
                          <a:latin typeface="Cambria Math" panose="02040503050406030204" pitchFamily="18" charset="0"/>
                        </a:rPr>
                        <m:t>𝐹</m:t>
                      </m:r>
                      <m:sSub>
                        <m:sSubPr>
                          <m:ctrlPr>
                            <a:rPr lang="en-GB" altLang="zh-CN" sz="1400" i="1">
                              <a:solidFill>
                                <a:schemeClr val="tx1"/>
                              </a:solidFill>
                              <a:latin typeface="Cambria Math" panose="02040503050406030204" pitchFamily="18" charset="0"/>
                            </a:rPr>
                          </m:ctrlPr>
                        </m:sSubPr>
                        <m:e>
                          <m:acc>
                            <m:accPr>
                              <m:chr m:val="̂"/>
                              <m:ctrlPr>
                                <a:rPr lang="en-GB" altLang="zh-CN" sz="1400" i="1">
                                  <a:solidFill>
                                    <a:schemeClr val="tx1"/>
                                  </a:solidFill>
                                  <a:latin typeface="Cambria Math" panose="02040503050406030204" pitchFamily="18" charset="0"/>
                                </a:rPr>
                              </m:ctrlPr>
                            </m:accPr>
                            <m:e>
                              <m:r>
                                <a:rPr lang="en-GB" altLang="zh-CN" sz="1400" i="1">
                                  <a:solidFill>
                                    <a:schemeClr val="tx1"/>
                                  </a:solidFill>
                                  <a:latin typeface="Cambria Math" panose="02040503050406030204" pitchFamily="18" charset="0"/>
                                </a:rPr>
                                <m:t>𝑥</m:t>
                              </m:r>
                            </m:e>
                          </m:acc>
                        </m:e>
                        <m:sub>
                          <m:r>
                            <a:rPr lang="en-GB" altLang="zh-CN" sz="1400" i="1">
                              <a:solidFill>
                                <a:schemeClr val="tx1"/>
                              </a:solidFill>
                              <a:latin typeface="Cambria Math" panose="02040503050406030204" pitchFamily="18" charset="0"/>
                            </a:rPr>
                            <m:t>𝑘</m:t>
                          </m:r>
                          <m:r>
                            <a:rPr lang="en-GB" altLang="zh-CN" sz="1400" i="1">
                              <a:solidFill>
                                <a:schemeClr val="tx1"/>
                              </a:solidFill>
                              <a:latin typeface="Cambria Math" panose="02040503050406030204" pitchFamily="18" charset="0"/>
                            </a:rPr>
                            <m:t>−1</m:t>
                          </m:r>
                        </m:sub>
                      </m:sSub>
                      <m:r>
                        <a:rPr lang="en-GB" altLang="zh-CN" sz="1400" i="1">
                          <a:solidFill>
                            <a:schemeClr val="tx1"/>
                          </a:solidFill>
                          <a:latin typeface="Cambria Math" panose="02040503050406030204" pitchFamily="18" charset="0"/>
                        </a:rPr>
                        <m:t>+</m:t>
                      </m:r>
                      <m:r>
                        <a:rPr lang="en-GB" altLang="zh-CN" sz="1400" i="1">
                          <a:solidFill>
                            <a:schemeClr val="tx1"/>
                          </a:solidFill>
                          <a:latin typeface="Cambria Math" panose="02040503050406030204" pitchFamily="18" charset="0"/>
                        </a:rPr>
                        <m:t>𝐵</m:t>
                      </m:r>
                      <m:sSub>
                        <m:sSubPr>
                          <m:ctrlPr>
                            <a:rPr lang="en-GB" altLang="zh-CN" sz="1400" i="1">
                              <a:solidFill>
                                <a:schemeClr val="tx1"/>
                              </a:solidFill>
                              <a:latin typeface="Cambria Math" panose="02040503050406030204" pitchFamily="18" charset="0"/>
                            </a:rPr>
                          </m:ctrlPr>
                        </m:sSubPr>
                        <m:e>
                          <m:r>
                            <a:rPr lang="en-GB" altLang="zh-CN" sz="1400" i="1">
                              <a:solidFill>
                                <a:schemeClr val="tx1"/>
                              </a:solidFill>
                              <a:latin typeface="Cambria Math" panose="02040503050406030204" pitchFamily="18" charset="0"/>
                            </a:rPr>
                            <m:t>𝑢</m:t>
                          </m:r>
                        </m:e>
                        <m:sub>
                          <m:r>
                            <a:rPr lang="en-GB" altLang="zh-CN" sz="1400" i="1">
                              <a:solidFill>
                                <a:schemeClr val="tx1"/>
                              </a:solidFill>
                              <a:latin typeface="Cambria Math" panose="02040503050406030204" pitchFamily="18" charset="0"/>
                            </a:rPr>
                            <m:t>𝑘</m:t>
                          </m:r>
                        </m:sub>
                      </m:sSub>
                    </m:oMath>
                  </m:oMathPara>
                </a14:m>
                <a:endParaRPr lang="en-GB" altLang="zh-CN" sz="1400" dirty="0">
                  <a:solidFill>
                    <a:schemeClr val="tx1"/>
                  </a:solidFill>
                </a:endParaRPr>
              </a:p>
              <a:p>
                <a:pPr algn="ctr">
                  <a:lnSpc>
                    <a:spcPct val="120000"/>
                  </a:lnSpc>
                </a:pPr>
                <a14:m>
                  <m:oMathPara xmlns:m="http://schemas.openxmlformats.org/officeDocument/2006/math">
                    <m:oMathParaPr>
                      <m:jc m:val="centerGroup"/>
                    </m:oMathParaPr>
                    <m:oMath xmlns:m="http://schemas.openxmlformats.org/officeDocument/2006/math">
                      <m:sSub>
                        <m:sSubPr>
                          <m:ctrlPr>
                            <a:rPr lang="en-GB" altLang="zh-CN" sz="1400" i="1">
                              <a:solidFill>
                                <a:schemeClr val="tx1"/>
                              </a:solidFill>
                              <a:latin typeface="Cambria Math" panose="02040503050406030204" pitchFamily="18" charset="0"/>
                            </a:rPr>
                          </m:ctrlPr>
                        </m:sSubPr>
                        <m:e>
                          <m:r>
                            <a:rPr lang="en-GB" altLang="zh-CN" sz="1400" i="1">
                              <a:solidFill>
                                <a:schemeClr val="tx1"/>
                              </a:solidFill>
                              <a:latin typeface="Cambria Math" panose="02040503050406030204" pitchFamily="18" charset="0"/>
                            </a:rPr>
                            <m:t>𝑃</m:t>
                          </m:r>
                        </m:e>
                        <m:sub>
                          <m:r>
                            <a:rPr lang="en-GB" altLang="zh-CN" sz="1400" i="1">
                              <a:solidFill>
                                <a:schemeClr val="tx1"/>
                              </a:solidFill>
                              <a:latin typeface="Cambria Math" panose="02040503050406030204" pitchFamily="18" charset="0"/>
                            </a:rPr>
                            <m:t>𝑘</m:t>
                          </m:r>
                          <m:r>
                            <a:rPr lang="en-GB" altLang="zh-CN" sz="1400" i="1">
                              <a:solidFill>
                                <a:schemeClr val="tx1"/>
                              </a:solidFill>
                              <a:latin typeface="Cambria Math" panose="02040503050406030204" pitchFamily="18" charset="0"/>
                            </a:rPr>
                            <m:t>−</m:t>
                          </m:r>
                        </m:sub>
                      </m:sSub>
                      <m:r>
                        <a:rPr lang="en-GB" altLang="zh-CN" sz="1400" i="1">
                          <a:solidFill>
                            <a:schemeClr val="tx1"/>
                          </a:solidFill>
                          <a:latin typeface="Cambria Math" panose="02040503050406030204" pitchFamily="18" charset="0"/>
                        </a:rPr>
                        <m:t>=</m:t>
                      </m:r>
                      <m:r>
                        <a:rPr lang="en-GB" altLang="zh-CN" sz="1400" i="1">
                          <a:solidFill>
                            <a:schemeClr val="tx1"/>
                          </a:solidFill>
                          <a:latin typeface="Cambria Math" panose="02040503050406030204" pitchFamily="18" charset="0"/>
                        </a:rPr>
                        <m:t>𝐹</m:t>
                      </m:r>
                      <m:sSub>
                        <m:sSubPr>
                          <m:ctrlPr>
                            <a:rPr lang="en-GB" altLang="zh-CN" sz="1400" i="1">
                              <a:solidFill>
                                <a:schemeClr val="tx1"/>
                              </a:solidFill>
                              <a:latin typeface="Cambria Math" panose="02040503050406030204" pitchFamily="18" charset="0"/>
                            </a:rPr>
                          </m:ctrlPr>
                        </m:sSubPr>
                        <m:e>
                          <m:r>
                            <a:rPr lang="en-GB" altLang="zh-CN" sz="1400" i="1">
                              <a:solidFill>
                                <a:schemeClr val="tx1"/>
                              </a:solidFill>
                              <a:latin typeface="Cambria Math" panose="02040503050406030204" pitchFamily="18" charset="0"/>
                            </a:rPr>
                            <m:t>𝑃</m:t>
                          </m:r>
                        </m:e>
                        <m:sub>
                          <m:r>
                            <a:rPr lang="en-GB" altLang="zh-CN" sz="1400" i="1">
                              <a:solidFill>
                                <a:schemeClr val="tx1"/>
                              </a:solidFill>
                              <a:latin typeface="Cambria Math" panose="02040503050406030204" pitchFamily="18" charset="0"/>
                            </a:rPr>
                            <m:t>𝑘</m:t>
                          </m:r>
                          <m:r>
                            <a:rPr lang="en-GB" altLang="zh-CN" sz="1400" i="1">
                              <a:solidFill>
                                <a:schemeClr val="tx1"/>
                              </a:solidFill>
                              <a:latin typeface="Cambria Math" panose="02040503050406030204" pitchFamily="18" charset="0"/>
                            </a:rPr>
                            <m:t>−1</m:t>
                          </m:r>
                        </m:sub>
                      </m:sSub>
                      <m:sSup>
                        <m:sSupPr>
                          <m:ctrlPr>
                            <a:rPr lang="en-GB" altLang="zh-CN" sz="1400" i="1">
                              <a:solidFill>
                                <a:schemeClr val="tx1"/>
                              </a:solidFill>
                              <a:latin typeface="Cambria Math" panose="02040503050406030204" pitchFamily="18" charset="0"/>
                            </a:rPr>
                          </m:ctrlPr>
                        </m:sSupPr>
                        <m:e>
                          <m:r>
                            <a:rPr lang="en-GB" altLang="zh-CN" sz="1400" i="1">
                              <a:solidFill>
                                <a:schemeClr val="tx1"/>
                              </a:solidFill>
                              <a:latin typeface="Cambria Math" panose="02040503050406030204" pitchFamily="18" charset="0"/>
                            </a:rPr>
                            <m:t>𝐹</m:t>
                          </m:r>
                        </m:e>
                        <m:sup>
                          <m:r>
                            <a:rPr lang="en-GB" altLang="zh-CN" sz="1400" i="1">
                              <a:solidFill>
                                <a:schemeClr val="tx1"/>
                              </a:solidFill>
                              <a:latin typeface="Cambria Math" panose="02040503050406030204" pitchFamily="18" charset="0"/>
                            </a:rPr>
                            <m:t>𝑇</m:t>
                          </m:r>
                        </m:sup>
                      </m:sSup>
                      <m:r>
                        <a:rPr lang="en-GB" altLang="zh-CN" sz="1400" i="1">
                          <a:solidFill>
                            <a:schemeClr val="tx1"/>
                          </a:solidFill>
                          <a:latin typeface="Cambria Math" panose="02040503050406030204" pitchFamily="18" charset="0"/>
                        </a:rPr>
                        <m:t>+</m:t>
                      </m:r>
                      <m:sSub>
                        <m:sSubPr>
                          <m:ctrlPr>
                            <a:rPr lang="en-GB" altLang="zh-CN" sz="1400" i="1">
                              <a:solidFill>
                                <a:schemeClr val="tx1"/>
                              </a:solidFill>
                              <a:latin typeface="Cambria Math" panose="02040503050406030204" pitchFamily="18" charset="0"/>
                            </a:rPr>
                          </m:ctrlPr>
                        </m:sSubPr>
                        <m:e>
                          <m:r>
                            <a:rPr lang="en-GB" altLang="zh-CN" sz="1400" i="1">
                              <a:solidFill>
                                <a:schemeClr val="tx1"/>
                              </a:solidFill>
                              <a:latin typeface="Cambria Math" panose="02040503050406030204" pitchFamily="18" charset="0"/>
                            </a:rPr>
                            <m:t>𝑄</m:t>
                          </m:r>
                        </m:e>
                        <m:sub>
                          <m:r>
                            <a:rPr lang="en-GB" altLang="zh-CN" sz="1400" i="1">
                              <a:solidFill>
                                <a:schemeClr val="tx1"/>
                              </a:solidFill>
                              <a:latin typeface="Cambria Math" panose="02040503050406030204" pitchFamily="18" charset="0"/>
                            </a:rPr>
                            <m:t>𝑘</m:t>
                          </m:r>
                        </m:sub>
                      </m:sSub>
                    </m:oMath>
                  </m:oMathPara>
                </a14:m>
                <a:endParaRPr lang="en-GB" altLang="zh-CN" sz="1400" dirty="0">
                  <a:solidFill>
                    <a:schemeClr val="tx1"/>
                  </a:solidFill>
                </a:endParaRPr>
              </a:p>
              <a:p>
                <a:pPr>
                  <a:lnSpc>
                    <a:spcPct val="120000"/>
                  </a:lnSpc>
                </a:pPr>
                <a:r>
                  <a:rPr lang="en-GB" altLang="zh-CN" sz="1400" dirty="0">
                    <a:solidFill>
                      <a:srgbClr val="003399"/>
                    </a:solidFill>
                  </a:rPr>
                  <a:t>Updating</a:t>
                </a:r>
              </a:p>
              <a:p>
                <a:pPr>
                  <a:lnSpc>
                    <a:spcPct val="120000"/>
                  </a:lnSpc>
                </a:pPr>
                <a14:m>
                  <m:oMathPara xmlns:m="http://schemas.openxmlformats.org/officeDocument/2006/math">
                    <m:oMathParaPr>
                      <m:jc m:val="centerGroup"/>
                    </m:oMathParaPr>
                    <m:oMath xmlns:m="http://schemas.openxmlformats.org/officeDocument/2006/math">
                      <m:sSub>
                        <m:sSubPr>
                          <m:ctrlPr>
                            <a:rPr lang="en-GB" altLang="zh-CN" sz="1400" i="1">
                              <a:latin typeface="Cambria Math" panose="02040503050406030204" pitchFamily="18" charset="0"/>
                            </a:rPr>
                          </m:ctrlPr>
                        </m:sSubPr>
                        <m:e>
                          <m:r>
                            <a:rPr lang="en-GB" altLang="zh-CN" sz="1400" i="1">
                              <a:latin typeface="Cambria Math" panose="02040503050406030204" pitchFamily="18" charset="0"/>
                            </a:rPr>
                            <m:t>𝐾</m:t>
                          </m:r>
                        </m:e>
                        <m:sub>
                          <m:r>
                            <a:rPr lang="en-GB" altLang="zh-CN" sz="1400" i="1">
                              <a:latin typeface="Cambria Math" panose="02040503050406030204" pitchFamily="18" charset="0"/>
                            </a:rPr>
                            <m:t>𝑘</m:t>
                          </m:r>
                        </m:sub>
                      </m:sSub>
                      <m:r>
                        <a:rPr lang="en-GB" altLang="zh-CN" sz="1400" b="0" i="1" smtClean="0">
                          <a:latin typeface="Cambria Math" panose="02040503050406030204" pitchFamily="18" charset="0"/>
                        </a:rPr>
                        <m:t>=</m:t>
                      </m:r>
                      <m:sSub>
                        <m:sSubPr>
                          <m:ctrlPr>
                            <a:rPr lang="en-GB" altLang="zh-CN" sz="1400" i="1" smtClean="0">
                              <a:solidFill>
                                <a:schemeClr val="tx1"/>
                              </a:solidFill>
                              <a:latin typeface="Cambria Math" panose="02040503050406030204" pitchFamily="18" charset="0"/>
                            </a:rPr>
                          </m:ctrlPr>
                        </m:sSubPr>
                        <m:e>
                          <m:r>
                            <a:rPr lang="en-GB" altLang="zh-CN" sz="1400" i="1">
                              <a:solidFill>
                                <a:schemeClr val="tx1"/>
                              </a:solidFill>
                              <a:latin typeface="Cambria Math" panose="02040503050406030204" pitchFamily="18" charset="0"/>
                            </a:rPr>
                            <m:t>𝑃</m:t>
                          </m:r>
                        </m:e>
                        <m:sub>
                          <m:r>
                            <a:rPr lang="en-GB" altLang="zh-CN" sz="1400" i="1">
                              <a:solidFill>
                                <a:schemeClr val="tx1"/>
                              </a:solidFill>
                              <a:latin typeface="Cambria Math" panose="02040503050406030204" pitchFamily="18" charset="0"/>
                            </a:rPr>
                            <m:t>𝑘</m:t>
                          </m:r>
                          <m:r>
                            <a:rPr lang="en-GB" altLang="zh-CN" sz="1400" i="1">
                              <a:solidFill>
                                <a:schemeClr val="tx1"/>
                              </a:solidFill>
                              <a:latin typeface="Cambria Math" panose="02040503050406030204" pitchFamily="18" charset="0"/>
                            </a:rPr>
                            <m:t>−</m:t>
                          </m:r>
                        </m:sub>
                      </m:sSub>
                      <m:r>
                        <a:rPr lang="en-GB" altLang="zh-CN" sz="1400" i="1">
                          <a:solidFill>
                            <a:schemeClr val="tx1"/>
                          </a:solidFill>
                          <a:latin typeface="Cambria Math" panose="02040503050406030204" pitchFamily="18" charset="0"/>
                        </a:rPr>
                        <m:t> </m:t>
                      </m:r>
                      <m:sSubSup>
                        <m:sSubSupPr>
                          <m:ctrlPr>
                            <a:rPr lang="en-GB" altLang="zh-CN" sz="1400" i="1">
                              <a:solidFill>
                                <a:schemeClr val="tx1"/>
                              </a:solidFill>
                              <a:latin typeface="Cambria Math" panose="02040503050406030204" pitchFamily="18" charset="0"/>
                            </a:rPr>
                          </m:ctrlPr>
                        </m:sSubSupPr>
                        <m:e>
                          <m:r>
                            <a:rPr lang="en-GB" altLang="zh-CN" sz="1400" i="1">
                              <a:solidFill>
                                <a:schemeClr val="tx1"/>
                              </a:solidFill>
                              <a:latin typeface="Cambria Math" panose="02040503050406030204" pitchFamily="18" charset="0"/>
                            </a:rPr>
                            <m:t>𝐻</m:t>
                          </m:r>
                        </m:e>
                        <m:sub>
                          <m:r>
                            <a:rPr lang="en-GB" altLang="zh-CN" sz="1400" i="1">
                              <a:solidFill>
                                <a:schemeClr val="tx1"/>
                              </a:solidFill>
                              <a:latin typeface="Cambria Math" panose="02040503050406030204" pitchFamily="18" charset="0"/>
                            </a:rPr>
                            <m:t>𝑘</m:t>
                          </m:r>
                        </m:sub>
                        <m:sup>
                          <m:r>
                            <a:rPr lang="en-GB" altLang="zh-CN" sz="1400" i="1">
                              <a:solidFill>
                                <a:schemeClr val="tx1"/>
                              </a:solidFill>
                              <a:latin typeface="Cambria Math" panose="02040503050406030204" pitchFamily="18" charset="0"/>
                            </a:rPr>
                            <m:t>𝑇</m:t>
                          </m:r>
                        </m:sup>
                      </m:sSubSup>
                      <m:sSup>
                        <m:sSupPr>
                          <m:ctrlPr>
                            <a:rPr lang="en-GB" altLang="zh-CN" sz="1400" i="1">
                              <a:solidFill>
                                <a:schemeClr val="tx1"/>
                              </a:solidFill>
                              <a:latin typeface="Cambria Math" panose="02040503050406030204" pitchFamily="18" charset="0"/>
                            </a:rPr>
                          </m:ctrlPr>
                        </m:sSupPr>
                        <m:e>
                          <m:d>
                            <m:dPr>
                              <m:ctrlPr>
                                <a:rPr lang="en-GB" altLang="zh-CN" sz="1400" i="1">
                                  <a:solidFill>
                                    <a:schemeClr val="tx1"/>
                                  </a:solidFill>
                                  <a:latin typeface="Cambria Math" panose="02040503050406030204" pitchFamily="18" charset="0"/>
                                </a:rPr>
                              </m:ctrlPr>
                            </m:dPr>
                            <m:e>
                              <m:sSub>
                                <m:sSubPr>
                                  <m:ctrlPr>
                                    <a:rPr lang="en-GB" altLang="zh-CN" sz="1400" i="1">
                                      <a:solidFill>
                                        <a:schemeClr val="tx1"/>
                                      </a:solidFill>
                                      <a:latin typeface="Cambria Math" panose="02040503050406030204" pitchFamily="18" charset="0"/>
                                    </a:rPr>
                                  </m:ctrlPr>
                                </m:sSubPr>
                                <m:e>
                                  <m:r>
                                    <a:rPr lang="en-GB" altLang="zh-CN" sz="1400" i="1">
                                      <a:solidFill>
                                        <a:schemeClr val="tx1"/>
                                      </a:solidFill>
                                      <a:latin typeface="Cambria Math" panose="02040503050406030204" pitchFamily="18" charset="0"/>
                                    </a:rPr>
                                    <m:t>𝐻</m:t>
                                  </m:r>
                                </m:e>
                                <m:sub>
                                  <m:r>
                                    <a:rPr lang="en-GB" altLang="zh-CN" sz="1400" i="1">
                                      <a:solidFill>
                                        <a:schemeClr val="tx1"/>
                                      </a:solidFill>
                                      <a:latin typeface="Cambria Math" panose="02040503050406030204" pitchFamily="18" charset="0"/>
                                    </a:rPr>
                                    <m:t>𝑘</m:t>
                                  </m:r>
                                </m:sub>
                              </m:sSub>
                              <m:r>
                                <a:rPr lang="en-GB" altLang="zh-CN" sz="1400" i="1">
                                  <a:solidFill>
                                    <a:schemeClr val="tx1"/>
                                  </a:solidFill>
                                  <a:latin typeface="Cambria Math" panose="02040503050406030204" pitchFamily="18" charset="0"/>
                                </a:rPr>
                                <m:t> </m:t>
                              </m:r>
                              <m:sSub>
                                <m:sSubPr>
                                  <m:ctrlPr>
                                    <a:rPr lang="en-GB" altLang="zh-CN" sz="1400" i="1">
                                      <a:solidFill>
                                        <a:schemeClr val="tx1"/>
                                      </a:solidFill>
                                      <a:latin typeface="Cambria Math" panose="02040503050406030204" pitchFamily="18" charset="0"/>
                                    </a:rPr>
                                  </m:ctrlPr>
                                </m:sSubPr>
                                <m:e>
                                  <m:r>
                                    <a:rPr lang="en-GB" altLang="zh-CN" sz="1400" i="1">
                                      <a:solidFill>
                                        <a:schemeClr val="tx1"/>
                                      </a:solidFill>
                                      <a:latin typeface="Cambria Math" panose="02040503050406030204" pitchFamily="18" charset="0"/>
                                    </a:rPr>
                                    <m:t>𝑃</m:t>
                                  </m:r>
                                </m:e>
                                <m:sub>
                                  <m:r>
                                    <a:rPr lang="en-GB" altLang="zh-CN" sz="1400" i="1">
                                      <a:solidFill>
                                        <a:schemeClr val="tx1"/>
                                      </a:solidFill>
                                      <a:latin typeface="Cambria Math" panose="02040503050406030204" pitchFamily="18" charset="0"/>
                                    </a:rPr>
                                    <m:t>𝑘</m:t>
                                  </m:r>
                                  <m:r>
                                    <a:rPr lang="en-GB" altLang="zh-CN" sz="1400" i="1">
                                      <a:solidFill>
                                        <a:schemeClr val="tx1"/>
                                      </a:solidFill>
                                      <a:latin typeface="Cambria Math" panose="02040503050406030204" pitchFamily="18" charset="0"/>
                                    </a:rPr>
                                    <m:t>−</m:t>
                                  </m:r>
                                </m:sub>
                              </m:sSub>
                              <m:r>
                                <a:rPr lang="en-GB" altLang="zh-CN" sz="1400" i="1">
                                  <a:solidFill>
                                    <a:schemeClr val="tx1"/>
                                  </a:solidFill>
                                  <a:latin typeface="Cambria Math" panose="02040503050406030204" pitchFamily="18" charset="0"/>
                                </a:rPr>
                                <m:t> </m:t>
                              </m:r>
                              <m:sSubSup>
                                <m:sSubSupPr>
                                  <m:ctrlPr>
                                    <a:rPr lang="en-GB" altLang="zh-CN" sz="1400" i="1">
                                      <a:solidFill>
                                        <a:schemeClr val="tx1"/>
                                      </a:solidFill>
                                      <a:latin typeface="Cambria Math" panose="02040503050406030204" pitchFamily="18" charset="0"/>
                                    </a:rPr>
                                  </m:ctrlPr>
                                </m:sSubSupPr>
                                <m:e>
                                  <m:r>
                                    <a:rPr lang="en-GB" altLang="zh-CN" sz="1400" i="1">
                                      <a:solidFill>
                                        <a:schemeClr val="tx1"/>
                                      </a:solidFill>
                                      <a:latin typeface="Cambria Math" panose="02040503050406030204" pitchFamily="18" charset="0"/>
                                    </a:rPr>
                                    <m:t>𝐻</m:t>
                                  </m:r>
                                </m:e>
                                <m:sub>
                                  <m:r>
                                    <a:rPr lang="en-GB" altLang="zh-CN" sz="1400" i="1">
                                      <a:solidFill>
                                        <a:schemeClr val="tx1"/>
                                      </a:solidFill>
                                      <a:latin typeface="Cambria Math" panose="02040503050406030204" pitchFamily="18" charset="0"/>
                                    </a:rPr>
                                    <m:t>𝑘</m:t>
                                  </m:r>
                                </m:sub>
                                <m:sup>
                                  <m:r>
                                    <a:rPr lang="en-GB" altLang="zh-CN" sz="1400" i="1">
                                      <a:solidFill>
                                        <a:schemeClr val="tx1"/>
                                      </a:solidFill>
                                      <a:latin typeface="Cambria Math" panose="02040503050406030204" pitchFamily="18" charset="0"/>
                                    </a:rPr>
                                    <m:t>𝑇</m:t>
                                  </m:r>
                                </m:sup>
                              </m:sSubSup>
                              <m:r>
                                <a:rPr lang="en-GB" altLang="zh-CN" sz="1400" i="1">
                                  <a:solidFill>
                                    <a:schemeClr val="tx1"/>
                                  </a:solidFill>
                                  <a:latin typeface="Cambria Math" panose="02040503050406030204" pitchFamily="18" charset="0"/>
                                </a:rPr>
                                <m:t>+</m:t>
                              </m:r>
                              <m:sSub>
                                <m:sSubPr>
                                  <m:ctrlPr>
                                    <a:rPr lang="en-GB" altLang="zh-CN" sz="1400" i="1">
                                      <a:solidFill>
                                        <a:schemeClr val="tx1"/>
                                      </a:solidFill>
                                      <a:latin typeface="Cambria Math" panose="02040503050406030204" pitchFamily="18" charset="0"/>
                                    </a:rPr>
                                  </m:ctrlPr>
                                </m:sSubPr>
                                <m:e>
                                  <m:r>
                                    <a:rPr lang="en-GB" altLang="zh-CN" sz="1400" i="1">
                                      <a:solidFill>
                                        <a:schemeClr val="tx1"/>
                                      </a:solidFill>
                                      <a:latin typeface="Cambria Math" panose="02040503050406030204" pitchFamily="18" charset="0"/>
                                    </a:rPr>
                                    <m:t>𝑅</m:t>
                                  </m:r>
                                </m:e>
                                <m:sub>
                                  <m:r>
                                    <a:rPr lang="en-GB" altLang="zh-CN" sz="1400" i="1">
                                      <a:solidFill>
                                        <a:schemeClr val="tx1"/>
                                      </a:solidFill>
                                      <a:latin typeface="Cambria Math" panose="02040503050406030204" pitchFamily="18" charset="0"/>
                                    </a:rPr>
                                    <m:t>𝑘</m:t>
                                  </m:r>
                                </m:sub>
                              </m:sSub>
                            </m:e>
                          </m:d>
                        </m:e>
                        <m:sup>
                          <m:r>
                            <a:rPr lang="en-GB" altLang="zh-CN" sz="1400" i="1">
                              <a:solidFill>
                                <a:schemeClr val="tx1"/>
                              </a:solidFill>
                              <a:latin typeface="Cambria Math" panose="02040503050406030204" pitchFamily="18" charset="0"/>
                            </a:rPr>
                            <m:t>−1</m:t>
                          </m:r>
                        </m:sup>
                      </m:sSup>
                    </m:oMath>
                  </m:oMathPara>
                </a14:m>
                <a:endParaRPr lang="en-GB" altLang="zh-CN" sz="1400" dirty="0">
                  <a:solidFill>
                    <a:srgbClr val="003399"/>
                  </a:solidFill>
                </a:endParaRPr>
              </a:p>
              <a:p>
                <a:pPr algn="ctr">
                  <a:lnSpc>
                    <a:spcPct val="120000"/>
                  </a:lnSpc>
                </a:pPr>
                <a14:m>
                  <m:oMathPara xmlns:m="http://schemas.openxmlformats.org/officeDocument/2006/math">
                    <m:oMathParaPr>
                      <m:jc m:val="centerGroup"/>
                    </m:oMathParaPr>
                    <m:oMath xmlns:m="http://schemas.openxmlformats.org/officeDocument/2006/math">
                      <m:sSub>
                        <m:sSubPr>
                          <m:ctrlPr>
                            <a:rPr lang="en-GB" altLang="zh-CN" sz="1400" i="1" smtClean="0">
                              <a:solidFill>
                                <a:schemeClr val="tx1"/>
                              </a:solidFill>
                              <a:latin typeface="Cambria Math" panose="02040503050406030204" pitchFamily="18" charset="0"/>
                            </a:rPr>
                          </m:ctrlPr>
                        </m:sSubPr>
                        <m:e>
                          <m:acc>
                            <m:accPr>
                              <m:chr m:val="̂"/>
                              <m:ctrlPr>
                                <a:rPr lang="en-GB" altLang="zh-CN" sz="1400" i="1">
                                  <a:solidFill>
                                    <a:schemeClr val="tx1"/>
                                  </a:solidFill>
                                  <a:latin typeface="Cambria Math" panose="02040503050406030204" pitchFamily="18" charset="0"/>
                                </a:rPr>
                              </m:ctrlPr>
                            </m:accPr>
                            <m:e>
                              <m:r>
                                <a:rPr lang="en-GB" altLang="zh-CN" sz="1400" i="1">
                                  <a:solidFill>
                                    <a:schemeClr val="tx1"/>
                                  </a:solidFill>
                                  <a:latin typeface="Cambria Math" panose="02040503050406030204" pitchFamily="18" charset="0"/>
                                </a:rPr>
                                <m:t>𝑥</m:t>
                              </m:r>
                            </m:e>
                          </m:acc>
                        </m:e>
                        <m:sub>
                          <m:r>
                            <a:rPr lang="en-GB" altLang="zh-CN" sz="1400" i="1">
                              <a:solidFill>
                                <a:schemeClr val="tx1"/>
                              </a:solidFill>
                              <a:latin typeface="Cambria Math" panose="02040503050406030204" pitchFamily="18" charset="0"/>
                            </a:rPr>
                            <m:t>𝑘</m:t>
                          </m:r>
                        </m:sub>
                      </m:sSub>
                      <m:r>
                        <a:rPr lang="en-GB" altLang="zh-CN" sz="1400" i="1">
                          <a:solidFill>
                            <a:schemeClr val="tx1"/>
                          </a:solidFill>
                          <a:latin typeface="Cambria Math" panose="02040503050406030204" pitchFamily="18" charset="0"/>
                        </a:rPr>
                        <m:t>=</m:t>
                      </m:r>
                      <m:sSub>
                        <m:sSubPr>
                          <m:ctrlPr>
                            <a:rPr lang="en-GB" altLang="zh-CN" sz="1400" i="1">
                              <a:solidFill>
                                <a:schemeClr val="tx1"/>
                              </a:solidFill>
                              <a:latin typeface="Cambria Math" panose="02040503050406030204" pitchFamily="18" charset="0"/>
                            </a:rPr>
                          </m:ctrlPr>
                        </m:sSubPr>
                        <m:e>
                          <m:acc>
                            <m:accPr>
                              <m:chr m:val="̂"/>
                              <m:ctrlPr>
                                <a:rPr lang="en-GB" altLang="zh-CN" sz="1400" i="1">
                                  <a:solidFill>
                                    <a:schemeClr val="tx1"/>
                                  </a:solidFill>
                                  <a:latin typeface="Cambria Math" panose="02040503050406030204" pitchFamily="18" charset="0"/>
                                </a:rPr>
                              </m:ctrlPr>
                            </m:accPr>
                            <m:e>
                              <m:r>
                                <a:rPr lang="en-GB" altLang="zh-CN" sz="1400" i="1">
                                  <a:solidFill>
                                    <a:schemeClr val="tx1"/>
                                  </a:solidFill>
                                  <a:latin typeface="Cambria Math" panose="02040503050406030204" pitchFamily="18" charset="0"/>
                                </a:rPr>
                                <m:t>𝑥</m:t>
                              </m:r>
                            </m:e>
                          </m:acc>
                        </m:e>
                        <m:sub>
                          <m:r>
                            <a:rPr lang="en-GB" altLang="zh-CN" sz="1400" i="1">
                              <a:solidFill>
                                <a:schemeClr val="tx1"/>
                              </a:solidFill>
                              <a:latin typeface="Cambria Math" panose="02040503050406030204" pitchFamily="18" charset="0"/>
                            </a:rPr>
                            <m:t>𝑘</m:t>
                          </m:r>
                          <m:r>
                            <a:rPr lang="en-GB" altLang="zh-CN" sz="1400" i="1">
                              <a:solidFill>
                                <a:schemeClr val="tx1"/>
                              </a:solidFill>
                              <a:latin typeface="Cambria Math" panose="02040503050406030204" pitchFamily="18" charset="0"/>
                            </a:rPr>
                            <m:t>−</m:t>
                          </m:r>
                        </m:sub>
                      </m:sSub>
                      <m:r>
                        <a:rPr lang="en-GB" altLang="zh-CN" sz="1400" i="1">
                          <a:solidFill>
                            <a:schemeClr val="tx1"/>
                          </a:solidFill>
                          <a:latin typeface="Cambria Math" panose="02040503050406030204" pitchFamily="18" charset="0"/>
                        </a:rPr>
                        <m:t>+</m:t>
                      </m:r>
                      <m:sSub>
                        <m:sSubPr>
                          <m:ctrlPr>
                            <a:rPr lang="en-GB" altLang="zh-CN" sz="1400" i="1">
                              <a:latin typeface="Cambria Math" panose="02040503050406030204" pitchFamily="18" charset="0"/>
                            </a:rPr>
                          </m:ctrlPr>
                        </m:sSubPr>
                        <m:e>
                          <m:r>
                            <a:rPr lang="en-GB" altLang="zh-CN" sz="1400" i="1">
                              <a:latin typeface="Cambria Math" panose="02040503050406030204" pitchFamily="18" charset="0"/>
                            </a:rPr>
                            <m:t>𝐾</m:t>
                          </m:r>
                        </m:e>
                        <m:sub>
                          <m:r>
                            <a:rPr lang="en-GB" altLang="zh-CN" sz="1400" i="1">
                              <a:latin typeface="Cambria Math" panose="02040503050406030204" pitchFamily="18" charset="0"/>
                            </a:rPr>
                            <m:t>𝑘</m:t>
                          </m:r>
                        </m:sub>
                      </m:sSub>
                      <m:d>
                        <m:dPr>
                          <m:ctrlPr>
                            <a:rPr lang="en-GB" altLang="zh-CN" sz="1400" i="1">
                              <a:solidFill>
                                <a:schemeClr val="tx1"/>
                              </a:solidFill>
                              <a:latin typeface="Cambria Math" panose="02040503050406030204" pitchFamily="18" charset="0"/>
                            </a:rPr>
                          </m:ctrlPr>
                        </m:dPr>
                        <m:e>
                          <m:sSub>
                            <m:sSubPr>
                              <m:ctrlPr>
                                <a:rPr lang="en-GB" altLang="zh-CN" sz="1400" i="1">
                                  <a:solidFill>
                                    <a:schemeClr val="tx1"/>
                                  </a:solidFill>
                                  <a:latin typeface="Cambria Math" panose="02040503050406030204" pitchFamily="18" charset="0"/>
                                </a:rPr>
                              </m:ctrlPr>
                            </m:sSubPr>
                            <m:e>
                              <m:r>
                                <a:rPr lang="en-GB" altLang="zh-CN" sz="1400" i="1">
                                  <a:solidFill>
                                    <a:schemeClr val="tx1"/>
                                  </a:solidFill>
                                  <a:latin typeface="Cambria Math" panose="02040503050406030204" pitchFamily="18" charset="0"/>
                                </a:rPr>
                                <m:t>𝑧</m:t>
                              </m:r>
                            </m:e>
                            <m:sub>
                              <m:r>
                                <a:rPr lang="en-GB" altLang="zh-CN" sz="1400" i="1">
                                  <a:solidFill>
                                    <a:schemeClr val="tx1"/>
                                  </a:solidFill>
                                  <a:latin typeface="Cambria Math" panose="02040503050406030204" pitchFamily="18" charset="0"/>
                                </a:rPr>
                                <m:t>𝑘</m:t>
                              </m:r>
                            </m:sub>
                          </m:sSub>
                          <m:r>
                            <a:rPr lang="en-GB" altLang="zh-CN" sz="1400" i="1">
                              <a:solidFill>
                                <a:schemeClr val="tx1"/>
                              </a:solidFill>
                              <a:latin typeface="Cambria Math" panose="02040503050406030204" pitchFamily="18" charset="0"/>
                            </a:rPr>
                            <m:t>−</m:t>
                          </m:r>
                          <m:sSub>
                            <m:sSubPr>
                              <m:ctrlPr>
                                <a:rPr lang="en-GB" altLang="zh-CN" sz="1400" i="1">
                                  <a:solidFill>
                                    <a:schemeClr val="tx1"/>
                                  </a:solidFill>
                                  <a:latin typeface="Cambria Math" panose="02040503050406030204" pitchFamily="18" charset="0"/>
                                </a:rPr>
                              </m:ctrlPr>
                            </m:sSubPr>
                            <m:e>
                              <m:r>
                                <a:rPr lang="en-GB" altLang="zh-CN" sz="1400" i="1">
                                  <a:solidFill>
                                    <a:schemeClr val="tx1"/>
                                  </a:solidFill>
                                  <a:latin typeface="Cambria Math" panose="02040503050406030204" pitchFamily="18" charset="0"/>
                                </a:rPr>
                                <m:t>𝐻</m:t>
                              </m:r>
                            </m:e>
                            <m:sub>
                              <m:r>
                                <a:rPr lang="en-GB" altLang="zh-CN" sz="1400" i="1">
                                  <a:solidFill>
                                    <a:schemeClr val="tx1"/>
                                  </a:solidFill>
                                  <a:latin typeface="Cambria Math" panose="02040503050406030204" pitchFamily="18" charset="0"/>
                                </a:rPr>
                                <m:t>𝑘</m:t>
                              </m:r>
                            </m:sub>
                          </m:sSub>
                          <m:r>
                            <a:rPr lang="en-GB" altLang="zh-CN" sz="1400" i="1">
                              <a:solidFill>
                                <a:schemeClr val="tx1"/>
                              </a:solidFill>
                              <a:latin typeface="Cambria Math" panose="02040503050406030204" pitchFamily="18" charset="0"/>
                            </a:rPr>
                            <m:t> </m:t>
                          </m:r>
                          <m:sSub>
                            <m:sSubPr>
                              <m:ctrlPr>
                                <a:rPr lang="en-GB" altLang="zh-CN" sz="1400" i="1">
                                  <a:solidFill>
                                    <a:schemeClr val="tx1"/>
                                  </a:solidFill>
                                  <a:latin typeface="Cambria Math" panose="02040503050406030204" pitchFamily="18" charset="0"/>
                                </a:rPr>
                              </m:ctrlPr>
                            </m:sSubPr>
                            <m:e>
                              <m:acc>
                                <m:accPr>
                                  <m:chr m:val="̂"/>
                                  <m:ctrlPr>
                                    <a:rPr lang="en-GB" altLang="zh-CN" sz="1400" i="1">
                                      <a:solidFill>
                                        <a:schemeClr val="tx1"/>
                                      </a:solidFill>
                                      <a:latin typeface="Cambria Math" panose="02040503050406030204" pitchFamily="18" charset="0"/>
                                    </a:rPr>
                                  </m:ctrlPr>
                                </m:accPr>
                                <m:e>
                                  <m:r>
                                    <a:rPr lang="en-GB" altLang="zh-CN" sz="1400" i="1">
                                      <a:solidFill>
                                        <a:schemeClr val="tx1"/>
                                      </a:solidFill>
                                      <a:latin typeface="Cambria Math" panose="02040503050406030204" pitchFamily="18" charset="0"/>
                                    </a:rPr>
                                    <m:t>𝑥</m:t>
                                  </m:r>
                                </m:e>
                              </m:acc>
                            </m:e>
                            <m:sub>
                              <m:r>
                                <a:rPr lang="en-GB" altLang="zh-CN" sz="1400" i="1">
                                  <a:solidFill>
                                    <a:schemeClr val="tx1"/>
                                  </a:solidFill>
                                  <a:latin typeface="Cambria Math" panose="02040503050406030204" pitchFamily="18" charset="0"/>
                                </a:rPr>
                                <m:t>𝑘</m:t>
                              </m:r>
                              <m:r>
                                <a:rPr lang="en-GB" altLang="zh-CN" sz="1400" i="1">
                                  <a:solidFill>
                                    <a:schemeClr val="tx1"/>
                                  </a:solidFill>
                                  <a:latin typeface="Cambria Math" panose="02040503050406030204" pitchFamily="18" charset="0"/>
                                </a:rPr>
                                <m:t>−</m:t>
                              </m:r>
                            </m:sub>
                          </m:sSub>
                        </m:e>
                      </m:d>
                    </m:oMath>
                  </m:oMathPara>
                </a14:m>
                <a:endParaRPr lang="en-GB" altLang="zh-CN" sz="1400" dirty="0">
                  <a:solidFill>
                    <a:schemeClr val="tx1"/>
                  </a:solidFill>
                </a:endParaRPr>
              </a:p>
              <a:p>
                <a:pPr algn="ctr">
                  <a:lnSpc>
                    <a:spcPct val="120000"/>
                  </a:lnSpc>
                </a:pPr>
                <a14:m>
                  <m:oMathPara xmlns:m="http://schemas.openxmlformats.org/officeDocument/2006/math">
                    <m:oMathParaPr>
                      <m:jc m:val="centerGroup"/>
                    </m:oMathParaPr>
                    <m:oMath xmlns:m="http://schemas.openxmlformats.org/officeDocument/2006/math">
                      <m:sSub>
                        <m:sSubPr>
                          <m:ctrlPr>
                            <a:rPr lang="en-GB" altLang="zh-CN" sz="1400" i="1">
                              <a:latin typeface="Cambria Math" panose="02040503050406030204" pitchFamily="18" charset="0"/>
                            </a:rPr>
                          </m:ctrlPr>
                        </m:sSubPr>
                        <m:e>
                          <m:r>
                            <a:rPr lang="en-GB" altLang="zh-CN" sz="1400" i="1">
                              <a:latin typeface="Cambria Math" panose="02040503050406030204" pitchFamily="18" charset="0"/>
                            </a:rPr>
                            <m:t>𝑃</m:t>
                          </m:r>
                        </m:e>
                        <m:sub>
                          <m:r>
                            <a:rPr lang="en-GB" altLang="zh-CN" sz="1400" i="1">
                              <a:latin typeface="Cambria Math" panose="02040503050406030204" pitchFamily="18" charset="0"/>
                            </a:rPr>
                            <m:t>𝑘</m:t>
                          </m:r>
                        </m:sub>
                      </m:sSub>
                      <m:r>
                        <a:rPr lang="en-GB" altLang="zh-CN" sz="1400" i="1">
                          <a:latin typeface="Cambria Math" panose="02040503050406030204" pitchFamily="18" charset="0"/>
                        </a:rPr>
                        <m:t>=</m:t>
                      </m:r>
                      <m:d>
                        <m:dPr>
                          <m:ctrlPr>
                            <a:rPr lang="en-GB" altLang="zh-CN" sz="1400" i="1">
                              <a:latin typeface="Cambria Math" panose="02040503050406030204" pitchFamily="18" charset="0"/>
                            </a:rPr>
                          </m:ctrlPr>
                        </m:dPr>
                        <m:e>
                          <m:r>
                            <a:rPr lang="en-GB" altLang="zh-CN" sz="1400" i="1">
                              <a:latin typeface="Cambria Math" panose="02040503050406030204" pitchFamily="18" charset="0"/>
                            </a:rPr>
                            <m:t>𝐼</m:t>
                          </m:r>
                          <m:r>
                            <a:rPr lang="en-GB" altLang="zh-CN" sz="1400" i="1">
                              <a:latin typeface="Cambria Math" panose="02040503050406030204" pitchFamily="18" charset="0"/>
                            </a:rPr>
                            <m:t>−</m:t>
                          </m:r>
                          <m:sSub>
                            <m:sSubPr>
                              <m:ctrlPr>
                                <a:rPr lang="en-GB" altLang="zh-CN" sz="1400" i="1">
                                  <a:latin typeface="Cambria Math" panose="02040503050406030204" pitchFamily="18" charset="0"/>
                                </a:rPr>
                              </m:ctrlPr>
                            </m:sSubPr>
                            <m:e>
                              <m:r>
                                <a:rPr lang="en-GB" altLang="zh-CN" sz="1400" i="1">
                                  <a:latin typeface="Cambria Math" panose="02040503050406030204" pitchFamily="18" charset="0"/>
                                </a:rPr>
                                <m:t>𝐾</m:t>
                              </m:r>
                            </m:e>
                            <m:sub>
                              <m:r>
                                <a:rPr lang="en-GB" altLang="zh-CN" sz="1400" i="1">
                                  <a:latin typeface="Cambria Math" panose="02040503050406030204" pitchFamily="18" charset="0"/>
                                </a:rPr>
                                <m:t>𝑘</m:t>
                              </m:r>
                            </m:sub>
                          </m:sSub>
                          <m:sSub>
                            <m:sSubPr>
                              <m:ctrlPr>
                                <a:rPr lang="en-GB" altLang="zh-CN" sz="1400" i="1">
                                  <a:latin typeface="Cambria Math" panose="02040503050406030204" pitchFamily="18" charset="0"/>
                                </a:rPr>
                              </m:ctrlPr>
                            </m:sSubPr>
                            <m:e>
                              <m:r>
                                <a:rPr lang="en-GB" altLang="zh-CN" sz="1400" i="1">
                                  <a:latin typeface="Cambria Math" panose="02040503050406030204" pitchFamily="18" charset="0"/>
                                </a:rPr>
                                <m:t>𝐻</m:t>
                              </m:r>
                            </m:e>
                            <m:sub>
                              <m:r>
                                <a:rPr lang="en-GB" altLang="zh-CN" sz="1400" i="1">
                                  <a:latin typeface="Cambria Math" panose="02040503050406030204" pitchFamily="18" charset="0"/>
                                </a:rPr>
                                <m:t>𝑘</m:t>
                              </m:r>
                            </m:sub>
                          </m:sSub>
                        </m:e>
                      </m:d>
                      <m:sSub>
                        <m:sSubPr>
                          <m:ctrlPr>
                            <a:rPr lang="en-GB" altLang="zh-CN" sz="1400" i="1">
                              <a:latin typeface="Cambria Math" panose="02040503050406030204" pitchFamily="18" charset="0"/>
                            </a:rPr>
                          </m:ctrlPr>
                        </m:sSubPr>
                        <m:e>
                          <m:r>
                            <a:rPr lang="en-GB" altLang="zh-CN" sz="1400" i="1">
                              <a:latin typeface="Cambria Math" panose="02040503050406030204" pitchFamily="18" charset="0"/>
                            </a:rPr>
                            <m:t>𝑝</m:t>
                          </m:r>
                        </m:e>
                        <m:sub>
                          <m:r>
                            <a:rPr lang="en-GB" altLang="zh-CN" sz="1400" i="1">
                              <a:latin typeface="Cambria Math" panose="02040503050406030204" pitchFamily="18" charset="0"/>
                            </a:rPr>
                            <m:t>𝑘</m:t>
                          </m:r>
                          <m:r>
                            <a:rPr lang="en-GB" altLang="zh-CN" sz="1400" i="1">
                              <a:latin typeface="Cambria Math" panose="02040503050406030204" pitchFamily="18" charset="0"/>
                            </a:rPr>
                            <m:t>−</m:t>
                          </m:r>
                        </m:sub>
                      </m:sSub>
                    </m:oMath>
                  </m:oMathPara>
                </a14:m>
                <a:endParaRPr lang="en-GB" altLang="zh-CN" sz="1400" dirty="0">
                  <a:solidFill>
                    <a:schemeClr val="tx1"/>
                  </a:solidFill>
                </a:endParaRPr>
              </a:p>
            </p:txBody>
          </p:sp>
        </mc:Choice>
        <mc:Fallback xmlns="">
          <p:sp>
            <p:nvSpPr>
              <p:cNvPr id="9" name="文本框 8">
                <a:extLst>
                  <a:ext uri="{FF2B5EF4-FFF2-40B4-BE49-F238E27FC236}">
                    <a16:creationId xmlns:a16="http://schemas.microsoft.com/office/drawing/2014/main" id="{1355B2DE-A424-B31A-FDD7-8F9A931634B7}"/>
                  </a:ext>
                </a:extLst>
              </p:cNvPr>
              <p:cNvSpPr txBox="1">
                <a:spLocks noRot="1" noChangeAspect="1" noMove="1" noResize="1" noEditPoints="1" noAdjustHandles="1" noChangeArrowheads="1" noChangeShapeType="1" noTextEdit="1"/>
              </p:cNvSpPr>
              <p:nvPr/>
            </p:nvSpPr>
            <p:spPr>
              <a:xfrm>
                <a:off x="5667718" y="2158478"/>
                <a:ext cx="2732921" cy="2244332"/>
              </a:xfrm>
              <a:prstGeom prst="rect">
                <a:avLst/>
              </a:prstGeom>
              <a:blipFill>
                <a:blip r:embed="rId4"/>
                <a:stretch>
                  <a:fillRect l="-926"/>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8547990"/>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a:extLst>
              <a:ext uri="{FF2B5EF4-FFF2-40B4-BE49-F238E27FC236}">
                <a16:creationId xmlns:a16="http://schemas.microsoft.com/office/drawing/2014/main" id="{00DD8288-5053-00EC-AD21-82EF56E98B2B}"/>
              </a:ext>
            </a:extLst>
          </p:cNvPr>
          <p:cNvSpPr>
            <a:spLocks noGrp="1"/>
          </p:cNvSpPr>
          <p:nvPr>
            <p:ph type="title"/>
          </p:nvPr>
        </p:nvSpPr>
        <p:spPr>
          <a:xfrm>
            <a:off x="628649" y="559420"/>
            <a:ext cx="7732925" cy="630335"/>
          </a:xfrm>
        </p:spPr>
        <p:txBody>
          <a:bodyPr/>
          <a:lstStyle/>
          <a:p>
            <a:r>
              <a:rPr lang="en-US" altLang="zh-CN" dirty="0"/>
              <a:t>Conclusion</a:t>
            </a:r>
            <a:endParaRPr lang="zh-CN" altLang="en-US" dirty="0"/>
          </a:p>
        </p:txBody>
      </p:sp>
      <p:sp>
        <p:nvSpPr>
          <p:cNvPr id="3" name="文本占位符 2">
            <a:extLst>
              <a:ext uri="{FF2B5EF4-FFF2-40B4-BE49-F238E27FC236}">
                <a16:creationId xmlns:a16="http://schemas.microsoft.com/office/drawing/2014/main" id="{693F44D0-111C-2A1F-4FDE-E668E2893D76}"/>
              </a:ext>
            </a:extLst>
          </p:cNvPr>
          <p:cNvSpPr>
            <a:spLocks noGrp="1"/>
          </p:cNvSpPr>
          <p:nvPr>
            <p:ph type="body" sz="quarter" idx="10"/>
          </p:nvPr>
        </p:nvSpPr>
        <p:spPr/>
        <p:txBody>
          <a:bodyPr/>
          <a:lstStyle/>
          <a:p>
            <a:r>
              <a:rPr lang="en-GB" altLang="zh-CN" dirty="0"/>
              <a:t>The primary challenge of localisation in robotics lies in achieving </a:t>
            </a:r>
            <a:r>
              <a:rPr lang="en-GB" altLang="zh-CN" dirty="0">
                <a:solidFill>
                  <a:srgbClr val="003399"/>
                </a:solidFill>
              </a:rPr>
              <a:t>accurate</a:t>
            </a:r>
            <a:r>
              <a:rPr lang="en-GB" altLang="zh-CN" dirty="0"/>
              <a:t> and robust </a:t>
            </a:r>
            <a:r>
              <a:rPr lang="en-GB" altLang="zh-CN" dirty="0">
                <a:solidFill>
                  <a:srgbClr val="003399"/>
                </a:solidFill>
              </a:rPr>
              <a:t>position estimation </a:t>
            </a:r>
            <a:r>
              <a:rPr lang="en-GB" altLang="zh-CN" dirty="0"/>
              <a:t>amidst dynamic environments, sensor noise, and the inherent uncertainty of real-world settings.</a:t>
            </a:r>
          </a:p>
          <a:p>
            <a:r>
              <a:rPr lang="en-GB" altLang="zh-CN" dirty="0"/>
              <a:t>The Bayes filter is a probabilistic framework for dynamically updating the estimate of a system's state by combining prior knowledge with observational evidence.</a:t>
            </a:r>
          </a:p>
          <a:p>
            <a:r>
              <a:rPr lang="en-GB" altLang="zh-CN" dirty="0"/>
              <a:t>The Particle Filter approximates the posterior distribution of state variables using a set of random samples (particles) and weights.</a:t>
            </a:r>
          </a:p>
          <a:p>
            <a:r>
              <a:rPr lang="en-GB" altLang="zh-CN" dirty="0"/>
              <a:t>The Kalman Filter is an optimal recursive data processing algorithm that provides estimates of the internal states of a linear dynamic system from series of noisy measurements.</a:t>
            </a:r>
            <a:endParaRPr lang="zh-CN" altLang="en-US" dirty="0"/>
          </a:p>
        </p:txBody>
      </p:sp>
    </p:spTree>
    <p:extLst>
      <p:ext uri="{BB962C8B-B14F-4D97-AF65-F5344CB8AC3E}">
        <p14:creationId xmlns:p14="http://schemas.microsoft.com/office/powerpoint/2010/main" val="316881135"/>
      </p:ext>
    </p:extLst>
  </p:cSld>
  <p:clrMapOvr>
    <a:masterClrMapping/>
  </p:clrMapOvr>
</p:sld>
</file>

<file path=ppt/theme/theme1.xml><?xml version="1.0" encoding="utf-8"?>
<a:theme xmlns:a="http://schemas.openxmlformats.org/drawingml/2006/main" name="Office Theme">
  <a:themeElements>
    <a:clrScheme name="UoA Colours">
      <a:dk1>
        <a:srgbClr val="000000"/>
      </a:dk1>
      <a:lt1>
        <a:srgbClr val="FFFFFF"/>
      </a:lt1>
      <a:dk2>
        <a:srgbClr val="1C4392"/>
      </a:dk2>
      <a:lt2>
        <a:srgbClr val="E7E6E6"/>
      </a:lt2>
      <a:accent1>
        <a:srgbClr val="DA281C"/>
      </a:accent1>
      <a:accent2>
        <a:srgbClr val="5C284F"/>
      </a:accent2>
      <a:accent3>
        <a:srgbClr val="01B6ED"/>
      </a:accent3>
      <a:accent4>
        <a:srgbClr val="C80B6F"/>
      </a:accent4>
      <a:accent5>
        <a:srgbClr val="5B9BD5"/>
      </a:accent5>
      <a:accent6>
        <a:srgbClr val="70AD47"/>
      </a:accent6>
      <a:hlink>
        <a:srgbClr val="0563C1"/>
      </a:hlink>
      <a:folHlink>
        <a:srgbClr val="954F72"/>
      </a:folHlink>
    </a:clrScheme>
    <a:fontScheme name="Cambria">
      <a:majorFont>
        <a:latin typeface="Cambria"/>
        <a:ea typeface=""/>
        <a:cs typeface=""/>
        <a:font script="Jpan" typeface="HG明朝B"/>
        <a:font script="Hang" typeface="맑은 고딕"/>
        <a:font script="Hans" typeface="黑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mbria"/>
        <a:ea typeface=""/>
        <a:cs typeface=""/>
        <a:font script="Jpan" typeface="HG明朝B"/>
        <a:font script="Hang" typeface="맑은 고딕"/>
        <a:font script="Hans" typeface="黑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525-Schools.potx" id="{0ED7EAAF-2CF3-4102-AC85-3A12D51D4024}" vid="{951E1219-D605-412D-92C4-259243AECCAC}"/>
    </a:ext>
  </a:extLst>
</a:theme>
</file>

<file path=ppt/theme/theme2.xml><?xml version="1.0" encoding="utf-8"?>
<a:theme xmlns:a="http://schemas.openxmlformats.org/drawingml/2006/main" name="1_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525-Schools.potx" id="{0ED7EAAF-2CF3-4102-AC85-3A12D51D4024}" vid="{6E22BCD4-6E3B-486E-A238-7F692C3073B5}"/>
    </a:ext>
  </a:extLst>
</a:theme>
</file>

<file path=ppt/theme/theme3.xml><?xml version="1.0" encoding="utf-8"?>
<a:theme xmlns:a="http://schemas.openxmlformats.org/drawingml/2006/main" name="Content layouts">
  <a:themeElements>
    <a:clrScheme name="UoA Colours">
      <a:dk1>
        <a:srgbClr val="000000"/>
      </a:dk1>
      <a:lt1>
        <a:srgbClr val="FFFFFF"/>
      </a:lt1>
      <a:dk2>
        <a:srgbClr val="1C4392"/>
      </a:dk2>
      <a:lt2>
        <a:srgbClr val="E7E6E6"/>
      </a:lt2>
      <a:accent1>
        <a:srgbClr val="DA281C"/>
      </a:accent1>
      <a:accent2>
        <a:srgbClr val="5C284F"/>
      </a:accent2>
      <a:accent3>
        <a:srgbClr val="01B6ED"/>
      </a:accent3>
      <a:accent4>
        <a:srgbClr val="C80B6F"/>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525-Schools.potx" id="{0ED7EAAF-2CF3-4102-AC85-3A12D51D4024}" vid="{4125387D-2C93-4794-91EC-C1716099D6C2}"/>
    </a:ext>
  </a:extLst>
</a:theme>
</file>

<file path=ppt/theme/theme4.xml><?xml version="1.0" encoding="utf-8"?>
<a:theme xmlns:a="http://schemas.openxmlformats.org/drawingml/2006/main" name="1_Content layouts">
  <a:themeElements>
    <a:clrScheme name="UoA Colours">
      <a:dk1>
        <a:srgbClr val="000000"/>
      </a:dk1>
      <a:lt1>
        <a:srgbClr val="FFFFFF"/>
      </a:lt1>
      <a:dk2>
        <a:srgbClr val="1C4392"/>
      </a:dk2>
      <a:lt2>
        <a:srgbClr val="E7E6E6"/>
      </a:lt2>
      <a:accent1>
        <a:srgbClr val="DA281C"/>
      </a:accent1>
      <a:accent2>
        <a:srgbClr val="5C284F"/>
      </a:accent2>
      <a:accent3>
        <a:srgbClr val="01B6ED"/>
      </a:accent3>
      <a:accent4>
        <a:srgbClr val="C80B6F"/>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525-Schools.potx" id="{0ED7EAAF-2CF3-4102-AC85-3A12D51D4024}" vid="{4125387D-2C93-4794-91EC-C1716099D6C2}"/>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580111BF46F3574E9A8F0BE88E59676B" ma:contentTypeVersion="2" ma:contentTypeDescription="Create a new document." ma:contentTypeScope="" ma:versionID="299365d1725ab9f5c9690605c878897d">
  <xsd:schema xmlns:xsd="http://www.w3.org/2001/XMLSchema" xmlns:xs="http://www.w3.org/2001/XMLSchema" xmlns:p="http://schemas.microsoft.com/office/2006/metadata/properties" xmlns:ns2="e315eb9a-1a86-4590-b9b9-657366c2faa6" targetNamespace="http://schemas.microsoft.com/office/2006/metadata/properties" ma:root="true" ma:fieldsID="dd1411bb5617dc68a620ec88108c7d5b" ns2:_="">
    <xsd:import namespace="e315eb9a-1a86-4590-b9b9-657366c2faa6"/>
    <xsd:element name="properties">
      <xsd:complexType>
        <xsd:sequence>
          <xsd:element name="documentManagement">
            <xsd:complexType>
              <xsd:all>
                <xsd:element ref="ns2:MediaServiceMetadata" minOccurs="0"/>
                <xsd:element ref="ns2:MediaServiceFast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315eb9a-1a86-4590-b9b9-657366c2faa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6003FF4A-92D1-4AC6-A3D0-2369C3973236}">
  <ds:schemaRefs>
    <ds:schemaRef ds:uri="http://schemas.microsoft.com/sharepoint/v3/contenttype/forms"/>
  </ds:schemaRefs>
</ds:datastoreItem>
</file>

<file path=customXml/itemProps2.xml><?xml version="1.0" encoding="utf-8"?>
<ds:datastoreItem xmlns:ds="http://schemas.openxmlformats.org/officeDocument/2006/customXml" ds:itemID="{52AB92E3-26D1-4D43-9D8D-DDC63A368C19}">
  <ds:schemaRefs>
    <ds:schemaRef ds:uri="http://schemas.microsoft.com/office/infopath/2007/PartnerControls"/>
    <ds:schemaRef ds:uri="http://purl.org/dc/terms/"/>
    <ds:schemaRef ds:uri="http://schemas.microsoft.com/office/2006/documentManagement/types"/>
    <ds:schemaRef ds:uri="http://purl.org/dc/elements/1.1/"/>
    <ds:schemaRef ds:uri="http://schemas.microsoft.com/office/2006/metadata/properties"/>
    <ds:schemaRef ds:uri="http://purl.org/dc/dcmitype/"/>
    <ds:schemaRef ds:uri="http://schemas.openxmlformats.org/package/2006/metadata/core-properties"/>
    <ds:schemaRef ds:uri="e315eb9a-1a86-4590-b9b9-657366c2faa6"/>
    <ds:schemaRef ds:uri="http://www.w3.org/XML/1998/namespace"/>
  </ds:schemaRefs>
</ds:datastoreItem>
</file>

<file path=customXml/itemProps3.xml><?xml version="1.0" encoding="utf-8"?>
<ds:datastoreItem xmlns:ds="http://schemas.openxmlformats.org/officeDocument/2006/customXml" ds:itemID="{8B1D4C1F-3BBE-4756-865A-AF8F400817C0}">
  <ds:schemaRefs>
    <ds:schemaRef ds:uri="e315eb9a-1a86-4590-b9b9-657366c2faa6"/>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emplate>525-template</Template>
  <TotalTime>23591</TotalTime>
  <Words>3959</Words>
  <Application>Microsoft Macintosh PowerPoint</Application>
  <PresentationFormat>全屏显示(16:9)</PresentationFormat>
  <Paragraphs>564</Paragraphs>
  <Slides>57</Slides>
  <Notes>28</Notes>
  <HiddenSlides>0</HiddenSlides>
  <MMClips>0</MMClips>
  <ScaleCrop>false</ScaleCrop>
  <HeadingPairs>
    <vt:vector size="6" baseType="variant">
      <vt:variant>
        <vt:lpstr>已用的字体</vt:lpstr>
      </vt:variant>
      <vt:variant>
        <vt:i4>6</vt:i4>
      </vt:variant>
      <vt:variant>
        <vt:lpstr>主题</vt:lpstr>
      </vt:variant>
      <vt:variant>
        <vt:i4>4</vt:i4>
      </vt:variant>
      <vt:variant>
        <vt:lpstr>幻灯片标题</vt:lpstr>
      </vt:variant>
      <vt:variant>
        <vt:i4>57</vt:i4>
      </vt:variant>
    </vt:vector>
  </HeadingPairs>
  <TitlesOfParts>
    <vt:vector size="67" baseType="lpstr">
      <vt:lpstr>CMR10</vt:lpstr>
      <vt:lpstr>Arial</vt:lpstr>
      <vt:lpstr>Calibri</vt:lpstr>
      <vt:lpstr>Calibri Light</vt:lpstr>
      <vt:lpstr>Cambria</vt:lpstr>
      <vt:lpstr>Cambria Math</vt:lpstr>
      <vt:lpstr>Office Theme</vt:lpstr>
      <vt:lpstr>1_Custom Design</vt:lpstr>
      <vt:lpstr>Content layouts</vt:lpstr>
      <vt:lpstr>1_Content layouts</vt:lpstr>
      <vt:lpstr>JC3504  Robot Technology</vt:lpstr>
      <vt:lpstr>Outline</vt:lpstr>
      <vt:lpstr>Localisation</vt:lpstr>
      <vt:lpstr>Motivating Example</vt:lpstr>
      <vt:lpstr>Motivating Example</vt:lpstr>
      <vt:lpstr>Motivating Example</vt:lpstr>
      <vt:lpstr>Motivating Example</vt:lpstr>
      <vt:lpstr>Motivating Example</vt:lpstr>
      <vt:lpstr>Markov Localisation</vt:lpstr>
      <vt:lpstr>Markov Localisation</vt:lpstr>
      <vt:lpstr>Markov Localisation</vt:lpstr>
      <vt:lpstr>Markov Localisation</vt:lpstr>
      <vt:lpstr>Markov Localisation</vt:lpstr>
      <vt:lpstr>The Bayes Filter </vt:lpstr>
      <vt:lpstr>The Bayes Filter </vt:lpstr>
      <vt:lpstr>The Bayes Filter </vt:lpstr>
      <vt:lpstr>The Bayes Filter </vt:lpstr>
      <vt:lpstr>The Bayes Filter </vt:lpstr>
      <vt:lpstr>Example: Bayes Filter on a Grid </vt:lpstr>
      <vt:lpstr>Example: Bayes Filter on a Grid </vt:lpstr>
      <vt:lpstr>Example: Bayes Filter on a Grid </vt:lpstr>
      <vt:lpstr>Example: Bayes Filter on a Grid </vt:lpstr>
      <vt:lpstr>Example: Bayes Filter on a Grid </vt:lpstr>
      <vt:lpstr>Particle Filter </vt:lpstr>
      <vt:lpstr>Particle Filter </vt:lpstr>
      <vt:lpstr>Particle Filter </vt:lpstr>
      <vt:lpstr>Particle Filter </vt:lpstr>
      <vt:lpstr>Particle Filter </vt:lpstr>
      <vt:lpstr>Particle Filter </vt:lpstr>
      <vt:lpstr>Particle Filter </vt:lpstr>
      <vt:lpstr>Particle Filter </vt:lpstr>
      <vt:lpstr>Particle Filter </vt:lpstr>
      <vt:lpstr>Particle Filter </vt:lpstr>
      <vt:lpstr>Particle Filter </vt:lpstr>
      <vt:lpstr>Particle Filter </vt:lpstr>
      <vt:lpstr>Kalman Filter</vt:lpstr>
      <vt:lpstr>Kalman Filter </vt:lpstr>
      <vt:lpstr>Kalman Filter </vt:lpstr>
      <vt:lpstr>Kalman Filter 1-D Example </vt:lpstr>
      <vt:lpstr>Kalman Filter 1-D Example </vt:lpstr>
      <vt:lpstr>Kalman Filter 1-D Example </vt:lpstr>
      <vt:lpstr>Kalman Filter 1-D Example </vt:lpstr>
      <vt:lpstr>Kalman Filter 1-D Example </vt:lpstr>
      <vt:lpstr>Kalman Filter 1-D Example </vt:lpstr>
      <vt:lpstr>Kalman Filter 1-D Example </vt:lpstr>
      <vt:lpstr>Kalman Filter (Simplified)</vt:lpstr>
      <vt:lpstr>Kalman Filter (Simplified)</vt:lpstr>
      <vt:lpstr>Kalman Filter (Simplified)</vt:lpstr>
      <vt:lpstr>Kalman Filter (Simplified)</vt:lpstr>
      <vt:lpstr>Kalman Filter (Simplified)</vt:lpstr>
      <vt:lpstr>Kalman Filter (full-version)</vt:lpstr>
      <vt:lpstr>Kalman Filter (full-version)</vt:lpstr>
      <vt:lpstr>Kalman Filter (full-version)</vt:lpstr>
      <vt:lpstr>Kalman Filter (full-version)</vt:lpstr>
      <vt:lpstr>Kalman Filter (full-version)</vt:lpstr>
      <vt:lpstr>Kalman Filter</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Notes about this template</dc:title>
  <dc:creator>Macdonald, Lucy J</dc:creator>
  <cp:lastModifiedBy>Li, Xiao</cp:lastModifiedBy>
  <cp:revision>388</cp:revision>
  <dcterms:created xsi:type="dcterms:W3CDTF">2021-09-17T13:50:02Z</dcterms:created>
  <dcterms:modified xsi:type="dcterms:W3CDTF">2026-02-28T11:37:21Z</dcterms:modified>
  <cp:category>525 years</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0x010100580111BF46F3574E9A8F0BE88E59676B</vt:lpwstr>
  </property>
</Properties>
</file>