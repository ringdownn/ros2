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4"/>
    <p:sldMasterId id="2147483734" r:id="rId5"/>
    <p:sldMasterId id="2147483722" r:id="rId6"/>
    <p:sldMasterId id="2147483772" r:id="rId7"/>
  </p:sldMasterIdLst>
  <p:notesMasterIdLst>
    <p:notesMasterId r:id="rId42"/>
  </p:notesMasterIdLst>
  <p:sldIdLst>
    <p:sldId id="428" r:id="rId8"/>
    <p:sldId id="508" r:id="rId9"/>
    <p:sldId id="509" r:id="rId10"/>
    <p:sldId id="510" r:id="rId11"/>
    <p:sldId id="511" r:id="rId12"/>
    <p:sldId id="512" r:id="rId13"/>
    <p:sldId id="514" r:id="rId14"/>
    <p:sldId id="513" r:id="rId15"/>
    <p:sldId id="515" r:id="rId16"/>
    <p:sldId id="516" r:id="rId17"/>
    <p:sldId id="517" r:id="rId18"/>
    <p:sldId id="518" r:id="rId19"/>
    <p:sldId id="520" r:id="rId20"/>
    <p:sldId id="521" r:id="rId21"/>
    <p:sldId id="522" r:id="rId22"/>
    <p:sldId id="523" r:id="rId23"/>
    <p:sldId id="524" r:id="rId24"/>
    <p:sldId id="525" r:id="rId25"/>
    <p:sldId id="527" r:id="rId26"/>
    <p:sldId id="526" r:id="rId27"/>
    <p:sldId id="528" r:id="rId28"/>
    <p:sldId id="536" r:id="rId29"/>
    <p:sldId id="537" r:id="rId30"/>
    <p:sldId id="538" r:id="rId31"/>
    <p:sldId id="529" r:id="rId32"/>
    <p:sldId id="530" r:id="rId33"/>
    <p:sldId id="531" r:id="rId34"/>
    <p:sldId id="532" r:id="rId35"/>
    <p:sldId id="533" r:id="rId36"/>
    <p:sldId id="534" r:id="rId37"/>
    <p:sldId id="535" r:id="rId38"/>
    <p:sldId id="539" r:id="rId39"/>
    <p:sldId id="507" r:id="rId40"/>
    <p:sldId id="540" r:id="rId41"/>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1pPr>
    <a:lvl2pPr marL="4572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2pPr>
    <a:lvl3pPr marL="9144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3pPr>
    <a:lvl4pPr marL="13716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4pPr>
    <a:lvl5pPr marL="18288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5pPr>
    <a:lvl6pPr marL="2286000" algn="l" defTabSz="457200" rtl="0" eaLnBrk="1" latinLnBrk="0" hangingPunct="1">
      <a:defRPr kern="1200">
        <a:solidFill>
          <a:schemeClr val="tx1"/>
        </a:solidFill>
        <a:latin typeface="Calibri" charset="0"/>
        <a:ea typeface="ヒラギノ角ゴ Pro W3" charset="0"/>
        <a:cs typeface="ヒラギノ角ゴ Pro W3" charset="0"/>
      </a:defRPr>
    </a:lvl6pPr>
    <a:lvl7pPr marL="2743200" algn="l" defTabSz="457200" rtl="0" eaLnBrk="1" latinLnBrk="0" hangingPunct="1">
      <a:defRPr kern="1200">
        <a:solidFill>
          <a:schemeClr val="tx1"/>
        </a:solidFill>
        <a:latin typeface="Calibri" charset="0"/>
        <a:ea typeface="ヒラギノ角ゴ Pro W3" charset="0"/>
        <a:cs typeface="ヒラギノ角ゴ Pro W3" charset="0"/>
      </a:defRPr>
    </a:lvl7pPr>
    <a:lvl8pPr marL="3200400" algn="l" defTabSz="457200" rtl="0" eaLnBrk="1" latinLnBrk="0" hangingPunct="1">
      <a:defRPr kern="1200">
        <a:solidFill>
          <a:schemeClr val="tx1"/>
        </a:solidFill>
        <a:latin typeface="Calibri" charset="0"/>
        <a:ea typeface="ヒラギノ角ゴ Pro W3" charset="0"/>
        <a:cs typeface="ヒラギノ角ゴ Pro W3" charset="0"/>
      </a:defRPr>
    </a:lvl8pPr>
    <a:lvl9pPr marL="3657600" algn="l" defTabSz="457200" rtl="0" eaLnBrk="1" latinLnBrk="0" hangingPunct="1">
      <a:defRPr kern="1200">
        <a:solidFill>
          <a:schemeClr val="tx1"/>
        </a:solidFill>
        <a:latin typeface="Calibri" charset="0"/>
        <a:ea typeface="ヒラギノ角ゴ Pro W3" charset="0"/>
        <a:cs typeface="ヒラギノ角ゴ Pro W3" charset="0"/>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4"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cdonald, Lucy J" initials="MLJ" lastIdx="23" clrIdx="0"/>
  <p:cmAuthor id="2" name="Fernandes, Jennifer A." initials="FJA" lastIdx="1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DA641C"/>
    <a:srgbClr val="DAA01C"/>
    <a:srgbClr val="DA501C"/>
    <a:srgbClr val="DA3C1C"/>
    <a:srgbClr val="75D0FF"/>
    <a:srgbClr val="1C4392"/>
    <a:srgbClr val="FFFFFF"/>
    <a:srgbClr val="E5C023"/>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32" autoAdjust="0"/>
    <p:restoredTop sz="84113"/>
  </p:normalViewPr>
  <p:slideViewPr>
    <p:cSldViewPr snapToGrid="0">
      <p:cViewPr varScale="1">
        <p:scale>
          <a:sx n="235" d="100"/>
          <a:sy n="235" d="100"/>
        </p:scale>
        <p:origin x="168" y="368"/>
      </p:cViewPr>
      <p:guideLst>
        <p:guide orient="horz" pos="1620"/>
        <p:guide pos="2880"/>
        <p:guide pos="548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Xiao" userId="bbc4f2c7-f57e-44b6-8133-52bad6aa9609" providerId="ADAL" clId="{36F98F02-E8A9-8C46-A26B-06A3D0DCF90A}"/>
    <pc:docChg chg="modSld">
      <pc:chgData name="Li, Xiao" userId="bbc4f2c7-f57e-44b6-8133-52bad6aa9609" providerId="ADAL" clId="{36F98F02-E8A9-8C46-A26B-06A3D0DCF90A}" dt="2026-02-28T11:38:26.150" v="7" actId="20577"/>
      <pc:docMkLst>
        <pc:docMk/>
      </pc:docMkLst>
      <pc:sldChg chg="modSp mod">
        <pc:chgData name="Li, Xiao" userId="bbc4f2c7-f57e-44b6-8133-52bad6aa9609" providerId="ADAL" clId="{36F98F02-E8A9-8C46-A26B-06A3D0DCF90A}" dt="2026-02-28T11:37:49.757" v="1" actId="20577"/>
        <pc:sldMkLst>
          <pc:docMk/>
          <pc:sldMk cId="4240204153" sldId="428"/>
        </pc:sldMkLst>
        <pc:spChg chg="mod">
          <ac:chgData name="Li, Xiao" userId="bbc4f2c7-f57e-44b6-8133-52bad6aa9609" providerId="ADAL" clId="{36F98F02-E8A9-8C46-A26B-06A3D0DCF90A}" dt="2026-02-28T11:37:49.757" v="1" actId="20577"/>
          <ac:spMkLst>
            <pc:docMk/>
            <pc:sldMk cId="4240204153" sldId="428"/>
            <ac:spMk id="3" creationId="{FC8EA9F0-2D49-49CE-A162-EB45E762A6A3}"/>
          </ac:spMkLst>
        </pc:spChg>
      </pc:sldChg>
      <pc:sldChg chg="modSp mod">
        <pc:chgData name="Li, Xiao" userId="bbc4f2c7-f57e-44b6-8133-52bad6aa9609" providerId="ADAL" clId="{36F98F02-E8A9-8C46-A26B-06A3D0DCF90A}" dt="2026-02-28T11:38:16.611" v="3" actId="20577"/>
        <pc:sldMkLst>
          <pc:docMk/>
          <pc:sldMk cId="1658859289" sldId="538"/>
        </pc:sldMkLst>
        <pc:spChg chg="mod">
          <ac:chgData name="Li, Xiao" userId="bbc4f2c7-f57e-44b6-8133-52bad6aa9609" providerId="ADAL" clId="{36F98F02-E8A9-8C46-A26B-06A3D0DCF90A}" dt="2026-02-28T11:38:16.611" v="3" actId="20577"/>
          <ac:spMkLst>
            <pc:docMk/>
            <pc:sldMk cId="1658859289" sldId="538"/>
            <ac:spMk id="8" creationId="{7A5A891F-0C40-F198-D286-119FBF731EC8}"/>
          </ac:spMkLst>
        </pc:spChg>
      </pc:sldChg>
      <pc:sldChg chg="modSp mod">
        <pc:chgData name="Li, Xiao" userId="bbc4f2c7-f57e-44b6-8133-52bad6aa9609" providerId="ADAL" clId="{36F98F02-E8A9-8C46-A26B-06A3D0DCF90A}" dt="2026-02-28T11:38:23.496" v="5" actId="20577"/>
        <pc:sldMkLst>
          <pc:docMk/>
          <pc:sldMk cId="1487491468" sldId="539"/>
        </pc:sldMkLst>
        <pc:spChg chg="mod">
          <ac:chgData name="Li, Xiao" userId="bbc4f2c7-f57e-44b6-8133-52bad6aa9609" providerId="ADAL" clId="{36F98F02-E8A9-8C46-A26B-06A3D0DCF90A}" dt="2026-02-28T11:38:23.496" v="5" actId="20577"/>
          <ac:spMkLst>
            <pc:docMk/>
            <pc:sldMk cId="1487491468" sldId="539"/>
            <ac:spMk id="8" creationId="{7A5A891F-0C40-F198-D286-119FBF731EC8}"/>
          </ac:spMkLst>
        </pc:spChg>
      </pc:sldChg>
      <pc:sldChg chg="modSp mod">
        <pc:chgData name="Li, Xiao" userId="bbc4f2c7-f57e-44b6-8133-52bad6aa9609" providerId="ADAL" clId="{36F98F02-E8A9-8C46-A26B-06A3D0DCF90A}" dt="2026-02-28T11:38:26.150" v="7" actId="20577"/>
        <pc:sldMkLst>
          <pc:docMk/>
          <pc:sldMk cId="1306344598" sldId="540"/>
        </pc:sldMkLst>
        <pc:spChg chg="mod">
          <ac:chgData name="Li, Xiao" userId="bbc4f2c7-f57e-44b6-8133-52bad6aa9609" providerId="ADAL" clId="{36F98F02-E8A9-8C46-A26B-06A3D0DCF90A}" dt="2026-02-28T11:38:26.150" v="7" actId="20577"/>
          <ac:spMkLst>
            <pc:docMk/>
            <pc:sldMk cId="1306344598" sldId="540"/>
            <ac:spMk id="6" creationId="{7AE6421A-246D-6B7C-721C-6FD9974DD5A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4B29D-FB41-7449-B07E-7B0C50F1D655}" type="datetimeFigureOut">
              <a:rPr lang="en-US" smtClean="0"/>
              <a:pPr/>
              <a:t>2/28/26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741E6-F4B0-0348-85E5-28B214E36C02}" type="slidenum">
              <a:rPr lang="en-US" smtClean="0"/>
              <a:pPr/>
              <a:t>‹#›</a:t>
            </a:fld>
            <a:endParaRPr lang="en-US"/>
          </a:p>
        </p:txBody>
      </p:sp>
    </p:spTree>
    <p:extLst>
      <p:ext uri="{BB962C8B-B14F-4D97-AF65-F5344CB8AC3E}">
        <p14:creationId xmlns:p14="http://schemas.microsoft.com/office/powerpoint/2010/main" val="3953800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35741E6-F4B0-0348-85E5-28B214E36C02}" type="slidenum">
              <a:rPr lang="en-US" smtClean="0"/>
              <a:pPr/>
              <a:t>1</a:t>
            </a:fld>
            <a:endParaRPr lang="en-US"/>
          </a:p>
        </p:txBody>
      </p:sp>
    </p:spTree>
    <p:extLst>
      <p:ext uri="{BB962C8B-B14F-4D97-AF65-F5344CB8AC3E}">
        <p14:creationId xmlns:p14="http://schemas.microsoft.com/office/powerpoint/2010/main" val="1001897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6</a:t>
            </a:fld>
            <a:endParaRPr lang="en-US"/>
          </a:p>
        </p:txBody>
      </p:sp>
    </p:spTree>
    <p:extLst>
      <p:ext uri="{BB962C8B-B14F-4D97-AF65-F5344CB8AC3E}">
        <p14:creationId xmlns:p14="http://schemas.microsoft.com/office/powerpoint/2010/main" val="2995720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7</a:t>
            </a:fld>
            <a:endParaRPr lang="en-US"/>
          </a:p>
        </p:txBody>
      </p:sp>
    </p:spTree>
    <p:extLst>
      <p:ext uri="{BB962C8B-B14F-4D97-AF65-F5344CB8AC3E}">
        <p14:creationId xmlns:p14="http://schemas.microsoft.com/office/powerpoint/2010/main" val="1172959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8</a:t>
            </a:fld>
            <a:endParaRPr lang="en-US"/>
          </a:p>
        </p:txBody>
      </p:sp>
    </p:spTree>
    <p:extLst>
      <p:ext uri="{BB962C8B-B14F-4D97-AF65-F5344CB8AC3E}">
        <p14:creationId xmlns:p14="http://schemas.microsoft.com/office/powerpoint/2010/main" val="1055628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9</a:t>
            </a:fld>
            <a:endParaRPr lang="en-US"/>
          </a:p>
        </p:txBody>
      </p:sp>
    </p:spTree>
    <p:extLst>
      <p:ext uri="{BB962C8B-B14F-4D97-AF65-F5344CB8AC3E}">
        <p14:creationId xmlns:p14="http://schemas.microsoft.com/office/powerpoint/2010/main" val="2119633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13</a:t>
            </a:fld>
            <a:endParaRPr lang="en-US"/>
          </a:p>
        </p:txBody>
      </p:sp>
    </p:spTree>
    <p:extLst>
      <p:ext uri="{BB962C8B-B14F-4D97-AF65-F5344CB8AC3E}">
        <p14:creationId xmlns:p14="http://schemas.microsoft.com/office/powerpoint/2010/main" val="3717511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14</a:t>
            </a:fld>
            <a:endParaRPr lang="en-US"/>
          </a:p>
        </p:txBody>
      </p:sp>
    </p:spTree>
    <p:extLst>
      <p:ext uri="{BB962C8B-B14F-4D97-AF65-F5344CB8AC3E}">
        <p14:creationId xmlns:p14="http://schemas.microsoft.com/office/powerpoint/2010/main" val="2341564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15</a:t>
            </a:fld>
            <a:endParaRPr lang="en-US"/>
          </a:p>
        </p:txBody>
      </p:sp>
    </p:spTree>
    <p:extLst>
      <p:ext uri="{BB962C8B-B14F-4D97-AF65-F5344CB8AC3E}">
        <p14:creationId xmlns:p14="http://schemas.microsoft.com/office/powerpoint/2010/main" val="149021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16</a:t>
            </a:fld>
            <a:endParaRPr lang="en-US"/>
          </a:p>
        </p:txBody>
      </p:sp>
    </p:spTree>
    <p:extLst>
      <p:ext uri="{BB962C8B-B14F-4D97-AF65-F5344CB8AC3E}">
        <p14:creationId xmlns:p14="http://schemas.microsoft.com/office/powerpoint/2010/main" val="2975471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17</a:t>
            </a:fld>
            <a:endParaRPr lang="en-US"/>
          </a:p>
        </p:txBody>
      </p:sp>
    </p:spTree>
    <p:extLst>
      <p:ext uri="{BB962C8B-B14F-4D97-AF65-F5344CB8AC3E}">
        <p14:creationId xmlns:p14="http://schemas.microsoft.com/office/powerpoint/2010/main" val="381803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dirty="0"/>
              <a:t>Data Association and Feature Extraction has been introduced in CV chapters.</a:t>
            </a:r>
            <a:endParaRPr lang="en-GB" b="0" dirty="0"/>
          </a:p>
        </p:txBody>
      </p:sp>
      <p:sp>
        <p:nvSpPr>
          <p:cNvPr id="4" name="灯片编号占位符 3"/>
          <p:cNvSpPr>
            <a:spLocks noGrp="1"/>
          </p:cNvSpPr>
          <p:nvPr>
            <p:ph type="sldNum" sz="quarter" idx="5"/>
          </p:nvPr>
        </p:nvSpPr>
        <p:spPr/>
        <p:txBody>
          <a:bodyPr/>
          <a:lstStyle/>
          <a:p>
            <a:fld id="{D35741E6-F4B0-0348-85E5-28B214E36C02}" type="slidenum">
              <a:rPr lang="en-US" smtClean="0"/>
              <a:pPr/>
              <a:t>18</a:t>
            </a:fld>
            <a:endParaRPr lang="en-US"/>
          </a:p>
        </p:txBody>
      </p:sp>
    </p:spTree>
    <p:extLst>
      <p:ext uri="{BB962C8B-B14F-4D97-AF65-F5344CB8AC3E}">
        <p14:creationId xmlns:p14="http://schemas.microsoft.com/office/powerpoint/2010/main" val="127773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b="0" dirty="0"/>
          </a:p>
        </p:txBody>
      </p:sp>
      <p:sp>
        <p:nvSpPr>
          <p:cNvPr id="4" name="灯片编号占位符 3"/>
          <p:cNvSpPr>
            <a:spLocks noGrp="1"/>
          </p:cNvSpPr>
          <p:nvPr>
            <p:ph type="sldNum" sz="quarter" idx="5"/>
          </p:nvPr>
        </p:nvSpPr>
        <p:spPr/>
        <p:txBody>
          <a:bodyPr/>
          <a:lstStyle/>
          <a:p>
            <a:fld id="{D35741E6-F4B0-0348-85E5-28B214E36C02}" type="slidenum">
              <a:rPr lang="en-US" smtClean="0"/>
              <a:pPr/>
              <a:t>20</a:t>
            </a:fld>
            <a:endParaRPr lang="en-US"/>
          </a:p>
        </p:txBody>
      </p:sp>
    </p:spTree>
    <p:extLst>
      <p:ext uri="{BB962C8B-B14F-4D97-AF65-F5344CB8AC3E}">
        <p14:creationId xmlns:p14="http://schemas.microsoft.com/office/powerpoint/2010/main" val="773989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b="0" dirty="0"/>
          </a:p>
        </p:txBody>
      </p:sp>
      <p:sp>
        <p:nvSpPr>
          <p:cNvPr id="4" name="灯片编号占位符 3"/>
          <p:cNvSpPr>
            <a:spLocks noGrp="1"/>
          </p:cNvSpPr>
          <p:nvPr>
            <p:ph type="sldNum" sz="quarter" idx="5"/>
          </p:nvPr>
        </p:nvSpPr>
        <p:spPr/>
        <p:txBody>
          <a:bodyPr/>
          <a:lstStyle/>
          <a:p>
            <a:fld id="{D35741E6-F4B0-0348-85E5-28B214E36C02}" type="slidenum">
              <a:rPr lang="en-US" smtClean="0"/>
              <a:pPr/>
              <a:t>21</a:t>
            </a:fld>
            <a:endParaRPr lang="en-US"/>
          </a:p>
        </p:txBody>
      </p:sp>
    </p:spTree>
    <p:extLst>
      <p:ext uri="{BB962C8B-B14F-4D97-AF65-F5344CB8AC3E}">
        <p14:creationId xmlns:p14="http://schemas.microsoft.com/office/powerpoint/2010/main" val="236781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F3B5D918-36B2-FC42-822A-6E727352DE6E}"/>
              </a:ext>
            </a:extLst>
          </p:cNvPr>
          <p:cNvSpPr>
            <a:spLocks noGrp="1"/>
          </p:cNvSpPr>
          <p:nvPr>
            <p:ph type="title"/>
          </p:nvPr>
        </p:nvSpPr>
        <p:spPr>
          <a:xfrm>
            <a:off x="627286" y="1575771"/>
            <a:ext cx="5988199" cy="906303"/>
          </a:xfrm>
          <a:prstGeom prst="rect">
            <a:avLst/>
          </a:prstGeom>
        </p:spPr>
        <p:txBody>
          <a:bodyPr anchor="b"/>
          <a:lstStyle>
            <a:lvl1pPr>
              <a:defRPr sz="3000" b="1" i="0" baseline="0">
                <a:solidFill>
                  <a:schemeClr val="bg1"/>
                </a:solidFill>
              </a:defRPr>
            </a:lvl1pPr>
          </a:lstStyle>
          <a:p>
            <a:r>
              <a:rPr lang="en-US"/>
              <a:t>Click to edit Master title style</a:t>
            </a:r>
          </a:p>
        </p:txBody>
      </p:sp>
      <p:sp>
        <p:nvSpPr>
          <p:cNvPr id="29" name="Text Placeholder 28">
            <a:extLst>
              <a:ext uri="{FF2B5EF4-FFF2-40B4-BE49-F238E27FC236}">
                <a16:creationId xmlns:a16="http://schemas.microsoft.com/office/drawing/2014/main" id="{5A3CF2EC-A73D-514B-90DA-DC81C59C653D}"/>
              </a:ext>
            </a:extLst>
          </p:cNvPr>
          <p:cNvSpPr>
            <a:spLocks noGrp="1"/>
          </p:cNvSpPr>
          <p:nvPr>
            <p:ph type="body" sz="quarter" idx="12"/>
          </p:nvPr>
        </p:nvSpPr>
        <p:spPr>
          <a:xfrm>
            <a:off x="626657" y="2565427"/>
            <a:ext cx="5988199" cy="906303"/>
          </a:xfrm>
          <a:prstGeom prst="rect">
            <a:avLst/>
          </a:prstGeom>
        </p:spPr>
        <p:txBody>
          <a:bodyPr/>
          <a:lstStyle>
            <a:lvl1pPr marL="0" indent="0">
              <a:buNone/>
              <a:defRPr sz="2400" baseline="0">
                <a:solidFill>
                  <a:schemeClr val="bg1"/>
                </a:solidFill>
                <a:latin typeface="Calibri" panose="020F0502020204030204" pitchFamily="34" charset="0"/>
              </a:defRPr>
            </a:lvl1pPr>
            <a:lvl2pPr marL="342900" indent="0">
              <a:buNone/>
              <a:defRPr/>
            </a:lvl2pPr>
          </a:lstStyle>
          <a:p>
            <a:pPr lvl="0"/>
            <a:r>
              <a:rPr lang="en-US"/>
              <a:t>Click to edit Master text styles</a:t>
            </a:r>
          </a:p>
        </p:txBody>
      </p:sp>
      <p:sp>
        <p:nvSpPr>
          <p:cNvPr id="33" name="Text Placeholder 28">
            <a:extLst>
              <a:ext uri="{FF2B5EF4-FFF2-40B4-BE49-F238E27FC236}">
                <a16:creationId xmlns:a16="http://schemas.microsoft.com/office/drawing/2014/main" id="{8BF1C7B7-77C0-964F-92F3-D5CBACA54A79}"/>
              </a:ext>
            </a:extLst>
          </p:cNvPr>
          <p:cNvSpPr>
            <a:spLocks noGrp="1"/>
          </p:cNvSpPr>
          <p:nvPr>
            <p:ph type="body" sz="quarter" idx="15" hasCustomPrompt="1"/>
          </p:nvPr>
        </p:nvSpPr>
        <p:spPr>
          <a:xfrm>
            <a:off x="626657" y="3940277"/>
            <a:ext cx="1804708" cy="445585"/>
          </a:xfrm>
          <a:prstGeom prst="rect">
            <a:avLst/>
          </a:prstGeom>
        </p:spPr>
        <p:txBody>
          <a:bodyPr/>
          <a:lstStyle>
            <a:lvl1pPr marL="0" indent="0">
              <a:buNone/>
              <a:tabLst>
                <a:tab pos="1905000" algn="l"/>
              </a:tabLst>
              <a:defRPr sz="1300" baseline="0">
                <a:solidFill>
                  <a:schemeClr val="bg1"/>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3627010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 no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3233" y="1096027"/>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2604" y="2272533"/>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2604" y="3355308"/>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272494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 white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2604" y="1388921"/>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1975" y="2565427"/>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1975" y="3648202"/>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2456672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 blue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2604" y="1388921"/>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1975" y="2565427"/>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1975" y="3648202"/>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351101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6" name="Title 26">
            <a:extLst>
              <a:ext uri="{FF2B5EF4-FFF2-40B4-BE49-F238E27FC236}">
                <a16:creationId xmlns:a16="http://schemas.microsoft.com/office/drawing/2014/main" id="{E59E36B3-53DD-429B-A5C6-F42D15D284C2}"/>
              </a:ext>
            </a:extLst>
          </p:cNvPr>
          <p:cNvSpPr>
            <a:spLocks noGrp="1"/>
          </p:cNvSpPr>
          <p:nvPr>
            <p:ph type="title"/>
          </p:nvPr>
        </p:nvSpPr>
        <p:spPr>
          <a:xfrm>
            <a:off x="627286" y="1575771"/>
            <a:ext cx="5988199" cy="906303"/>
          </a:xfrm>
          <a:prstGeom prst="rect">
            <a:avLst/>
          </a:prstGeom>
        </p:spPr>
        <p:txBody>
          <a:bodyPr anchor="b"/>
          <a:lstStyle>
            <a:lvl1pPr>
              <a:defRPr sz="3000" b="1" i="0" baseline="0">
                <a:solidFill>
                  <a:schemeClr val="bg1"/>
                </a:solidFill>
              </a:defRPr>
            </a:lvl1pPr>
          </a:lstStyle>
          <a:p>
            <a:r>
              <a:rPr lang="en-US"/>
              <a:t>Click to edit Master title style</a:t>
            </a:r>
          </a:p>
        </p:txBody>
      </p:sp>
      <p:sp>
        <p:nvSpPr>
          <p:cNvPr id="7" name="Text Placeholder 28">
            <a:extLst>
              <a:ext uri="{FF2B5EF4-FFF2-40B4-BE49-F238E27FC236}">
                <a16:creationId xmlns:a16="http://schemas.microsoft.com/office/drawing/2014/main" id="{5E4309F6-755A-47ED-9515-58F69DCF4312}"/>
              </a:ext>
            </a:extLst>
          </p:cNvPr>
          <p:cNvSpPr>
            <a:spLocks noGrp="1"/>
          </p:cNvSpPr>
          <p:nvPr>
            <p:ph type="body" sz="quarter" idx="12"/>
          </p:nvPr>
        </p:nvSpPr>
        <p:spPr>
          <a:xfrm>
            <a:off x="626657" y="2565427"/>
            <a:ext cx="5988199" cy="906303"/>
          </a:xfrm>
          <a:prstGeom prst="rect">
            <a:avLst/>
          </a:prstGeom>
        </p:spPr>
        <p:txBody>
          <a:bodyPr/>
          <a:lstStyle>
            <a:lvl1pPr marL="0" indent="0">
              <a:buNone/>
              <a:defRPr sz="2400" baseline="0">
                <a:solidFill>
                  <a:schemeClr val="bg1"/>
                </a:solidFill>
                <a:latin typeface="Calibri" panose="020F0502020204030204" pitchFamily="34" charset="0"/>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46031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ngle column_text only">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A792C48-516D-0149-B66B-29373611B816}"/>
              </a:ext>
            </a:extLst>
          </p:cNvPr>
          <p:cNvSpPr>
            <a:spLocks noGrp="1"/>
          </p:cNvSpPr>
          <p:nvPr>
            <p:ph type="title" hasCustomPrompt="1"/>
          </p:nvPr>
        </p:nvSpPr>
        <p:spPr>
          <a:xfrm>
            <a:off x="628649" y="559420"/>
            <a:ext cx="7732925"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14" name="Text Placeholder 13">
            <a:extLst>
              <a:ext uri="{FF2B5EF4-FFF2-40B4-BE49-F238E27FC236}">
                <a16:creationId xmlns:a16="http://schemas.microsoft.com/office/drawing/2014/main" id="{DC5F9D32-3EB3-3F4B-8EC4-D05593DD88E5}"/>
              </a:ext>
            </a:extLst>
          </p:cNvPr>
          <p:cNvSpPr>
            <a:spLocks noGrp="1"/>
          </p:cNvSpPr>
          <p:nvPr>
            <p:ph type="body" sz="quarter" idx="10" hasCustomPrompt="1"/>
          </p:nvPr>
        </p:nvSpPr>
        <p:spPr>
          <a:xfrm>
            <a:off x="628650" y="1465729"/>
            <a:ext cx="7732924" cy="2841951"/>
          </a:xfrm>
          <a:prstGeom prst="rect">
            <a:avLst/>
          </a:prstGeom>
        </p:spPr>
        <p:txBody>
          <a:bodyPr/>
          <a:lstStyle>
            <a:lvl1pPr marL="0" indent="0">
              <a:buNone/>
              <a:defRPr sz="1600" baseline="0"/>
            </a:lvl1pPr>
          </a:lstStyle>
          <a:p>
            <a:pPr lvl="0"/>
            <a:r>
              <a:rPr lang="en-GB"/>
              <a:t>Click to edit text </a:t>
            </a:r>
          </a:p>
        </p:txBody>
      </p:sp>
    </p:spTree>
    <p:extLst>
      <p:ext uri="{BB962C8B-B14F-4D97-AF65-F5344CB8AC3E}">
        <p14:creationId xmlns:p14="http://schemas.microsoft.com/office/powerpoint/2010/main" val="221892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p:nvPr>
        </p:nvSpPr>
        <p:spPr>
          <a:xfrm>
            <a:off x="622791" y="1352877"/>
            <a:ext cx="3471663" cy="2938868"/>
          </a:xfrm>
          <a:prstGeom prst="rect">
            <a:avLst/>
          </a:prstGeom>
        </p:spPr>
        <p:txBody>
          <a:bodyPr/>
          <a:lstStyle>
            <a:lvl1pPr marL="0" indent="0">
              <a:buNone/>
              <a:defRPr sz="1800" baseline="0"/>
            </a:lvl1pPr>
          </a:lstStyle>
          <a:p>
            <a:pPr lvl="0"/>
            <a:endParaRPr lang="en-US"/>
          </a:p>
        </p:txBody>
      </p:sp>
      <p:sp>
        <p:nvSpPr>
          <p:cNvPr id="10" name="Content Placeholder 3">
            <a:extLst>
              <a:ext uri="{FF2B5EF4-FFF2-40B4-BE49-F238E27FC236}">
                <a16:creationId xmlns:a16="http://schemas.microsoft.com/office/drawing/2014/main" id="{1F17E44B-6C06-324F-ADEA-EA0DC16345E5}"/>
              </a:ext>
            </a:extLst>
          </p:cNvPr>
          <p:cNvSpPr>
            <a:spLocks noGrp="1"/>
          </p:cNvSpPr>
          <p:nvPr>
            <p:ph sz="half" idx="2"/>
          </p:nvPr>
        </p:nvSpPr>
        <p:spPr>
          <a:xfrm>
            <a:off x="4401671" y="1352877"/>
            <a:ext cx="3689906" cy="2938868"/>
          </a:xfrm>
          <a:prstGeom prst="rect">
            <a:avLst/>
          </a:prstGeom>
        </p:spPr>
        <p:txBody>
          <a:bodyPr/>
          <a:lstStyle>
            <a:lvl1pPr marL="0" indent="0">
              <a:buNone/>
              <a:defRPr sz="1800" baseline="0"/>
            </a:lvl1pPr>
          </a:lstStyle>
          <a:p>
            <a:pPr lvl="0"/>
            <a:endParaRPr lang="en-US"/>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2791" y="554556"/>
            <a:ext cx="7462928" cy="630335"/>
          </a:xfrm>
          <a:prstGeom prst="rect">
            <a:avLst/>
          </a:prstGeom>
          <a:noFill/>
        </p:spPr>
        <p:txBody>
          <a:bodyPr vert="horz" lIns="91440" tIns="45720" rIns="91440" bIns="45720" rtlCol="0" anchor="ctr">
            <a:normAutofit/>
          </a:bodyPr>
          <a:lstStyle/>
          <a:p>
            <a:r>
              <a:rPr lang="en-GB"/>
              <a:t>Click to edit title style</a:t>
            </a:r>
            <a:endParaRPr lang="en-US"/>
          </a:p>
        </p:txBody>
      </p:sp>
    </p:spTree>
    <p:extLst>
      <p:ext uri="{BB962C8B-B14F-4D97-AF65-F5344CB8AC3E}">
        <p14:creationId xmlns:p14="http://schemas.microsoft.com/office/powerpoint/2010/main" val="561100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ngle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hasCustomPrompt="1"/>
          </p:nvPr>
        </p:nvSpPr>
        <p:spPr>
          <a:xfrm>
            <a:off x="628649" y="1364456"/>
            <a:ext cx="7661336" cy="2936080"/>
          </a:xfrm>
          <a:prstGeom prst="rect">
            <a:avLst/>
          </a:prstGeom>
        </p:spPr>
        <p:txBody>
          <a:bodyPr/>
          <a:lstStyle>
            <a:lvl1pPr marL="0" indent="0">
              <a:buNone/>
              <a:defRPr sz="1800" baseline="0"/>
            </a:lvl1pPr>
          </a:lstStyle>
          <a:p>
            <a:pPr lvl="0"/>
            <a:r>
              <a:rPr lang="en-US"/>
              <a:t>Click on the icons to insert content</a:t>
            </a:r>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8649" y="569815"/>
            <a:ext cx="7661335" cy="630335"/>
          </a:xfrm>
          <a:prstGeom prst="rect">
            <a:avLst/>
          </a:prstGeom>
          <a:noFill/>
        </p:spPr>
        <p:txBody>
          <a:bodyPr vert="horz" lIns="91440" tIns="45720" rIns="91440" bIns="45720" rtlCol="0" anchor="ctr">
            <a:normAutofit/>
          </a:bodyPr>
          <a:lstStyle/>
          <a:p>
            <a:r>
              <a:rPr lang="en-GB"/>
              <a:t>Click to edit title style</a:t>
            </a:r>
            <a:endParaRPr lang="en-US"/>
          </a:p>
        </p:txBody>
      </p:sp>
    </p:spTree>
    <p:extLst>
      <p:ext uri="{BB962C8B-B14F-4D97-AF65-F5344CB8AC3E}">
        <p14:creationId xmlns:p14="http://schemas.microsoft.com/office/powerpoint/2010/main" val="2950551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ngle column_text only">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A792C48-516D-0149-B66B-29373611B816}"/>
              </a:ext>
            </a:extLst>
          </p:cNvPr>
          <p:cNvSpPr>
            <a:spLocks noGrp="1"/>
          </p:cNvSpPr>
          <p:nvPr>
            <p:ph type="title" hasCustomPrompt="1"/>
          </p:nvPr>
        </p:nvSpPr>
        <p:spPr>
          <a:xfrm>
            <a:off x="628649" y="559420"/>
            <a:ext cx="7732925" cy="630335"/>
          </a:xfrm>
          <a:prstGeom prst="rect">
            <a:avLst/>
          </a:prstGeom>
          <a:noFill/>
        </p:spPr>
        <p:txBody>
          <a:bodyPr vert="horz" lIns="91440" tIns="45720" rIns="91440" bIns="45720" rtlCol="0" anchor="ctr">
            <a:normAutofit/>
          </a:bodyPr>
          <a:lstStyle>
            <a:lvl1pPr>
              <a:defRPr>
                <a:solidFill>
                  <a:srgbClr val="1C4392"/>
                </a:solidFill>
              </a:defRPr>
            </a:lvl1pPr>
          </a:lstStyle>
          <a:p>
            <a:r>
              <a:rPr lang="en-GB"/>
              <a:t>Click to edit title style</a:t>
            </a:r>
            <a:endParaRPr lang="en-US"/>
          </a:p>
        </p:txBody>
      </p:sp>
      <p:sp>
        <p:nvSpPr>
          <p:cNvPr id="14" name="Text Placeholder 13">
            <a:extLst>
              <a:ext uri="{FF2B5EF4-FFF2-40B4-BE49-F238E27FC236}">
                <a16:creationId xmlns:a16="http://schemas.microsoft.com/office/drawing/2014/main" id="{DC5F9D32-3EB3-3F4B-8EC4-D05593DD88E5}"/>
              </a:ext>
            </a:extLst>
          </p:cNvPr>
          <p:cNvSpPr>
            <a:spLocks noGrp="1"/>
          </p:cNvSpPr>
          <p:nvPr>
            <p:ph type="body" sz="quarter" idx="10" hasCustomPrompt="1"/>
          </p:nvPr>
        </p:nvSpPr>
        <p:spPr>
          <a:xfrm>
            <a:off x="628650" y="1319099"/>
            <a:ext cx="7732924" cy="2988581"/>
          </a:xfrm>
          <a:prstGeom prst="rect">
            <a:avLst/>
          </a:prstGeom>
        </p:spPr>
        <p:txBody>
          <a:bodyPr/>
          <a:lstStyle>
            <a:lvl1pPr marL="0" indent="0">
              <a:buNone/>
              <a:defRPr sz="1800" baseline="0"/>
            </a:lvl1pPr>
          </a:lstStyle>
          <a:p>
            <a:pPr lvl="0"/>
            <a:r>
              <a:rPr lang="en-GB"/>
              <a:t>Click to edit text </a:t>
            </a:r>
          </a:p>
        </p:txBody>
      </p:sp>
      <p:sp>
        <p:nvSpPr>
          <p:cNvPr id="6" name="Text Placeholder 5">
            <a:extLst>
              <a:ext uri="{FF2B5EF4-FFF2-40B4-BE49-F238E27FC236}">
                <a16:creationId xmlns:a16="http://schemas.microsoft.com/office/drawing/2014/main" id="{AADCEEA5-870D-9924-120A-8AA4B9163191}"/>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87807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p:nvPr>
        </p:nvSpPr>
        <p:spPr>
          <a:xfrm>
            <a:off x="622791" y="1352877"/>
            <a:ext cx="3471663" cy="2938868"/>
          </a:xfrm>
          <a:prstGeom prst="rect">
            <a:avLst/>
          </a:prstGeom>
        </p:spPr>
        <p:txBody>
          <a:bodyPr/>
          <a:lstStyle>
            <a:lvl1pPr marL="0" indent="0">
              <a:buNone/>
              <a:defRPr sz="1800" baseline="0"/>
            </a:lvl1pPr>
          </a:lstStyle>
          <a:p>
            <a:pPr lvl="0"/>
            <a:endParaRPr lang="en-US"/>
          </a:p>
        </p:txBody>
      </p:sp>
      <p:sp>
        <p:nvSpPr>
          <p:cNvPr id="10" name="Content Placeholder 3">
            <a:extLst>
              <a:ext uri="{FF2B5EF4-FFF2-40B4-BE49-F238E27FC236}">
                <a16:creationId xmlns:a16="http://schemas.microsoft.com/office/drawing/2014/main" id="{1F17E44B-6C06-324F-ADEA-EA0DC16345E5}"/>
              </a:ext>
            </a:extLst>
          </p:cNvPr>
          <p:cNvSpPr>
            <a:spLocks noGrp="1"/>
          </p:cNvSpPr>
          <p:nvPr>
            <p:ph sz="half" idx="2"/>
          </p:nvPr>
        </p:nvSpPr>
        <p:spPr>
          <a:xfrm>
            <a:off x="4401671" y="1352877"/>
            <a:ext cx="3689906" cy="2938868"/>
          </a:xfrm>
          <a:prstGeom prst="rect">
            <a:avLst/>
          </a:prstGeom>
        </p:spPr>
        <p:txBody>
          <a:bodyPr/>
          <a:lstStyle>
            <a:lvl1pPr marL="0" indent="0">
              <a:buNone/>
              <a:defRPr sz="1800" baseline="0"/>
            </a:lvl1pPr>
          </a:lstStyle>
          <a:p>
            <a:pPr lvl="0"/>
            <a:endParaRPr lang="en-US"/>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2791" y="554556"/>
            <a:ext cx="7462928"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8" name="Text Placeholder 5">
            <a:extLst>
              <a:ext uri="{FF2B5EF4-FFF2-40B4-BE49-F238E27FC236}">
                <a16:creationId xmlns:a16="http://schemas.microsoft.com/office/drawing/2014/main" id="{EC3523BA-AACC-8F69-E4C8-9598B96CF89F}"/>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2077996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ngle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hasCustomPrompt="1"/>
          </p:nvPr>
        </p:nvSpPr>
        <p:spPr>
          <a:xfrm>
            <a:off x="628649" y="1364456"/>
            <a:ext cx="7661336" cy="2936080"/>
          </a:xfrm>
          <a:prstGeom prst="rect">
            <a:avLst/>
          </a:prstGeom>
        </p:spPr>
        <p:txBody>
          <a:bodyPr/>
          <a:lstStyle>
            <a:lvl1pPr marL="0" indent="0">
              <a:buNone/>
              <a:defRPr sz="1800" baseline="0"/>
            </a:lvl1pPr>
          </a:lstStyle>
          <a:p>
            <a:pPr lvl="0"/>
            <a:r>
              <a:rPr lang="en-US"/>
              <a:t>Click on the icons to insert content</a:t>
            </a:r>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8649" y="569815"/>
            <a:ext cx="7661335"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7" name="Text Placeholder 5">
            <a:extLst>
              <a:ext uri="{FF2B5EF4-FFF2-40B4-BE49-F238E27FC236}">
                <a16:creationId xmlns:a16="http://schemas.microsoft.com/office/drawing/2014/main" id="{FF274F51-2AD8-145F-B782-8A678AAF0F9C}"/>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4509519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236652"/>
      </p:ext>
    </p:extLst>
  </p:cSld>
  <p:clrMap bg1="lt1" tx1="dk1" bg2="lt2" tx2="dk2" accent1="accent1" accent2="accent2" accent3="accent3" accent4="accent4" accent5="accent5" accent6="accent6" hlink="hlink" folHlink="folHlink"/>
  <p:sldLayoutIdLst>
    <p:sldLayoutId id="2147483698" r:id="rId1"/>
    <p:sldLayoutId id="2147483740" r:id="rId2"/>
    <p:sldLayoutId id="2147483771" r:id="rId3"/>
    <p:sldLayoutId id="2147483737"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12539"/>
      </p:ext>
    </p:extLst>
  </p:cSld>
  <p:clrMap bg1="lt1" tx1="dk1" bg2="lt2" tx2="dk2" accent1="accent1" accent2="accent2" accent3="accent3" accent4="accent4" accent5="accent5" accent6="accent6" hlink="hlink" folHlink="folHlink"/>
  <p:sldLayoutIdLst>
    <p:sldLayoutId id="21474837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54885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36" r:id="rId3"/>
  </p:sldLayoutIdLst>
  <p:txStyles>
    <p:titleStyle>
      <a:lvl1pPr algn="l" defTabSz="914400" rtl="0" eaLnBrk="1" latinLnBrk="0" hangingPunct="1">
        <a:lnSpc>
          <a:spcPct val="90000"/>
        </a:lnSpc>
        <a:spcBef>
          <a:spcPct val="0"/>
        </a:spcBef>
        <a:buNone/>
        <a:defRPr sz="3000" b="1" i="0" kern="1200" baseline="0">
          <a:solidFill>
            <a:schemeClr val="tx2"/>
          </a:solidFill>
          <a:latin typeface="Cambria" panose="0204050305040603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0692EA-6E25-D1E6-C245-BC4CB7A20AF0}"/>
              </a:ext>
            </a:extLst>
          </p:cNvPr>
          <p:cNvSpPr/>
          <p:nvPr userDrawn="1"/>
        </p:nvSpPr>
        <p:spPr>
          <a:xfrm>
            <a:off x="0" y="4736306"/>
            <a:ext cx="9144000" cy="407194"/>
          </a:xfrm>
          <a:prstGeom prst="rect">
            <a:avLst/>
          </a:prstGeom>
          <a:solidFill>
            <a:srgbClr val="1C4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5276816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Lst>
  <p:txStyles>
    <p:titleStyle>
      <a:lvl1pPr algn="l" defTabSz="914400" rtl="0" eaLnBrk="1" latinLnBrk="0" hangingPunct="1">
        <a:lnSpc>
          <a:spcPct val="90000"/>
        </a:lnSpc>
        <a:spcBef>
          <a:spcPct val="0"/>
        </a:spcBef>
        <a:buNone/>
        <a:defRPr sz="3000" b="1" i="0" kern="1200" baseline="0">
          <a:solidFill>
            <a:schemeClr val="tx2"/>
          </a:solidFill>
          <a:latin typeface="Cambria" panose="0204050305040603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672D-E6A5-4E34-B8F6-1D2436AE9F79}"/>
              </a:ext>
            </a:extLst>
          </p:cNvPr>
          <p:cNvSpPr>
            <a:spLocks noGrp="1"/>
          </p:cNvSpPr>
          <p:nvPr>
            <p:ph type="title"/>
          </p:nvPr>
        </p:nvSpPr>
        <p:spPr>
          <a:xfrm>
            <a:off x="627286" y="1575771"/>
            <a:ext cx="8357688" cy="906303"/>
          </a:xfrm>
        </p:spPr>
        <p:txBody>
          <a:bodyPr lIns="91440" tIns="45720" rIns="91440" bIns="45720" anchor="b"/>
          <a:lstStyle/>
          <a:p>
            <a:r>
              <a:rPr lang="en-GB" dirty="0"/>
              <a:t>JC3504  Robot Technology</a:t>
            </a:r>
          </a:p>
        </p:txBody>
      </p:sp>
      <p:sp>
        <p:nvSpPr>
          <p:cNvPr id="3" name="Text Placeholder 2">
            <a:extLst>
              <a:ext uri="{FF2B5EF4-FFF2-40B4-BE49-F238E27FC236}">
                <a16:creationId xmlns:a16="http://schemas.microsoft.com/office/drawing/2014/main" id="{FC8EA9F0-2D49-49CE-A162-EB45E762A6A3}"/>
              </a:ext>
            </a:extLst>
          </p:cNvPr>
          <p:cNvSpPr>
            <a:spLocks noGrp="1"/>
          </p:cNvSpPr>
          <p:nvPr>
            <p:ph type="body" sz="quarter" idx="12"/>
          </p:nvPr>
        </p:nvSpPr>
        <p:spPr>
          <a:xfrm>
            <a:off x="626657" y="2575453"/>
            <a:ext cx="8143856" cy="896277"/>
          </a:xfrm>
        </p:spPr>
        <p:txBody>
          <a:bodyPr lIns="91440" tIns="45720" rIns="91440" bIns="45720" anchor="t"/>
          <a:lstStyle/>
          <a:p>
            <a:r>
              <a:rPr lang="en-GB" dirty="0">
                <a:latin typeface="Calibri"/>
                <a:cs typeface="Calibri"/>
              </a:rPr>
              <a:t>Lecture 13: Simultaneous Localisation and Mapping</a:t>
            </a:r>
            <a:endParaRPr lang="en-GB" dirty="0">
              <a:cs typeface="Calibri" panose="020F0502020204030204" pitchFamily="34" charset="0"/>
            </a:endParaRPr>
          </a:p>
        </p:txBody>
      </p:sp>
      <p:pic>
        <p:nvPicPr>
          <p:cNvPr id="5" name="Picture 6" descr="South China Normal University - Wikipedia">
            <a:extLst>
              <a:ext uri="{FF2B5EF4-FFF2-40B4-BE49-F238E27FC236}">
                <a16:creationId xmlns:a16="http://schemas.microsoft.com/office/drawing/2014/main" id="{432ED946-D500-5516-8807-AE50C0B66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1365" y="207001"/>
            <a:ext cx="658611" cy="706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04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9EFC7D2-D16C-0189-F791-60A2E6CBD0F3}"/>
              </a:ext>
            </a:extLst>
          </p:cNvPr>
          <p:cNvSpPr>
            <a:spLocks noGrp="1"/>
          </p:cNvSpPr>
          <p:nvPr>
            <p:ph type="title"/>
          </p:nvPr>
        </p:nvSpPr>
        <p:spPr/>
        <p:txBody>
          <a:bodyPr/>
          <a:lstStyle/>
          <a:p>
            <a:r>
              <a:rPr lang="en-GB" dirty="0"/>
              <a:t>SLAM Introduction</a:t>
            </a:r>
          </a:p>
        </p:txBody>
      </p:sp>
      <p:sp>
        <p:nvSpPr>
          <p:cNvPr id="6" name="文本占位符 5">
            <a:extLst>
              <a:ext uri="{FF2B5EF4-FFF2-40B4-BE49-F238E27FC236}">
                <a16:creationId xmlns:a16="http://schemas.microsoft.com/office/drawing/2014/main" id="{6E8E93E0-E994-2AD7-BB62-4CA8CFFB784A}"/>
              </a:ext>
            </a:extLst>
          </p:cNvPr>
          <p:cNvSpPr>
            <a:spLocks noGrp="1"/>
          </p:cNvSpPr>
          <p:nvPr>
            <p:ph type="body" sz="quarter" idx="12"/>
          </p:nvPr>
        </p:nvSpPr>
        <p:spPr/>
        <p:txBody>
          <a:bodyPr/>
          <a:lstStyle/>
          <a:p>
            <a:endParaRPr lang="en-GB"/>
          </a:p>
        </p:txBody>
      </p:sp>
      <p:sp>
        <p:nvSpPr>
          <p:cNvPr id="7" name="文本占位符 6">
            <a:extLst>
              <a:ext uri="{FF2B5EF4-FFF2-40B4-BE49-F238E27FC236}">
                <a16:creationId xmlns:a16="http://schemas.microsoft.com/office/drawing/2014/main" id="{D7FB5021-14D9-CF4F-24B2-99D8976B4850}"/>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414660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5CB19CF-037F-E2F0-A2E3-4935285D5841}"/>
              </a:ext>
            </a:extLst>
          </p:cNvPr>
          <p:cNvSpPr>
            <a:spLocks noGrp="1"/>
          </p:cNvSpPr>
          <p:nvPr>
            <p:ph type="title"/>
          </p:nvPr>
        </p:nvSpPr>
        <p:spPr/>
        <p:txBody>
          <a:bodyPr/>
          <a:lstStyle/>
          <a:p>
            <a:r>
              <a:rPr lang="en-GB" altLang="zh-CN" dirty="0"/>
              <a:t>SLAM Introduction</a:t>
            </a:r>
            <a:endParaRPr lang="en-GB" dirty="0"/>
          </a:p>
        </p:txBody>
      </p:sp>
      <p:sp>
        <p:nvSpPr>
          <p:cNvPr id="6" name="文本占位符 5">
            <a:extLst>
              <a:ext uri="{FF2B5EF4-FFF2-40B4-BE49-F238E27FC236}">
                <a16:creationId xmlns:a16="http://schemas.microsoft.com/office/drawing/2014/main" id="{FD138A5B-FBC9-5903-707E-9F653CC8B0E0}"/>
              </a:ext>
            </a:extLst>
          </p:cNvPr>
          <p:cNvSpPr>
            <a:spLocks noGrp="1"/>
          </p:cNvSpPr>
          <p:nvPr>
            <p:ph type="body" sz="quarter" idx="10"/>
          </p:nvPr>
        </p:nvSpPr>
        <p:spPr/>
        <p:txBody>
          <a:bodyPr/>
          <a:lstStyle/>
          <a:p>
            <a:r>
              <a:rPr lang="en-GB" altLang="zh-CN" b="0" i="0" dirty="0">
                <a:solidFill>
                  <a:srgbClr val="0D0D0D"/>
                </a:solidFill>
                <a:effectLst/>
                <a:latin typeface="Söhne"/>
              </a:rPr>
              <a:t>The </a:t>
            </a:r>
            <a:r>
              <a:rPr lang="en-GB" altLang="zh-CN" b="0" i="0" dirty="0">
                <a:solidFill>
                  <a:srgbClr val="003399"/>
                </a:solidFill>
                <a:effectLst/>
                <a:latin typeface="Söhne"/>
              </a:rPr>
              <a:t>SLAM</a:t>
            </a:r>
            <a:r>
              <a:rPr lang="zh-CN" altLang="en-US" b="0" i="0" dirty="0">
                <a:solidFill>
                  <a:srgbClr val="0D0D0D"/>
                </a:solidFill>
                <a:effectLst/>
                <a:latin typeface="Söhne"/>
              </a:rPr>
              <a:t> </a:t>
            </a:r>
            <a:r>
              <a:rPr lang="en-GB" altLang="zh-CN" b="0" i="0" dirty="0">
                <a:solidFill>
                  <a:srgbClr val="0D0D0D"/>
                </a:solidFill>
                <a:effectLst/>
                <a:latin typeface="Söhne"/>
              </a:rPr>
              <a:t>(</a:t>
            </a:r>
            <a:r>
              <a:rPr lang="en-GB" altLang="zh-CN" dirty="0">
                <a:latin typeface="Calibri"/>
                <a:cs typeface="Calibri"/>
              </a:rPr>
              <a:t>Simultaneous Localisation and Mapping</a:t>
            </a:r>
            <a:r>
              <a:rPr lang="en-GB" altLang="zh-CN" b="0" i="0" dirty="0">
                <a:solidFill>
                  <a:srgbClr val="0D0D0D"/>
                </a:solidFill>
                <a:effectLst/>
                <a:latin typeface="Söhne"/>
              </a:rPr>
              <a:t>) problem has long been a cornerstone issue in the realm of autonomous mobile robotics. It lays the groundwork for a robot to be transported to an </a:t>
            </a:r>
            <a:r>
              <a:rPr lang="en-GB" altLang="zh-CN" b="0" i="0" dirty="0">
                <a:solidFill>
                  <a:srgbClr val="003399"/>
                </a:solidFill>
                <a:effectLst/>
                <a:latin typeface="Söhne"/>
              </a:rPr>
              <a:t>unknown location and to explore </a:t>
            </a:r>
            <a:r>
              <a:rPr lang="en-GB" altLang="zh-CN" b="0" i="0" dirty="0">
                <a:solidFill>
                  <a:srgbClr val="0D0D0D"/>
                </a:solidFill>
                <a:effectLst/>
                <a:latin typeface="Söhne"/>
              </a:rPr>
              <a:t>the area, </a:t>
            </a:r>
            <a:r>
              <a:rPr lang="en-GB" altLang="zh-CN" b="0" i="0" dirty="0">
                <a:solidFill>
                  <a:srgbClr val="003399"/>
                </a:solidFill>
                <a:effectLst/>
                <a:latin typeface="Söhne"/>
              </a:rPr>
              <a:t>constructing accurate maps and pose estimates solely through onboard sensing</a:t>
            </a:r>
            <a:r>
              <a:rPr lang="en-GB" altLang="zh-CN" b="0" i="0" dirty="0">
                <a:solidFill>
                  <a:srgbClr val="0D0D0D"/>
                </a:solidFill>
                <a:effectLst/>
                <a:latin typeface="Söhne"/>
              </a:rPr>
              <a:t>. </a:t>
            </a:r>
            <a:r>
              <a:rPr lang="en-GB" altLang="zh-CN" b="0" i="0" dirty="0">
                <a:solidFill>
                  <a:schemeClr val="bg1">
                    <a:lumMod val="65000"/>
                  </a:schemeClr>
                </a:solidFill>
                <a:effectLst/>
                <a:latin typeface="Söhne"/>
              </a:rPr>
              <a:t>This could prove invaluable for any field robot, whether terrestrial, </a:t>
            </a:r>
            <a:r>
              <a:rPr lang="en-GB" altLang="zh-CN" b="0" i="0" dirty="0" err="1">
                <a:solidFill>
                  <a:schemeClr val="bg1">
                    <a:lumMod val="65000"/>
                  </a:schemeClr>
                </a:solidFill>
                <a:effectLst/>
                <a:latin typeface="Söhne"/>
              </a:rPr>
              <a:t>extraterrestrial</a:t>
            </a:r>
            <a:r>
              <a:rPr lang="en-GB" altLang="zh-CN" b="0" i="0" dirty="0">
                <a:solidFill>
                  <a:schemeClr val="bg1">
                    <a:lumMod val="65000"/>
                  </a:schemeClr>
                </a:solidFill>
                <a:effectLst/>
                <a:latin typeface="Söhne"/>
              </a:rPr>
              <a:t>, under the ocean, or in an unexplored built environment. </a:t>
            </a:r>
          </a:p>
          <a:p>
            <a:r>
              <a:rPr lang="en-GB" altLang="zh-CN" b="0" i="0" dirty="0">
                <a:solidFill>
                  <a:srgbClr val="0D0D0D"/>
                </a:solidFill>
                <a:effectLst/>
                <a:latin typeface="Söhne"/>
              </a:rPr>
              <a:t>This session will introduce one of the first </a:t>
            </a:r>
            <a:r>
              <a:rPr lang="en-GB" altLang="zh-CN" b="0" i="0" dirty="0">
                <a:solidFill>
                  <a:srgbClr val="003399"/>
                </a:solidFill>
                <a:effectLst/>
                <a:latin typeface="Söhne"/>
              </a:rPr>
              <a:t>comprehensive solutions </a:t>
            </a:r>
            <a:r>
              <a:rPr lang="en-GB" altLang="zh-CN" b="0" i="0" dirty="0">
                <a:solidFill>
                  <a:srgbClr val="0D0D0D"/>
                </a:solidFill>
                <a:effectLst/>
                <a:latin typeface="Söhne"/>
              </a:rPr>
              <a:t>to the problem to build understanding, even though it has since been superseded by versions that are computationally more efficient, boasting a variety of algorithmic speed-ups and accuracy improvements. </a:t>
            </a:r>
            <a:endParaRPr lang="en-GB" altLang="zh-CN" i="0" dirty="0">
              <a:effectLst/>
              <a:latin typeface="Söhne"/>
            </a:endParaRPr>
          </a:p>
        </p:txBody>
      </p:sp>
    </p:spTree>
    <p:extLst>
      <p:ext uri="{BB962C8B-B14F-4D97-AF65-F5344CB8AC3E}">
        <p14:creationId xmlns:p14="http://schemas.microsoft.com/office/powerpoint/2010/main" val="3675953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C45B6AB-52D4-83AD-FFBC-D9191EDD4607}"/>
              </a:ext>
            </a:extLst>
          </p:cNvPr>
          <p:cNvSpPr>
            <a:spLocks noGrp="1"/>
          </p:cNvSpPr>
          <p:nvPr>
            <p:ph type="title"/>
          </p:nvPr>
        </p:nvSpPr>
        <p:spPr>
          <a:xfrm>
            <a:off x="628649" y="559420"/>
            <a:ext cx="7732925" cy="630335"/>
          </a:xfrm>
        </p:spPr>
        <p:txBody>
          <a:bodyPr/>
          <a:lstStyle/>
          <a:p>
            <a:r>
              <a:rPr lang="en-GB" altLang="zh-CN" b="0" dirty="0"/>
              <a:t>Landmark</a:t>
            </a:r>
            <a:endParaRPr lang="en-GB" b="0" dirty="0"/>
          </a:p>
        </p:txBody>
      </p:sp>
      <p:sp>
        <p:nvSpPr>
          <p:cNvPr id="6" name="文本占位符 5">
            <a:extLst>
              <a:ext uri="{FF2B5EF4-FFF2-40B4-BE49-F238E27FC236}">
                <a16:creationId xmlns:a16="http://schemas.microsoft.com/office/drawing/2014/main" id="{01A258CE-0269-F66C-081A-D860DB86C158}"/>
              </a:ext>
            </a:extLst>
          </p:cNvPr>
          <p:cNvSpPr>
            <a:spLocks noGrp="1"/>
          </p:cNvSpPr>
          <p:nvPr>
            <p:ph type="body" sz="quarter" idx="10"/>
          </p:nvPr>
        </p:nvSpPr>
        <p:spPr>
          <a:xfrm>
            <a:off x="628650" y="1327150"/>
            <a:ext cx="7732713" cy="1380665"/>
          </a:xfrm>
        </p:spPr>
        <p:txBody>
          <a:bodyPr/>
          <a:lstStyle/>
          <a:p>
            <a:r>
              <a:rPr lang="en-GB" dirty="0"/>
              <a:t>In SLAM, landmarks are distinct features in the environment that a robot uses as reference points to navigate and map its surroundings more accurately, enabling precise positioning and orientation by providing fixed, recognisable features in the environment.</a:t>
            </a:r>
          </a:p>
          <a:p>
            <a:r>
              <a:rPr lang="en-GB" altLang="zh-CN" dirty="0"/>
              <a:t>Landmarks can vary widely, including natural features like trees and rocks, artificial structures like buildings and traffic signs, and specially designed markers or beacons.</a:t>
            </a:r>
          </a:p>
        </p:txBody>
      </p:sp>
      <p:pic>
        <p:nvPicPr>
          <p:cNvPr id="1028" name="Picture 4">
            <a:extLst>
              <a:ext uri="{FF2B5EF4-FFF2-40B4-BE49-F238E27FC236}">
                <a16:creationId xmlns:a16="http://schemas.microsoft.com/office/drawing/2014/main" id="{6B8431F0-3035-E780-607C-71D5B91C0F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1824" y="2845928"/>
            <a:ext cx="3432175" cy="22975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Simultaneous Localization and Mapping (SLAM)? A robot observes... |  Download Scientific Diagram">
            <a:extLst>
              <a:ext uri="{FF2B5EF4-FFF2-40B4-BE49-F238E27FC236}">
                <a16:creationId xmlns:a16="http://schemas.microsoft.com/office/drawing/2014/main" id="{044C1EFA-E200-FCF6-C6CC-DAFFF73D2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6974" y="2845928"/>
            <a:ext cx="2667027" cy="22975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andmark SLAM Using AprilTag Markers - MATLAB &amp; Simulink">
            <a:extLst>
              <a:ext uri="{FF2B5EF4-FFF2-40B4-BE49-F238E27FC236}">
                <a16:creationId xmlns:a16="http://schemas.microsoft.com/office/drawing/2014/main" id="{720D4987-92B2-4255-CF80-ED54C7272DD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t="7080" r="25090" b="17858"/>
          <a:stretch/>
        </p:blipFill>
        <p:spPr bwMode="auto">
          <a:xfrm>
            <a:off x="-2175" y="2845927"/>
            <a:ext cx="3049150" cy="2297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3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2" name="组合 2051">
            <a:extLst>
              <a:ext uri="{FF2B5EF4-FFF2-40B4-BE49-F238E27FC236}">
                <a16:creationId xmlns:a16="http://schemas.microsoft.com/office/drawing/2014/main" id="{FC2E4A1F-A18E-F39A-EFC7-943007101E66}"/>
              </a:ext>
            </a:extLst>
          </p:cNvPr>
          <p:cNvGrpSpPr/>
          <p:nvPr/>
        </p:nvGrpSpPr>
        <p:grpSpPr>
          <a:xfrm>
            <a:off x="7034776" y="3196070"/>
            <a:ext cx="994168" cy="994168"/>
            <a:chOff x="7034776" y="3196070"/>
            <a:chExt cx="994168" cy="994168"/>
          </a:xfrm>
        </p:grpSpPr>
        <p:cxnSp>
          <p:nvCxnSpPr>
            <p:cNvPr id="2049" name="直线箭头连接符 2048">
              <a:extLst>
                <a:ext uri="{FF2B5EF4-FFF2-40B4-BE49-F238E27FC236}">
                  <a16:creationId xmlns:a16="http://schemas.microsoft.com/office/drawing/2014/main" id="{C3690617-38C4-D4AE-27DC-D9523508BFC8}"/>
                </a:ext>
              </a:extLst>
            </p:cNvPr>
            <p:cNvCxnSpPr/>
            <p:nvPr/>
          </p:nvCxnSpPr>
          <p:spPr>
            <a:xfrm flipV="1">
              <a:off x="7034776" y="3196070"/>
              <a:ext cx="0" cy="994168"/>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051" name="直线箭头连接符 2050">
              <a:extLst>
                <a:ext uri="{FF2B5EF4-FFF2-40B4-BE49-F238E27FC236}">
                  <a16:creationId xmlns:a16="http://schemas.microsoft.com/office/drawing/2014/main" id="{59E7A884-9DB5-879F-B676-57046BBC59A6}"/>
                </a:ext>
              </a:extLst>
            </p:cNvPr>
            <p:cNvCxnSpPr>
              <a:cxnSpLocks/>
            </p:cNvCxnSpPr>
            <p:nvPr/>
          </p:nvCxnSpPr>
          <p:spPr>
            <a:xfrm rot="5400000" flipV="1">
              <a:off x="7531860" y="3693154"/>
              <a:ext cx="0" cy="994168"/>
            </a:xfrm>
            <a:prstGeom prst="straightConnector1">
              <a:avLst/>
            </a:prstGeom>
            <a:ln w="19050">
              <a:solidFill>
                <a:srgbClr val="003399"/>
              </a:solidFill>
              <a:tailEnd type="triangle"/>
            </a:ln>
          </p:spPr>
          <p:style>
            <a:lnRef idx="1">
              <a:schemeClr val="accent1"/>
            </a:lnRef>
            <a:fillRef idx="0">
              <a:schemeClr val="accent1"/>
            </a:fillRef>
            <a:effectRef idx="0">
              <a:schemeClr val="accent1"/>
            </a:effectRef>
            <a:fontRef idx="minor">
              <a:schemeClr val="tx1"/>
            </a:fontRef>
          </p:style>
        </p:cxnSp>
      </p:grpSp>
      <p:sp>
        <p:nvSpPr>
          <p:cNvPr id="5" name="标题 4">
            <a:extLst>
              <a:ext uri="{FF2B5EF4-FFF2-40B4-BE49-F238E27FC236}">
                <a16:creationId xmlns:a16="http://schemas.microsoft.com/office/drawing/2014/main" id="{F1E531C2-141B-64A9-18E2-AB24D83CA187}"/>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FA46AA4D-3A55-AE1F-0E7E-5F5C8A8CDA15}"/>
              </a:ext>
            </a:extLst>
          </p:cNvPr>
          <p:cNvSpPr>
            <a:spLocks noGrp="1"/>
          </p:cNvSpPr>
          <p:nvPr>
            <p:ph type="body" sz="quarter" idx="10"/>
          </p:nvPr>
        </p:nvSpPr>
        <p:spPr>
          <a:xfrm>
            <a:off x="628650" y="1465729"/>
            <a:ext cx="4180856" cy="2841951"/>
          </a:xfrm>
        </p:spPr>
        <p:txBody>
          <a:bodyPr/>
          <a:lstStyle/>
          <a:p>
            <a:r>
              <a:rPr lang="en-GB" dirty="0"/>
              <a:t>At the outset, the robot is placed in an unknown environment, without a map at its disposal. </a:t>
            </a:r>
          </a:p>
          <a:p>
            <a:r>
              <a:rPr lang="en-GB" dirty="0"/>
              <a:t>For convenience, the robot establishes a coordinate system with itself as the origin.</a:t>
            </a:r>
          </a:p>
        </p:txBody>
      </p:sp>
      <p:pic>
        <p:nvPicPr>
          <p:cNvPr id="35" name="Picture 2" descr="Pop! Wall-E (Facet) — Double Boxed Toys">
            <a:extLst>
              <a:ext uri="{FF2B5EF4-FFF2-40B4-BE49-F238E27FC236}">
                <a16:creationId xmlns:a16="http://schemas.microsoft.com/office/drawing/2014/main" id="{924F8194-7514-54D8-2F08-828786412D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82" t="8914" r="12960" b="8907"/>
          <a:stretch/>
        </p:blipFill>
        <p:spPr bwMode="auto">
          <a:xfrm>
            <a:off x="6806436" y="3802284"/>
            <a:ext cx="456680" cy="50539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260450D4-F818-8873-06F6-AF8C005371BD}"/>
              </a:ext>
            </a:extLst>
          </p:cNvPr>
          <p:cNvSpPr txBox="1"/>
          <p:nvPr/>
        </p:nvSpPr>
        <p:spPr>
          <a:xfrm>
            <a:off x="5721809" y="3802284"/>
            <a:ext cx="292068" cy="369332"/>
          </a:xfrm>
          <a:prstGeom prst="rect">
            <a:avLst/>
          </a:prstGeom>
          <a:noFill/>
        </p:spPr>
        <p:txBody>
          <a:bodyPr wrap="none" rtlCol="0">
            <a:spAutoFit/>
          </a:bodyPr>
          <a:lstStyle/>
          <a:p>
            <a:r>
              <a:rPr lang="en-GB" dirty="0">
                <a:solidFill>
                  <a:srgbClr val="003399"/>
                </a:solidFill>
              </a:rPr>
              <a:t>?</a:t>
            </a:r>
          </a:p>
        </p:txBody>
      </p:sp>
      <p:sp>
        <p:nvSpPr>
          <p:cNvPr id="37" name="文本框 36">
            <a:extLst>
              <a:ext uri="{FF2B5EF4-FFF2-40B4-BE49-F238E27FC236}">
                <a16:creationId xmlns:a16="http://schemas.microsoft.com/office/drawing/2014/main" id="{E5A7F810-2A2C-CD7D-8582-24CA1851326A}"/>
              </a:ext>
            </a:extLst>
          </p:cNvPr>
          <p:cNvSpPr txBox="1"/>
          <p:nvPr/>
        </p:nvSpPr>
        <p:spPr>
          <a:xfrm>
            <a:off x="6246216" y="3802284"/>
            <a:ext cx="292068" cy="369332"/>
          </a:xfrm>
          <a:prstGeom prst="rect">
            <a:avLst/>
          </a:prstGeom>
          <a:noFill/>
        </p:spPr>
        <p:txBody>
          <a:bodyPr wrap="none" rtlCol="0">
            <a:spAutoFit/>
          </a:bodyPr>
          <a:lstStyle/>
          <a:p>
            <a:r>
              <a:rPr lang="en-GB" dirty="0">
                <a:solidFill>
                  <a:srgbClr val="003399"/>
                </a:solidFill>
              </a:rPr>
              <a:t>?</a:t>
            </a:r>
          </a:p>
        </p:txBody>
      </p:sp>
      <p:sp>
        <p:nvSpPr>
          <p:cNvPr id="38" name="文本框 37">
            <a:extLst>
              <a:ext uri="{FF2B5EF4-FFF2-40B4-BE49-F238E27FC236}">
                <a16:creationId xmlns:a16="http://schemas.microsoft.com/office/drawing/2014/main" id="{A42870A8-76C7-00CE-6EDC-794E1CE38466}"/>
              </a:ext>
            </a:extLst>
          </p:cNvPr>
          <p:cNvSpPr txBox="1"/>
          <p:nvPr/>
        </p:nvSpPr>
        <p:spPr>
          <a:xfrm>
            <a:off x="6013877" y="3129337"/>
            <a:ext cx="292068" cy="369332"/>
          </a:xfrm>
          <a:prstGeom prst="rect">
            <a:avLst/>
          </a:prstGeom>
          <a:noFill/>
        </p:spPr>
        <p:txBody>
          <a:bodyPr wrap="none" rtlCol="0">
            <a:spAutoFit/>
          </a:bodyPr>
          <a:lstStyle/>
          <a:p>
            <a:r>
              <a:rPr lang="en-GB" dirty="0">
                <a:solidFill>
                  <a:srgbClr val="003399"/>
                </a:solidFill>
              </a:rPr>
              <a:t>?</a:t>
            </a:r>
          </a:p>
        </p:txBody>
      </p:sp>
      <p:sp>
        <p:nvSpPr>
          <p:cNvPr id="39" name="文本框 38">
            <a:extLst>
              <a:ext uri="{FF2B5EF4-FFF2-40B4-BE49-F238E27FC236}">
                <a16:creationId xmlns:a16="http://schemas.microsoft.com/office/drawing/2014/main" id="{280D0773-1897-8256-70CF-5FEDC0474137}"/>
              </a:ext>
            </a:extLst>
          </p:cNvPr>
          <p:cNvSpPr txBox="1"/>
          <p:nvPr/>
        </p:nvSpPr>
        <p:spPr>
          <a:xfrm>
            <a:off x="6577549" y="3129337"/>
            <a:ext cx="292068" cy="369332"/>
          </a:xfrm>
          <a:prstGeom prst="rect">
            <a:avLst/>
          </a:prstGeom>
          <a:noFill/>
        </p:spPr>
        <p:txBody>
          <a:bodyPr wrap="none" rtlCol="0">
            <a:spAutoFit/>
          </a:bodyPr>
          <a:lstStyle/>
          <a:p>
            <a:r>
              <a:rPr lang="en-GB" dirty="0">
                <a:solidFill>
                  <a:srgbClr val="003399"/>
                </a:solidFill>
              </a:rPr>
              <a:t>?</a:t>
            </a:r>
          </a:p>
        </p:txBody>
      </p:sp>
      <p:sp>
        <p:nvSpPr>
          <p:cNvPr id="40" name="文本框 39">
            <a:extLst>
              <a:ext uri="{FF2B5EF4-FFF2-40B4-BE49-F238E27FC236}">
                <a16:creationId xmlns:a16="http://schemas.microsoft.com/office/drawing/2014/main" id="{C12D7399-67AC-07BF-375E-F3529189DC69}"/>
              </a:ext>
            </a:extLst>
          </p:cNvPr>
          <p:cNvSpPr txBox="1"/>
          <p:nvPr/>
        </p:nvSpPr>
        <p:spPr>
          <a:xfrm>
            <a:off x="5867843" y="2571750"/>
            <a:ext cx="292068" cy="369332"/>
          </a:xfrm>
          <a:prstGeom prst="rect">
            <a:avLst/>
          </a:prstGeom>
          <a:noFill/>
        </p:spPr>
        <p:txBody>
          <a:bodyPr wrap="none" rtlCol="0">
            <a:spAutoFit/>
          </a:bodyPr>
          <a:lstStyle/>
          <a:p>
            <a:r>
              <a:rPr lang="en-GB" dirty="0">
                <a:solidFill>
                  <a:srgbClr val="003399"/>
                </a:solidFill>
              </a:rPr>
              <a:t>?</a:t>
            </a:r>
          </a:p>
        </p:txBody>
      </p:sp>
      <p:sp>
        <p:nvSpPr>
          <p:cNvPr id="41" name="文本框 40">
            <a:extLst>
              <a:ext uri="{FF2B5EF4-FFF2-40B4-BE49-F238E27FC236}">
                <a16:creationId xmlns:a16="http://schemas.microsoft.com/office/drawing/2014/main" id="{4E8C9A32-FD2A-7F50-DFE7-D4F821232A46}"/>
              </a:ext>
            </a:extLst>
          </p:cNvPr>
          <p:cNvSpPr txBox="1"/>
          <p:nvPr/>
        </p:nvSpPr>
        <p:spPr>
          <a:xfrm>
            <a:off x="6806436" y="2387084"/>
            <a:ext cx="292068" cy="369332"/>
          </a:xfrm>
          <a:prstGeom prst="rect">
            <a:avLst/>
          </a:prstGeom>
          <a:noFill/>
        </p:spPr>
        <p:txBody>
          <a:bodyPr wrap="none" rtlCol="0">
            <a:spAutoFit/>
          </a:bodyPr>
          <a:lstStyle/>
          <a:p>
            <a:r>
              <a:rPr lang="en-GB" dirty="0">
                <a:solidFill>
                  <a:srgbClr val="003399"/>
                </a:solidFill>
              </a:rPr>
              <a:t>?</a:t>
            </a:r>
          </a:p>
        </p:txBody>
      </p:sp>
      <p:sp>
        <p:nvSpPr>
          <p:cNvPr id="42" name="文本框 41">
            <a:extLst>
              <a:ext uri="{FF2B5EF4-FFF2-40B4-BE49-F238E27FC236}">
                <a16:creationId xmlns:a16="http://schemas.microsoft.com/office/drawing/2014/main" id="{34CB3746-9CFF-56D5-0F2A-E66DFAA7E654}"/>
              </a:ext>
            </a:extLst>
          </p:cNvPr>
          <p:cNvSpPr txBox="1"/>
          <p:nvPr/>
        </p:nvSpPr>
        <p:spPr>
          <a:xfrm>
            <a:off x="7034776" y="2812842"/>
            <a:ext cx="292068" cy="369332"/>
          </a:xfrm>
          <a:prstGeom prst="rect">
            <a:avLst/>
          </a:prstGeom>
          <a:noFill/>
        </p:spPr>
        <p:txBody>
          <a:bodyPr wrap="none" rtlCol="0">
            <a:spAutoFit/>
          </a:bodyPr>
          <a:lstStyle/>
          <a:p>
            <a:r>
              <a:rPr lang="en-GB" dirty="0">
                <a:solidFill>
                  <a:srgbClr val="003399"/>
                </a:solidFill>
              </a:rPr>
              <a:t>?</a:t>
            </a:r>
          </a:p>
        </p:txBody>
      </p:sp>
      <p:sp>
        <p:nvSpPr>
          <p:cNvPr id="43" name="文本框 42">
            <a:extLst>
              <a:ext uri="{FF2B5EF4-FFF2-40B4-BE49-F238E27FC236}">
                <a16:creationId xmlns:a16="http://schemas.microsoft.com/office/drawing/2014/main" id="{D0E8BFCD-9796-1B48-8441-511881FEABE1}"/>
              </a:ext>
            </a:extLst>
          </p:cNvPr>
          <p:cNvSpPr txBox="1"/>
          <p:nvPr/>
        </p:nvSpPr>
        <p:spPr>
          <a:xfrm>
            <a:off x="6337139" y="2623656"/>
            <a:ext cx="292068" cy="369332"/>
          </a:xfrm>
          <a:prstGeom prst="rect">
            <a:avLst/>
          </a:prstGeom>
          <a:noFill/>
        </p:spPr>
        <p:txBody>
          <a:bodyPr wrap="none" rtlCol="0">
            <a:spAutoFit/>
          </a:bodyPr>
          <a:lstStyle/>
          <a:p>
            <a:r>
              <a:rPr lang="en-GB" dirty="0">
                <a:solidFill>
                  <a:srgbClr val="003399"/>
                </a:solidFill>
              </a:rPr>
              <a:t>?</a:t>
            </a:r>
          </a:p>
        </p:txBody>
      </p:sp>
      <p:sp>
        <p:nvSpPr>
          <p:cNvPr id="44" name="文本框 43">
            <a:extLst>
              <a:ext uri="{FF2B5EF4-FFF2-40B4-BE49-F238E27FC236}">
                <a16:creationId xmlns:a16="http://schemas.microsoft.com/office/drawing/2014/main" id="{EE4FD631-59B3-B1CD-DC40-A5AEC5AB8600}"/>
              </a:ext>
            </a:extLst>
          </p:cNvPr>
          <p:cNvSpPr txBox="1"/>
          <p:nvPr/>
        </p:nvSpPr>
        <p:spPr>
          <a:xfrm>
            <a:off x="7076415" y="3190933"/>
            <a:ext cx="292068" cy="369332"/>
          </a:xfrm>
          <a:prstGeom prst="rect">
            <a:avLst/>
          </a:prstGeom>
          <a:noFill/>
        </p:spPr>
        <p:txBody>
          <a:bodyPr wrap="none" rtlCol="0">
            <a:spAutoFit/>
          </a:bodyPr>
          <a:lstStyle/>
          <a:p>
            <a:r>
              <a:rPr lang="en-GB" dirty="0">
                <a:solidFill>
                  <a:srgbClr val="003399"/>
                </a:solidFill>
              </a:rPr>
              <a:t>?</a:t>
            </a:r>
          </a:p>
        </p:txBody>
      </p:sp>
      <p:sp>
        <p:nvSpPr>
          <p:cNvPr id="45" name="文本框 44">
            <a:extLst>
              <a:ext uri="{FF2B5EF4-FFF2-40B4-BE49-F238E27FC236}">
                <a16:creationId xmlns:a16="http://schemas.microsoft.com/office/drawing/2014/main" id="{8EFA29AA-A743-9F23-3949-AEEDCFDC4660}"/>
              </a:ext>
            </a:extLst>
          </p:cNvPr>
          <p:cNvSpPr txBox="1"/>
          <p:nvPr/>
        </p:nvSpPr>
        <p:spPr>
          <a:xfrm>
            <a:off x="7479281" y="3617618"/>
            <a:ext cx="292068" cy="369332"/>
          </a:xfrm>
          <a:prstGeom prst="rect">
            <a:avLst/>
          </a:prstGeom>
          <a:noFill/>
        </p:spPr>
        <p:txBody>
          <a:bodyPr wrap="none" rtlCol="0">
            <a:spAutoFit/>
          </a:bodyPr>
          <a:lstStyle/>
          <a:p>
            <a:r>
              <a:rPr lang="en-GB" dirty="0">
                <a:solidFill>
                  <a:srgbClr val="003399"/>
                </a:solidFill>
              </a:rPr>
              <a:t>?</a:t>
            </a:r>
          </a:p>
        </p:txBody>
      </p:sp>
      <p:sp>
        <p:nvSpPr>
          <p:cNvPr id="46" name="文本框 45">
            <a:extLst>
              <a:ext uri="{FF2B5EF4-FFF2-40B4-BE49-F238E27FC236}">
                <a16:creationId xmlns:a16="http://schemas.microsoft.com/office/drawing/2014/main" id="{13F5BF4C-E40E-54BA-EBCC-4A1E7D23960C}"/>
              </a:ext>
            </a:extLst>
          </p:cNvPr>
          <p:cNvSpPr txBox="1"/>
          <p:nvPr/>
        </p:nvSpPr>
        <p:spPr>
          <a:xfrm>
            <a:off x="8156841" y="3705586"/>
            <a:ext cx="292068" cy="369332"/>
          </a:xfrm>
          <a:prstGeom prst="rect">
            <a:avLst/>
          </a:prstGeom>
          <a:noFill/>
        </p:spPr>
        <p:txBody>
          <a:bodyPr wrap="none" rtlCol="0">
            <a:spAutoFit/>
          </a:bodyPr>
          <a:lstStyle/>
          <a:p>
            <a:r>
              <a:rPr lang="en-GB" dirty="0">
                <a:solidFill>
                  <a:srgbClr val="003399"/>
                </a:solidFill>
              </a:rPr>
              <a:t>?</a:t>
            </a:r>
          </a:p>
        </p:txBody>
      </p:sp>
      <p:sp>
        <p:nvSpPr>
          <p:cNvPr id="47" name="文本框 46">
            <a:extLst>
              <a:ext uri="{FF2B5EF4-FFF2-40B4-BE49-F238E27FC236}">
                <a16:creationId xmlns:a16="http://schemas.microsoft.com/office/drawing/2014/main" id="{7F666DF7-F8EE-D0EC-3907-A609D46F57E0}"/>
              </a:ext>
            </a:extLst>
          </p:cNvPr>
          <p:cNvSpPr txBox="1"/>
          <p:nvPr/>
        </p:nvSpPr>
        <p:spPr>
          <a:xfrm>
            <a:off x="8063716" y="3366840"/>
            <a:ext cx="292068" cy="369332"/>
          </a:xfrm>
          <a:prstGeom prst="rect">
            <a:avLst/>
          </a:prstGeom>
          <a:noFill/>
        </p:spPr>
        <p:txBody>
          <a:bodyPr wrap="none" rtlCol="0">
            <a:spAutoFit/>
          </a:bodyPr>
          <a:lstStyle/>
          <a:p>
            <a:r>
              <a:rPr lang="en-GB" dirty="0">
                <a:solidFill>
                  <a:srgbClr val="003399"/>
                </a:solidFill>
              </a:rPr>
              <a:t>?</a:t>
            </a:r>
          </a:p>
        </p:txBody>
      </p:sp>
      <p:sp>
        <p:nvSpPr>
          <p:cNvPr id="48" name="文本框 47">
            <a:extLst>
              <a:ext uri="{FF2B5EF4-FFF2-40B4-BE49-F238E27FC236}">
                <a16:creationId xmlns:a16="http://schemas.microsoft.com/office/drawing/2014/main" id="{8B088103-63BF-E408-FD18-57EA48C43CF9}"/>
              </a:ext>
            </a:extLst>
          </p:cNvPr>
          <p:cNvSpPr txBox="1"/>
          <p:nvPr/>
        </p:nvSpPr>
        <p:spPr>
          <a:xfrm>
            <a:off x="7510316" y="3053934"/>
            <a:ext cx="292068" cy="369332"/>
          </a:xfrm>
          <a:prstGeom prst="rect">
            <a:avLst/>
          </a:prstGeom>
          <a:noFill/>
        </p:spPr>
        <p:txBody>
          <a:bodyPr wrap="none" rtlCol="0">
            <a:spAutoFit/>
          </a:bodyPr>
          <a:lstStyle/>
          <a:p>
            <a:r>
              <a:rPr lang="en-GB" dirty="0">
                <a:solidFill>
                  <a:srgbClr val="003399"/>
                </a:solidFill>
              </a:rPr>
              <a:t>?</a:t>
            </a:r>
          </a:p>
        </p:txBody>
      </p:sp>
      <p:sp>
        <p:nvSpPr>
          <p:cNvPr id="49" name="文本框 48">
            <a:extLst>
              <a:ext uri="{FF2B5EF4-FFF2-40B4-BE49-F238E27FC236}">
                <a16:creationId xmlns:a16="http://schemas.microsoft.com/office/drawing/2014/main" id="{1C03FC88-9E10-1298-81B3-DB42A3D3B117}"/>
              </a:ext>
            </a:extLst>
          </p:cNvPr>
          <p:cNvSpPr txBox="1"/>
          <p:nvPr/>
        </p:nvSpPr>
        <p:spPr>
          <a:xfrm>
            <a:off x="7827335" y="2702038"/>
            <a:ext cx="292068" cy="369332"/>
          </a:xfrm>
          <a:prstGeom prst="rect">
            <a:avLst/>
          </a:prstGeom>
          <a:noFill/>
        </p:spPr>
        <p:txBody>
          <a:bodyPr wrap="none" rtlCol="0">
            <a:spAutoFit/>
          </a:bodyPr>
          <a:lstStyle/>
          <a:p>
            <a:r>
              <a:rPr lang="en-GB" dirty="0">
                <a:solidFill>
                  <a:srgbClr val="003399"/>
                </a:solidFill>
              </a:rPr>
              <a:t>?</a:t>
            </a:r>
          </a:p>
        </p:txBody>
      </p:sp>
      <p:sp>
        <p:nvSpPr>
          <p:cNvPr id="50" name="文本框 49">
            <a:extLst>
              <a:ext uri="{FF2B5EF4-FFF2-40B4-BE49-F238E27FC236}">
                <a16:creationId xmlns:a16="http://schemas.microsoft.com/office/drawing/2014/main" id="{1B3EC49E-9988-B4CF-F27D-EE88A01748AA}"/>
              </a:ext>
            </a:extLst>
          </p:cNvPr>
          <p:cNvSpPr txBox="1"/>
          <p:nvPr/>
        </p:nvSpPr>
        <p:spPr>
          <a:xfrm>
            <a:off x="8250370" y="2623656"/>
            <a:ext cx="292068" cy="369332"/>
          </a:xfrm>
          <a:prstGeom prst="rect">
            <a:avLst/>
          </a:prstGeom>
          <a:noFill/>
        </p:spPr>
        <p:txBody>
          <a:bodyPr wrap="none" rtlCol="0">
            <a:spAutoFit/>
          </a:bodyPr>
          <a:lstStyle/>
          <a:p>
            <a:r>
              <a:rPr lang="en-GB" dirty="0">
                <a:solidFill>
                  <a:srgbClr val="003399"/>
                </a:solidFill>
              </a:rPr>
              <a:t>?</a:t>
            </a:r>
          </a:p>
        </p:txBody>
      </p:sp>
      <p:sp>
        <p:nvSpPr>
          <p:cNvPr id="51" name="文本框 50">
            <a:extLst>
              <a:ext uri="{FF2B5EF4-FFF2-40B4-BE49-F238E27FC236}">
                <a16:creationId xmlns:a16="http://schemas.microsoft.com/office/drawing/2014/main" id="{21684F4D-A6CA-7466-0926-BF497747DBF3}"/>
              </a:ext>
            </a:extLst>
          </p:cNvPr>
          <p:cNvSpPr txBox="1"/>
          <p:nvPr/>
        </p:nvSpPr>
        <p:spPr>
          <a:xfrm>
            <a:off x="8156841" y="2034354"/>
            <a:ext cx="292068" cy="369332"/>
          </a:xfrm>
          <a:prstGeom prst="rect">
            <a:avLst/>
          </a:prstGeom>
          <a:noFill/>
        </p:spPr>
        <p:txBody>
          <a:bodyPr wrap="none" rtlCol="0">
            <a:spAutoFit/>
          </a:bodyPr>
          <a:lstStyle/>
          <a:p>
            <a:r>
              <a:rPr lang="en-GB" dirty="0">
                <a:solidFill>
                  <a:srgbClr val="003399"/>
                </a:solidFill>
              </a:rPr>
              <a:t>?</a:t>
            </a:r>
          </a:p>
        </p:txBody>
      </p:sp>
      <p:sp>
        <p:nvSpPr>
          <p:cNvPr id="52" name="文本框 51">
            <a:extLst>
              <a:ext uri="{FF2B5EF4-FFF2-40B4-BE49-F238E27FC236}">
                <a16:creationId xmlns:a16="http://schemas.microsoft.com/office/drawing/2014/main" id="{73BE0BD5-CB20-A4F4-6397-4A7099DD4FA0}"/>
              </a:ext>
            </a:extLst>
          </p:cNvPr>
          <p:cNvSpPr txBox="1"/>
          <p:nvPr/>
        </p:nvSpPr>
        <p:spPr>
          <a:xfrm>
            <a:off x="7717392" y="2254324"/>
            <a:ext cx="292068" cy="369332"/>
          </a:xfrm>
          <a:prstGeom prst="rect">
            <a:avLst/>
          </a:prstGeom>
          <a:noFill/>
        </p:spPr>
        <p:txBody>
          <a:bodyPr wrap="none" rtlCol="0">
            <a:spAutoFit/>
          </a:bodyPr>
          <a:lstStyle/>
          <a:p>
            <a:r>
              <a:rPr lang="en-GB" dirty="0">
                <a:solidFill>
                  <a:srgbClr val="003399"/>
                </a:solidFill>
              </a:rPr>
              <a:t>?</a:t>
            </a:r>
          </a:p>
        </p:txBody>
      </p:sp>
      <p:sp>
        <p:nvSpPr>
          <p:cNvPr id="53" name="文本框 52">
            <a:extLst>
              <a:ext uri="{FF2B5EF4-FFF2-40B4-BE49-F238E27FC236}">
                <a16:creationId xmlns:a16="http://schemas.microsoft.com/office/drawing/2014/main" id="{08CF289F-6E65-7FE3-9016-FA9156E7159D}"/>
              </a:ext>
            </a:extLst>
          </p:cNvPr>
          <p:cNvSpPr txBox="1"/>
          <p:nvPr/>
        </p:nvSpPr>
        <p:spPr>
          <a:xfrm>
            <a:off x="7275551" y="2531000"/>
            <a:ext cx="292068" cy="369332"/>
          </a:xfrm>
          <a:prstGeom prst="rect">
            <a:avLst/>
          </a:prstGeom>
          <a:noFill/>
        </p:spPr>
        <p:txBody>
          <a:bodyPr wrap="none" rtlCol="0">
            <a:spAutoFit/>
          </a:bodyPr>
          <a:lstStyle/>
          <a:p>
            <a:r>
              <a:rPr lang="en-GB" dirty="0">
                <a:solidFill>
                  <a:srgbClr val="003399"/>
                </a:solidFill>
              </a:rPr>
              <a:t>?</a:t>
            </a:r>
          </a:p>
        </p:txBody>
      </p:sp>
      <p:sp>
        <p:nvSpPr>
          <p:cNvPr id="54" name="文本框 53">
            <a:extLst>
              <a:ext uri="{FF2B5EF4-FFF2-40B4-BE49-F238E27FC236}">
                <a16:creationId xmlns:a16="http://schemas.microsoft.com/office/drawing/2014/main" id="{F9590719-FC01-7695-AA62-0C17A3F285D8}"/>
              </a:ext>
            </a:extLst>
          </p:cNvPr>
          <p:cNvSpPr txBox="1"/>
          <p:nvPr/>
        </p:nvSpPr>
        <p:spPr>
          <a:xfrm>
            <a:off x="5658627" y="1974880"/>
            <a:ext cx="292068" cy="369332"/>
          </a:xfrm>
          <a:prstGeom prst="rect">
            <a:avLst/>
          </a:prstGeom>
          <a:noFill/>
        </p:spPr>
        <p:txBody>
          <a:bodyPr wrap="none" rtlCol="0">
            <a:spAutoFit/>
          </a:bodyPr>
          <a:lstStyle/>
          <a:p>
            <a:r>
              <a:rPr lang="en-GB" dirty="0">
                <a:solidFill>
                  <a:srgbClr val="003399"/>
                </a:solidFill>
              </a:rPr>
              <a:t>?</a:t>
            </a:r>
          </a:p>
        </p:txBody>
      </p:sp>
      <p:sp>
        <p:nvSpPr>
          <p:cNvPr id="55" name="文本框 54">
            <a:extLst>
              <a:ext uri="{FF2B5EF4-FFF2-40B4-BE49-F238E27FC236}">
                <a16:creationId xmlns:a16="http://schemas.microsoft.com/office/drawing/2014/main" id="{3E41AA56-FBCE-FDA6-85FB-E57DF9BC0B96}"/>
              </a:ext>
            </a:extLst>
          </p:cNvPr>
          <p:cNvSpPr txBox="1"/>
          <p:nvPr/>
        </p:nvSpPr>
        <p:spPr>
          <a:xfrm>
            <a:off x="6191105" y="2150512"/>
            <a:ext cx="292068" cy="369332"/>
          </a:xfrm>
          <a:prstGeom prst="rect">
            <a:avLst/>
          </a:prstGeom>
          <a:noFill/>
        </p:spPr>
        <p:txBody>
          <a:bodyPr wrap="none" rtlCol="0">
            <a:spAutoFit/>
          </a:bodyPr>
          <a:lstStyle/>
          <a:p>
            <a:r>
              <a:rPr lang="en-GB" dirty="0">
                <a:solidFill>
                  <a:srgbClr val="003399"/>
                </a:solidFill>
              </a:rPr>
              <a:t>?</a:t>
            </a:r>
          </a:p>
        </p:txBody>
      </p:sp>
      <p:sp>
        <p:nvSpPr>
          <p:cNvPr id="56" name="文本框 55">
            <a:extLst>
              <a:ext uri="{FF2B5EF4-FFF2-40B4-BE49-F238E27FC236}">
                <a16:creationId xmlns:a16="http://schemas.microsoft.com/office/drawing/2014/main" id="{FAA5173F-F4FC-E20A-8EE8-CB37156DD890}"/>
              </a:ext>
            </a:extLst>
          </p:cNvPr>
          <p:cNvSpPr txBox="1"/>
          <p:nvPr/>
        </p:nvSpPr>
        <p:spPr>
          <a:xfrm>
            <a:off x="6190273" y="1493370"/>
            <a:ext cx="292068" cy="369332"/>
          </a:xfrm>
          <a:prstGeom prst="rect">
            <a:avLst/>
          </a:prstGeom>
          <a:noFill/>
        </p:spPr>
        <p:txBody>
          <a:bodyPr wrap="none" rtlCol="0">
            <a:spAutoFit/>
          </a:bodyPr>
          <a:lstStyle/>
          <a:p>
            <a:r>
              <a:rPr lang="en-GB" dirty="0">
                <a:solidFill>
                  <a:srgbClr val="003399"/>
                </a:solidFill>
              </a:rPr>
              <a:t>?</a:t>
            </a:r>
          </a:p>
        </p:txBody>
      </p:sp>
      <p:sp>
        <p:nvSpPr>
          <p:cNvPr id="57" name="文本框 56">
            <a:extLst>
              <a:ext uri="{FF2B5EF4-FFF2-40B4-BE49-F238E27FC236}">
                <a16:creationId xmlns:a16="http://schemas.microsoft.com/office/drawing/2014/main" id="{A77BFA95-C700-E1DD-1C74-50102671D9F7}"/>
              </a:ext>
            </a:extLst>
          </p:cNvPr>
          <p:cNvSpPr txBox="1"/>
          <p:nvPr/>
        </p:nvSpPr>
        <p:spPr>
          <a:xfrm>
            <a:off x="7180810" y="1665022"/>
            <a:ext cx="292068" cy="369332"/>
          </a:xfrm>
          <a:prstGeom prst="rect">
            <a:avLst/>
          </a:prstGeom>
          <a:noFill/>
        </p:spPr>
        <p:txBody>
          <a:bodyPr wrap="none" rtlCol="0">
            <a:spAutoFit/>
          </a:bodyPr>
          <a:lstStyle/>
          <a:p>
            <a:r>
              <a:rPr lang="en-GB" dirty="0">
                <a:solidFill>
                  <a:srgbClr val="003399"/>
                </a:solidFill>
              </a:rPr>
              <a:t>?</a:t>
            </a:r>
          </a:p>
        </p:txBody>
      </p:sp>
      <p:sp>
        <p:nvSpPr>
          <p:cNvPr id="58" name="文本框 57">
            <a:extLst>
              <a:ext uri="{FF2B5EF4-FFF2-40B4-BE49-F238E27FC236}">
                <a16:creationId xmlns:a16="http://schemas.microsoft.com/office/drawing/2014/main" id="{9D16893A-FD5C-FAA0-378A-39837BB2149D}"/>
              </a:ext>
            </a:extLst>
          </p:cNvPr>
          <p:cNvSpPr txBox="1"/>
          <p:nvPr/>
        </p:nvSpPr>
        <p:spPr>
          <a:xfrm>
            <a:off x="6577549" y="1903242"/>
            <a:ext cx="292068" cy="369332"/>
          </a:xfrm>
          <a:prstGeom prst="rect">
            <a:avLst/>
          </a:prstGeom>
          <a:noFill/>
        </p:spPr>
        <p:txBody>
          <a:bodyPr wrap="none" rtlCol="0">
            <a:spAutoFit/>
          </a:bodyPr>
          <a:lstStyle/>
          <a:p>
            <a:r>
              <a:rPr lang="en-GB" dirty="0">
                <a:solidFill>
                  <a:srgbClr val="003399"/>
                </a:solidFill>
              </a:rPr>
              <a:t>?</a:t>
            </a:r>
          </a:p>
        </p:txBody>
      </p:sp>
      <p:sp>
        <p:nvSpPr>
          <p:cNvPr id="59" name="文本框 58">
            <a:extLst>
              <a:ext uri="{FF2B5EF4-FFF2-40B4-BE49-F238E27FC236}">
                <a16:creationId xmlns:a16="http://schemas.microsoft.com/office/drawing/2014/main" id="{3A3015F5-9501-4212-69BF-C2DD3FD57FAE}"/>
              </a:ext>
            </a:extLst>
          </p:cNvPr>
          <p:cNvSpPr txBox="1"/>
          <p:nvPr/>
        </p:nvSpPr>
        <p:spPr>
          <a:xfrm>
            <a:off x="7261914" y="2119070"/>
            <a:ext cx="292068" cy="369332"/>
          </a:xfrm>
          <a:prstGeom prst="rect">
            <a:avLst/>
          </a:prstGeom>
          <a:noFill/>
        </p:spPr>
        <p:txBody>
          <a:bodyPr wrap="none" rtlCol="0">
            <a:spAutoFit/>
          </a:bodyPr>
          <a:lstStyle/>
          <a:p>
            <a:r>
              <a:rPr lang="en-GB" dirty="0">
                <a:solidFill>
                  <a:srgbClr val="003399"/>
                </a:solidFill>
              </a:rPr>
              <a:t>?</a:t>
            </a:r>
          </a:p>
        </p:txBody>
      </p:sp>
      <p:sp>
        <p:nvSpPr>
          <p:cNvPr id="60" name="文本框 59">
            <a:extLst>
              <a:ext uri="{FF2B5EF4-FFF2-40B4-BE49-F238E27FC236}">
                <a16:creationId xmlns:a16="http://schemas.microsoft.com/office/drawing/2014/main" id="{68525EA0-095F-2064-9109-1438925F7861}"/>
              </a:ext>
            </a:extLst>
          </p:cNvPr>
          <p:cNvSpPr txBox="1"/>
          <p:nvPr/>
        </p:nvSpPr>
        <p:spPr>
          <a:xfrm>
            <a:off x="7681301" y="1631966"/>
            <a:ext cx="292068" cy="369332"/>
          </a:xfrm>
          <a:prstGeom prst="rect">
            <a:avLst/>
          </a:prstGeom>
          <a:noFill/>
        </p:spPr>
        <p:txBody>
          <a:bodyPr wrap="none" rtlCol="0">
            <a:spAutoFit/>
          </a:bodyPr>
          <a:lstStyle/>
          <a:p>
            <a:r>
              <a:rPr lang="en-GB" dirty="0">
                <a:solidFill>
                  <a:srgbClr val="003399"/>
                </a:solidFill>
              </a:rPr>
              <a:t>?</a:t>
            </a:r>
          </a:p>
        </p:txBody>
      </p:sp>
      <p:sp>
        <p:nvSpPr>
          <p:cNvPr id="61" name="文本框 60">
            <a:extLst>
              <a:ext uri="{FF2B5EF4-FFF2-40B4-BE49-F238E27FC236}">
                <a16:creationId xmlns:a16="http://schemas.microsoft.com/office/drawing/2014/main" id="{A69EA80F-66C3-B134-067A-1F0C01E4A33B}"/>
              </a:ext>
            </a:extLst>
          </p:cNvPr>
          <p:cNvSpPr txBox="1"/>
          <p:nvPr/>
        </p:nvSpPr>
        <p:spPr>
          <a:xfrm>
            <a:off x="6828729" y="1261244"/>
            <a:ext cx="292068" cy="369332"/>
          </a:xfrm>
          <a:prstGeom prst="rect">
            <a:avLst/>
          </a:prstGeom>
          <a:noFill/>
        </p:spPr>
        <p:txBody>
          <a:bodyPr wrap="none" rtlCol="0">
            <a:spAutoFit/>
          </a:bodyPr>
          <a:lstStyle/>
          <a:p>
            <a:r>
              <a:rPr lang="en-GB" dirty="0">
                <a:solidFill>
                  <a:srgbClr val="003399"/>
                </a:solidFill>
              </a:rPr>
              <a:t>?</a:t>
            </a:r>
          </a:p>
        </p:txBody>
      </p:sp>
      <p:sp>
        <p:nvSpPr>
          <p:cNvPr id="62" name="文本框 61">
            <a:extLst>
              <a:ext uri="{FF2B5EF4-FFF2-40B4-BE49-F238E27FC236}">
                <a16:creationId xmlns:a16="http://schemas.microsoft.com/office/drawing/2014/main" id="{3A070E2A-1976-3F97-FC36-8FEF9D821E13}"/>
              </a:ext>
            </a:extLst>
          </p:cNvPr>
          <p:cNvSpPr txBox="1"/>
          <p:nvPr/>
        </p:nvSpPr>
        <p:spPr>
          <a:xfrm>
            <a:off x="8171347" y="1510371"/>
            <a:ext cx="292068" cy="369332"/>
          </a:xfrm>
          <a:prstGeom prst="rect">
            <a:avLst/>
          </a:prstGeom>
          <a:noFill/>
        </p:spPr>
        <p:txBody>
          <a:bodyPr wrap="none" rtlCol="0">
            <a:spAutoFit/>
          </a:bodyPr>
          <a:lstStyle/>
          <a:p>
            <a:r>
              <a:rPr lang="en-GB" dirty="0">
                <a:solidFill>
                  <a:srgbClr val="003399"/>
                </a:solidFill>
              </a:rPr>
              <a:t>?</a:t>
            </a:r>
          </a:p>
        </p:txBody>
      </p:sp>
      <p:sp>
        <p:nvSpPr>
          <p:cNvPr id="63" name="文本框 62">
            <a:extLst>
              <a:ext uri="{FF2B5EF4-FFF2-40B4-BE49-F238E27FC236}">
                <a16:creationId xmlns:a16="http://schemas.microsoft.com/office/drawing/2014/main" id="{A67BA615-4D0D-3FEC-BE84-8DDFAFA87377}"/>
              </a:ext>
            </a:extLst>
          </p:cNvPr>
          <p:cNvSpPr txBox="1"/>
          <p:nvPr/>
        </p:nvSpPr>
        <p:spPr>
          <a:xfrm>
            <a:off x="5426189" y="3103563"/>
            <a:ext cx="292068" cy="369332"/>
          </a:xfrm>
          <a:prstGeom prst="rect">
            <a:avLst/>
          </a:prstGeom>
          <a:noFill/>
        </p:spPr>
        <p:txBody>
          <a:bodyPr wrap="none" rtlCol="0">
            <a:spAutoFit/>
          </a:bodyPr>
          <a:lstStyle/>
          <a:p>
            <a:r>
              <a:rPr lang="en-GB" dirty="0">
                <a:solidFill>
                  <a:srgbClr val="003399"/>
                </a:solidFill>
              </a:rPr>
              <a:t>?</a:t>
            </a:r>
          </a:p>
        </p:txBody>
      </p:sp>
      <p:sp>
        <p:nvSpPr>
          <p:cNvPr id="2053" name="文本框 2052">
            <a:extLst>
              <a:ext uri="{FF2B5EF4-FFF2-40B4-BE49-F238E27FC236}">
                <a16:creationId xmlns:a16="http://schemas.microsoft.com/office/drawing/2014/main" id="{5D73EEA5-45D8-9260-918A-A447FED86B3C}"/>
              </a:ext>
            </a:extLst>
          </p:cNvPr>
          <p:cNvSpPr txBox="1"/>
          <p:nvPr/>
        </p:nvSpPr>
        <p:spPr>
          <a:xfrm>
            <a:off x="6779507" y="4339964"/>
            <a:ext cx="521297" cy="307777"/>
          </a:xfrm>
          <a:prstGeom prst="rect">
            <a:avLst/>
          </a:prstGeom>
          <a:noFill/>
        </p:spPr>
        <p:txBody>
          <a:bodyPr wrap="none" rtlCol="0">
            <a:spAutoFit/>
          </a:bodyPr>
          <a:lstStyle/>
          <a:p>
            <a:r>
              <a:rPr lang="en-GB" sz="1400" dirty="0">
                <a:solidFill>
                  <a:srgbClr val="003399"/>
                </a:solidFill>
              </a:rPr>
              <a:t>(0,0)</a:t>
            </a:r>
          </a:p>
        </p:txBody>
      </p:sp>
    </p:spTree>
    <p:extLst>
      <p:ext uri="{BB962C8B-B14F-4D97-AF65-F5344CB8AC3E}">
        <p14:creationId xmlns:p14="http://schemas.microsoft.com/office/powerpoint/2010/main" val="183322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EE4E589F-02FC-4552-8F50-0A9D012E3A3E}"/>
              </a:ext>
            </a:extLst>
          </p:cNvPr>
          <p:cNvSpPr/>
          <p:nvPr/>
        </p:nvSpPr>
        <p:spPr>
          <a:xfrm>
            <a:off x="1957388" y="2886704"/>
            <a:ext cx="2852118" cy="2078202"/>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任意形状 14">
            <a:extLst>
              <a:ext uri="{FF2B5EF4-FFF2-40B4-BE49-F238E27FC236}">
                <a16:creationId xmlns:a16="http://schemas.microsoft.com/office/drawing/2014/main" id="{FF79A628-A684-243A-2838-F1D28396F40B}"/>
              </a:ext>
            </a:extLst>
          </p:cNvPr>
          <p:cNvSpPr/>
          <p:nvPr/>
        </p:nvSpPr>
        <p:spPr>
          <a:xfrm>
            <a:off x="2744247" y="2881086"/>
            <a:ext cx="1141412" cy="2075543"/>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Lst>
            <a:ahLst/>
            <a:cxnLst>
              <a:cxn ang="0">
                <a:pos x="connsiteX0" y="connsiteY0"/>
              </a:cxn>
              <a:cxn ang="0">
                <a:pos x="connsiteX1" y="connsiteY1"/>
              </a:cxn>
              <a:cxn ang="0">
                <a:pos x="connsiteX2" y="connsiteY2"/>
              </a:cxn>
              <a:cxn ang="0">
                <a:pos x="connsiteX3" y="connsiteY3"/>
              </a:cxn>
            </a:cxnLst>
            <a:rect l="l" t="t" r="r" b="b"/>
            <a:pathLst>
              <a:path w="1588263" h="2075543">
                <a:moveTo>
                  <a:pt x="0" y="0"/>
                </a:moveTo>
                <a:cubicBezTo>
                  <a:pt x="1984" y="695475"/>
                  <a:pt x="14068" y="644675"/>
                  <a:pt x="254032" y="856342"/>
                </a:cubicBezTo>
                <a:cubicBezTo>
                  <a:pt x="493996" y="1068009"/>
                  <a:pt x="1145758" y="1068011"/>
                  <a:pt x="1439785" y="1270000"/>
                </a:cubicBezTo>
                <a:cubicBezTo>
                  <a:pt x="1663125" y="1464732"/>
                  <a:pt x="1566000" y="1576009"/>
                  <a:pt x="1573874" y="2075543"/>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6" name="Picture 4" descr="雷达接近方法- 免费矢量图形Pixabay - Pixabay">
            <a:extLst>
              <a:ext uri="{FF2B5EF4-FFF2-40B4-BE49-F238E27FC236}">
                <a16:creationId xmlns:a16="http://schemas.microsoft.com/office/drawing/2014/main" id="{7534FB10-04EC-885F-1BF7-5DDDACEB0843}"/>
              </a:ext>
            </a:extLst>
          </p:cNvPr>
          <p:cNvPicPr>
            <a:picLocks noChangeAspect="1" noChangeArrowheads="1"/>
          </p:cNvPicPr>
          <p:nvPr/>
        </p:nvPicPr>
        <p:blipFill>
          <a:blip r:embed="rId3">
            <a:alphaModFix amt="28000"/>
            <a:extLst>
              <a:ext uri="{28A0092B-C50C-407E-A947-70E740481C1C}">
                <a14:useLocalDpi xmlns:a14="http://schemas.microsoft.com/office/drawing/2010/main" val="0"/>
              </a:ext>
            </a:extLst>
          </a:blip>
          <a:srcRect/>
          <a:stretch>
            <a:fillRect/>
          </a:stretch>
        </p:blipFill>
        <p:spPr bwMode="auto">
          <a:xfrm>
            <a:off x="5924652" y="2903678"/>
            <a:ext cx="2279155" cy="2302608"/>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F1E531C2-141B-64A9-18E2-AB24D83CA187}"/>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FA46AA4D-3A55-AE1F-0E7E-5F5C8A8CDA15}"/>
              </a:ext>
            </a:extLst>
          </p:cNvPr>
          <p:cNvSpPr>
            <a:spLocks noGrp="1"/>
          </p:cNvSpPr>
          <p:nvPr>
            <p:ph type="body" sz="quarter" idx="10"/>
          </p:nvPr>
        </p:nvSpPr>
        <p:spPr>
          <a:xfrm>
            <a:off x="628650" y="1465729"/>
            <a:ext cx="4180856" cy="2841951"/>
          </a:xfrm>
        </p:spPr>
        <p:txBody>
          <a:bodyPr/>
          <a:lstStyle/>
          <a:p>
            <a:r>
              <a:rPr lang="en-GB" altLang="zh-CN" dirty="0"/>
              <a:t>Subsequently, the robot scans the surrounding environment, searching for recognisable landmarks, and creates a snapshot of the surroundings.</a:t>
            </a:r>
            <a:endParaRPr lang="en-GB" dirty="0"/>
          </a:p>
        </p:txBody>
      </p:sp>
      <p:pic>
        <p:nvPicPr>
          <p:cNvPr id="35" name="Picture 2" descr="Pop! Wall-E (Facet) — Double Boxed Toys">
            <a:extLst>
              <a:ext uri="{FF2B5EF4-FFF2-40B4-BE49-F238E27FC236}">
                <a16:creationId xmlns:a16="http://schemas.microsoft.com/office/drawing/2014/main" id="{924F8194-7514-54D8-2F08-828786412D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6806436" y="3802284"/>
            <a:ext cx="456680" cy="50539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260450D4-F818-8873-06F6-AF8C005371BD}"/>
              </a:ext>
            </a:extLst>
          </p:cNvPr>
          <p:cNvSpPr txBox="1"/>
          <p:nvPr/>
        </p:nvSpPr>
        <p:spPr>
          <a:xfrm>
            <a:off x="5721809" y="3802284"/>
            <a:ext cx="292068" cy="369332"/>
          </a:xfrm>
          <a:prstGeom prst="rect">
            <a:avLst/>
          </a:prstGeom>
          <a:noFill/>
        </p:spPr>
        <p:txBody>
          <a:bodyPr wrap="none" rtlCol="0">
            <a:spAutoFit/>
          </a:bodyPr>
          <a:lstStyle/>
          <a:p>
            <a:r>
              <a:rPr lang="en-GB" dirty="0">
                <a:solidFill>
                  <a:srgbClr val="003399"/>
                </a:solidFill>
              </a:rPr>
              <a:t>?</a:t>
            </a:r>
          </a:p>
        </p:txBody>
      </p:sp>
      <p:sp>
        <p:nvSpPr>
          <p:cNvPr id="37" name="文本框 36">
            <a:extLst>
              <a:ext uri="{FF2B5EF4-FFF2-40B4-BE49-F238E27FC236}">
                <a16:creationId xmlns:a16="http://schemas.microsoft.com/office/drawing/2014/main" id="{E5A7F810-2A2C-CD7D-8582-24CA1851326A}"/>
              </a:ext>
            </a:extLst>
          </p:cNvPr>
          <p:cNvSpPr txBox="1"/>
          <p:nvPr/>
        </p:nvSpPr>
        <p:spPr>
          <a:xfrm>
            <a:off x="6246216" y="3802284"/>
            <a:ext cx="292068" cy="369332"/>
          </a:xfrm>
          <a:prstGeom prst="rect">
            <a:avLst/>
          </a:prstGeom>
          <a:noFill/>
        </p:spPr>
        <p:txBody>
          <a:bodyPr wrap="none" rtlCol="0">
            <a:spAutoFit/>
          </a:bodyPr>
          <a:lstStyle/>
          <a:p>
            <a:r>
              <a:rPr lang="en-GB" dirty="0">
                <a:solidFill>
                  <a:srgbClr val="003399"/>
                </a:solidFill>
              </a:rPr>
              <a:t>?</a:t>
            </a:r>
          </a:p>
        </p:txBody>
      </p:sp>
      <p:sp>
        <p:nvSpPr>
          <p:cNvPr id="38" name="文本框 37">
            <a:extLst>
              <a:ext uri="{FF2B5EF4-FFF2-40B4-BE49-F238E27FC236}">
                <a16:creationId xmlns:a16="http://schemas.microsoft.com/office/drawing/2014/main" id="{A42870A8-76C7-00CE-6EDC-794E1CE38466}"/>
              </a:ext>
            </a:extLst>
          </p:cNvPr>
          <p:cNvSpPr txBox="1"/>
          <p:nvPr/>
        </p:nvSpPr>
        <p:spPr>
          <a:xfrm>
            <a:off x="6013877" y="3129337"/>
            <a:ext cx="292068" cy="369332"/>
          </a:xfrm>
          <a:prstGeom prst="rect">
            <a:avLst/>
          </a:prstGeom>
          <a:noFill/>
        </p:spPr>
        <p:txBody>
          <a:bodyPr wrap="none" rtlCol="0">
            <a:spAutoFit/>
          </a:bodyPr>
          <a:lstStyle/>
          <a:p>
            <a:r>
              <a:rPr lang="en-GB" dirty="0">
                <a:solidFill>
                  <a:srgbClr val="003399"/>
                </a:solidFill>
              </a:rPr>
              <a:t>?</a:t>
            </a:r>
          </a:p>
        </p:txBody>
      </p:sp>
      <p:sp>
        <p:nvSpPr>
          <p:cNvPr id="39" name="文本框 38">
            <a:extLst>
              <a:ext uri="{FF2B5EF4-FFF2-40B4-BE49-F238E27FC236}">
                <a16:creationId xmlns:a16="http://schemas.microsoft.com/office/drawing/2014/main" id="{280D0773-1897-8256-70CF-5FEDC0474137}"/>
              </a:ext>
            </a:extLst>
          </p:cNvPr>
          <p:cNvSpPr txBox="1"/>
          <p:nvPr/>
        </p:nvSpPr>
        <p:spPr>
          <a:xfrm>
            <a:off x="6577549" y="3129337"/>
            <a:ext cx="292068" cy="369332"/>
          </a:xfrm>
          <a:prstGeom prst="rect">
            <a:avLst/>
          </a:prstGeom>
          <a:noFill/>
        </p:spPr>
        <p:txBody>
          <a:bodyPr wrap="none" rtlCol="0">
            <a:spAutoFit/>
          </a:bodyPr>
          <a:lstStyle/>
          <a:p>
            <a:r>
              <a:rPr lang="en-GB" dirty="0">
                <a:solidFill>
                  <a:srgbClr val="003399"/>
                </a:solidFill>
              </a:rPr>
              <a:t>?</a:t>
            </a:r>
          </a:p>
        </p:txBody>
      </p:sp>
      <p:sp>
        <p:nvSpPr>
          <p:cNvPr id="40" name="文本框 39">
            <a:extLst>
              <a:ext uri="{FF2B5EF4-FFF2-40B4-BE49-F238E27FC236}">
                <a16:creationId xmlns:a16="http://schemas.microsoft.com/office/drawing/2014/main" id="{C12D7399-67AC-07BF-375E-F3529189DC69}"/>
              </a:ext>
            </a:extLst>
          </p:cNvPr>
          <p:cNvSpPr txBox="1"/>
          <p:nvPr/>
        </p:nvSpPr>
        <p:spPr>
          <a:xfrm>
            <a:off x="5867843" y="2571750"/>
            <a:ext cx="292068" cy="369332"/>
          </a:xfrm>
          <a:prstGeom prst="rect">
            <a:avLst/>
          </a:prstGeom>
          <a:noFill/>
        </p:spPr>
        <p:txBody>
          <a:bodyPr wrap="none" rtlCol="0">
            <a:spAutoFit/>
          </a:bodyPr>
          <a:lstStyle/>
          <a:p>
            <a:r>
              <a:rPr lang="en-GB" dirty="0">
                <a:solidFill>
                  <a:srgbClr val="003399"/>
                </a:solidFill>
              </a:rPr>
              <a:t>?</a:t>
            </a:r>
          </a:p>
        </p:txBody>
      </p:sp>
      <p:sp>
        <p:nvSpPr>
          <p:cNvPr id="41" name="文本框 40">
            <a:extLst>
              <a:ext uri="{FF2B5EF4-FFF2-40B4-BE49-F238E27FC236}">
                <a16:creationId xmlns:a16="http://schemas.microsoft.com/office/drawing/2014/main" id="{4E8C9A32-FD2A-7F50-DFE7-D4F821232A46}"/>
              </a:ext>
            </a:extLst>
          </p:cNvPr>
          <p:cNvSpPr txBox="1"/>
          <p:nvPr/>
        </p:nvSpPr>
        <p:spPr>
          <a:xfrm>
            <a:off x="6806436" y="2387084"/>
            <a:ext cx="292068" cy="369332"/>
          </a:xfrm>
          <a:prstGeom prst="rect">
            <a:avLst/>
          </a:prstGeom>
          <a:noFill/>
        </p:spPr>
        <p:txBody>
          <a:bodyPr wrap="none" rtlCol="0">
            <a:spAutoFit/>
          </a:bodyPr>
          <a:lstStyle/>
          <a:p>
            <a:r>
              <a:rPr lang="en-GB" dirty="0">
                <a:solidFill>
                  <a:srgbClr val="003399"/>
                </a:solidFill>
              </a:rPr>
              <a:t>?</a:t>
            </a:r>
          </a:p>
        </p:txBody>
      </p:sp>
      <p:sp>
        <p:nvSpPr>
          <p:cNvPr id="42" name="文本框 41">
            <a:extLst>
              <a:ext uri="{FF2B5EF4-FFF2-40B4-BE49-F238E27FC236}">
                <a16:creationId xmlns:a16="http://schemas.microsoft.com/office/drawing/2014/main" id="{34CB3746-9CFF-56D5-0F2A-E66DFAA7E654}"/>
              </a:ext>
            </a:extLst>
          </p:cNvPr>
          <p:cNvSpPr txBox="1"/>
          <p:nvPr/>
        </p:nvSpPr>
        <p:spPr>
          <a:xfrm>
            <a:off x="7034776" y="2812842"/>
            <a:ext cx="292068" cy="369332"/>
          </a:xfrm>
          <a:prstGeom prst="rect">
            <a:avLst/>
          </a:prstGeom>
          <a:noFill/>
        </p:spPr>
        <p:txBody>
          <a:bodyPr wrap="none" rtlCol="0">
            <a:spAutoFit/>
          </a:bodyPr>
          <a:lstStyle/>
          <a:p>
            <a:r>
              <a:rPr lang="en-GB" dirty="0">
                <a:solidFill>
                  <a:srgbClr val="003399"/>
                </a:solidFill>
              </a:rPr>
              <a:t>?</a:t>
            </a:r>
          </a:p>
        </p:txBody>
      </p:sp>
      <p:sp>
        <p:nvSpPr>
          <p:cNvPr id="43" name="文本框 42">
            <a:extLst>
              <a:ext uri="{FF2B5EF4-FFF2-40B4-BE49-F238E27FC236}">
                <a16:creationId xmlns:a16="http://schemas.microsoft.com/office/drawing/2014/main" id="{D0E8BFCD-9796-1B48-8441-511881FEABE1}"/>
              </a:ext>
            </a:extLst>
          </p:cNvPr>
          <p:cNvSpPr txBox="1"/>
          <p:nvPr/>
        </p:nvSpPr>
        <p:spPr>
          <a:xfrm>
            <a:off x="6337139" y="2623656"/>
            <a:ext cx="292068" cy="369332"/>
          </a:xfrm>
          <a:prstGeom prst="rect">
            <a:avLst/>
          </a:prstGeom>
          <a:noFill/>
        </p:spPr>
        <p:txBody>
          <a:bodyPr wrap="none" rtlCol="0">
            <a:spAutoFit/>
          </a:bodyPr>
          <a:lstStyle/>
          <a:p>
            <a:r>
              <a:rPr lang="en-GB" dirty="0">
                <a:solidFill>
                  <a:srgbClr val="003399"/>
                </a:solidFill>
              </a:rPr>
              <a:t>?</a:t>
            </a:r>
          </a:p>
        </p:txBody>
      </p:sp>
      <p:sp>
        <p:nvSpPr>
          <p:cNvPr id="44" name="文本框 43">
            <a:extLst>
              <a:ext uri="{FF2B5EF4-FFF2-40B4-BE49-F238E27FC236}">
                <a16:creationId xmlns:a16="http://schemas.microsoft.com/office/drawing/2014/main" id="{EE4FD631-59B3-B1CD-DC40-A5AEC5AB8600}"/>
              </a:ext>
            </a:extLst>
          </p:cNvPr>
          <p:cNvSpPr txBox="1"/>
          <p:nvPr/>
        </p:nvSpPr>
        <p:spPr>
          <a:xfrm>
            <a:off x="7076415" y="3190933"/>
            <a:ext cx="292068" cy="369332"/>
          </a:xfrm>
          <a:prstGeom prst="rect">
            <a:avLst/>
          </a:prstGeom>
          <a:noFill/>
        </p:spPr>
        <p:txBody>
          <a:bodyPr wrap="none" rtlCol="0">
            <a:spAutoFit/>
          </a:bodyPr>
          <a:lstStyle/>
          <a:p>
            <a:r>
              <a:rPr lang="en-GB" dirty="0">
                <a:solidFill>
                  <a:srgbClr val="003399"/>
                </a:solidFill>
              </a:rPr>
              <a:t>?</a:t>
            </a:r>
          </a:p>
        </p:txBody>
      </p:sp>
      <p:sp>
        <p:nvSpPr>
          <p:cNvPr id="45" name="文本框 44">
            <a:extLst>
              <a:ext uri="{FF2B5EF4-FFF2-40B4-BE49-F238E27FC236}">
                <a16:creationId xmlns:a16="http://schemas.microsoft.com/office/drawing/2014/main" id="{8EFA29AA-A743-9F23-3949-AEEDCFDC4660}"/>
              </a:ext>
            </a:extLst>
          </p:cNvPr>
          <p:cNvSpPr txBox="1"/>
          <p:nvPr/>
        </p:nvSpPr>
        <p:spPr>
          <a:xfrm>
            <a:off x="7479281" y="3617618"/>
            <a:ext cx="292068" cy="369332"/>
          </a:xfrm>
          <a:prstGeom prst="rect">
            <a:avLst/>
          </a:prstGeom>
          <a:noFill/>
        </p:spPr>
        <p:txBody>
          <a:bodyPr wrap="none" rtlCol="0">
            <a:spAutoFit/>
          </a:bodyPr>
          <a:lstStyle/>
          <a:p>
            <a:r>
              <a:rPr lang="en-GB" dirty="0">
                <a:solidFill>
                  <a:srgbClr val="003399"/>
                </a:solidFill>
              </a:rPr>
              <a:t>?</a:t>
            </a:r>
          </a:p>
        </p:txBody>
      </p:sp>
      <p:sp>
        <p:nvSpPr>
          <p:cNvPr id="46" name="文本框 45">
            <a:extLst>
              <a:ext uri="{FF2B5EF4-FFF2-40B4-BE49-F238E27FC236}">
                <a16:creationId xmlns:a16="http://schemas.microsoft.com/office/drawing/2014/main" id="{13F5BF4C-E40E-54BA-EBCC-4A1E7D23960C}"/>
              </a:ext>
            </a:extLst>
          </p:cNvPr>
          <p:cNvSpPr txBox="1"/>
          <p:nvPr/>
        </p:nvSpPr>
        <p:spPr>
          <a:xfrm>
            <a:off x="8156841" y="3705586"/>
            <a:ext cx="292068" cy="369332"/>
          </a:xfrm>
          <a:prstGeom prst="rect">
            <a:avLst/>
          </a:prstGeom>
          <a:noFill/>
        </p:spPr>
        <p:txBody>
          <a:bodyPr wrap="none" rtlCol="0">
            <a:spAutoFit/>
          </a:bodyPr>
          <a:lstStyle/>
          <a:p>
            <a:r>
              <a:rPr lang="en-GB" dirty="0">
                <a:solidFill>
                  <a:srgbClr val="003399"/>
                </a:solidFill>
              </a:rPr>
              <a:t>?</a:t>
            </a:r>
          </a:p>
        </p:txBody>
      </p:sp>
      <p:sp>
        <p:nvSpPr>
          <p:cNvPr id="47" name="文本框 46">
            <a:extLst>
              <a:ext uri="{FF2B5EF4-FFF2-40B4-BE49-F238E27FC236}">
                <a16:creationId xmlns:a16="http://schemas.microsoft.com/office/drawing/2014/main" id="{7F666DF7-F8EE-D0EC-3907-A609D46F57E0}"/>
              </a:ext>
            </a:extLst>
          </p:cNvPr>
          <p:cNvSpPr txBox="1"/>
          <p:nvPr/>
        </p:nvSpPr>
        <p:spPr>
          <a:xfrm>
            <a:off x="8063716" y="3366840"/>
            <a:ext cx="292068" cy="369332"/>
          </a:xfrm>
          <a:prstGeom prst="rect">
            <a:avLst/>
          </a:prstGeom>
          <a:noFill/>
        </p:spPr>
        <p:txBody>
          <a:bodyPr wrap="none" rtlCol="0">
            <a:spAutoFit/>
          </a:bodyPr>
          <a:lstStyle/>
          <a:p>
            <a:r>
              <a:rPr lang="en-GB" dirty="0">
                <a:solidFill>
                  <a:srgbClr val="003399"/>
                </a:solidFill>
              </a:rPr>
              <a:t>?</a:t>
            </a:r>
          </a:p>
        </p:txBody>
      </p:sp>
      <p:sp>
        <p:nvSpPr>
          <p:cNvPr id="48" name="文本框 47">
            <a:extLst>
              <a:ext uri="{FF2B5EF4-FFF2-40B4-BE49-F238E27FC236}">
                <a16:creationId xmlns:a16="http://schemas.microsoft.com/office/drawing/2014/main" id="{8B088103-63BF-E408-FD18-57EA48C43CF9}"/>
              </a:ext>
            </a:extLst>
          </p:cNvPr>
          <p:cNvSpPr txBox="1"/>
          <p:nvPr/>
        </p:nvSpPr>
        <p:spPr>
          <a:xfrm>
            <a:off x="7510316" y="3053934"/>
            <a:ext cx="292068" cy="369332"/>
          </a:xfrm>
          <a:prstGeom prst="rect">
            <a:avLst/>
          </a:prstGeom>
          <a:noFill/>
        </p:spPr>
        <p:txBody>
          <a:bodyPr wrap="none" rtlCol="0">
            <a:spAutoFit/>
          </a:bodyPr>
          <a:lstStyle/>
          <a:p>
            <a:r>
              <a:rPr lang="en-GB" dirty="0">
                <a:solidFill>
                  <a:srgbClr val="003399"/>
                </a:solidFill>
              </a:rPr>
              <a:t>?</a:t>
            </a:r>
          </a:p>
        </p:txBody>
      </p:sp>
      <p:sp>
        <p:nvSpPr>
          <p:cNvPr id="49" name="文本框 48">
            <a:extLst>
              <a:ext uri="{FF2B5EF4-FFF2-40B4-BE49-F238E27FC236}">
                <a16:creationId xmlns:a16="http://schemas.microsoft.com/office/drawing/2014/main" id="{1C03FC88-9E10-1298-81B3-DB42A3D3B117}"/>
              </a:ext>
            </a:extLst>
          </p:cNvPr>
          <p:cNvSpPr txBox="1"/>
          <p:nvPr/>
        </p:nvSpPr>
        <p:spPr>
          <a:xfrm>
            <a:off x="7827335" y="2702038"/>
            <a:ext cx="292068" cy="369332"/>
          </a:xfrm>
          <a:prstGeom prst="rect">
            <a:avLst/>
          </a:prstGeom>
          <a:noFill/>
        </p:spPr>
        <p:txBody>
          <a:bodyPr wrap="none" rtlCol="0">
            <a:spAutoFit/>
          </a:bodyPr>
          <a:lstStyle/>
          <a:p>
            <a:r>
              <a:rPr lang="en-GB" dirty="0">
                <a:solidFill>
                  <a:srgbClr val="003399"/>
                </a:solidFill>
              </a:rPr>
              <a:t>?</a:t>
            </a:r>
          </a:p>
        </p:txBody>
      </p:sp>
      <p:sp>
        <p:nvSpPr>
          <p:cNvPr id="50" name="文本框 49">
            <a:extLst>
              <a:ext uri="{FF2B5EF4-FFF2-40B4-BE49-F238E27FC236}">
                <a16:creationId xmlns:a16="http://schemas.microsoft.com/office/drawing/2014/main" id="{1B3EC49E-9988-B4CF-F27D-EE88A01748AA}"/>
              </a:ext>
            </a:extLst>
          </p:cNvPr>
          <p:cNvSpPr txBox="1"/>
          <p:nvPr/>
        </p:nvSpPr>
        <p:spPr>
          <a:xfrm>
            <a:off x="8250370" y="2623656"/>
            <a:ext cx="292068" cy="369332"/>
          </a:xfrm>
          <a:prstGeom prst="rect">
            <a:avLst/>
          </a:prstGeom>
          <a:noFill/>
        </p:spPr>
        <p:txBody>
          <a:bodyPr wrap="none" rtlCol="0">
            <a:spAutoFit/>
          </a:bodyPr>
          <a:lstStyle/>
          <a:p>
            <a:r>
              <a:rPr lang="en-GB" dirty="0">
                <a:solidFill>
                  <a:srgbClr val="003399"/>
                </a:solidFill>
              </a:rPr>
              <a:t>?</a:t>
            </a:r>
          </a:p>
        </p:txBody>
      </p:sp>
      <p:sp>
        <p:nvSpPr>
          <p:cNvPr id="51" name="文本框 50">
            <a:extLst>
              <a:ext uri="{FF2B5EF4-FFF2-40B4-BE49-F238E27FC236}">
                <a16:creationId xmlns:a16="http://schemas.microsoft.com/office/drawing/2014/main" id="{21684F4D-A6CA-7466-0926-BF497747DBF3}"/>
              </a:ext>
            </a:extLst>
          </p:cNvPr>
          <p:cNvSpPr txBox="1"/>
          <p:nvPr/>
        </p:nvSpPr>
        <p:spPr>
          <a:xfrm>
            <a:off x="8156841" y="2034354"/>
            <a:ext cx="292068" cy="369332"/>
          </a:xfrm>
          <a:prstGeom prst="rect">
            <a:avLst/>
          </a:prstGeom>
          <a:noFill/>
        </p:spPr>
        <p:txBody>
          <a:bodyPr wrap="none" rtlCol="0">
            <a:spAutoFit/>
          </a:bodyPr>
          <a:lstStyle/>
          <a:p>
            <a:r>
              <a:rPr lang="en-GB" dirty="0">
                <a:solidFill>
                  <a:srgbClr val="003399"/>
                </a:solidFill>
              </a:rPr>
              <a:t>?</a:t>
            </a:r>
          </a:p>
        </p:txBody>
      </p:sp>
      <p:sp>
        <p:nvSpPr>
          <p:cNvPr id="52" name="文本框 51">
            <a:extLst>
              <a:ext uri="{FF2B5EF4-FFF2-40B4-BE49-F238E27FC236}">
                <a16:creationId xmlns:a16="http://schemas.microsoft.com/office/drawing/2014/main" id="{73BE0BD5-CB20-A4F4-6397-4A7099DD4FA0}"/>
              </a:ext>
            </a:extLst>
          </p:cNvPr>
          <p:cNvSpPr txBox="1"/>
          <p:nvPr/>
        </p:nvSpPr>
        <p:spPr>
          <a:xfrm>
            <a:off x="7717392" y="2254324"/>
            <a:ext cx="292068" cy="369332"/>
          </a:xfrm>
          <a:prstGeom prst="rect">
            <a:avLst/>
          </a:prstGeom>
          <a:noFill/>
        </p:spPr>
        <p:txBody>
          <a:bodyPr wrap="none" rtlCol="0">
            <a:spAutoFit/>
          </a:bodyPr>
          <a:lstStyle/>
          <a:p>
            <a:r>
              <a:rPr lang="en-GB" dirty="0">
                <a:solidFill>
                  <a:srgbClr val="003399"/>
                </a:solidFill>
              </a:rPr>
              <a:t>?</a:t>
            </a:r>
          </a:p>
        </p:txBody>
      </p:sp>
      <p:sp>
        <p:nvSpPr>
          <p:cNvPr id="53" name="文本框 52">
            <a:extLst>
              <a:ext uri="{FF2B5EF4-FFF2-40B4-BE49-F238E27FC236}">
                <a16:creationId xmlns:a16="http://schemas.microsoft.com/office/drawing/2014/main" id="{08CF289F-6E65-7FE3-9016-FA9156E7159D}"/>
              </a:ext>
            </a:extLst>
          </p:cNvPr>
          <p:cNvSpPr txBox="1"/>
          <p:nvPr/>
        </p:nvSpPr>
        <p:spPr>
          <a:xfrm>
            <a:off x="7275551" y="2531000"/>
            <a:ext cx="292068" cy="369332"/>
          </a:xfrm>
          <a:prstGeom prst="rect">
            <a:avLst/>
          </a:prstGeom>
          <a:noFill/>
        </p:spPr>
        <p:txBody>
          <a:bodyPr wrap="none" rtlCol="0">
            <a:spAutoFit/>
          </a:bodyPr>
          <a:lstStyle/>
          <a:p>
            <a:r>
              <a:rPr lang="en-GB" dirty="0">
                <a:solidFill>
                  <a:srgbClr val="003399"/>
                </a:solidFill>
              </a:rPr>
              <a:t>?</a:t>
            </a:r>
          </a:p>
        </p:txBody>
      </p:sp>
      <p:sp>
        <p:nvSpPr>
          <p:cNvPr id="54" name="文本框 53">
            <a:extLst>
              <a:ext uri="{FF2B5EF4-FFF2-40B4-BE49-F238E27FC236}">
                <a16:creationId xmlns:a16="http://schemas.microsoft.com/office/drawing/2014/main" id="{F9590719-FC01-7695-AA62-0C17A3F285D8}"/>
              </a:ext>
            </a:extLst>
          </p:cNvPr>
          <p:cNvSpPr txBox="1"/>
          <p:nvPr/>
        </p:nvSpPr>
        <p:spPr>
          <a:xfrm>
            <a:off x="5658627" y="1974880"/>
            <a:ext cx="292068" cy="369332"/>
          </a:xfrm>
          <a:prstGeom prst="rect">
            <a:avLst/>
          </a:prstGeom>
          <a:noFill/>
        </p:spPr>
        <p:txBody>
          <a:bodyPr wrap="none" rtlCol="0">
            <a:spAutoFit/>
          </a:bodyPr>
          <a:lstStyle/>
          <a:p>
            <a:r>
              <a:rPr lang="en-GB" dirty="0">
                <a:solidFill>
                  <a:srgbClr val="003399"/>
                </a:solidFill>
              </a:rPr>
              <a:t>?</a:t>
            </a:r>
          </a:p>
        </p:txBody>
      </p:sp>
      <p:sp>
        <p:nvSpPr>
          <p:cNvPr id="55" name="文本框 54">
            <a:extLst>
              <a:ext uri="{FF2B5EF4-FFF2-40B4-BE49-F238E27FC236}">
                <a16:creationId xmlns:a16="http://schemas.microsoft.com/office/drawing/2014/main" id="{3E41AA56-FBCE-FDA6-85FB-E57DF9BC0B96}"/>
              </a:ext>
            </a:extLst>
          </p:cNvPr>
          <p:cNvSpPr txBox="1"/>
          <p:nvPr/>
        </p:nvSpPr>
        <p:spPr>
          <a:xfrm>
            <a:off x="6191105" y="2150512"/>
            <a:ext cx="292068" cy="369332"/>
          </a:xfrm>
          <a:prstGeom prst="rect">
            <a:avLst/>
          </a:prstGeom>
          <a:noFill/>
        </p:spPr>
        <p:txBody>
          <a:bodyPr wrap="none" rtlCol="0">
            <a:spAutoFit/>
          </a:bodyPr>
          <a:lstStyle/>
          <a:p>
            <a:r>
              <a:rPr lang="en-GB" dirty="0">
                <a:solidFill>
                  <a:srgbClr val="003399"/>
                </a:solidFill>
              </a:rPr>
              <a:t>?</a:t>
            </a:r>
          </a:p>
        </p:txBody>
      </p:sp>
      <p:sp>
        <p:nvSpPr>
          <p:cNvPr id="56" name="文本框 55">
            <a:extLst>
              <a:ext uri="{FF2B5EF4-FFF2-40B4-BE49-F238E27FC236}">
                <a16:creationId xmlns:a16="http://schemas.microsoft.com/office/drawing/2014/main" id="{FAA5173F-F4FC-E20A-8EE8-CB37156DD890}"/>
              </a:ext>
            </a:extLst>
          </p:cNvPr>
          <p:cNvSpPr txBox="1"/>
          <p:nvPr/>
        </p:nvSpPr>
        <p:spPr>
          <a:xfrm>
            <a:off x="6190273" y="1493370"/>
            <a:ext cx="292068" cy="369332"/>
          </a:xfrm>
          <a:prstGeom prst="rect">
            <a:avLst/>
          </a:prstGeom>
          <a:noFill/>
        </p:spPr>
        <p:txBody>
          <a:bodyPr wrap="none" rtlCol="0">
            <a:spAutoFit/>
          </a:bodyPr>
          <a:lstStyle/>
          <a:p>
            <a:r>
              <a:rPr lang="en-GB" dirty="0">
                <a:solidFill>
                  <a:srgbClr val="003399"/>
                </a:solidFill>
              </a:rPr>
              <a:t>?</a:t>
            </a:r>
          </a:p>
        </p:txBody>
      </p:sp>
      <p:sp>
        <p:nvSpPr>
          <p:cNvPr id="57" name="文本框 56">
            <a:extLst>
              <a:ext uri="{FF2B5EF4-FFF2-40B4-BE49-F238E27FC236}">
                <a16:creationId xmlns:a16="http://schemas.microsoft.com/office/drawing/2014/main" id="{A77BFA95-C700-E1DD-1C74-50102671D9F7}"/>
              </a:ext>
            </a:extLst>
          </p:cNvPr>
          <p:cNvSpPr txBox="1"/>
          <p:nvPr/>
        </p:nvSpPr>
        <p:spPr>
          <a:xfrm>
            <a:off x="7180810" y="1665022"/>
            <a:ext cx="292068" cy="369332"/>
          </a:xfrm>
          <a:prstGeom prst="rect">
            <a:avLst/>
          </a:prstGeom>
          <a:noFill/>
        </p:spPr>
        <p:txBody>
          <a:bodyPr wrap="none" rtlCol="0">
            <a:spAutoFit/>
          </a:bodyPr>
          <a:lstStyle/>
          <a:p>
            <a:r>
              <a:rPr lang="en-GB" dirty="0">
                <a:solidFill>
                  <a:srgbClr val="003399"/>
                </a:solidFill>
              </a:rPr>
              <a:t>?</a:t>
            </a:r>
          </a:p>
        </p:txBody>
      </p:sp>
      <p:sp>
        <p:nvSpPr>
          <p:cNvPr id="58" name="文本框 57">
            <a:extLst>
              <a:ext uri="{FF2B5EF4-FFF2-40B4-BE49-F238E27FC236}">
                <a16:creationId xmlns:a16="http://schemas.microsoft.com/office/drawing/2014/main" id="{9D16893A-FD5C-FAA0-378A-39837BB2149D}"/>
              </a:ext>
            </a:extLst>
          </p:cNvPr>
          <p:cNvSpPr txBox="1"/>
          <p:nvPr/>
        </p:nvSpPr>
        <p:spPr>
          <a:xfrm>
            <a:off x="6577549" y="1903242"/>
            <a:ext cx="292068" cy="369332"/>
          </a:xfrm>
          <a:prstGeom prst="rect">
            <a:avLst/>
          </a:prstGeom>
          <a:noFill/>
        </p:spPr>
        <p:txBody>
          <a:bodyPr wrap="none" rtlCol="0">
            <a:spAutoFit/>
          </a:bodyPr>
          <a:lstStyle/>
          <a:p>
            <a:r>
              <a:rPr lang="en-GB" dirty="0">
                <a:solidFill>
                  <a:srgbClr val="003399"/>
                </a:solidFill>
              </a:rPr>
              <a:t>?</a:t>
            </a:r>
          </a:p>
        </p:txBody>
      </p:sp>
      <p:sp>
        <p:nvSpPr>
          <p:cNvPr id="59" name="文本框 58">
            <a:extLst>
              <a:ext uri="{FF2B5EF4-FFF2-40B4-BE49-F238E27FC236}">
                <a16:creationId xmlns:a16="http://schemas.microsoft.com/office/drawing/2014/main" id="{3A3015F5-9501-4212-69BF-C2DD3FD57FAE}"/>
              </a:ext>
            </a:extLst>
          </p:cNvPr>
          <p:cNvSpPr txBox="1"/>
          <p:nvPr/>
        </p:nvSpPr>
        <p:spPr>
          <a:xfrm>
            <a:off x="7261914" y="2119070"/>
            <a:ext cx="292068" cy="369332"/>
          </a:xfrm>
          <a:prstGeom prst="rect">
            <a:avLst/>
          </a:prstGeom>
          <a:noFill/>
        </p:spPr>
        <p:txBody>
          <a:bodyPr wrap="none" rtlCol="0">
            <a:spAutoFit/>
          </a:bodyPr>
          <a:lstStyle/>
          <a:p>
            <a:r>
              <a:rPr lang="en-GB" dirty="0">
                <a:solidFill>
                  <a:srgbClr val="003399"/>
                </a:solidFill>
              </a:rPr>
              <a:t>?</a:t>
            </a:r>
          </a:p>
        </p:txBody>
      </p:sp>
      <p:sp>
        <p:nvSpPr>
          <p:cNvPr id="60" name="文本框 59">
            <a:extLst>
              <a:ext uri="{FF2B5EF4-FFF2-40B4-BE49-F238E27FC236}">
                <a16:creationId xmlns:a16="http://schemas.microsoft.com/office/drawing/2014/main" id="{68525EA0-095F-2064-9109-1438925F7861}"/>
              </a:ext>
            </a:extLst>
          </p:cNvPr>
          <p:cNvSpPr txBox="1"/>
          <p:nvPr/>
        </p:nvSpPr>
        <p:spPr>
          <a:xfrm>
            <a:off x="7681301" y="1631966"/>
            <a:ext cx="292068" cy="369332"/>
          </a:xfrm>
          <a:prstGeom prst="rect">
            <a:avLst/>
          </a:prstGeom>
          <a:noFill/>
        </p:spPr>
        <p:txBody>
          <a:bodyPr wrap="none" rtlCol="0">
            <a:spAutoFit/>
          </a:bodyPr>
          <a:lstStyle/>
          <a:p>
            <a:r>
              <a:rPr lang="en-GB" dirty="0">
                <a:solidFill>
                  <a:srgbClr val="003399"/>
                </a:solidFill>
              </a:rPr>
              <a:t>?</a:t>
            </a:r>
          </a:p>
        </p:txBody>
      </p:sp>
      <p:sp>
        <p:nvSpPr>
          <p:cNvPr id="61" name="文本框 60">
            <a:extLst>
              <a:ext uri="{FF2B5EF4-FFF2-40B4-BE49-F238E27FC236}">
                <a16:creationId xmlns:a16="http://schemas.microsoft.com/office/drawing/2014/main" id="{A69EA80F-66C3-B134-067A-1F0C01E4A33B}"/>
              </a:ext>
            </a:extLst>
          </p:cNvPr>
          <p:cNvSpPr txBox="1"/>
          <p:nvPr/>
        </p:nvSpPr>
        <p:spPr>
          <a:xfrm>
            <a:off x="6828729" y="1261244"/>
            <a:ext cx="292068" cy="369332"/>
          </a:xfrm>
          <a:prstGeom prst="rect">
            <a:avLst/>
          </a:prstGeom>
          <a:noFill/>
        </p:spPr>
        <p:txBody>
          <a:bodyPr wrap="none" rtlCol="0">
            <a:spAutoFit/>
          </a:bodyPr>
          <a:lstStyle/>
          <a:p>
            <a:r>
              <a:rPr lang="en-GB" dirty="0">
                <a:solidFill>
                  <a:srgbClr val="003399"/>
                </a:solidFill>
              </a:rPr>
              <a:t>?</a:t>
            </a:r>
          </a:p>
        </p:txBody>
      </p:sp>
      <p:sp>
        <p:nvSpPr>
          <p:cNvPr id="62" name="文本框 61">
            <a:extLst>
              <a:ext uri="{FF2B5EF4-FFF2-40B4-BE49-F238E27FC236}">
                <a16:creationId xmlns:a16="http://schemas.microsoft.com/office/drawing/2014/main" id="{3A070E2A-1976-3F97-FC36-8FEF9D821E13}"/>
              </a:ext>
            </a:extLst>
          </p:cNvPr>
          <p:cNvSpPr txBox="1"/>
          <p:nvPr/>
        </p:nvSpPr>
        <p:spPr>
          <a:xfrm>
            <a:off x="8171347" y="1510371"/>
            <a:ext cx="292068" cy="369332"/>
          </a:xfrm>
          <a:prstGeom prst="rect">
            <a:avLst/>
          </a:prstGeom>
          <a:noFill/>
        </p:spPr>
        <p:txBody>
          <a:bodyPr wrap="none" rtlCol="0">
            <a:spAutoFit/>
          </a:bodyPr>
          <a:lstStyle/>
          <a:p>
            <a:r>
              <a:rPr lang="en-GB" dirty="0">
                <a:solidFill>
                  <a:srgbClr val="003399"/>
                </a:solidFill>
              </a:rPr>
              <a:t>?</a:t>
            </a:r>
          </a:p>
        </p:txBody>
      </p:sp>
      <p:sp>
        <p:nvSpPr>
          <p:cNvPr id="63" name="文本框 62">
            <a:extLst>
              <a:ext uri="{FF2B5EF4-FFF2-40B4-BE49-F238E27FC236}">
                <a16:creationId xmlns:a16="http://schemas.microsoft.com/office/drawing/2014/main" id="{A67BA615-4D0D-3FEC-BE84-8DDFAFA87377}"/>
              </a:ext>
            </a:extLst>
          </p:cNvPr>
          <p:cNvSpPr txBox="1"/>
          <p:nvPr/>
        </p:nvSpPr>
        <p:spPr>
          <a:xfrm>
            <a:off x="5426189" y="3103563"/>
            <a:ext cx="292068" cy="369332"/>
          </a:xfrm>
          <a:prstGeom prst="rect">
            <a:avLst/>
          </a:prstGeom>
          <a:noFill/>
        </p:spPr>
        <p:txBody>
          <a:bodyPr wrap="none" rtlCol="0">
            <a:spAutoFit/>
          </a:bodyPr>
          <a:lstStyle/>
          <a:p>
            <a:r>
              <a:rPr lang="en-GB" dirty="0">
                <a:solidFill>
                  <a:srgbClr val="003399"/>
                </a:solidFill>
              </a:rPr>
              <a:t>?</a:t>
            </a:r>
          </a:p>
        </p:txBody>
      </p:sp>
      <p:pic>
        <p:nvPicPr>
          <p:cNvPr id="7" name="Picture 2" descr="Pop! Wall-E (Facet) — Double Boxed Toys">
            <a:extLst>
              <a:ext uri="{FF2B5EF4-FFF2-40B4-BE49-F238E27FC236}">
                <a16:creationId xmlns:a16="http://schemas.microsoft.com/office/drawing/2014/main" id="{3F646C7A-1485-1130-5CB4-EBAC2A186B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3238475" y="3802284"/>
            <a:ext cx="289943" cy="32087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orld Landmarks PNG Image for Free Download">
            <a:extLst>
              <a:ext uri="{FF2B5EF4-FFF2-40B4-BE49-F238E27FC236}">
                <a16:creationId xmlns:a16="http://schemas.microsoft.com/office/drawing/2014/main" id="{252C53A7-F02D-1C00-0361-029FA0C28C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472" t="6250" r="40618" b="72984"/>
          <a:stretch/>
        </p:blipFill>
        <p:spPr bwMode="auto">
          <a:xfrm>
            <a:off x="2120691" y="3311860"/>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World Landmarks PNG Image for Free Download">
            <a:extLst>
              <a:ext uri="{FF2B5EF4-FFF2-40B4-BE49-F238E27FC236}">
                <a16:creationId xmlns:a16="http://schemas.microsoft.com/office/drawing/2014/main" id="{7444B1B4-FA14-16C0-97B0-54820D05F9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744" t="32392" r="40346" b="42668"/>
          <a:stretch/>
        </p:blipFill>
        <p:spPr bwMode="auto">
          <a:xfrm>
            <a:off x="4207272" y="3853542"/>
            <a:ext cx="365104" cy="5586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World Landmarks PNG Image for Free Download">
            <a:extLst>
              <a:ext uri="{FF2B5EF4-FFF2-40B4-BE49-F238E27FC236}">
                <a16:creationId xmlns:a16="http://schemas.microsoft.com/office/drawing/2014/main" id="{030609E0-F5FC-F8A9-650E-133DDD21AA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258" t="63724" r="40832" b="13953"/>
          <a:stretch/>
        </p:blipFill>
        <p:spPr bwMode="auto">
          <a:xfrm>
            <a:off x="3248264" y="2965513"/>
            <a:ext cx="389294" cy="533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6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par>
                          <p:cTn id="10" fill="hold">
                            <p:stCondLst>
                              <p:cond delay="500"/>
                            </p:stCondLst>
                            <p:childTnLst>
                              <p:par>
                                <p:cTn id="11" presetID="17" presetClass="entr" presetSubtype="10" repeatCount="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250"/>
                                  </p:stCondLst>
                                  <p:childTnLst>
                                    <p:set>
                                      <p:cBhvr>
                                        <p:cTn id="19" dur="1" fill="hold">
                                          <p:stCondLst>
                                            <p:cond delay="0"/>
                                          </p:stCondLst>
                                        </p:cTn>
                                        <p:tgtEl>
                                          <p:spTgt spid="3078"/>
                                        </p:tgtEl>
                                        <p:attrNameLst>
                                          <p:attrName>style.visibility</p:attrName>
                                        </p:attrNameLst>
                                      </p:cBhvr>
                                      <p:to>
                                        <p:strVal val="visible"/>
                                      </p:to>
                                    </p:set>
                                  </p:childTnLst>
                                </p:cTn>
                              </p:par>
                              <p:par>
                                <p:cTn id="20" presetID="1" presetClass="entr" presetSubtype="0"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750"/>
                                  </p:stCondLst>
                                  <p:childTnLst>
                                    <p:set>
                                      <p:cBhvr>
                                        <p:cTn id="23" dur="1" fill="hold">
                                          <p:stCondLst>
                                            <p:cond delay="0"/>
                                          </p:stCondLst>
                                        </p:cTn>
                                        <p:tgtEl>
                                          <p:spTgt spid="9"/>
                                        </p:tgtEl>
                                        <p:attrNameLst>
                                          <p:attrName>style.visibility</p:attrName>
                                        </p:attrNameLst>
                                      </p:cBhvr>
                                      <p:to>
                                        <p:strVal val="visible"/>
                                      </p:to>
                                    </p:set>
                                  </p:childTnLst>
                                </p:cTn>
                              </p:par>
                            </p:childTnLst>
                          </p:cTn>
                        </p:par>
                        <p:par>
                          <p:cTn id="24" fill="hold">
                            <p:stCondLst>
                              <p:cond delay="1750"/>
                            </p:stCondLst>
                            <p:childTnLst>
                              <p:par>
                                <p:cTn id="25" presetID="22" presetClass="entr" presetSubtype="4"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EE4E589F-02FC-4552-8F50-0A9D012E3A3E}"/>
              </a:ext>
            </a:extLst>
          </p:cNvPr>
          <p:cNvSpPr/>
          <p:nvPr/>
        </p:nvSpPr>
        <p:spPr>
          <a:xfrm>
            <a:off x="1957388" y="2886704"/>
            <a:ext cx="2852118" cy="2078202"/>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任意形状 1">
            <a:extLst>
              <a:ext uri="{FF2B5EF4-FFF2-40B4-BE49-F238E27FC236}">
                <a16:creationId xmlns:a16="http://schemas.microsoft.com/office/drawing/2014/main" id="{E2E33CBC-0D52-6D5E-A586-574BA48CE802}"/>
              </a:ext>
            </a:extLst>
          </p:cNvPr>
          <p:cNvSpPr/>
          <p:nvPr/>
        </p:nvSpPr>
        <p:spPr>
          <a:xfrm>
            <a:off x="2744247" y="2881086"/>
            <a:ext cx="1141412" cy="2075543"/>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Lst>
            <a:ahLst/>
            <a:cxnLst>
              <a:cxn ang="0">
                <a:pos x="connsiteX0" y="connsiteY0"/>
              </a:cxn>
              <a:cxn ang="0">
                <a:pos x="connsiteX1" y="connsiteY1"/>
              </a:cxn>
              <a:cxn ang="0">
                <a:pos x="connsiteX2" y="connsiteY2"/>
              </a:cxn>
              <a:cxn ang="0">
                <a:pos x="connsiteX3" y="connsiteY3"/>
              </a:cxn>
            </a:cxnLst>
            <a:rect l="l" t="t" r="r" b="b"/>
            <a:pathLst>
              <a:path w="1588263" h="2075543">
                <a:moveTo>
                  <a:pt x="0" y="0"/>
                </a:moveTo>
                <a:cubicBezTo>
                  <a:pt x="1984" y="695475"/>
                  <a:pt x="14068" y="644675"/>
                  <a:pt x="254032" y="856342"/>
                </a:cubicBezTo>
                <a:cubicBezTo>
                  <a:pt x="493996" y="1068009"/>
                  <a:pt x="1145758" y="1068011"/>
                  <a:pt x="1439785" y="1270000"/>
                </a:cubicBezTo>
                <a:cubicBezTo>
                  <a:pt x="1663125" y="1464732"/>
                  <a:pt x="1566000" y="1576009"/>
                  <a:pt x="1573874" y="2075543"/>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6" name="Picture 4" descr="雷达接近方法- 免费矢量图形Pixabay - Pixabay">
            <a:extLst>
              <a:ext uri="{FF2B5EF4-FFF2-40B4-BE49-F238E27FC236}">
                <a16:creationId xmlns:a16="http://schemas.microsoft.com/office/drawing/2014/main" id="{7534FB10-04EC-885F-1BF7-5DDDACEB0843}"/>
              </a:ext>
            </a:extLst>
          </p:cNvPr>
          <p:cNvPicPr>
            <a:picLocks noChangeAspect="1" noChangeArrowheads="1"/>
          </p:cNvPicPr>
          <p:nvPr/>
        </p:nvPicPr>
        <p:blipFill>
          <a:blip r:embed="rId3">
            <a:alphaModFix amt="28000"/>
            <a:extLst>
              <a:ext uri="{28A0092B-C50C-407E-A947-70E740481C1C}">
                <a14:useLocalDpi xmlns:a14="http://schemas.microsoft.com/office/drawing/2010/main" val="0"/>
              </a:ext>
            </a:extLst>
          </a:blip>
          <a:srcRect/>
          <a:stretch>
            <a:fillRect/>
          </a:stretch>
        </p:blipFill>
        <p:spPr bwMode="auto">
          <a:xfrm>
            <a:off x="5924652" y="2903678"/>
            <a:ext cx="2279155" cy="2302608"/>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F1E531C2-141B-64A9-18E2-AB24D83CA187}"/>
              </a:ext>
            </a:extLst>
          </p:cNvPr>
          <p:cNvSpPr>
            <a:spLocks noGrp="1"/>
          </p:cNvSpPr>
          <p:nvPr>
            <p:ph type="title"/>
          </p:nvPr>
        </p:nvSpPr>
        <p:spPr/>
        <p:txBody>
          <a:bodyPr/>
          <a:lstStyle/>
          <a:p>
            <a:r>
              <a:rPr lang="en-GB" altLang="zh-CN" dirty="0"/>
              <a:t>Simplified SLAM Process</a:t>
            </a:r>
            <a:endParaRPr lang="en-GB" dirty="0"/>
          </a:p>
        </p:txBody>
      </p:sp>
      <p:sp>
        <p:nvSpPr>
          <p:cNvPr id="6" name="文本占位符 5">
            <a:extLst>
              <a:ext uri="{FF2B5EF4-FFF2-40B4-BE49-F238E27FC236}">
                <a16:creationId xmlns:a16="http://schemas.microsoft.com/office/drawing/2014/main" id="{FA46AA4D-3A55-AE1F-0E7E-5F5C8A8CDA15}"/>
              </a:ext>
            </a:extLst>
          </p:cNvPr>
          <p:cNvSpPr>
            <a:spLocks noGrp="1"/>
          </p:cNvSpPr>
          <p:nvPr>
            <p:ph type="body" sz="quarter" idx="10"/>
          </p:nvPr>
        </p:nvSpPr>
        <p:spPr>
          <a:xfrm>
            <a:off x="628650" y="1465729"/>
            <a:ext cx="4180856" cy="2841951"/>
          </a:xfrm>
        </p:spPr>
        <p:txBody>
          <a:bodyPr/>
          <a:lstStyle/>
          <a:p>
            <a:r>
              <a:rPr lang="en-GB" altLang="zh-CN" dirty="0"/>
              <a:t>Since we have already established a coordinate system, we are able to calculate the coordinates of each landmark based on the results from the sensors.</a:t>
            </a:r>
            <a:endParaRPr lang="en-GB" dirty="0"/>
          </a:p>
        </p:txBody>
      </p:sp>
      <p:pic>
        <p:nvPicPr>
          <p:cNvPr id="35" name="Picture 2" descr="Pop! Wall-E (Facet) — Double Boxed Toys">
            <a:extLst>
              <a:ext uri="{FF2B5EF4-FFF2-40B4-BE49-F238E27FC236}">
                <a16:creationId xmlns:a16="http://schemas.microsoft.com/office/drawing/2014/main" id="{924F8194-7514-54D8-2F08-828786412D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6806436" y="3802284"/>
            <a:ext cx="456680" cy="50539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260450D4-F818-8873-06F6-AF8C005371BD}"/>
              </a:ext>
            </a:extLst>
          </p:cNvPr>
          <p:cNvSpPr txBox="1"/>
          <p:nvPr/>
        </p:nvSpPr>
        <p:spPr>
          <a:xfrm>
            <a:off x="5721809" y="3802284"/>
            <a:ext cx="292068" cy="369332"/>
          </a:xfrm>
          <a:prstGeom prst="rect">
            <a:avLst/>
          </a:prstGeom>
          <a:noFill/>
        </p:spPr>
        <p:txBody>
          <a:bodyPr wrap="none" rtlCol="0">
            <a:spAutoFit/>
          </a:bodyPr>
          <a:lstStyle/>
          <a:p>
            <a:r>
              <a:rPr lang="en-GB" dirty="0">
                <a:solidFill>
                  <a:srgbClr val="003399"/>
                </a:solidFill>
              </a:rPr>
              <a:t>?</a:t>
            </a:r>
          </a:p>
        </p:txBody>
      </p:sp>
      <p:sp>
        <p:nvSpPr>
          <p:cNvPr id="37" name="文本框 36">
            <a:extLst>
              <a:ext uri="{FF2B5EF4-FFF2-40B4-BE49-F238E27FC236}">
                <a16:creationId xmlns:a16="http://schemas.microsoft.com/office/drawing/2014/main" id="{E5A7F810-2A2C-CD7D-8582-24CA1851326A}"/>
              </a:ext>
            </a:extLst>
          </p:cNvPr>
          <p:cNvSpPr txBox="1"/>
          <p:nvPr/>
        </p:nvSpPr>
        <p:spPr>
          <a:xfrm>
            <a:off x="6246216" y="3802284"/>
            <a:ext cx="292068" cy="369332"/>
          </a:xfrm>
          <a:prstGeom prst="rect">
            <a:avLst/>
          </a:prstGeom>
          <a:noFill/>
        </p:spPr>
        <p:txBody>
          <a:bodyPr wrap="none" rtlCol="0">
            <a:spAutoFit/>
          </a:bodyPr>
          <a:lstStyle/>
          <a:p>
            <a:r>
              <a:rPr lang="en-GB" dirty="0">
                <a:solidFill>
                  <a:srgbClr val="003399"/>
                </a:solidFill>
              </a:rPr>
              <a:t>?</a:t>
            </a:r>
          </a:p>
        </p:txBody>
      </p:sp>
      <p:sp>
        <p:nvSpPr>
          <p:cNvPr id="38" name="文本框 37">
            <a:extLst>
              <a:ext uri="{FF2B5EF4-FFF2-40B4-BE49-F238E27FC236}">
                <a16:creationId xmlns:a16="http://schemas.microsoft.com/office/drawing/2014/main" id="{A42870A8-76C7-00CE-6EDC-794E1CE38466}"/>
              </a:ext>
            </a:extLst>
          </p:cNvPr>
          <p:cNvSpPr txBox="1"/>
          <p:nvPr/>
        </p:nvSpPr>
        <p:spPr>
          <a:xfrm>
            <a:off x="6013877" y="3129337"/>
            <a:ext cx="292068" cy="369332"/>
          </a:xfrm>
          <a:prstGeom prst="rect">
            <a:avLst/>
          </a:prstGeom>
          <a:noFill/>
        </p:spPr>
        <p:txBody>
          <a:bodyPr wrap="none" rtlCol="0">
            <a:spAutoFit/>
          </a:bodyPr>
          <a:lstStyle/>
          <a:p>
            <a:r>
              <a:rPr lang="en-GB" dirty="0">
                <a:solidFill>
                  <a:srgbClr val="003399"/>
                </a:solidFill>
              </a:rPr>
              <a:t>?</a:t>
            </a:r>
          </a:p>
        </p:txBody>
      </p:sp>
      <p:sp>
        <p:nvSpPr>
          <p:cNvPr id="39" name="文本框 38">
            <a:extLst>
              <a:ext uri="{FF2B5EF4-FFF2-40B4-BE49-F238E27FC236}">
                <a16:creationId xmlns:a16="http://schemas.microsoft.com/office/drawing/2014/main" id="{280D0773-1897-8256-70CF-5FEDC0474137}"/>
              </a:ext>
            </a:extLst>
          </p:cNvPr>
          <p:cNvSpPr txBox="1"/>
          <p:nvPr/>
        </p:nvSpPr>
        <p:spPr>
          <a:xfrm>
            <a:off x="6577549" y="3129337"/>
            <a:ext cx="292068" cy="369332"/>
          </a:xfrm>
          <a:prstGeom prst="rect">
            <a:avLst/>
          </a:prstGeom>
          <a:noFill/>
        </p:spPr>
        <p:txBody>
          <a:bodyPr wrap="none" rtlCol="0">
            <a:spAutoFit/>
          </a:bodyPr>
          <a:lstStyle/>
          <a:p>
            <a:r>
              <a:rPr lang="en-GB" dirty="0">
                <a:solidFill>
                  <a:srgbClr val="003399"/>
                </a:solidFill>
              </a:rPr>
              <a:t>?</a:t>
            </a:r>
          </a:p>
        </p:txBody>
      </p:sp>
      <p:sp>
        <p:nvSpPr>
          <p:cNvPr id="40" name="文本框 39">
            <a:extLst>
              <a:ext uri="{FF2B5EF4-FFF2-40B4-BE49-F238E27FC236}">
                <a16:creationId xmlns:a16="http://schemas.microsoft.com/office/drawing/2014/main" id="{C12D7399-67AC-07BF-375E-F3529189DC69}"/>
              </a:ext>
            </a:extLst>
          </p:cNvPr>
          <p:cNvSpPr txBox="1"/>
          <p:nvPr/>
        </p:nvSpPr>
        <p:spPr>
          <a:xfrm>
            <a:off x="5867843" y="2571750"/>
            <a:ext cx="292068" cy="369332"/>
          </a:xfrm>
          <a:prstGeom prst="rect">
            <a:avLst/>
          </a:prstGeom>
          <a:noFill/>
        </p:spPr>
        <p:txBody>
          <a:bodyPr wrap="none" rtlCol="0">
            <a:spAutoFit/>
          </a:bodyPr>
          <a:lstStyle/>
          <a:p>
            <a:r>
              <a:rPr lang="en-GB" dirty="0">
                <a:solidFill>
                  <a:srgbClr val="003399"/>
                </a:solidFill>
              </a:rPr>
              <a:t>?</a:t>
            </a:r>
          </a:p>
        </p:txBody>
      </p:sp>
      <p:sp>
        <p:nvSpPr>
          <p:cNvPr id="41" name="文本框 40">
            <a:extLst>
              <a:ext uri="{FF2B5EF4-FFF2-40B4-BE49-F238E27FC236}">
                <a16:creationId xmlns:a16="http://schemas.microsoft.com/office/drawing/2014/main" id="{4E8C9A32-FD2A-7F50-DFE7-D4F821232A46}"/>
              </a:ext>
            </a:extLst>
          </p:cNvPr>
          <p:cNvSpPr txBox="1"/>
          <p:nvPr/>
        </p:nvSpPr>
        <p:spPr>
          <a:xfrm>
            <a:off x="6806436" y="2387084"/>
            <a:ext cx="292068" cy="369332"/>
          </a:xfrm>
          <a:prstGeom prst="rect">
            <a:avLst/>
          </a:prstGeom>
          <a:noFill/>
        </p:spPr>
        <p:txBody>
          <a:bodyPr wrap="none" rtlCol="0">
            <a:spAutoFit/>
          </a:bodyPr>
          <a:lstStyle/>
          <a:p>
            <a:r>
              <a:rPr lang="en-GB" dirty="0">
                <a:solidFill>
                  <a:srgbClr val="003399"/>
                </a:solidFill>
              </a:rPr>
              <a:t>?</a:t>
            </a:r>
          </a:p>
        </p:txBody>
      </p:sp>
      <p:sp>
        <p:nvSpPr>
          <p:cNvPr id="42" name="文本框 41">
            <a:extLst>
              <a:ext uri="{FF2B5EF4-FFF2-40B4-BE49-F238E27FC236}">
                <a16:creationId xmlns:a16="http://schemas.microsoft.com/office/drawing/2014/main" id="{34CB3746-9CFF-56D5-0F2A-E66DFAA7E654}"/>
              </a:ext>
            </a:extLst>
          </p:cNvPr>
          <p:cNvSpPr txBox="1"/>
          <p:nvPr/>
        </p:nvSpPr>
        <p:spPr>
          <a:xfrm>
            <a:off x="7034776" y="2812842"/>
            <a:ext cx="292068" cy="369332"/>
          </a:xfrm>
          <a:prstGeom prst="rect">
            <a:avLst/>
          </a:prstGeom>
          <a:noFill/>
        </p:spPr>
        <p:txBody>
          <a:bodyPr wrap="none" rtlCol="0">
            <a:spAutoFit/>
          </a:bodyPr>
          <a:lstStyle/>
          <a:p>
            <a:r>
              <a:rPr lang="en-GB" dirty="0">
                <a:solidFill>
                  <a:srgbClr val="003399"/>
                </a:solidFill>
              </a:rPr>
              <a:t>?</a:t>
            </a:r>
          </a:p>
        </p:txBody>
      </p:sp>
      <p:sp>
        <p:nvSpPr>
          <p:cNvPr id="43" name="文本框 42">
            <a:extLst>
              <a:ext uri="{FF2B5EF4-FFF2-40B4-BE49-F238E27FC236}">
                <a16:creationId xmlns:a16="http://schemas.microsoft.com/office/drawing/2014/main" id="{D0E8BFCD-9796-1B48-8441-511881FEABE1}"/>
              </a:ext>
            </a:extLst>
          </p:cNvPr>
          <p:cNvSpPr txBox="1"/>
          <p:nvPr/>
        </p:nvSpPr>
        <p:spPr>
          <a:xfrm>
            <a:off x="6337139" y="2623656"/>
            <a:ext cx="292068" cy="369332"/>
          </a:xfrm>
          <a:prstGeom prst="rect">
            <a:avLst/>
          </a:prstGeom>
          <a:noFill/>
        </p:spPr>
        <p:txBody>
          <a:bodyPr wrap="none" rtlCol="0">
            <a:spAutoFit/>
          </a:bodyPr>
          <a:lstStyle/>
          <a:p>
            <a:r>
              <a:rPr lang="en-GB" dirty="0">
                <a:solidFill>
                  <a:srgbClr val="003399"/>
                </a:solidFill>
              </a:rPr>
              <a:t>?</a:t>
            </a:r>
          </a:p>
        </p:txBody>
      </p:sp>
      <p:sp>
        <p:nvSpPr>
          <p:cNvPr id="44" name="文本框 43">
            <a:extLst>
              <a:ext uri="{FF2B5EF4-FFF2-40B4-BE49-F238E27FC236}">
                <a16:creationId xmlns:a16="http://schemas.microsoft.com/office/drawing/2014/main" id="{EE4FD631-59B3-B1CD-DC40-A5AEC5AB8600}"/>
              </a:ext>
            </a:extLst>
          </p:cNvPr>
          <p:cNvSpPr txBox="1"/>
          <p:nvPr/>
        </p:nvSpPr>
        <p:spPr>
          <a:xfrm>
            <a:off x="7076415" y="3190933"/>
            <a:ext cx="292068" cy="369332"/>
          </a:xfrm>
          <a:prstGeom prst="rect">
            <a:avLst/>
          </a:prstGeom>
          <a:noFill/>
        </p:spPr>
        <p:txBody>
          <a:bodyPr wrap="none" rtlCol="0">
            <a:spAutoFit/>
          </a:bodyPr>
          <a:lstStyle/>
          <a:p>
            <a:r>
              <a:rPr lang="en-GB" dirty="0">
                <a:solidFill>
                  <a:srgbClr val="003399"/>
                </a:solidFill>
              </a:rPr>
              <a:t>?</a:t>
            </a:r>
          </a:p>
        </p:txBody>
      </p:sp>
      <p:sp>
        <p:nvSpPr>
          <p:cNvPr id="45" name="文本框 44">
            <a:extLst>
              <a:ext uri="{FF2B5EF4-FFF2-40B4-BE49-F238E27FC236}">
                <a16:creationId xmlns:a16="http://schemas.microsoft.com/office/drawing/2014/main" id="{8EFA29AA-A743-9F23-3949-AEEDCFDC4660}"/>
              </a:ext>
            </a:extLst>
          </p:cNvPr>
          <p:cNvSpPr txBox="1"/>
          <p:nvPr/>
        </p:nvSpPr>
        <p:spPr>
          <a:xfrm>
            <a:off x="7479281" y="3617618"/>
            <a:ext cx="292068" cy="369332"/>
          </a:xfrm>
          <a:prstGeom prst="rect">
            <a:avLst/>
          </a:prstGeom>
          <a:noFill/>
        </p:spPr>
        <p:txBody>
          <a:bodyPr wrap="none" rtlCol="0">
            <a:spAutoFit/>
          </a:bodyPr>
          <a:lstStyle/>
          <a:p>
            <a:r>
              <a:rPr lang="en-GB" dirty="0">
                <a:solidFill>
                  <a:srgbClr val="003399"/>
                </a:solidFill>
              </a:rPr>
              <a:t>?</a:t>
            </a:r>
          </a:p>
        </p:txBody>
      </p:sp>
      <p:sp>
        <p:nvSpPr>
          <p:cNvPr id="46" name="文本框 45">
            <a:extLst>
              <a:ext uri="{FF2B5EF4-FFF2-40B4-BE49-F238E27FC236}">
                <a16:creationId xmlns:a16="http://schemas.microsoft.com/office/drawing/2014/main" id="{13F5BF4C-E40E-54BA-EBCC-4A1E7D23960C}"/>
              </a:ext>
            </a:extLst>
          </p:cNvPr>
          <p:cNvSpPr txBox="1"/>
          <p:nvPr/>
        </p:nvSpPr>
        <p:spPr>
          <a:xfrm>
            <a:off x="8156841" y="3705586"/>
            <a:ext cx="292068" cy="369332"/>
          </a:xfrm>
          <a:prstGeom prst="rect">
            <a:avLst/>
          </a:prstGeom>
          <a:noFill/>
        </p:spPr>
        <p:txBody>
          <a:bodyPr wrap="none" rtlCol="0">
            <a:spAutoFit/>
          </a:bodyPr>
          <a:lstStyle/>
          <a:p>
            <a:r>
              <a:rPr lang="en-GB" dirty="0">
                <a:solidFill>
                  <a:srgbClr val="003399"/>
                </a:solidFill>
              </a:rPr>
              <a:t>?</a:t>
            </a:r>
          </a:p>
        </p:txBody>
      </p:sp>
      <p:sp>
        <p:nvSpPr>
          <p:cNvPr id="47" name="文本框 46">
            <a:extLst>
              <a:ext uri="{FF2B5EF4-FFF2-40B4-BE49-F238E27FC236}">
                <a16:creationId xmlns:a16="http://schemas.microsoft.com/office/drawing/2014/main" id="{7F666DF7-F8EE-D0EC-3907-A609D46F57E0}"/>
              </a:ext>
            </a:extLst>
          </p:cNvPr>
          <p:cNvSpPr txBox="1"/>
          <p:nvPr/>
        </p:nvSpPr>
        <p:spPr>
          <a:xfrm>
            <a:off x="8063716" y="3366840"/>
            <a:ext cx="292068" cy="369332"/>
          </a:xfrm>
          <a:prstGeom prst="rect">
            <a:avLst/>
          </a:prstGeom>
          <a:noFill/>
        </p:spPr>
        <p:txBody>
          <a:bodyPr wrap="none" rtlCol="0">
            <a:spAutoFit/>
          </a:bodyPr>
          <a:lstStyle/>
          <a:p>
            <a:r>
              <a:rPr lang="en-GB" dirty="0">
                <a:solidFill>
                  <a:srgbClr val="003399"/>
                </a:solidFill>
              </a:rPr>
              <a:t>?</a:t>
            </a:r>
          </a:p>
        </p:txBody>
      </p:sp>
      <p:sp>
        <p:nvSpPr>
          <p:cNvPr id="48" name="文本框 47">
            <a:extLst>
              <a:ext uri="{FF2B5EF4-FFF2-40B4-BE49-F238E27FC236}">
                <a16:creationId xmlns:a16="http://schemas.microsoft.com/office/drawing/2014/main" id="{8B088103-63BF-E408-FD18-57EA48C43CF9}"/>
              </a:ext>
            </a:extLst>
          </p:cNvPr>
          <p:cNvSpPr txBox="1"/>
          <p:nvPr/>
        </p:nvSpPr>
        <p:spPr>
          <a:xfrm>
            <a:off x="7510316" y="3053934"/>
            <a:ext cx="292068" cy="369332"/>
          </a:xfrm>
          <a:prstGeom prst="rect">
            <a:avLst/>
          </a:prstGeom>
          <a:noFill/>
        </p:spPr>
        <p:txBody>
          <a:bodyPr wrap="none" rtlCol="0">
            <a:spAutoFit/>
          </a:bodyPr>
          <a:lstStyle/>
          <a:p>
            <a:r>
              <a:rPr lang="en-GB" dirty="0">
                <a:solidFill>
                  <a:srgbClr val="003399"/>
                </a:solidFill>
              </a:rPr>
              <a:t>?</a:t>
            </a:r>
          </a:p>
        </p:txBody>
      </p:sp>
      <p:sp>
        <p:nvSpPr>
          <p:cNvPr id="49" name="文本框 48">
            <a:extLst>
              <a:ext uri="{FF2B5EF4-FFF2-40B4-BE49-F238E27FC236}">
                <a16:creationId xmlns:a16="http://schemas.microsoft.com/office/drawing/2014/main" id="{1C03FC88-9E10-1298-81B3-DB42A3D3B117}"/>
              </a:ext>
            </a:extLst>
          </p:cNvPr>
          <p:cNvSpPr txBox="1"/>
          <p:nvPr/>
        </p:nvSpPr>
        <p:spPr>
          <a:xfrm>
            <a:off x="7827335" y="2702038"/>
            <a:ext cx="292068" cy="369332"/>
          </a:xfrm>
          <a:prstGeom prst="rect">
            <a:avLst/>
          </a:prstGeom>
          <a:noFill/>
        </p:spPr>
        <p:txBody>
          <a:bodyPr wrap="none" rtlCol="0">
            <a:spAutoFit/>
          </a:bodyPr>
          <a:lstStyle/>
          <a:p>
            <a:r>
              <a:rPr lang="en-GB" dirty="0">
                <a:solidFill>
                  <a:srgbClr val="003399"/>
                </a:solidFill>
              </a:rPr>
              <a:t>?</a:t>
            </a:r>
          </a:p>
        </p:txBody>
      </p:sp>
      <p:sp>
        <p:nvSpPr>
          <p:cNvPr id="50" name="文本框 49">
            <a:extLst>
              <a:ext uri="{FF2B5EF4-FFF2-40B4-BE49-F238E27FC236}">
                <a16:creationId xmlns:a16="http://schemas.microsoft.com/office/drawing/2014/main" id="{1B3EC49E-9988-B4CF-F27D-EE88A01748AA}"/>
              </a:ext>
            </a:extLst>
          </p:cNvPr>
          <p:cNvSpPr txBox="1"/>
          <p:nvPr/>
        </p:nvSpPr>
        <p:spPr>
          <a:xfrm>
            <a:off x="8250370" y="2623656"/>
            <a:ext cx="292068" cy="369332"/>
          </a:xfrm>
          <a:prstGeom prst="rect">
            <a:avLst/>
          </a:prstGeom>
          <a:noFill/>
        </p:spPr>
        <p:txBody>
          <a:bodyPr wrap="none" rtlCol="0">
            <a:spAutoFit/>
          </a:bodyPr>
          <a:lstStyle/>
          <a:p>
            <a:r>
              <a:rPr lang="en-GB" dirty="0">
                <a:solidFill>
                  <a:srgbClr val="003399"/>
                </a:solidFill>
              </a:rPr>
              <a:t>?</a:t>
            </a:r>
          </a:p>
        </p:txBody>
      </p:sp>
      <p:sp>
        <p:nvSpPr>
          <p:cNvPr id="51" name="文本框 50">
            <a:extLst>
              <a:ext uri="{FF2B5EF4-FFF2-40B4-BE49-F238E27FC236}">
                <a16:creationId xmlns:a16="http://schemas.microsoft.com/office/drawing/2014/main" id="{21684F4D-A6CA-7466-0926-BF497747DBF3}"/>
              </a:ext>
            </a:extLst>
          </p:cNvPr>
          <p:cNvSpPr txBox="1"/>
          <p:nvPr/>
        </p:nvSpPr>
        <p:spPr>
          <a:xfrm>
            <a:off x="8156841" y="2034354"/>
            <a:ext cx="292068" cy="369332"/>
          </a:xfrm>
          <a:prstGeom prst="rect">
            <a:avLst/>
          </a:prstGeom>
          <a:noFill/>
        </p:spPr>
        <p:txBody>
          <a:bodyPr wrap="none" rtlCol="0">
            <a:spAutoFit/>
          </a:bodyPr>
          <a:lstStyle/>
          <a:p>
            <a:r>
              <a:rPr lang="en-GB" dirty="0">
                <a:solidFill>
                  <a:srgbClr val="003399"/>
                </a:solidFill>
              </a:rPr>
              <a:t>?</a:t>
            </a:r>
          </a:p>
        </p:txBody>
      </p:sp>
      <p:sp>
        <p:nvSpPr>
          <p:cNvPr id="52" name="文本框 51">
            <a:extLst>
              <a:ext uri="{FF2B5EF4-FFF2-40B4-BE49-F238E27FC236}">
                <a16:creationId xmlns:a16="http://schemas.microsoft.com/office/drawing/2014/main" id="{73BE0BD5-CB20-A4F4-6397-4A7099DD4FA0}"/>
              </a:ext>
            </a:extLst>
          </p:cNvPr>
          <p:cNvSpPr txBox="1"/>
          <p:nvPr/>
        </p:nvSpPr>
        <p:spPr>
          <a:xfrm>
            <a:off x="7717392" y="2254324"/>
            <a:ext cx="292068" cy="369332"/>
          </a:xfrm>
          <a:prstGeom prst="rect">
            <a:avLst/>
          </a:prstGeom>
          <a:noFill/>
        </p:spPr>
        <p:txBody>
          <a:bodyPr wrap="none" rtlCol="0">
            <a:spAutoFit/>
          </a:bodyPr>
          <a:lstStyle/>
          <a:p>
            <a:r>
              <a:rPr lang="en-GB" dirty="0">
                <a:solidFill>
                  <a:srgbClr val="003399"/>
                </a:solidFill>
              </a:rPr>
              <a:t>?</a:t>
            </a:r>
          </a:p>
        </p:txBody>
      </p:sp>
      <p:sp>
        <p:nvSpPr>
          <p:cNvPr id="53" name="文本框 52">
            <a:extLst>
              <a:ext uri="{FF2B5EF4-FFF2-40B4-BE49-F238E27FC236}">
                <a16:creationId xmlns:a16="http://schemas.microsoft.com/office/drawing/2014/main" id="{08CF289F-6E65-7FE3-9016-FA9156E7159D}"/>
              </a:ext>
            </a:extLst>
          </p:cNvPr>
          <p:cNvSpPr txBox="1"/>
          <p:nvPr/>
        </p:nvSpPr>
        <p:spPr>
          <a:xfrm>
            <a:off x="7275551" y="2531000"/>
            <a:ext cx="292068" cy="369332"/>
          </a:xfrm>
          <a:prstGeom prst="rect">
            <a:avLst/>
          </a:prstGeom>
          <a:noFill/>
        </p:spPr>
        <p:txBody>
          <a:bodyPr wrap="none" rtlCol="0">
            <a:spAutoFit/>
          </a:bodyPr>
          <a:lstStyle/>
          <a:p>
            <a:r>
              <a:rPr lang="en-GB" dirty="0">
                <a:solidFill>
                  <a:srgbClr val="003399"/>
                </a:solidFill>
              </a:rPr>
              <a:t>?</a:t>
            </a:r>
          </a:p>
        </p:txBody>
      </p:sp>
      <p:sp>
        <p:nvSpPr>
          <p:cNvPr id="54" name="文本框 53">
            <a:extLst>
              <a:ext uri="{FF2B5EF4-FFF2-40B4-BE49-F238E27FC236}">
                <a16:creationId xmlns:a16="http://schemas.microsoft.com/office/drawing/2014/main" id="{F9590719-FC01-7695-AA62-0C17A3F285D8}"/>
              </a:ext>
            </a:extLst>
          </p:cNvPr>
          <p:cNvSpPr txBox="1"/>
          <p:nvPr/>
        </p:nvSpPr>
        <p:spPr>
          <a:xfrm>
            <a:off x="5658627" y="1974880"/>
            <a:ext cx="292068" cy="369332"/>
          </a:xfrm>
          <a:prstGeom prst="rect">
            <a:avLst/>
          </a:prstGeom>
          <a:noFill/>
        </p:spPr>
        <p:txBody>
          <a:bodyPr wrap="none" rtlCol="0">
            <a:spAutoFit/>
          </a:bodyPr>
          <a:lstStyle/>
          <a:p>
            <a:r>
              <a:rPr lang="en-GB" dirty="0">
                <a:solidFill>
                  <a:srgbClr val="003399"/>
                </a:solidFill>
              </a:rPr>
              <a:t>?</a:t>
            </a:r>
          </a:p>
        </p:txBody>
      </p:sp>
      <p:sp>
        <p:nvSpPr>
          <p:cNvPr id="55" name="文本框 54">
            <a:extLst>
              <a:ext uri="{FF2B5EF4-FFF2-40B4-BE49-F238E27FC236}">
                <a16:creationId xmlns:a16="http://schemas.microsoft.com/office/drawing/2014/main" id="{3E41AA56-FBCE-FDA6-85FB-E57DF9BC0B96}"/>
              </a:ext>
            </a:extLst>
          </p:cNvPr>
          <p:cNvSpPr txBox="1"/>
          <p:nvPr/>
        </p:nvSpPr>
        <p:spPr>
          <a:xfrm>
            <a:off x="6191105" y="2150512"/>
            <a:ext cx="292068" cy="369332"/>
          </a:xfrm>
          <a:prstGeom prst="rect">
            <a:avLst/>
          </a:prstGeom>
          <a:noFill/>
        </p:spPr>
        <p:txBody>
          <a:bodyPr wrap="none" rtlCol="0">
            <a:spAutoFit/>
          </a:bodyPr>
          <a:lstStyle/>
          <a:p>
            <a:r>
              <a:rPr lang="en-GB" dirty="0">
                <a:solidFill>
                  <a:srgbClr val="003399"/>
                </a:solidFill>
              </a:rPr>
              <a:t>?</a:t>
            </a:r>
          </a:p>
        </p:txBody>
      </p:sp>
      <p:sp>
        <p:nvSpPr>
          <p:cNvPr id="56" name="文本框 55">
            <a:extLst>
              <a:ext uri="{FF2B5EF4-FFF2-40B4-BE49-F238E27FC236}">
                <a16:creationId xmlns:a16="http://schemas.microsoft.com/office/drawing/2014/main" id="{FAA5173F-F4FC-E20A-8EE8-CB37156DD890}"/>
              </a:ext>
            </a:extLst>
          </p:cNvPr>
          <p:cNvSpPr txBox="1"/>
          <p:nvPr/>
        </p:nvSpPr>
        <p:spPr>
          <a:xfrm>
            <a:off x="6190273" y="1493370"/>
            <a:ext cx="292068" cy="369332"/>
          </a:xfrm>
          <a:prstGeom prst="rect">
            <a:avLst/>
          </a:prstGeom>
          <a:noFill/>
        </p:spPr>
        <p:txBody>
          <a:bodyPr wrap="none" rtlCol="0">
            <a:spAutoFit/>
          </a:bodyPr>
          <a:lstStyle/>
          <a:p>
            <a:r>
              <a:rPr lang="en-GB" dirty="0">
                <a:solidFill>
                  <a:srgbClr val="003399"/>
                </a:solidFill>
              </a:rPr>
              <a:t>?</a:t>
            </a:r>
          </a:p>
        </p:txBody>
      </p:sp>
      <p:sp>
        <p:nvSpPr>
          <p:cNvPr id="57" name="文本框 56">
            <a:extLst>
              <a:ext uri="{FF2B5EF4-FFF2-40B4-BE49-F238E27FC236}">
                <a16:creationId xmlns:a16="http://schemas.microsoft.com/office/drawing/2014/main" id="{A77BFA95-C700-E1DD-1C74-50102671D9F7}"/>
              </a:ext>
            </a:extLst>
          </p:cNvPr>
          <p:cNvSpPr txBox="1"/>
          <p:nvPr/>
        </p:nvSpPr>
        <p:spPr>
          <a:xfrm>
            <a:off x="7180810" y="1665022"/>
            <a:ext cx="292068" cy="369332"/>
          </a:xfrm>
          <a:prstGeom prst="rect">
            <a:avLst/>
          </a:prstGeom>
          <a:noFill/>
        </p:spPr>
        <p:txBody>
          <a:bodyPr wrap="none" rtlCol="0">
            <a:spAutoFit/>
          </a:bodyPr>
          <a:lstStyle/>
          <a:p>
            <a:r>
              <a:rPr lang="en-GB" dirty="0">
                <a:solidFill>
                  <a:srgbClr val="003399"/>
                </a:solidFill>
              </a:rPr>
              <a:t>?</a:t>
            </a:r>
          </a:p>
        </p:txBody>
      </p:sp>
      <p:sp>
        <p:nvSpPr>
          <p:cNvPr id="58" name="文本框 57">
            <a:extLst>
              <a:ext uri="{FF2B5EF4-FFF2-40B4-BE49-F238E27FC236}">
                <a16:creationId xmlns:a16="http://schemas.microsoft.com/office/drawing/2014/main" id="{9D16893A-FD5C-FAA0-378A-39837BB2149D}"/>
              </a:ext>
            </a:extLst>
          </p:cNvPr>
          <p:cNvSpPr txBox="1"/>
          <p:nvPr/>
        </p:nvSpPr>
        <p:spPr>
          <a:xfrm>
            <a:off x="6577549" y="1903242"/>
            <a:ext cx="292068" cy="369332"/>
          </a:xfrm>
          <a:prstGeom prst="rect">
            <a:avLst/>
          </a:prstGeom>
          <a:noFill/>
        </p:spPr>
        <p:txBody>
          <a:bodyPr wrap="none" rtlCol="0">
            <a:spAutoFit/>
          </a:bodyPr>
          <a:lstStyle/>
          <a:p>
            <a:r>
              <a:rPr lang="en-GB" dirty="0">
                <a:solidFill>
                  <a:srgbClr val="003399"/>
                </a:solidFill>
              </a:rPr>
              <a:t>?</a:t>
            </a:r>
          </a:p>
        </p:txBody>
      </p:sp>
      <p:sp>
        <p:nvSpPr>
          <p:cNvPr id="59" name="文本框 58">
            <a:extLst>
              <a:ext uri="{FF2B5EF4-FFF2-40B4-BE49-F238E27FC236}">
                <a16:creationId xmlns:a16="http://schemas.microsoft.com/office/drawing/2014/main" id="{3A3015F5-9501-4212-69BF-C2DD3FD57FAE}"/>
              </a:ext>
            </a:extLst>
          </p:cNvPr>
          <p:cNvSpPr txBox="1"/>
          <p:nvPr/>
        </p:nvSpPr>
        <p:spPr>
          <a:xfrm>
            <a:off x="7261914" y="2119070"/>
            <a:ext cx="292068" cy="369332"/>
          </a:xfrm>
          <a:prstGeom prst="rect">
            <a:avLst/>
          </a:prstGeom>
          <a:noFill/>
        </p:spPr>
        <p:txBody>
          <a:bodyPr wrap="none" rtlCol="0">
            <a:spAutoFit/>
          </a:bodyPr>
          <a:lstStyle/>
          <a:p>
            <a:r>
              <a:rPr lang="en-GB" dirty="0">
                <a:solidFill>
                  <a:srgbClr val="003399"/>
                </a:solidFill>
              </a:rPr>
              <a:t>?</a:t>
            </a:r>
          </a:p>
        </p:txBody>
      </p:sp>
      <p:sp>
        <p:nvSpPr>
          <p:cNvPr id="60" name="文本框 59">
            <a:extLst>
              <a:ext uri="{FF2B5EF4-FFF2-40B4-BE49-F238E27FC236}">
                <a16:creationId xmlns:a16="http://schemas.microsoft.com/office/drawing/2014/main" id="{68525EA0-095F-2064-9109-1438925F7861}"/>
              </a:ext>
            </a:extLst>
          </p:cNvPr>
          <p:cNvSpPr txBox="1"/>
          <p:nvPr/>
        </p:nvSpPr>
        <p:spPr>
          <a:xfrm>
            <a:off x="7681301" y="1631966"/>
            <a:ext cx="292068" cy="369332"/>
          </a:xfrm>
          <a:prstGeom prst="rect">
            <a:avLst/>
          </a:prstGeom>
          <a:noFill/>
        </p:spPr>
        <p:txBody>
          <a:bodyPr wrap="none" rtlCol="0">
            <a:spAutoFit/>
          </a:bodyPr>
          <a:lstStyle/>
          <a:p>
            <a:r>
              <a:rPr lang="en-GB" dirty="0">
                <a:solidFill>
                  <a:srgbClr val="003399"/>
                </a:solidFill>
              </a:rPr>
              <a:t>?</a:t>
            </a:r>
          </a:p>
        </p:txBody>
      </p:sp>
      <p:sp>
        <p:nvSpPr>
          <p:cNvPr id="61" name="文本框 60">
            <a:extLst>
              <a:ext uri="{FF2B5EF4-FFF2-40B4-BE49-F238E27FC236}">
                <a16:creationId xmlns:a16="http://schemas.microsoft.com/office/drawing/2014/main" id="{A69EA80F-66C3-B134-067A-1F0C01E4A33B}"/>
              </a:ext>
            </a:extLst>
          </p:cNvPr>
          <p:cNvSpPr txBox="1"/>
          <p:nvPr/>
        </p:nvSpPr>
        <p:spPr>
          <a:xfrm>
            <a:off x="6828729" y="1261244"/>
            <a:ext cx="292068" cy="369332"/>
          </a:xfrm>
          <a:prstGeom prst="rect">
            <a:avLst/>
          </a:prstGeom>
          <a:noFill/>
        </p:spPr>
        <p:txBody>
          <a:bodyPr wrap="none" rtlCol="0">
            <a:spAutoFit/>
          </a:bodyPr>
          <a:lstStyle/>
          <a:p>
            <a:r>
              <a:rPr lang="en-GB" dirty="0">
                <a:solidFill>
                  <a:srgbClr val="003399"/>
                </a:solidFill>
              </a:rPr>
              <a:t>?</a:t>
            </a:r>
          </a:p>
        </p:txBody>
      </p:sp>
      <p:sp>
        <p:nvSpPr>
          <p:cNvPr id="62" name="文本框 61">
            <a:extLst>
              <a:ext uri="{FF2B5EF4-FFF2-40B4-BE49-F238E27FC236}">
                <a16:creationId xmlns:a16="http://schemas.microsoft.com/office/drawing/2014/main" id="{3A070E2A-1976-3F97-FC36-8FEF9D821E13}"/>
              </a:ext>
            </a:extLst>
          </p:cNvPr>
          <p:cNvSpPr txBox="1"/>
          <p:nvPr/>
        </p:nvSpPr>
        <p:spPr>
          <a:xfrm>
            <a:off x="8171347" y="1510371"/>
            <a:ext cx="292068" cy="369332"/>
          </a:xfrm>
          <a:prstGeom prst="rect">
            <a:avLst/>
          </a:prstGeom>
          <a:noFill/>
        </p:spPr>
        <p:txBody>
          <a:bodyPr wrap="none" rtlCol="0">
            <a:spAutoFit/>
          </a:bodyPr>
          <a:lstStyle/>
          <a:p>
            <a:r>
              <a:rPr lang="en-GB" dirty="0">
                <a:solidFill>
                  <a:srgbClr val="003399"/>
                </a:solidFill>
              </a:rPr>
              <a:t>?</a:t>
            </a:r>
          </a:p>
        </p:txBody>
      </p:sp>
      <p:sp>
        <p:nvSpPr>
          <p:cNvPr id="63" name="文本框 62">
            <a:extLst>
              <a:ext uri="{FF2B5EF4-FFF2-40B4-BE49-F238E27FC236}">
                <a16:creationId xmlns:a16="http://schemas.microsoft.com/office/drawing/2014/main" id="{A67BA615-4D0D-3FEC-BE84-8DDFAFA87377}"/>
              </a:ext>
            </a:extLst>
          </p:cNvPr>
          <p:cNvSpPr txBox="1"/>
          <p:nvPr/>
        </p:nvSpPr>
        <p:spPr>
          <a:xfrm>
            <a:off x="5426189" y="3103563"/>
            <a:ext cx="292068" cy="369332"/>
          </a:xfrm>
          <a:prstGeom prst="rect">
            <a:avLst/>
          </a:prstGeom>
          <a:noFill/>
        </p:spPr>
        <p:txBody>
          <a:bodyPr wrap="none" rtlCol="0">
            <a:spAutoFit/>
          </a:bodyPr>
          <a:lstStyle/>
          <a:p>
            <a:r>
              <a:rPr lang="en-GB" dirty="0">
                <a:solidFill>
                  <a:srgbClr val="003399"/>
                </a:solidFill>
              </a:rPr>
              <a:t>?</a:t>
            </a:r>
          </a:p>
        </p:txBody>
      </p:sp>
      <p:pic>
        <p:nvPicPr>
          <p:cNvPr id="7" name="Picture 2" descr="Pop! Wall-E (Facet) — Double Boxed Toys">
            <a:extLst>
              <a:ext uri="{FF2B5EF4-FFF2-40B4-BE49-F238E27FC236}">
                <a16:creationId xmlns:a16="http://schemas.microsoft.com/office/drawing/2014/main" id="{3F646C7A-1485-1130-5CB4-EBAC2A186B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3238475" y="3802284"/>
            <a:ext cx="289943" cy="32087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orld Landmarks PNG Image for Free Download">
            <a:extLst>
              <a:ext uri="{FF2B5EF4-FFF2-40B4-BE49-F238E27FC236}">
                <a16:creationId xmlns:a16="http://schemas.microsoft.com/office/drawing/2014/main" id="{252C53A7-F02D-1C00-0361-029FA0C28C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472" t="6250" r="40618" b="72984"/>
          <a:stretch/>
        </p:blipFill>
        <p:spPr bwMode="auto">
          <a:xfrm>
            <a:off x="2120691" y="3311860"/>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World Landmarks PNG Image for Free Download">
            <a:extLst>
              <a:ext uri="{FF2B5EF4-FFF2-40B4-BE49-F238E27FC236}">
                <a16:creationId xmlns:a16="http://schemas.microsoft.com/office/drawing/2014/main" id="{7444B1B4-FA14-16C0-97B0-54820D05F9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744" t="32392" r="40346" b="42668"/>
          <a:stretch/>
        </p:blipFill>
        <p:spPr bwMode="auto">
          <a:xfrm>
            <a:off x="4207272" y="3853542"/>
            <a:ext cx="365104" cy="5586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World Landmarks PNG Image for Free Download">
            <a:extLst>
              <a:ext uri="{FF2B5EF4-FFF2-40B4-BE49-F238E27FC236}">
                <a16:creationId xmlns:a16="http://schemas.microsoft.com/office/drawing/2014/main" id="{030609E0-F5FC-F8A9-650E-133DDD21AA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258" t="63724" r="40832" b="13953"/>
          <a:stretch/>
        </p:blipFill>
        <p:spPr bwMode="auto">
          <a:xfrm>
            <a:off x="3248264" y="2965513"/>
            <a:ext cx="389294" cy="53315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C34CA685-C829-6D93-E9E2-CC3CD16545E2}"/>
              </a:ext>
            </a:extLst>
          </p:cNvPr>
          <p:cNvSpPr txBox="1"/>
          <p:nvPr/>
        </p:nvSpPr>
        <p:spPr>
          <a:xfrm>
            <a:off x="3134271" y="4151710"/>
            <a:ext cx="521297" cy="307777"/>
          </a:xfrm>
          <a:prstGeom prst="rect">
            <a:avLst/>
          </a:prstGeom>
          <a:noFill/>
        </p:spPr>
        <p:txBody>
          <a:bodyPr wrap="none" rtlCol="0">
            <a:spAutoFit/>
          </a:bodyPr>
          <a:lstStyle/>
          <a:p>
            <a:r>
              <a:rPr lang="en-GB" sz="1400" dirty="0">
                <a:solidFill>
                  <a:srgbClr val="003399"/>
                </a:solidFill>
              </a:rPr>
              <a:t>(0,0)</a:t>
            </a:r>
          </a:p>
        </p:txBody>
      </p:sp>
      <p:sp>
        <p:nvSpPr>
          <p:cNvPr id="12" name="文本框 11">
            <a:extLst>
              <a:ext uri="{FF2B5EF4-FFF2-40B4-BE49-F238E27FC236}">
                <a16:creationId xmlns:a16="http://schemas.microsoft.com/office/drawing/2014/main" id="{56E31208-4F6D-4B48-4ED1-6810E93F1CA1}"/>
              </a:ext>
            </a:extLst>
          </p:cNvPr>
          <p:cNvSpPr txBox="1"/>
          <p:nvPr/>
        </p:nvSpPr>
        <p:spPr>
          <a:xfrm>
            <a:off x="4101924" y="4436174"/>
            <a:ext cx="575799" cy="307777"/>
          </a:xfrm>
          <a:prstGeom prst="rect">
            <a:avLst/>
          </a:prstGeom>
          <a:noFill/>
        </p:spPr>
        <p:txBody>
          <a:bodyPr wrap="none" rtlCol="0">
            <a:spAutoFit/>
          </a:bodyPr>
          <a:lstStyle/>
          <a:p>
            <a:r>
              <a:rPr lang="en-GB" sz="1400" dirty="0">
                <a:solidFill>
                  <a:srgbClr val="003399"/>
                </a:solidFill>
              </a:rPr>
              <a:t>(8,-2)</a:t>
            </a:r>
          </a:p>
        </p:txBody>
      </p:sp>
      <p:sp>
        <p:nvSpPr>
          <p:cNvPr id="13" name="文本框 12">
            <a:extLst>
              <a:ext uri="{FF2B5EF4-FFF2-40B4-BE49-F238E27FC236}">
                <a16:creationId xmlns:a16="http://schemas.microsoft.com/office/drawing/2014/main" id="{6BFC4173-6F64-896B-B761-F3ABE25A6987}"/>
              </a:ext>
            </a:extLst>
          </p:cNvPr>
          <p:cNvSpPr txBox="1"/>
          <p:nvPr/>
        </p:nvSpPr>
        <p:spPr>
          <a:xfrm>
            <a:off x="2027160" y="3734564"/>
            <a:ext cx="575799" cy="307777"/>
          </a:xfrm>
          <a:prstGeom prst="rect">
            <a:avLst/>
          </a:prstGeom>
          <a:noFill/>
        </p:spPr>
        <p:txBody>
          <a:bodyPr wrap="none" rtlCol="0">
            <a:spAutoFit/>
          </a:bodyPr>
          <a:lstStyle/>
          <a:p>
            <a:r>
              <a:rPr lang="en-GB" sz="1400" dirty="0">
                <a:solidFill>
                  <a:srgbClr val="003399"/>
                </a:solidFill>
              </a:rPr>
              <a:t>(-8,2)</a:t>
            </a:r>
          </a:p>
        </p:txBody>
      </p:sp>
      <p:sp>
        <p:nvSpPr>
          <p:cNvPr id="14" name="文本框 13">
            <a:extLst>
              <a:ext uri="{FF2B5EF4-FFF2-40B4-BE49-F238E27FC236}">
                <a16:creationId xmlns:a16="http://schemas.microsoft.com/office/drawing/2014/main" id="{3E9F142E-B23B-DEFF-6002-7FDCE5B2D003}"/>
              </a:ext>
            </a:extLst>
          </p:cNvPr>
          <p:cNvSpPr txBox="1"/>
          <p:nvPr/>
        </p:nvSpPr>
        <p:spPr>
          <a:xfrm>
            <a:off x="3498183" y="3243138"/>
            <a:ext cx="521297" cy="307777"/>
          </a:xfrm>
          <a:prstGeom prst="rect">
            <a:avLst/>
          </a:prstGeom>
          <a:noFill/>
        </p:spPr>
        <p:txBody>
          <a:bodyPr wrap="none" rtlCol="0">
            <a:spAutoFit/>
          </a:bodyPr>
          <a:lstStyle/>
          <a:p>
            <a:r>
              <a:rPr lang="en-GB" sz="1400" dirty="0">
                <a:solidFill>
                  <a:srgbClr val="003399"/>
                </a:solidFill>
              </a:rPr>
              <a:t>(</a:t>
            </a:r>
            <a:r>
              <a:rPr lang="en-US" altLang="zh-CN" sz="1400" dirty="0">
                <a:solidFill>
                  <a:srgbClr val="003399"/>
                </a:solidFill>
              </a:rPr>
              <a:t>1</a:t>
            </a:r>
            <a:r>
              <a:rPr lang="en-GB" sz="1400" dirty="0">
                <a:solidFill>
                  <a:srgbClr val="003399"/>
                </a:solidFill>
              </a:rPr>
              <a:t>,4)</a:t>
            </a:r>
          </a:p>
        </p:txBody>
      </p:sp>
    </p:spTree>
    <p:extLst>
      <p:ext uri="{BB962C8B-B14F-4D97-AF65-F5344CB8AC3E}">
        <p14:creationId xmlns:p14="http://schemas.microsoft.com/office/powerpoint/2010/main" val="406302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EE4E589F-02FC-4552-8F50-0A9D012E3A3E}"/>
              </a:ext>
            </a:extLst>
          </p:cNvPr>
          <p:cNvSpPr/>
          <p:nvPr/>
        </p:nvSpPr>
        <p:spPr>
          <a:xfrm>
            <a:off x="1957388" y="2886704"/>
            <a:ext cx="2852118" cy="2078202"/>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任意形状 19">
            <a:extLst>
              <a:ext uri="{FF2B5EF4-FFF2-40B4-BE49-F238E27FC236}">
                <a16:creationId xmlns:a16="http://schemas.microsoft.com/office/drawing/2014/main" id="{87A38250-B443-E524-86C8-6D77C5F38249}"/>
              </a:ext>
            </a:extLst>
          </p:cNvPr>
          <p:cNvSpPr/>
          <p:nvPr/>
        </p:nvSpPr>
        <p:spPr>
          <a:xfrm>
            <a:off x="2457355" y="3896247"/>
            <a:ext cx="1869458" cy="1067330"/>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31" h="1067330">
                <a:moveTo>
                  <a:pt x="9" y="1052815"/>
                </a:moveTo>
                <a:cubicBezTo>
                  <a:pt x="-2707" y="850877"/>
                  <a:pt x="555305" y="170121"/>
                  <a:pt x="730992" y="116954"/>
                </a:cubicBezTo>
                <a:cubicBezTo>
                  <a:pt x="1088448" y="-30556"/>
                  <a:pt x="1668833" y="-36605"/>
                  <a:pt x="1912484" y="87924"/>
                </a:cubicBezTo>
                <a:cubicBezTo>
                  <a:pt x="2156135" y="212453"/>
                  <a:pt x="1773501" y="589619"/>
                  <a:pt x="2192901" y="864129"/>
                </a:cubicBezTo>
                <a:cubicBezTo>
                  <a:pt x="2369943" y="1008012"/>
                  <a:pt x="2610013" y="966941"/>
                  <a:pt x="2601090" y="1067330"/>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6" name="Picture 4" descr="雷达接近方法- 免费矢量图形Pixabay - Pixabay">
            <a:extLst>
              <a:ext uri="{FF2B5EF4-FFF2-40B4-BE49-F238E27FC236}">
                <a16:creationId xmlns:a16="http://schemas.microsoft.com/office/drawing/2014/main" id="{7534FB10-04EC-885F-1BF7-5DDDACEB0843}"/>
              </a:ext>
            </a:extLst>
          </p:cNvPr>
          <p:cNvPicPr>
            <a:picLocks noChangeAspect="1" noChangeArrowheads="1"/>
          </p:cNvPicPr>
          <p:nvPr/>
        </p:nvPicPr>
        <p:blipFill>
          <a:blip r:embed="rId3">
            <a:alphaModFix amt="28000"/>
            <a:extLst>
              <a:ext uri="{28A0092B-C50C-407E-A947-70E740481C1C}">
                <a14:useLocalDpi xmlns:a14="http://schemas.microsoft.com/office/drawing/2010/main" val="0"/>
              </a:ext>
            </a:extLst>
          </a:blip>
          <a:srcRect/>
          <a:stretch>
            <a:fillRect/>
          </a:stretch>
        </p:blipFill>
        <p:spPr bwMode="auto">
          <a:xfrm>
            <a:off x="5946487" y="967056"/>
            <a:ext cx="2279155" cy="2302608"/>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F1E531C2-141B-64A9-18E2-AB24D83CA187}"/>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FA46AA4D-3A55-AE1F-0E7E-5F5C8A8CDA15}"/>
              </a:ext>
            </a:extLst>
          </p:cNvPr>
          <p:cNvSpPr>
            <a:spLocks noGrp="1"/>
          </p:cNvSpPr>
          <p:nvPr>
            <p:ph type="body" sz="quarter" idx="10"/>
          </p:nvPr>
        </p:nvSpPr>
        <p:spPr>
          <a:xfrm>
            <a:off x="628650" y="1465729"/>
            <a:ext cx="4180856" cy="2841951"/>
          </a:xfrm>
        </p:spPr>
        <p:txBody>
          <a:bodyPr/>
          <a:lstStyle/>
          <a:p>
            <a:r>
              <a:rPr lang="en-GB" dirty="0"/>
              <a:t>Then, the robot moves a certain distance and scans the surrounding environment once again, searching for recognisable landmarks, and creates another snapshot of the surroundings.</a:t>
            </a:r>
          </a:p>
        </p:txBody>
      </p:sp>
      <p:pic>
        <p:nvPicPr>
          <p:cNvPr id="35" name="Picture 2" descr="Pop! Wall-E (Facet) — Double Boxed Toys">
            <a:extLst>
              <a:ext uri="{FF2B5EF4-FFF2-40B4-BE49-F238E27FC236}">
                <a16:creationId xmlns:a16="http://schemas.microsoft.com/office/drawing/2014/main" id="{924F8194-7514-54D8-2F08-828786412D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6828271" y="1865662"/>
            <a:ext cx="456680" cy="50539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260450D4-F818-8873-06F6-AF8C005371BD}"/>
              </a:ext>
            </a:extLst>
          </p:cNvPr>
          <p:cNvSpPr txBox="1"/>
          <p:nvPr/>
        </p:nvSpPr>
        <p:spPr>
          <a:xfrm>
            <a:off x="5721809" y="3802284"/>
            <a:ext cx="292068" cy="369332"/>
          </a:xfrm>
          <a:prstGeom prst="rect">
            <a:avLst/>
          </a:prstGeom>
          <a:noFill/>
        </p:spPr>
        <p:txBody>
          <a:bodyPr wrap="none" rtlCol="0">
            <a:spAutoFit/>
          </a:bodyPr>
          <a:lstStyle/>
          <a:p>
            <a:r>
              <a:rPr lang="en-GB" dirty="0">
                <a:solidFill>
                  <a:srgbClr val="003399"/>
                </a:solidFill>
              </a:rPr>
              <a:t>?</a:t>
            </a:r>
          </a:p>
        </p:txBody>
      </p:sp>
      <p:sp>
        <p:nvSpPr>
          <p:cNvPr id="37" name="文本框 36">
            <a:extLst>
              <a:ext uri="{FF2B5EF4-FFF2-40B4-BE49-F238E27FC236}">
                <a16:creationId xmlns:a16="http://schemas.microsoft.com/office/drawing/2014/main" id="{E5A7F810-2A2C-CD7D-8582-24CA1851326A}"/>
              </a:ext>
            </a:extLst>
          </p:cNvPr>
          <p:cNvSpPr txBox="1"/>
          <p:nvPr/>
        </p:nvSpPr>
        <p:spPr>
          <a:xfrm>
            <a:off x="6246216" y="3802284"/>
            <a:ext cx="292068" cy="369332"/>
          </a:xfrm>
          <a:prstGeom prst="rect">
            <a:avLst/>
          </a:prstGeom>
          <a:noFill/>
        </p:spPr>
        <p:txBody>
          <a:bodyPr wrap="none" rtlCol="0">
            <a:spAutoFit/>
          </a:bodyPr>
          <a:lstStyle/>
          <a:p>
            <a:r>
              <a:rPr lang="en-GB" dirty="0">
                <a:solidFill>
                  <a:srgbClr val="003399"/>
                </a:solidFill>
              </a:rPr>
              <a:t>?</a:t>
            </a:r>
          </a:p>
        </p:txBody>
      </p:sp>
      <p:sp>
        <p:nvSpPr>
          <p:cNvPr id="38" name="文本框 37">
            <a:extLst>
              <a:ext uri="{FF2B5EF4-FFF2-40B4-BE49-F238E27FC236}">
                <a16:creationId xmlns:a16="http://schemas.microsoft.com/office/drawing/2014/main" id="{A42870A8-76C7-00CE-6EDC-794E1CE38466}"/>
              </a:ext>
            </a:extLst>
          </p:cNvPr>
          <p:cNvSpPr txBox="1"/>
          <p:nvPr/>
        </p:nvSpPr>
        <p:spPr>
          <a:xfrm>
            <a:off x="6013877" y="3129337"/>
            <a:ext cx="292068" cy="369332"/>
          </a:xfrm>
          <a:prstGeom prst="rect">
            <a:avLst/>
          </a:prstGeom>
          <a:noFill/>
        </p:spPr>
        <p:txBody>
          <a:bodyPr wrap="none" rtlCol="0">
            <a:spAutoFit/>
          </a:bodyPr>
          <a:lstStyle/>
          <a:p>
            <a:r>
              <a:rPr lang="en-GB" dirty="0">
                <a:solidFill>
                  <a:srgbClr val="003399"/>
                </a:solidFill>
              </a:rPr>
              <a:t>?</a:t>
            </a:r>
          </a:p>
        </p:txBody>
      </p:sp>
      <p:sp>
        <p:nvSpPr>
          <p:cNvPr id="39" name="文本框 38">
            <a:extLst>
              <a:ext uri="{FF2B5EF4-FFF2-40B4-BE49-F238E27FC236}">
                <a16:creationId xmlns:a16="http://schemas.microsoft.com/office/drawing/2014/main" id="{280D0773-1897-8256-70CF-5FEDC0474137}"/>
              </a:ext>
            </a:extLst>
          </p:cNvPr>
          <p:cNvSpPr txBox="1"/>
          <p:nvPr/>
        </p:nvSpPr>
        <p:spPr>
          <a:xfrm>
            <a:off x="7065145" y="3576239"/>
            <a:ext cx="292068" cy="369332"/>
          </a:xfrm>
          <a:prstGeom prst="rect">
            <a:avLst/>
          </a:prstGeom>
          <a:noFill/>
        </p:spPr>
        <p:txBody>
          <a:bodyPr wrap="none" rtlCol="0">
            <a:spAutoFit/>
          </a:bodyPr>
          <a:lstStyle/>
          <a:p>
            <a:r>
              <a:rPr lang="en-GB" dirty="0">
                <a:solidFill>
                  <a:srgbClr val="003399"/>
                </a:solidFill>
              </a:rPr>
              <a:t>?</a:t>
            </a:r>
          </a:p>
        </p:txBody>
      </p:sp>
      <p:sp>
        <p:nvSpPr>
          <p:cNvPr id="40" name="文本框 39">
            <a:extLst>
              <a:ext uri="{FF2B5EF4-FFF2-40B4-BE49-F238E27FC236}">
                <a16:creationId xmlns:a16="http://schemas.microsoft.com/office/drawing/2014/main" id="{C12D7399-67AC-07BF-375E-F3529189DC69}"/>
              </a:ext>
            </a:extLst>
          </p:cNvPr>
          <p:cNvSpPr txBox="1"/>
          <p:nvPr/>
        </p:nvSpPr>
        <p:spPr>
          <a:xfrm>
            <a:off x="5867843" y="2571750"/>
            <a:ext cx="292068" cy="369332"/>
          </a:xfrm>
          <a:prstGeom prst="rect">
            <a:avLst/>
          </a:prstGeom>
          <a:noFill/>
        </p:spPr>
        <p:txBody>
          <a:bodyPr wrap="none" rtlCol="0">
            <a:spAutoFit/>
          </a:bodyPr>
          <a:lstStyle/>
          <a:p>
            <a:r>
              <a:rPr lang="en-GB" dirty="0">
                <a:solidFill>
                  <a:srgbClr val="003399"/>
                </a:solidFill>
              </a:rPr>
              <a:t>?</a:t>
            </a:r>
          </a:p>
        </p:txBody>
      </p:sp>
      <p:sp>
        <p:nvSpPr>
          <p:cNvPr id="41" name="文本框 40">
            <a:extLst>
              <a:ext uri="{FF2B5EF4-FFF2-40B4-BE49-F238E27FC236}">
                <a16:creationId xmlns:a16="http://schemas.microsoft.com/office/drawing/2014/main" id="{4E8C9A32-FD2A-7F50-DFE7-D4F821232A46}"/>
              </a:ext>
            </a:extLst>
          </p:cNvPr>
          <p:cNvSpPr txBox="1"/>
          <p:nvPr/>
        </p:nvSpPr>
        <p:spPr>
          <a:xfrm>
            <a:off x="6877244" y="2634903"/>
            <a:ext cx="292068" cy="369332"/>
          </a:xfrm>
          <a:prstGeom prst="rect">
            <a:avLst/>
          </a:prstGeom>
          <a:noFill/>
        </p:spPr>
        <p:txBody>
          <a:bodyPr wrap="none" rtlCol="0">
            <a:spAutoFit/>
          </a:bodyPr>
          <a:lstStyle/>
          <a:p>
            <a:r>
              <a:rPr lang="en-GB" dirty="0">
                <a:solidFill>
                  <a:srgbClr val="003399"/>
                </a:solidFill>
              </a:rPr>
              <a:t>?</a:t>
            </a:r>
          </a:p>
        </p:txBody>
      </p:sp>
      <p:sp>
        <p:nvSpPr>
          <p:cNvPr id="42" name="文本框 41">
            <a:extLst>
              <a:ext uri="{FF2B5EF4-FFF2-40B4-BE49-F238E27FC236}">
                <a16:creationId xmlns:a16="http://schemas.microsoft.com/office/drawing/2014/main" id="{34CB3746-9CFF-56D5-0F2A-E66DFAA7E654}"/>
              </a:ext>
            </a:extLst>
          </p:cNvPr>
          <p:cNvSpPr txBox="1"/>
          <p:nvPr/>
        </p:nvSpPr>
        <p:spPr>
          <a:xfrm>
            <a:off x="6545056" y="3223336"/>
            <a:ext cx="292068" cy="369332"/>
          </a:xfrm>
          <a:prstGeom prst="rect">
            <a:avLst/>
          </a:prstGeom>
          <a:noFill/>
        </p:spPr>
        <p:txBody>
          <a:bodyPr wrap="none" rtlCol="0">
            <a:spAutoFit/>
          </a:bodyPr>
          <a:lstStyle/>
          <a:p>
            <a:r>
              <a:rPr lang="en-GB" dirty="0">
                <a:solidFill>
                  <a:srgbClr val="003399"/>
                </a:solidFill>
              </a:rPr>
              <a:t>?</a:t>
            </a:r>
          </a:p>
        </p:txBody>
      </p:sp>
      <p:sp>
        <p:nvSpPr>
          <p:cNvPr id="43" name="文本框 42">
            <a:extLst>
              <a:ext uri="{FF2B5EF4-FFF2-40B4-BE49-F238E27FC236}">
                <a16:creationId xmlns:a16="http://schemas.microsoft.com/office/drawing/2014/main" id="{D0E8BFCD-9796-1B48-8441-511881FEABE1}"/>
              </a:ext>
            </a:extLst>
          </p:cNvPr>
          <p:cNvSpPr txBox="1"/>
          <p:nvPr/>
        </p:nvSpPr>
        <p:spPr>
          <a:xfrm>
            <a:off x="6337139" y="2623656"/>
            <a:ext cx="292068" cy="369332"/>
          </a:xfrm>
          <a:prstGeom prst="rect">
            <a:avLst/>
          </a:prstGeom>
          <a:noFill/>
        </p:spPr>
        <p:txBody>
          <a:bodyPr wrap="none" rtlCol="0">
            <a:spAutoFit/>
          </a:bodyPr>
          <a:lstStyle/>
          <a:p>
            <a:r>
              <a:rPr lang="en-GB" dirty="0">
                <a:solidFill>
                  <a:srgbClr val="003399"/>
                </a:solidFill>
              </a:rPr>
              <a:t>?</a:t>
            </a:r>
          </a:p>
        </p:txBody>
      </p:sp>
      <p:sp>
        <p:nvSpPr>
          <p:cNvPr id="44" name="文本框 43">
            <a:extLst>
              <a:ext uri="{FF2B5EF4-FFF2-40B4-BE49-F238E27FC236}">
                <a16:creationId xmlns:a16="http://schemas.microsoft.com/office/drawing/2014/main" id="{EE4FD631-59B3-B1CD-DC40-A5AEC5AB8600}"/>
              </a:ext>
            </a:extLst>
          </p:cNvPr>
          <p:cNvSpPr txBox="1"/>
          <p:nvPr/>
        </p:nvSpPr>
        <p:spPr>
          <a:xfrm>
            <a:off x="6743835" y="3988703"/>
            <a:ext cx="292068" cy="369332"/>
          </a:xfrm>
          <a:prstGeom prst="rect">
            <a:avLst/>
          </a:prstGeom>
          <a:noFill/>
        </p:spPr>
        <p:txBody>
          <a:bodyPr wrap="none" rtlCol="0">
            <a:spAutoFit/>
          </a:bodyPr>
          <a:lstStyle/>
          <a:p>
            <a:r>
              <a:rPr lang="en-GB" dirty="0">
                <a:solidFill>
                  <a:srgbClr val="003399"/>
                </a:solidFill>
              </a:rPr>
              <a:t>?</a:t>
            </a:r>
          </a:p>
        </p:txBody>
      </p:sp>
      <p:sp>
        <p:nvSpPr>
          <p:cNvPr id="45" name="文本框 44">
            <a:extLst>
              <a:ext uri="{FF2B5EF4-FFF2-40B4-BE49-F238E27FC236}">
                <a16:creationId xmlns:a16="http://schemas.microsoft.com/office/drawing/2014/main" id="{8EFA29AA-A743-9F23-3949-AEEDCFDC4660}"/>
              </a:ext>
            </a:extLst>
          </p:cNvPr>
          <p:cNvSpPr txBox="1"/>
          <p:nvPr/>
        </p:nvSpPr>
        <p:spPr>
          <a:xfrm>
            <a:off x="7666520" y="3576239"/>
            <a:ext cx="292068" cy="369332"/>
          </a:xfrm>
          <a:prstGeom prst="rect">
            <a:avLst/>
          </a:prstGeom>
          <a:noFill/>
        </p:spPr>
        <p:txBody>
          <a:bodyPr wrap="none" rtlCol="0">
            <a:spAutoFit/>
          </a:bodyPr>
          <a:lstStyle/>
          <a:p>
            <a:r>
              <a:rPr lang="en-GB" dirty="0">
                <a:solidFill>
                  <a:srgbClr val="003399"/>
                </a:solidFill>
              </a:rPr>
              <a:t>?</a:t>
            </a:r>
          </a:p>
        </p:txBody>
      </p:sp>
      <p:sp>
        <p:nvSpPr>
          <p:cNvPr id="46" name="文本框 45">
            <a:extLst>
              <a:ext uri="{FF2B5EF4-FFF2-40B4-BE49-F238E27FC236}">
                <a16:creationId xmlns:a16="http://schemas.microsoft.com/office/drawing/2014/main" id="{13F5BF4C-E40E-54BA-EBCC-4A1E7D23960C}"/>
              </a:ext>
            </a:extLst>
          </p:cNvPr>
          <p:cNvSpPr txBox="1"/>
          <p:nvPr/>
        </p:nvSpPr>
        <p:spPr>
          <a:xfrm>
            <a:off x="8156841" y="3705586"/>
            <a:ext cx="292068" cy="369332"/>
          </a:xfrm>
          <a:prstGeom prst="rect">
            <a:avLst/>
          </a:prstGeom>
          <a:noFill/>
        </p:spPr>
        <p:txBody>
          <a:bodyPr wrap="none" rtlCol="0">
            <a:spAutoFit/>
          </a:bodyPr>
          <a:lstStyle/>
          <a:p>
            <a:r>
              <a:rPr lang="en-GB" dirty="0">
                <a:solidFill>
                  <a:srgbClr val="003399"/>
                </a:solidFill>
              </a:rPr>
              <a:t>?</a:t>
            </a:r>
          </a:p>
        </p:txBody>
      </p:sp>
      <p:sp>
        <p:nvSpPr>
          <p:cNvPr id="47" name="文本框 46">
            <a:extLst>
              <a:ext uri="{FF2B5EF4-FFF2-40B4-BE49-F238E27FC236}">
                <a16:creationId xmlns:a16="http://schemas.microsoft.com/office/drawing/2014/main" id="{7F666DF7-F8EE-D0EC-3907-A609D46F57E0}"/>
              </a:ext>
            </a:extLst>
          </p:cNvPr>
          <p:cNvSpPr txBox="1"/>
          <p:nvPr/>
        </p:nvSpPr>
        <p:spPr>
          <a:xfrm>
            <a:off x="8063716" y="3366840"/>
            <a:ext cx="292068" cy="369332"/>
          </a:xfrm>
          <a:prstGeom prst="rect">
            <a:avLst/>
          </a:prstGeom>
          <a:noFill/>
        </p:spPr>
        <p:txBody>
          <a:bodyPr wrap="none" rtlCol="0">
            <a:spAutoFit/>
          </a:bodyPr>
          <a:lstStyle/>
          <a:p>
            <a:r>
              <a:rPr lang="en-GB" dirty="0">
                <a:solidFill>
                  <a:srgbClr val="003399"/>
                </a:solidFill>
              </a:rPr>
              <a:t>?</a:t>
            </a:r>
          </a:p>
        </p:txBody>
      </p:sp>
      <p:sp>
        <p:nvSpPr>
          <p:cNvPr id="48" name="文本框 47">
            <a:extLst>
              <a:ext uri="{FF2B5EF4-FFF2-40B4-BE49-F238E27FC236}">
                <a16:creationId xmlns:a16="http://schemas.microsoft.com/office/drawing/2014/main" id="{8B088103-63BF-E408-FD18-57EA48C43CF9}"/>
              </a:ext>
            </a:extLst>
          </p:cNvPr>
          <p:cNvSpPr txBox="1"/>
          <p:nvPr/>
        </p:nvSpPr>
        <p:spPr>
          <a:xfrm>
            <a:off x="7251559" y="3103563"/>
            <a:ext cx="292068" cy="369332"/>
          </a:xfrm>
          <a:prstGeom prst="rect">
            <a:avLst/>
          </a:prstGeom>
          <a:noFill/>
        </p:spPr>
        <p:txBody>
          <a:bodyPr wrap="none" rtlCol="0">
            <a:spAutoFit/>
          </a:bodyPr>
          <a:lstStyle/>
          <a:p>
            <a:r>
              <a:rPr lang="en-GB" dirty="0">
                <a:solidFill>
                  <a:srgbClr val="003399"/>
                </a:solidFill>
              </a:rPr>
              <a:t>?</a:t>
            </a:r>
          </a:p>
        </p:txBody>
      </p:sp>
      <p:sp>
        <p:nvSpPr>
          <p:cNvPr id="49" name="文本框 48">
            <a:extLst>
              <a:ext uri="{FF2B5EF4-FFF2-40B4-BE49-F238E27FC236}">
                <a16:creationId xmlns:a16="http://schemas.microsoft.com/office/drawing/2014/main" id="{1C03FC88-9E10-1298-81B3-DB42A3D3B117}"/>
              </a:ext>
            </a:extLst>
          </p:cNvPr>
          <p:cNvSpPr txBox="1"/>
          <p:nvPr/>
        </p:nvSpPr>
        <p:spPr>
          <a:xfrm>
            <a:off x="7827335" y="2702038"/>
            <a:ext cx="292068" cy="369332"/>
          </a:xfrm>
          <a:prstGeom prst="rect">
            <a:avLst/>
          </a:prstGeom>
          <a:noFill/>
        </p:spPr>
        <p:txBody>
          <a:bodyPr wrap="none" rtlCol="0">
            <a:spAutoFit/>
          </a:bodyPr>
          <a:lstStyle/>
          <a:p>
            <a:r>
              <a:rPr lang="en-GB" dirty="0">
                <a:solidFill>
                  <a:srgbClr val="003399"/>
                </a:solidFill>
              </a:rPr>
              <a:t>?</a:t>
            </a:r>
          </a:p>
        </p:txBody>
      </p:sp>
      <p:sp>
        <p:nvSpPr>
          <p:cNvPr id="50" name="文本框 49">
            <a:extLst>
              <a:ext uri="{FF2B5EF4-FFF2-40B4-BE49-F238E27FC236}">
                <a16:creationId xmlns:a16="http://schemas.microsoft.com/office/drawing/2014/main" id="{1B3EC49E-9988-B4CF-F27D-EE88A01748AA}"/>
              </a:ext>
            </a:extLst>
          </p:cNvPr>
          <p:cNvSpPr txBox="1"/>
          <p:nvPr/>
        </p:nvSpPr>
        <p:spPr>
          <a:xfrm>
            <a:off x="8250370" y="2623656"/>
            <a:ext cx="292068" cy="369332"/>
          </a:xfrm>
          <a:prstGeom prst="rect">
            <a:avLst/>
          </a:prstGeom>
          <a:noFill/>
        </p:spPr>
        <p:txBody>
          <a:bodyPr wrap="none" rtlCol="0">
            <a:spAutoFit/>
          </a:bodyPr>
          <a:lstStyle/>
          <a:p>
            <a:r>
              <a:rPr lang="en-GB" dirty="0">
                <a:solidFill>
                  <a:srgbClr val="003399"/>
                </a:solidFill>
              </a:rPr>
              <a:t>?</a:t>
            </a:r>
          </a:p>
        </p:txBody>
      </p:sp>
      <p:sp>
        <p:nvSpPr>
          <p:cNvPr id="51" name="文本框 50">
            <a:extLst>
              <a:ext uri="{FF2B5EF4-FFF2-40B4-BE49-F238E27FC236}">
                <a16:creationId xmlns:a16="http://schemas.microsoft.com/office/drawing/2014/main" id="{21684F4D-A6CA-7466-0926-BF497747DBF3}"/>
              </a:ext>
            </a:extLst>
          </p:cNvPr>
          <p:cNvSpPr txBox="1"/>
          <p:nvPr/>
        </p:nvSpPr>
        <p:spPr>
          <a:xfrm>
            <a:off x="8156841" y="2034354"/>
            <a:ext cx="292068" cy="369332"/>
          </a:xfrm>
          <a:prstGeom prst="rect">
            <a:avLst/>
          </a:prstGeom>
          <a:noFill/>
        </p:spPr>
        <p:txBody>
          <a:bodyPr wrap="none" rtlCol="0">
            <a:spAutoFit/>
          </a:bodyPr>
          <a:lstStyle/>
          <a:p>
            <a:r>
              <a:rPr lang="en-GB" dirty="0">
                <a:solidFill>
                  <a:srgbClr val="003399"/>
                </a:solidFill>
              </a:rPr>
              <a:t>?</a:t>
            </a:r>
          </a:p>
        </p:txBody>
      </p:sp>
      <p:sp>
        <p:nvSpPr>
          <p:cNvPr id="52" name="文本框 51">
            <a:extLst>
              <a:ext uri="{FF2B5EF4-FFF2-40B4-BE49-F238E27FC236}">
                <a16:creationId xmlns:a16="http://schemas.microsoft.com/office/drawing/2014/main" id="{73BE0BD5-CB20-A4F4-6397-4A7099DD4FA0}"/>
              </a:ext>
            </a:extLst>
          </p:cNvPr>
          <p:cNvSpPr txBox="1"/>
          <p:nvPr/>
        </p:nvSpPr>
        <p:spPr>
          <a:xfrm>
            <a:off x="7717392" y="2254324"/>
            <a:ext cx="292068" cy="369332"/>
          </a:xfrm>
          <a:prstGeom prst="rect">
            <a:avLst/>
          </a:prstGeom>
          <a:noFill/>
        </p:spPr>
        <p:txBody>
          <a:bodyPr wrap="none" rtlCol="0">
            <a:spAutoFit/>
          </a:bodyPr>
          <a:lstStyle/>
          <a:p>
            <a:r>
              <a:rPr lang="en-GB" dirty="0">
                <a:solidFill>
                  <a:srgbClr val="003399"/>
                </a:solidFill>
              </a:rPr>
              <a:t>?</a:t>
            </a:r>
          </a:p>
        </p:txBody>
      </p:sp>
      <p:sp>
        <p:nvSpPr>
          <p:cNvPr id="53" name="文本框 52">
            <a:extLst>
              <a:ext uri="{FF2B5EF4-FFF2-40B4-BE49-F238E27FC236}">
                <a16:creationId xmlns:a16="http://schemas.microsoft.com/office/drawing/2014/main" id="{08CF289F-6E65-7FE3-9016-FA9156E7159D}"/>
              </a:ext>
            </a:extLst>
          </p:cNvPr>
          <p:cNvSpPr txBox="1"/>
          <p:nvPr/>
        </p:nvSpPr>
        <p:spPr>
          <a:xfrm>
            <a:off x="7275551" y="2531000"/>
            <a:ext cx="292068" cy="369332"/>
          </a:xfrm>
          <a:prstGeom prst="rect">
            <a:avLst/>
          </a:prstGeom>
          <a:noFill/>
        </p:spPr>
        <p:txBody>
          <a:bodyPr wrap="none" rtlCol="0">
            <a:spAutoFit/>
          </a:bodyPr>
          <a:lstStyle/>
          <a:p>
            <a:r>
              <a:rPr lang="en-GB" dirty="0">
                <a:solidFill>
                  <a:srgbClr val="003399"/>
                </a:solidFill>
              </a:rPr>
              <a:t>?</a:t>
            </a:r>
          </a:p>
        </p:txBody>
      </p:sp>
      <p:sp>
        <p:nvSpPr>
          <p:cNvPr id="54" name="文本框 53">
            <a:extLst>
              <a:ext uri="{FF2B5EF4-FFF2-40B4-BE49-F238E27FC236}">
                <a16:creationId xmlns:a16="http://schemas.microsoft.com/office/drawing/2014/main" id="{F9590719-FC01-7695-AA62-0C17A3F285D8}"/>
              </a:ext>
            </a:extLst>
          </p:cNvPr>
          <p:cNvSpPr txBox="1"/>
          <p:nvPr/>
        </p:nvSpPr>
        <p:spPr>
          <a:xfrm>
            <a:off x="5658627" y="1974880"/>
            <a:ext cx="292068" cy="369332"/>
          </a:xfrm>
          <a:prstGeom prst="rect">
            <a:avLst/>
          </a:prstGeom>
          <a:noFill/>
        </p:spPr>
        <p:txBody>
          <a:bodyPr wrap="none" rtlCol="0">
            <a:spAutoFit/>
          </a:bodyPr>
          <a:lstStyle/>
          <a:p>
            <a:r>
              <a:rPr lang="en-GB" dirty="0">
                <a:solidFill>
                  <a:srgbClr val="003399"/>
                </a:solidFill>
              </a:rPr>
              <a:t>?</a:t>
            </a:r>
          </a:p>
        </p:txBody>
      </p:sp>
      <p:sp>
        <p:nvSpPr>
          <p:cNvPr id="55" name="文本框 54">
            <a:extLst>
              <a:ext uri="{FF2B5EF4-FFF2-40B4-BE49-F238E27FC236}">
                <a16:creationId xmlns:a16="http://schemas.microsoft.com/office/drawing/2014/main" id="{3E41AA56-FBCE-FDA6-85FB-E57DF9BC0B96}"/>
              </a:ext>
            </a:extLst>
          </p:cNvPr>
          <p:cNvSpPr txBox="1"/>
          <p:nvPr/>
        </p:nvSpPr>
        <p:spPr>
          <a:xfrm>
            <a:off x="6191105" y="2150512"/>
            <a:ext cx="292068" cy="369332"/>
          </a:xfrm>
          <a:prstGeom prst="rect">
            <a:avLst/>
          </a:prstGeom>
          <a:noFill/>
        </p:spPr>
        <p:txBody>
          <a:bodyPr wrap="none" rtlCol="0">
            <a:spAutoFit/>
          </a:bodyPr>
          <a:lstStyle/>
          <a:p>
            <a:r>
              <a:rPr lang="en-GB" dirty="0">
                <a:solidFill>
                  <a:srgbClr val="003399"/>
                </a:solidFill>
              </a:rPr>
              <a:t>?</a:t>
            </a:r>
          </a:p>
        </p:txBody>
      </p:sp>
      <p:sp>
        <p:nvSpPr>
          <p:cNvPr id="56" name="文本框 55">
            <a:extLst>
              <a:ext uri="{FF2B5EF4-FFF2-40B4-BE49-F238E27FC236}">
                <a16:creationId xmlns:a16="http://schemas.microsoft.com/office/drawing/2014/main" id="{FAA5173F-F4FC-E20A-8EE8-CB37156DD890}"/>
              </a:ext>
            </a:extLst>
          </p:cNvPr>
          <p:cNvSpPr txBox="1"/>
          <p:nvPr/>
        </p:nvSpPr>
        <p:spPr>
          <a:xfrm>
            <a:off x="6190273" y="1493370"/>
            <a:ext cx="292068" cy="369332"/>
          </a:xfrm>
          <a:prstGeom prst="rect">
            <a:avLst/>
          </a:prstGeom>
          <a:noFill/>
        </p:spPr>
        <p:txBody>
          <a:bodyPr wrap="none" rtlCol="0">
            <a:spAutoFit/>
          </a:bodyPr>
          <a:lstStyle/>
          <a:p>
            <a:r>
              <a:rPr lang="en-GB" dirty="0">
                <a:solidFill>
                  <a:srgbClr val="003399"/>
                </a:solidFill>
              </a:rPr>
              <a:t>?</a:t>
            </a:r>
          </a:p>
        </p:txBody>
      </p:sp>
      <p:sp>
        <p:nvSpPr>
          <p:cNvPr id="57" name="文本框 56">
            <a:extLst>
              <a:ext uri="{FF2B5EF4-FFF2-40B4-BE49-F238E27FC236}">
                <a16:creationId xmlns:a16="http://schemas.microsoft.com/office/drawing/2014/main" id="{A77BFA95-C700-E1DD-1C74-50102671D9F7}"/>
              </a:ext>
            </a:extLst>
          </p:cNvPr>
          <p:cNvSpPr txBox="1"/>
          <p:nvPr/>
        </p:nvSpPr>
        <p:spPr>
          <a:xfrm>
            <a:off x="7353903" y="1542374"/>
            <a:ext cx="292068" cy="369332"/>
          </a:xfrm>
          <a:prstGeom prst="rect">
            <a:avLst/>
          </a:prstGeom>
          <a:noFill/>
        </p:spPr>
        <p:txBody>
          <a:bodyPr wrap="none" rtlCol="0">
            <a:spAutoFit/>
          </a:bodyPr>
          <a:lstStyle/>
          <a:p>
            <a:r>
              <a:rPr lang="en-GB" dirty="0">
                <a:solidFill>
                  <a:srgbClr val="003399"/>
                </a:solidFill>
              </a:rPr>
              <a:t>?</a:t>
            </a:r>
          </a:p>
        </p:txBody>
      </p:sp>
      <p:sp>
        <p:nvSpPr>
          <p:cNvPr id="58" name="文本框 57">
            <a:extLst>
              <a:ext uri="{FF2B5EF4-FFF2-40B4-BE49-F238E27FC236}">
                <a16:creationId xmlns:a16="http://schemas.microsoft.com/office/drawing/2014/main" id="{9D16893A-FD5C-FAA0-378A-39837BB2149D}"/>
              </a:ext>
            </a:extLst>
          </p:cNvPr>
          <p:cNvSpPr txBox="1"/>
          <p:nvPr/>
        </p:nvSpPr>
        <p:spPr>
          <a:xfrm>
            <a:off x="6505603" y="1858289"/>
            <a:ext cx="292068" cy="369332"/>
          </a:xfrm>
          <a:prstGeom prst="rect">
            <a:avLst/>
          </a:prstGeom>
          <a:noFill/>
        </p:spPr>
        <p:txBody>
          <a:bodyPr wrap="none" rtlCol="0">
            <a:spAutoFit/>
          </a:bodyPr>
          <a:lstStyle/>
          <a:p>
            <a:r>
              <a:rPr lang="en-GB" dirty="0">
                <a:solidFill>
                  <a:srgbClr val="003399"/>
                </a:solidFill>
              </a:rPr>
              <a:t>?</a:t>
            </a:r>
          </a:p>
        </p:txBody>
      </p:sp>
      <p:sp>
        <p:nvSpPr>
          <p:cNvPr id="59" name="文本框 58">
            <a:extLst>
              <a:ext uri="{FF2B5EF4-FFF2-40B4-BE49-F238E27FC236}">
                <a16:creationId xmlns:a16="http://schemas.microsoft.com/office/drawing/2014/main" id="{3A3015F5-9501-4212-69BF-C2DD3FD57FAE}"/>
              </a:ext>
            </a:extLst>
          </p:cNvPr>
          <p:cNvSpPr txBox="1"/>
          <p:nvPr/>
        </p:nvSpPr>
        <p:spPr>
          <a:xfrm>
            <a:off x="7363595" y="2147368"/>
            <a:ext cx="292068" cy="369332"/>
          </a:xfrm>
          <a:prstGeom prst="rect">
            <a:avLst/>
          </a:prstGeom>
          <a:noFill/>
        </p:spPr>
        <p:txBody>
          <a:bodyPr wrap="none" rtlCol="0">
            <a:spAutoFit/>
          </a:bodyPr>
          <a:lstStyle/>
          <a:p>
            <a:r>
              <a:rPr lang="en-GB" dirty="0">
                <a:solidFill>
                  <a:srgbClr val="003399"/>
                </a:solidFill>
              </a:rPr>
              <a:t>?</a:t>
            </a:r>
          </a:p>
        </p:txBody>
      </p:sp>
      <p:sp>
        <p:nvSpPr>
          <p:cNvPr id="60" name="文本框 59">
            <a:extLst>
              <a:ext uri="{FF2B5EF4-FFF2-40B4-BE49-F238E27FC236}">
                <a16:creationId xmlns:a16="http://schemas.microsoft.com/office/drawing/2014/main" id="{68525EA0-095F-2064-9109-1438925F7861}"/>
              </a:ext>
            </a:extLst>
          </p:cNvPr>
          <p:cNvSpPr txBox="1"/>
          <p:nvPr/>
        </p:nvSpPr>
        <p:spPr>
          <a:xfrm>
            <a:off x="7681301" y="1631966"/>
            <a:ext cx="292068" cy="369332"/>
          </a:xfrm>
          <a:prstGeom prst="rect">
            <a:avLst/>
          </a:prstGeom>
          <a:noFill/>
        </p:spPr>
        <p:txBody>
          <a:bodyPr wrap="none" rtlCol="0">
            <a:spAutoFit/>
          </a:bodyPr>
          <a:lstStyle/>
          <a:p>
            <a:r>
              <a:rPr lang="en-GB" dirty="0">
                <a:solidFill>
                  <a:srgbClr val="003399"/>
                </a:solidFill>
              </a:rPr>
              <a:t>?</a:t>
            </a:r>
          </a:p>
        </p:txBody>
      </p:sp>
      <p:sp>
        <p:nvSpPr>
          <p:cNvPr id="61" name="文本框 60">
            <a:extLst>
              <a:ext uri="{FF2B5EF4-FFF2-40B4-BE49-F238E27FC236}">
                <a16:creationId xmlns:a16="http://schemas.microsoft.com/office/drawing/2014/main" id="{A69EA80F-66C3-B134-067A-1F0C01E4A33B}"/>
              </a:ext>
            </a:extLst>
          </p:cNvPr>
          <p:cNvSpPr txBox="1"/>
          <p:nvPr/>
        </p:nvSpPr>
        <p:spPr>
          <a:xfrm>
            <a:off x="6828729" y="1261244"/>
            <a:ext cx="292068" cy="369332"/>
          </a:xfrm>
          <a:prstGeom prst="rect">
            <a:avLst/>
          </a:prstGeom>
          <a:noFill/>
        </p:spPr>
        <p:txBody>
          <a:bodyPr wrap="none" rtlCol="0">
            <a:spAutoFit/>
          </a:bodyPr>
          <a:lstStyle/>
          <a:p>
            <a:r>
              <a:rPr lang="en-GB" dirty="0">
                <a:solidFill>
                  <a:srgbClr val="003399"/>
                </a:solidFill>
              </a:rPr>
              <a:t>?</a:t>
            </a:r>
          </a:p>
        </p:txBody>
      </p:sp>
      <p:sp>
        <p:nvSpPr>
          <p:cNvPr id="62" name="文本框 61">
            <a:extLst>
              <a:ext uri="{FF2B5EF4-FFF2-40B4-BE49-F238E27FC236}">
                <a16:creationId xmlns:a16="http://schemas.microsoft.com/office/drawing/2014/main" id="{3A070E2A-1976-3F97-FC36-8FEF9D821E13}"/>
              </a:ext>
            </a:extLst>
          </p:cNvPr>
          <p:cNvSpPr txBox="1"/>
          <p:nvPr/>
        </p:nvSpPr>
        <p:spPr>
          <a:xfrm>
            <a:off x="8171347" y="1510371"/>
            <a:ext cx="292068" cy="369332"/>
          </a:xfrm>
          <a:prstGeom prst="rect">
            <a:avLst/>
          </a:prstGeom>
          <a:noFill/>
        </p:spPr>
        <p:txBody>
          <a:bodyPr wrap="none" rtlCol="0">
            <a:spAutoFit/>
          </a:bodyPr>
          <a:lstStyle/>
          <a:p>
            <a:r>
              <a:rPr lang="en-GB" dirty="0">
                <a:solidFill>
                  <a:srgbClr val="003399"/>
                </a:solidFill>
              </a:rPr>
              <a:t>?</a:t>
            </a:r>
          </a:p>
        </p:txBody>
      </p:sp>
      <p:sp>
        <p:nvSpPr>
          <p:cNvPr id="63" name="文本框 62">
            <a:extLst>
              <a:ext uri="{FF2B5EF4-FFF2-40B4-BE49-F238E27FC236}">
                <a16:creationId xmlns:a16="http://schemas.microsoft.com/office/drawing/2014/main" id="{A67BA615-4D0D-3FEC-BE84-8DDFAFA87377}"/>
              </a:ext>
            </a:extLst>
          </p:cNvPr>
          <p:cNvSpPr txBox="1"/>
          <p:nvPr/>
        </p:nvSpPr>
        <p:spPr>
          <a:xfrm>
            <a:off x="5426189" y="3103563"/>
            <a:ext cx="292068" cy="369332"/>
          </a:xfrm>
          <a:prstGeom prst="rect">
            <a:avLst/>
          </a:prstGeom>
          <a:noFill/>
        </p:spPr>
        <p:txBody>
          <a:bodyPr wrap="none" rtlCol="0">
            <a:spAutoFit/>
          </a:bodyPr>
          <a:lstStyle/>
          <a:p>
            <a:r>
              <a:rPr lang="en-GB" dirty="0">
                <a:solidFill>
                  <a:srgbClr val="003399"/>
                </a:solidFill>
              </a:rPr>
              <a:t>?</a:t>
            </a:r>
          </a:p>
        </p:txBody>
      </p:sp>
      <p:pic>
        <p:nvPicPr>
          <p:cNvPr id="7" name="Picture 2" descr="Pop! Wall-E (Facet) — Double Boxed Toys">
            <a:extLst>
              <a:ext uri="{FF2B5EF4-FFF2-40B4-BE49-F238E27FC236}">
                <a16:creationId xmlns:a16="http://schemas.microsoft.com/office/drawing/2014/main" id="{3F646C7A-1485-1130-5CB4-EBAC2A186B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3238475" y="3802284"/>
            <a:ext cx="289943" cy="32087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orld Landmarks PNG Image for Free Download">
            <a:extLst>
              <a:ext uri="{FF2B5EF4-FFF2-40B4-BE49-F238E27FC236}">
                <a16:creationId xmlns:a16="http://schemas.microsoft.com/office/drawing/2014/main" id="{252C53A7-F02D-1C00-0361-029FA0C28C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472" t="6250" r="40618" b="72984"/>
          <a:stretch/>
        </p:blipFill>
        <p:spPr bwMode="auto">
          <a:xfrm>
            <a:off x="3231841" y="4309971"/>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World Landmarks PNG Image for Free Download">
            <a:extLst>
              <a:ext uri="{FF2B5EF4-FFF2-40B4-BE49-F238E27FC236}">
                <a16:creationId xmlns:a16="http://schemas.microsoft.com/office/drawing/2014/main" id="{7444B1B4-FA14-16C0-97B0-54820D05F9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921" t="36148" r="66010" b="42293"/>
          <a:stretch/>
        </p:blipFill>
        <p:spPr bwMode="auto">
          <a:xfrm>
            <a:off x="2353973" y="3044074"/>
            <a:ext cx="498083" cy="48289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World Landmarks PNG Image for Free Download">
            <a:extLst>
              <a:ext uri="{FF2B5EF4-FFF2-40B4-BE49-F238E27FC236}">
                <a16:creationId xmlns:a16="http://schemas.microsoft.com/office/drawing/2014/main" id="{030609E0-F5FC-F8A9-650E-133DDD21AA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258" t="63724" r="40832" b="13953"/>
          <a:stretch/>
        </p:blipFill>
        <p:spPr bwMode="auto">
          <a:xfrm>
            <a:off x="4388633" y="4042248"/>
            <a:ext cx="389294" cy="53315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descr="World Landmarks PNG Image for Free Download">
            <a:extLst>
              <a:ext uri="{FF2B5EF4-FFF2-40B4-BE49-F238E27FC236}">
                <a16:creationId xmlns:a16="http://schemas.microsoft.com/office/drawing/2014/main" id="{486BA14D-D87C-487F-B861-C0312543F4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0476" t="37022" r="6455" b="42318"/>
          <a:stretch/>
        </p:blipFill>
        <p:spPr bwMode="auto">
          <a:xfrm>
            <a:off x="2015635" y="3833468"/>
            <a:ext cx="498083" cy="462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294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par>
                          <p:cTn id="10" fill="hold">
                            <p:stCondLst>
                              <p:cond delay="500"/>
                            </p:stCondLst>
                            <p:childTnLst>
                              <p:par>
                                <p:cTn id="11" presetID="17" presetClass="entr" presetSubtype="10" repeatCount="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250"/>
                                  </p:stCondLst>
                                  <p:childTnLst>
                                    <p:set>
                                      <p:cBhvr>
                                        <p:cTn id="19" dur="1" fill="hold">
                                          <p:stCondLst>
                                            <p:cond delay="0"/>
                                          </p:stCondLst>
                                        </p:cTn>
                                        <p:tgtEl>
                                          <p:spTgt spid="3078"/>
                                        </p:tgtEl>
                                        <p:attrNameLst>
                                          <p:attrName>style.visibility</p:attrName>
                                        </p:attrNameLst>
                                      </p:cBhvr>
                                      <p:to>
                                        <p:strVal val="visible"/>
                                      </p:to>
                                    </p:set>
                                  </p:childTnLst>
                                </p:cTn>
                              </p:par>
                              <p:par>
                                <p:cTn id="20" presetID="1" presetClass="entr" presetSubtype="0"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75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nodeType="withEffect">
                                  <p:stCondLst>
                                    <p:cond delay="1000"/>
                                  </p:stCondLst>
                                  <p:childTnLst>
                                    <p:set>
                                      <p:cBhvr>
                                        <p:cTn id="25" dur="1" fill="hold">
                                          <p:stCondLst>
                                            <p:cond delay="0"/>
                                          </p:stCondLst>
                                        </p:cTn>
                                        <p:tgtEl>
                                          <p:spTgt spid="2"/>
                                        </p:tgtEl>
                                        <p:attrNameLst>
                                          <p:attrName>style.visibility</p:attrName>
                                        </p:attrNameLst>
                                      </p:cBhvr>
                                      <p:to>
                                        <p:strVal val="visible"/>
                                      </p:to>
                                    </p:set>
                                  </p:childTnLst>
                                </p:cTn>
                              </p:par>
                            </p:childTnLst>
                          </p:cTn>
                        </p:par>
                        <p:par>
                          <p:cTn id="26" fill="hold">
                            <p:stCondLst>
                              <p:cond delay="2000"/>
                            </p:stCondLst>
                            <p:childTnLst>
                              <p:par>
                                <p:cTn id="27" presetID="22" presetClass="entr" presetSubtype="2"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right)">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EE4E589F-02FC-4552-8F50-0A9D012E3A3E}"/>
              </a:ext>
            </a:extLst>
          </p:cNvPr>
          <p:cNvSpPr/>
          <p:nvPr/>
        </p:nvSpPr>
        <p:spPr>
          <a:xfrm>
            <a:off x="1957388" y="2886704"/>
            <a:ext cx="2852118" cy="2078202"/>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任意形状 13">
            <a:extLst>
              <a:ext uri="{FF2B5EF4-FFF2-40B4-BE49-F238E27FC236}">
                <a16:creationId xmlns:a16="http://schemas.microsoft.com/office/drawing/2014/main" id="{DD0E483E-3284-2342-7957-6D695F1F6956}"/>
              </a:ext>
            </a:extLst>
          </p:cNvPr>
          <p:cNvSpPr/>
          <p:nvPr/>
        </p:nvSpPr>
        <p:spPr>
          <a:xfrm>
            <a:off x="2457355" y="3896247"/>
            <a:ext cx="1869458" cy="1067330"/>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31" h="1067330">
                <a:moveTo>
                  <a:pt x="9" y="1052815"/>
                </a:moveTo>
                <a:cubicBezTo>
                  <a:pt x="-2707" y="850877"/>
                  <a:pt x="555305" y="170121"/>
                  <a:pt x="730992" y="116954"/>
                </a:cubicBezTo>
                <a:cubicBezTo>
                  <a:pt x="1088448" y="-30556"/>
                  <a:pt x="1668833" y="-36605"/>
                  <a:pt x="1912484" y="87924"/>
                </a:cubicBezTo>
                <a:cubicBezTo>
                  <a:pt x="2156135" y="212453"/>
                  <a:pt x="1773501" y="589619"/>
                  <a:pt x="2192901" y="864129"/>
                </a:cubicBezTo>
                <a:cubicBezTo>
                  <a:pt x="2369943" y="1008012"/>
                  <a:pt x="2610013" y="966941"/>
                  <a:pt x="2601090" y="1067330"/>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6" name="Picture 4" descr="雷达接近方法- 免费矢量图形Pixabay - Pixabay">
            <a:extLst>
              <a:ext uri="{FF2B5EF4-FFF2-40B4-BE49-F238E27FC236}">
                <a16:creationId xmlns:a16="http://schemas.microsoft.com/office/drawing/2014/main" id="{7534FB10-04EC-885F-1BF7-5DDDACEB0843}"/>
              </a:ext>
            </a:extLst>
          </p:cNvPr>
          <p:cNvPicPr>
            <a:picLocks noChangeAspect="1" noChangeArrowheads="1"/>
          </p:cNvPicPr>
          <p:nvPr/>
        </p:nvPicPr>
        <p:blipFill>
          <a:blip r:embed="rId3">
            <a:alphaModFix amt="28000"/>
            <a:extLst>
              <a:ext uri="{28A0092B-C50C-407E-A947-70E740481C1C}">
                <a14:useLocalDpi xmlns:a14="http://schemas.microsoft.com/office/drawing/2010/main" val="0"/>
              </a:ext>
            </a:extLst>
          </a:blip>
          <a:srcRect/>
          <a:stretch>
            <a:fillRect/>
          </a:stretch>
        </p:blipFill>
        <p:spPr bwMode="auto">
          <a:xfrm>
            <a:off x="5946487" y="967056"/>
            <a:ext cx="2279155" cy="2302608"/>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F1E531C2-141B-64A9-18E2-AB24D83CA187}"/>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FA46AA4D-3A55-AE1F-0E7E-5F5C8A8CDA15}"/>
              </a:ext>
            </a:extLst>
          </p:cNvPr>
          <p:cNvSpPr>
            <a:spLocks noGrp="1"/>
          </p:cNvSpPr>
          <p:nvPr>
            <p:ph type="body" sz="quarter" idx="10"/>
          </p:nvPr>
        </p:nvSpPr>
        <p:spPr>
          <a:xfrm>
            <a:off x="628650" y="1465729"/>
            <a:ext cx="4180856" cy="2841951"/>
          </a:xfrm>
        </p:spPr>
        <p:txBody>
          <a:bodyPr/>
          <a:lstStyle/>
          <a:p>
            <a:r>
              <a:rPr lang="en-GB" altLang="zh-CN" dirty="0"/>
              <a:t>We can refer to the coordinates of known landmarks, and with the robot's displacement sensors, calculate the coordinates of new landmarks.</a:t>
            </a:r>
            <a:endParaRPr lang="en-GB" dirty="0"/>
          </a:p>
        </p:txBody>
      </p:sp>
      <p:pic>
        <p:nvPicPr>
          <p:cNvPr id="35" name="Picture 2" descr="Pop! Wall-E (Facet) — Double Boxed Toys">
            <a:extLst>
              <a:ext uri="{FF2B5EF4-FFF2-40B4-BE49-F238E27FC236}">
                <a16:creationId xmlns:a16="http://schemas.microsoft.com/office/drawing/2014/main" id="{924F8194-7514-54D8-2F08-828786412D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6828271" y="1865662"/>
            <a:ext cx="456680" cy="50539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260450D4-F818-8873-06F6-AF8C005371BD}"/>
              </a:ext>
            </a:extLst>
          </p:cNvPr>
          <p:cNvSpPr txBox="1"/>
          <p:nvPr/>
        </p:nvSpPr>
        <p:spPr>
          <a:xfrm>
            <a:off x="5721809" y="3802284"/>
            <a:ext cx="292068" cy="369332"/>
          </a:xfrm>
          <a:prstGeom prst="rect">
            <a:avLst/>
          </a:prstGeom>
          <a:noFill/>
        </p:spPr>
        <p:txBody>
          <a:bodyPr wrap="none" rtlCol="0">
            <a:spAutoFit/>
          </a:bodyPr>
          <a:lstStyle/>
          <a:p>
            <a:r>
              <a:rPr lang="en-GB" dirty="0">
                <a:solidFill>
                  <a:srgbClr val="003399"/>
                </a:solidFill>
              </a:rPr>
              <a:t>?</a:t>
            </a:r>
          </a:p>
        </p:txBody>
      </p:sp>
      <p:sp>
        <p:nvSpPr>
          <p:cNvPr id="37" name="文本框 36">
            <a:extLst>
              <a:ext uri="{FF2B5EF4-FFF2-40B4-BE49-F238E27FC236}">
                <a16:creationId xmlns:a16="http://schemas.microsoft.com/office/drawing/2014/main" id="{E5A7F810-2A2C-CD7D-8582-24CA1851326A}"/>
              </a:ext>
            </a:extLst>
          </p:cNvPr>
          <p:cNvSpPr txBox="1"/>
          <p:nvPr/>
        </p:nvSpPr>
        <p:spPr>
          <a:xfrm>
            <a:off x="6246216" y="3802284"/>
            <a:ext cx="292068" cy="369332"/>
          </a:xfrm>
          <a:prstGeom prst="rect">
            <a:avLst/>
          </a:prstGeom>
          <a:noFill/>
        </p:spPr>
        <p:txBody>
          <a:bodyPr wrap="none" rtlCol="0">
            <a:spAutoFit/>
          </a:bodyPr>
          <a:lstStyle/>
          <a:p>
            <a:r>
              <a:rPr lang="en-GB" dirty="0">
                <a:solidFill>
                  <a:srgbClr val="003399"/>
                </a:solidFill>
              </a:rPr>
              <a:t>?</a:t>
            </a:r>
          </a:p>
        </p:txBody>
      </p:sp>
      <p:sp>
        <p:nvSpPr>
          <p:cNvPr id="38" name="文本框 37">
            <a:extLst>
              <a:ext uri="{FF2B5EF4-FFF2-40B4-BE49-F238E27FC236}">
                <a16:creationId xmlns:a16="http://schemas.microsoft.com/office/drawing/2014/main" id="{A42870A8-76C7-00CE-6EDC-794E1CE38466}"/>
              </a:ext>
            </a:extLst>
          </p:cNvPr>
          <p:cNvSpPr txBox="1"/>
          <p:nvPr/>
        </p:nvSpPr>
        <p:spPr>
          <a:xfrm>
            <a:off x="6013877" y="3129337"/>
            <a:ext cx="292068" cy="369332"/>
          </a:xfrm>
          <a:prstGeom prst="rect">
            <a:avLst/>
          </a:prstGeom>
          <a:noFill/>
        </p:spPr>
        <p:txBody>
          <a:bodyPr wrap="none" rtlCol="0">
            <a:spAutoFit/>
          </a:bodyPr>
          <a:lstStyle/>
          <a:p>
            <a:r>
              <a:rPr lang="en-GB" dirty="0">
                <a:solidFill>
                  <a:srgbClr val="003399"/>
                </a:solidFill>
              </a:rPr>
              <a:t>?</a:t>
            </a:r>
          </a:p>
        </p:txBody>
      </p:sp>
      <p:sp>
        <p:nvSpPr>
          <p:cNvPr id="39" name="文本框 38">
            <a:extLst>
              <a:ext uri="{FF2B5EF4-FFF2-40B4-BE49-F238E27FC236}">
                <a16:creationId xmlns:a16="http://schemas.microsoft.com/office/drawing/2014/main" id="{280D0773-1897-8256-70CF-5FEDC0474137}"/>
              </a:ext>
            </a:extLst>
          </p:cNvPr>
          <p:cNvSpPr txBox="1"/>
          <p:nvPr/>
        </p:nvSpPr>
        <p:spPr>
          <a:xfrm>
            <a:off x="7065145" y="3576239"/>
            <a:ext cx="292068" cy="369332"/>
          </a:xfrm>
          <a:prstGeom prst="rect">
            <a:avLst/>
          </a:prstGeom>
          <a:noFill/>
        </p:spPr>
        <p:txBody>
          <a:bodyPr wrap="none" rtlCol="0">
            <a:spAutoFit/>
          </a:bodyPr>
          <a:lstStyle/>
          <a:p>
            <a:r>
              <a:rPr lang="en-GB" dirty="0">
                <a:solidFill>
                  <a:srgbClr val="003399"/>
                </a:solidFill>
              </a:rPr>
              <a:t>?</a:t>
            </a:r>
          </a:p>
        </p:txBody>
      </p:sp>
      <p:sp>
        <p:nvSpPr>
          <p:cNvPr id="40" name="文本框 39">
            <a:extLst>
              <a:ext uri="{FF2B5EF4-FFF2-40B4-BE49-F238E27FC236}">
                <a16:creationId xmlns:a16="http://schemas.microsoft.com/office/drawing/2014/main" id="{C12D7399-67AC-07BF-375E-F3529189DC69}"/>
              </a:ext>
            </a:extLst>
          </p:cNvPr>
          <p:cNvSpPr txBox="1"/>
          <p:nvPr/>
        </p:nvSpPr>
        <p:spPr>
          <a:xfrm>
            <a:off x="5867843" y="2571750"/>
            <a:ext cx="292068" cy="369332"/>
          </a:xfrm>
          <a:prstGeom prst="rect">
            <a:avLst/>
          </a:prstGeom>
          <a:noFill/>
        </p:spPr>
        <p:txBody>
          <a:bodyPr wrap="none" rtlCol="0">
            <a:spAutoFit/>
          </a:bodyPr>
          <a:lstStyle/>
          <a:p>
            <a:r>
              <a:rPr lang="en-GB" dirty="0">
                <a:solidFill>
                  <a:srgbClr val="003399"/>
                </a:solidFill>
              </a:rPr>
              <a:t>?</a:t>
            </a:r>
          </a:p>
        </p:txBody>
      </p:sp>
      <p:sp>
        <p:nvSpPr>
          <p:cNvPr id="41" name="文本框 40">
            <a:extLst>
              <a:ext uri="{FF2B5EF4-FFF2-40B4-BE49-F238E27FC236}">
                <a16:creationId xmlns:a16="http://schemas.microsoft.com/office/drawing/2014/main" id="{4E8C9A32-FD2A-7F50-DFE7-D4F821232A46}"/>
              </a:ext>
            </a:extLst>
          </p:cNvPr>
          <p:cNvSpPr txBox="1"/>
          <p:nvPr/>
        </p:nvSpPr>
        <p:spPr>
          <a:xfrm>
            <a:off x="6877244" y="2634903"/>
            <a:ext cx="292068" cy="369332"/>
          </a:xfrm>
          <a:prstGeom prst="rect">
            <a:avLst/>
          </a:prstGeom>
          <a:noFill/>
        </p:spPr>
        <p:txBody>
          <a:bodyPr wrap="none" rtlCol="0">
            <a:spAutoFit/>
          </a:bodyPr>
          <a:lstStyle/>
          <a:p>
            <a:r>
              <a:rPr lang="en-GB" dirty="0">
                <a:solidFill>
                  <a:srgbClr val="003399"/>
                </a:solidFill>
              </a:rPr>
              <a:t>?</a:t>
            </a:r>
          </a:p>
        </p:txBody>
      </p:sp>
      <p:sp>
        <p:nvSpPr>
          <p:cNvPr id="42" name="文本框 41">
            <a:extLst>
              <a:ext uri="{FF2B5EF4-FFF2-40B4-BE49-F238E27FC236}">
                <a16:creationId xmlns:a16="http://schemas.microsoft.com/office/drawing/2014/main" id="{34CB3746-9CFF-56D5-0F2A-E66DFAA7E654}"/>
              </a:ext>
            </a:extLst>
          </p:cNvPr>
          <p:cNvSpPr txBox="1"/>
          <p:nvPr/>
        </p:nvSpPr>
        <p:spPr>
          <a:xfrm>
            <a:off x="6545056" y="3223336"/>
            <a:ext cx="292068" cy="369332"/>
          </a:xfrm>
          <a:prstGeom prst="rect">
            <a:avLst/>
          </a:prstGeom>
          <a:noFill/>
        </p:spPr>
        <p:txBody>
          <a:bodyPr wrap="none" rtlCol="0">
            <a:spAutoFit/>
          </a:bodyPr>
          <a:lstStyle/>
          <a:p>
            <a:r>
              <a:rPr lang="en-GB" dirty="0">
                <a:solidFill>
                  <a:srgbClr val="003399"/>
                </a:solidFill>
              </a:rPr>
              <a:t>?</a:t>
            </a:r>
          </a:p>
        </p:txBody>
      </p:sp>
      <p:sp>
        <p:nvSpPr>
          <p:cNvPr id="43" name="文本框 42">
            <a:extLst>
              <a:ext uri="{FF2B5EF4-FFF2-40B4-BE49-F238E27FC236}">
                <a16:creationId xmlns:a16="http://schemas.microsoft.com/office/drawing/2014/main" id="{D0E8BFCD-9796-1B48-8441-511881FEABE1}"/>
              </a:ext>
            </a:extLst>
          </p:cNvPr>
          <p:cNvSpPr txBox="1"/>
          <p:nvPr/>
        </p:nvSpPr>
        <p:spPr>
          <a:xfrm>
            <a:off x="6337139" y="2623656"/>
            <a:ext cx="292068" cy="369332"/>
          </a:xfrm>
          <a:prstGeom prst="rect">
            <a:avLst/>
          </a:prstGeom>
          <a:noFill/>
        </p:spPr>
        <p:txBody>
          <a:bodyPr wrap="none" rtlCol="0">
            <a:spAutoFit/>
          </a:bodyPr>
          <a:lstStyle/>
          <a:p>
            <a:r>
              <a:rPr lang="en-GB" dirty="0">
                <a:solidFill>
                  <a:srgbClr val="003399"/>
                </a:solidFill>
              </a:rPr>
              <a:t>?</a:t>
            </a:r>
          </a:p>
        </p:txBody>
      </p:sp>
      <p:sp>
        <p:nvSpPr>
          <p:cNvPr id="44" name="文本框 43">
            <a:extLst>
              <a:ext uri="{FF2B5EF4-FFF2-40B4-BE49-F238E27FC236}">
                <a16:creationId xmlns:a16="http://schemas.microsoft.com/office/drawing/2014/main" id="{EE4FD631-59B3-B1CD-DC40-A5AEC5AB8600}"/>
              </a:ext>
            </a:extLst>
          </p:cNvPr>
          <p:cNvSpPr txBox="1"/>
          <p:nvPr/>
        </p:nvSpPr>
        <p:spPr>
          <a:xfrm>
            <a:off x="6743835" y="3988703"/>
            <a:ext cx="292068" cy="369332"/>
          </a:xfrm>
          <a:prstGeom prst="rect">
            <a:avLst/>
          </a:prstGeom>
          <a:noFill/>
        </p:spPr>
        <p:txBody>
          <a:bodyPr wrap="none" rtlCol="0">
            <a:spAutoFit/>
          </a:bodyPr>
          <a:lstStyle/>
          <a:p>
            <a:r>
              <a:rPr lang="en-GB" dirty="0">
                <a:solidFill>
                  <a:srgbClr val="003399"/>
                </a:solidFill>
              </a:rPr>
              <a:t>?</a:t>
            </a:r>
          </a:p>
        </p:txBody>
      </p:sp>
      <p:sp>
        <p:nvSpPr>
          <p:cNvPr id="45" name="文本框 44">
            <a:extLst>
              <a:ext uri="{FF2B5EF4-FFF2-40B4-BE49-F238E27FC236}">
                <a16:creationId xmlns:a16="http://schemas.microsoft.com/office/drawing/2014/main" id="{8EFA29AA-A743-9F23-3949-AEEDCFDC4660}"/>
              </a:ext>
            </a:extLst>
          </p:cNvPr>
          <p:cNvSpPr txBox="1"/>
          <p:nvPr/>
        </p:nvSpPr>
        <p:spPr>
          <a:xfrm>
            <a:off x="7666520" y="3576239"/>
            <a:ext cx="292068" cy="369332"/>
          </a:xfrm>
          <a:prstGeom prst="rect">
            <a:avLst/>
          </a:prstGeom>
          <a:noFill/>
        </p:spPr>
        <p:txBody>
          <a:bodyPr wrap="none" rtlCol="0">
            <a:spAutoFit/>
          </a:bodyPr>
          <a:lstStyle/>
          <a:p>
            <a:r>
              <a:rPr lang="en-GB" dirty="0">
                <a:solidFill>
                  <a:srgbClr val="003399"/>
                </a:solidFill>
              </a:rPr>
              <a:t>?</a:t>
            </a:r>
          </a:p>
        </p:txBody>
      </p:sp>
      <p:sp>
        <p:nvSpPr>
          <p:cNvPr id="46" name="文本框 45">
            <a:extLst>
              <a:ext uri="{FF2B5EF4-FFF2-40B4-BE49-F238E27FC236}">
                <a16:creationId xmlns:a16="http://schemas.microsoft.com/office/drawing/2014/main" id="{13F5BF4C-E40E-54BA-EBCC-4A1E7D23960C}"/>
              </a:ext>
            </a:extLst>
          </p:cNvPr>
          <p:cNvSpPr txBox="1"/>
          <p:nvPr/>
        </p:nvSpPr>
        <p:spPr>
          <a:xfrm>
            <a:off x="8156841" y="3705586"/>
            <a:ext cx="292068" cy="369332"/>
          </a:xfrm>
          <a:prstGeom prst="rect">
            <a:avLst/>
          </a:prstGeom>
          <a:noFill/>
        </p:spPr>
        <p:txBody>
          <a:bodyPr wrap="none" rtlCol="0">
            <a:spAutoFit/>
          </a:bodyPr>
          <a:lstStyle/>
          <a:p>
            <a:r>
              <a:rPr lang="en-GB" dirty="0">
                <a:solidFill>
                  <a:srgbClr val="003399"/>
                </a:solidFill>
              </a:rPr>
              <a:t>?</a:t>
            </a:r>
          </a:p>
        </p:txBody>
      </p:sp>
      <p:sp>
        <p:nvSpPr>
          <p:cNvPr id="47" name="文本框 46">
            <a:extLst>
              <a:ext uri="{FF2B5EF4-FFF2-40B4-BE49-F238E27FC236}">
                <a16:creationId xmlns:a16="http://schemas.microsoft.com/office/drawing/2014/main" id="{7F666DF7-F8EE-D0EC-3907-A609D46F57E0}"/>
              </a:ext>
            </a:extLst>
          </p:cNvPr>
          <p:cNvSpPr txBox="1"/>
          <p:nvPr/>
        </p:nvSpPr>
        <p:spPr>
          <a:xfrm>
            <a:off x="8063716" y="3366840"/>
            <a:ext cx="292068" cy="369332"/>
          </a:xfrm>
          <a:prstGeom prst="rect">
            <a:avLst/>
          </a:prstGeom>
          <a:noFill/>
        </p:spPr>
        <p:txBody>
          <a:bodyPr wrap="none" rtlCol="0">
            <a:spAutoFit/>
          </a:bodyPr>
          <a:lstStyle/>
          <a:p>
            <a:r>
              <a:rPr lang="en-GB" dirty="0">
                <a:solidFill>
                  <a:srgbClr val="003399"/>
                </a:solidFill>
              </a:rPr>
              <a:t>?</a:t>
            </a:r>
          </a:p>
        </p:txBody>
      </p:sp>
      <p:sp>
        <p:nvSpPr>
          <p:cNvPr id="48" name="文本框 47">
            <a:extLst>
              <a:ext uri="{FF2B5EF4-FFF2-40B4-BE49-F238E27FC236}">
                <a16:creationId xmlns:a16="http://schemas.microsoft.com/office/drawing/2014/main" id="{8B088103-63BF-E408-FD18-57EA48C43CF9}"/>
              </a:ext>
            </a:extLst>
          </p:cNvPr>
          <p:cNvSpPr txBox="1"/>
          <p:nvPr/>
        </p:nvSpPr>
        <p:spPr>
          <a:xfrm>
            <a:off x="7251559" y="3103563"/>
            <a:ext cx="292068" cy="369332"/>
          </a:xfrm>
          <a:prstGeom prst="rect">
            <a:avLst/>
          </a:prstGeom>
          <a:noFill/>
        </p:spPr>
        <p:txBody>
          <a:bodyPr wrap="none" rtlCol="0">
            <a:spAutoFit/>
          </a:bodyPr>
          <a:lstStyle/>
          <a:p>
            <a:r>
              <a:rPr lang="en-GB" dirty="0">
                <a:solidFill>
                  <a:srgbClr val="003399"/>
                </a:solidFill>
              </a:rPr>
              <a:t>?</a:t>
            </a:r>
          </a:p>
        </p:txBody>
      </p:sp>
      <p:sp>
        <p:nvSpPr>
          <p:cNvPr id="49" name="文本框 48">
            <a:extLst>
              <a:ext uri="{FF2B5EF4-FFF2-40B4-BE49-F238E27FC236}">
                <a16:creationId xmlns:a16="http://schemas.microsoft.com/office/drawing/2014/main" id="{1C03FC88-9E10-1298-81B3-DB42A3D3B117}"/>
              </a:ext>
            </a:extLst>
          </p:cNvPr>
          <p:cNvSpPr txBox="1"/>
          <p:nvPr/>
        </p:nvSpPr>
        <p:spPr>
          <a:xfrm>
            <a:off x="7827335" y="2702038"/>
            <a:ext cx="292068" cy="369332"/>
          </a:xfrm>
          <a:prstGeom prst="rect">
            <a:avLst/>
          </a:prstGeom>
          <a:noFill/>
        </p:spPr>
        <p:txBody>
          <a:bodyPr wrap="none" rtlCol="0">
            <a:spAutoFit/>
          </a:bodyPr>
          <a:lstStyle/>
          <a:p>
            <a:r>
              <a:rPr lang="en-GB" dirty="0">
                <a:solidFill>
                  <a:srgbClr val="003399"/>
                </a:solidFill>
              </a:rPr>
              <a:t>?</a:t>
            </a:r>
          </a:p>
        </p:txBody>
      </p:sp>
      <p:sp>
        <p:nvSpPr>
          <p:cNvPr id="50" name="文本框 49">
            <a:extLst>
              <a:ext uri="{FF2B5EF4-FFF2-40B4-BE49-F238E27FC236}">
                <a16:creationId xmlns:a16="http://schemas.microsoft.com/office/drawing/2014/main" id="{1B3EC49E-9988-B4CF-F27D-EE88A01748AA}"/>
              </a:ext>
            </a:extLst>
          </p:cNvPr>
          <p:cNvSpPr txBox="1"/>
          <p:nvPr/>
        </p:nvSpPr>
        <p:spPr>
          <a:xfrm>
            <a:off x="8250370" y="2623656"/>
            <a:ext cx="292068" cy="369332"/>
          </a:xfrm>
          <a:prstGeom prst="rect">
            <a:avLst/>
          </a:prstGeom>
          <a:noFill/>
        </p:spPr>
        <p:txBody>
          <a:bodyPr wrap="none" rtlCol="0">
            <a:spAutoFit/>
          </a:bodyPr>
          <a:lstStyle/>
          <a:p>
            <a:r>
              <a:rPr lang="en-GB" dirty="0">
                <a:solidFill>
                  <a:srgbClr val="003399"/>
                </a:solidFill>
              </a:rPr>
              <a:t>?</a:t>
            </a:r>
          </a:p>
        </p:txBody>
      </p:sp>
      <p:sp>
        <p:nvSpPr>
          <p:cNvPr id="51" name="文本框 50">
            <a:extLst>
              <a:ext uri="{FF2B5EF4-FFF2-40B4-BE49-F238E27FC236}">
                <a16:creationId xmlns:a16="http://schemas.microsoft.com/office/drawing/2014/main" id="{21684F4D-A6CA-7466-0926-BF497747DBF3}"/>
              </a:ext>
            </a:extLst>
          </p:cNvPr>
          <p:cNvSpPr txBox="1"/>
          <p:nvPr/>
        </p:nvSpPr>
        <p:spPr>
          <a:xfrm>
            <a:off x="8156841" y="2034354"/>
            <a:ext cx="292068" cy="369332"/>
          </a:xfrm>
          <a:prstGeom prst="rect">
            <a:avLst/>
          </a:prstGeom>
          <a:noFill/>
        </p:spPr>
        <p:txBody>
          <a:bodyPr wrap="none" rtlCol="0">
            <a:spAutoFit/>
          </a:bodyPr>
          <a:lstStyle/>
          <a:p>
            <a:r>
              <a:rPr lang="en-GB" dirty="0">
                <a:solidFill>
                  <a:srgbClr val="003399"/>
                </a:solidFill>
              </a:rPr>
              <a:t>?</a:t>
            </a:r>
          </a:p>
        </p:txBody>
      </p:sp>
      <p:sp>
        <p:nvSpPr>
          <p:cNvPr id="52" name="文本框 51">
            <a:extLst>
              <a:ext uri="{FF2B5EF4-FFF2-40B4-BE49-F238E27FC236}">
                <a16:creationId xmlns:a16="http://schemas.microsoft.com/office/drawing/2014/main" id="{73BE0BD5-CB20-A4F4-6397-4A7099DD4FA0}"/>
              </a:ext>
            </a:extLst>
          </p:cNvPr>
          <p:cNvSpPr txBox="1"/>
          <p:nvPr/>
        </p:nvSpPr>
        <p:spPr>
          <a:xfrm>
            <a:off x="7717392" y="2254324"/>
            <a:ext cx="292068" cy="369332"/>
          </a:xfrm>
          <a:prstGeom prst="rect">
            <a:avLst/>
          </a:prstGeom>
          <a:noFill/>
        </p:spPr>
        <p:txBody>
          <a:bodyPr wrap="none" rtlCol="0">
            <a:spAutoFit/>
          </a:bodyPr>
          <a:lstStyle/>
          <a:p>
            <a:r>
              <a:rPr lang="en-GB" dirty="0">
                <a:solidFill>
                  <a:srgbClr val="003399"/>
                </a:solidFill>
              </a:rPr>
              <a:t>?</a:t>
            </a:r>
          </a:p>
        </p:txBody>
      </p:sp>
      <p:sp>
        <p:nvSpPr>
          <p:cNvPr id="53" name="文本框 52">
            <a:extLst>
              <a:ext uri="{FF2B5EF4-FFF2-40B4-BE49-F238E27FC236}">
                <a16:creationId xmlns:a16="http://schemas.microsoft.com/office/drawing/2014/main" id="{08CF289F-6E65-7FE3-9016-FA9156E7159D}"/>
              </a:ext>
            </a:extLst>
          </p:cNvPr>
          <p:cNvSpPr txBox="1"/>
          <p:nvPr/>
        </p:nvSpPr>
        <p:spPr>
          <a:xfrm>
            <a:off x="7275551" y="2531000"/>
            <a:ext cx="292068" cy="369332"/>
          </a:xfrm>
          <a:prstGeom prst="rect">
            <a:avLst/>
          </a:prstGeom>
          <a:noFill/>
        </p:spPr>
        <p:txBody>
          <a:bodyPr wrap="none" rtlCol="0">
            <a:spAutoFit/>
          </a:bodyPr>
          <a:lstStyle/>
          <a:p>
            <a:r>
              <a:rPr lang="en-GB" dirty="0">
                <a:solidFill>
                  <a:srgbClr val="003399"/>
                </a:solidFill>
              </a:rPr>
              <a:t>?</a:t>
            </a:r>
          </a:p>
        </p:txBody>
      </p:sp>
      <p:sp>
        <p:nvSpPr>
          <p:cNvPr id="54" name="文本框 53">
            <a:extLst>
              <a:ext uri="{FF2B5EF4-FFF2-40B4-BE49-F238E27FC236}">
                <a16:creationId xmlns:a16="http://schemas.microsoft.com/office/drawing/2014/main" id="{F9590719-FC01-7695-AA62-0C17A3F285D8}"/>
              </a:ext>
            </a:extLst>
          </p:cNvPr>
          <p:cNvSpPr txBox="1"/>
          <p:nvPr/>
        </p:nvSpPr>
        <p:spPr>
          <a:xfrm>
            <a:off x="5658627" y="1974880"/>
            <a:ext cx="292068" cy="369332"/>
          </a:xfrm>
          <a:prstGeom prst="rect">
            <a:avLst/>
          </a:prstGeom>
          <a:noFill/>
        </p:spPr>
        <p:txBody>
          <a:bodyPr wrap="none" rtlCol="0">
            <a:spAutoFit/>
          </a:bodyPr>
          <a:lstStyle/>
          <a:p>
            <a:r>
              <a:rPr lang="en-GB" dirty="0">
                <a:solidFill>
                  <a:srgbClr val="003399"/>
                </a:solidFill>
              </a:rPr>
              <a:t>?</a:t>
            </a:r>
          </a:p>
        </p:txBody>
      </p:sp>
      <p:sp>
        <p:nvSpPr>
          <p:cNvPr id="55" name="文本框 54">
            <a:extLst>
              <a:ext uri="{FF2B5EF4-FFF2-40B4-BE49-F238E27FC236}">
                <a16:creationId xmlns:a16="http://schemas.microsoft.com/office/drawing/2014/main" id="{3E41AA56-FBCE-FDA6-85FB-E57DF9BC0B96}"/>
              </a:ext>
            </a:extLst>
          </p:cNvPr>
          <p:cNvSpPr txBox="1"/>
          <p:nvPr/>
        </p:nvSpPr>
        <p:spPr>
          <a:xfrm>
            <a:off x="6191105" y="2150512"/>
            <a:ext cx="292068" cy="369332"/>
          </a:xfrm>
          <a:prstGeom prst="rect">
            <a:avLst/>
          </a:prstGeom>
          <a:noFill/>
        </p:spPr>
        <p:txBody>
          <a:bodyPr wrap="none" rtlCol="0">
            <a:spAutoFit/>
          </a:bodyPr>
          <a:lstStyle/>
          <a:p>
            <a:r>
              <a:rPr lang="en-GB" dirty="0">
                <a:solidFill>
                  <a:srgbClr val="003399"/>
                </a:solidFill>
              </a:rPr>
              <a:t>?</a:t>
            </a:r>
          </a:p>
        </p:txBody>
      </p:sp>
      <p:sp>
        <p:nvSpPr>
          <p:cNvPr id="56" name="文本框 55">
            <a:extLst>
              <a:ext uri="{FF2B5EF4-FFF2-40B4-BE49-F238E27FC236}">
                <a16:creationId xmlns:a16="http://schemas.microsoft.com/office/drawing/2014/main" id="{FAA5173F-F4FC-E20A-8EE8-CB37156DD890}"/>
              </a:ext>
            </a:extLst>
          </p:cNvPr>
          <p:cNvSpPr txBox="1"/>
          <p:nvPr/>
        </p:nvSpPr>
        <p:spPr>
          <a:xfrm>
            <a:off x="6190273" y="1493370"/>
            <a:ext cx="292068" cy="369332"/>
          </a:xfrm>
          <a:prstGeom prst="rect">
            <a:avLst/>
          </a:prstGeom>
          <a:noFill/>
        </p:spPr>
        <p:txBody>
          <a:bodyPr wrap="none" rtlCol="0">
            <a:spAutoFit/>
          </a:bodyPr>
          <a:lstStyle/>
          <a:p>
            <a:r>
              <a:rPr lang="en-GB" dirty="0">
                <a:solidFill>
                  <a:srgbClr val="003399"/>
                </a:solidFill>
              </a:rPr>
              <a:t>?</a:t>
            </a:r>
          </a:p>
        </p:txBody>
      </p:sp>
      <p:sp>
        <p:nvSpPr>
          <p:cNvPr id="57" name="文本框 56">
            <a:extLst>
              <a:ext uri="{FF2B5EF4-FFF2-40B4-BE49-F238E27FC236}">
                <a16:creationId xmlns:a16="http://schemas.microsoft.com/office/drawing/2014/main" id="{A77BFA95-C700-E1DD-1C74-50102671D9F7}"/>
              </a:ext>
            </a:extLst>
          </p:cNvPr>
          <p:cNvSpPr txBox="1"/>
          <p:nvPr/>
        </p:nvSpPr>
        <p:spPr>
          <a:xfrm>
            <a:off x="7353903" y="1542374"/>
            <a:ext cx="292068" cy="369332"/>
          </a:xfrm>
          <a:prstGeom prst="rect">
            <a:avLst/>
          </a:prstGeom>
          <a:noFill/>
        </p:spPr>
        <p:txBody>
          <a:bodyPr wrap="none" rtlCol="0">
            <a:spAutoFit/>
          </a:bodyPr>
          <a:lstStyle/>
          <a:p>
            <a:r>
              <a:rPr lang="en-GB" dirty="0">
                <a:solidFill>
                  <a:srgbClr val="003399"/>
                </a:solidFill>
              </a:rPr>
              <a:t>?</a:t>
            </a:r>
          </a:p>
        </p:txBody>
      </p:sp>
      <p:sp>
        <p:nvSpPr>
          <p:cNvPr id="58" name="文本框 57">
            <a:extLst>
              <a:ext uri="{FF2B5EF4-FFF2-40B4-BE49-F238E27FC236}">
                <a16:creationId xmlns:a16="http://schemas.microsoft.com/office/drawing/2014/main" id="{9D16893A-FD5C-FAA0-378A-39837BB2149D}"/>
              </a:ext>
            </a:extLst>
          </p:cNvPr>
          <p:cNvSpPr txBox="1"/>
          <p:nvPr/>
        </p:nvSpPr>
        <p:spPr>
          <a:xfrm>
            <a:off x="6505603" y="1858289"/>
            <a:ext cx="292068" cy="369332"/>
          </a:xfrm>
          <a:prstGeom prst="rect">
            <a:avLst/>
          </a:prstGeom>
          <a:noFill/>
        </p:spPr>
        <p:txBody>
          <a:bodyPr wrap="none" rtlCol="0">
            <a:spAutoFit/>
          </a:bodyPr>
          <a:lstStyle/>
          <a:p>
            <a:r>
              <a:rPr lang="en-GB" dirty="0">
                <a:solidFill>
                  <a:srgbClr val="003399"/>
                </a:solidFill>
              </a:rPr>
              <a:t>?</a:t>
            </a:r>
          </a:p>
        </p:txBody>
      </p:sp>
      <p:sp>
        <p:nvSpPr>
          <p:cNvPr id="59" name="文本框 58">
            <a:extLst>
              <a:ext uri="{FF2B5EF4-FFF2-40B4-BE49-F238E27FC236}">
                <a16:creationId xmlns:a16="http://schemas.microsoft.com/office/drawing/2014/main" id="{3A3015F5-9501-4212-69BF-C2DD3FD57FAE}"/>
              </a:ext>
            </a:extLst>
          </p:cNvPr>
          <p:cNvSpPr txBox="1"/>
          <p:nvPr/>
        </p:nvSpPr>
        <p:spPr>
          <a:xfrm>
            <a:off x="7363595" y="2147368"/>
            <a:ext cx="292068" cy="369332"/>
          </a:xfrm>
          <a:prstGeom prst="rect">
            <a:avLst/>
          </a:prstGeom>
          <a:noFill/>
        </p:spPr>
        <p:txBody>
          <a:bodyPr wrap="none" rtlCol="0">
            <a:spAutoFit/>
          </a:bodyPr>
          <a:lstStyle/>
          <a:p>
            <a:r>
              <a:rPr lang="en-GB" dirty="0">
                <a:solidFill>
                  <a:srgbClr val="003399"/>
                </a:solidFill>
              </a:rPr>
              <a:t>?</a:t>
            </a:r>
          </a:p>
        </p:txBody>
      </p:sp>
      <p:sp>
        <p:nvSpPr>
          <p:cNvPr id="60" name="文本框 59">
            <a:extLst>
              <a:ext uri="{FF2B5EF4-FFF2-40B4-BE49-F238E27FC236}">
                <a16:creationId xmlns:a16="http://schemas.microsoft.com/office/drawing/2014/main" id="{68525EA0-095F-2064-9109-1438925F7861}"/>
              </a:ext>
            </a:extLst>
          </p:cNvPr>
          <p:cNvSpPr txBox="1"/>
          <p:nvPr/>
        </p:nvSpPr>
        <p:spPr>
          <a:xfrm>
            <a:off x="7681301" y="1631966"/>
            <a:ext cx="292068" cy="369332"/>
          </a:xfrm>
          <a:prstGeom prst="rect">
            <a:avLst/>
          </a:prstGeom>
          <a:noFill/>
        </p:spPr>
        <p:txBody>
          <a:bodyPr wrap="none" rtlCol="0">
            <a:spAutoFit/>
          </a:bodyPr>
          <a:lstStyle/>
          <a:p>
            <a:r>
              <a:rPr lang="en-GB" dirty="0">
                <a:solidFill>
                  <a:srgbClr val="003399"/>
                </a:solidFill>
              </a:rPr>
              <a:t>?</a:t>
            </a:r>
          </a:p>
        </p:txBody>
      </p:sp>
      <p:sp>
        <p:nvSpPr>
          <p:cNvPr id="61" name="文本框 60">
            <a:extLst>
              <a:ext uri="{FF2B5EF4-FFF2-40B4-BE49-F238E27FC236}">
                <a16:creationId xmlns:a16="http://schemas.microsoft.com/office/drawing/2014/main" id="{A69EA80F-66C3-B134-067A-1F0C01E4A33B}"/>
              </a:ext>
            </a:extLst>
          </p:cNvPr>
          <p:cNvSpPr txBox="1"/>
          <p:nvPr/>
        </p:nvSpPr>
        <p:spPr>
          <a:xfrm>
            <a:off x="6828729" y="1261244"/>
            <a:ext cx="292068" cy="369332"/>
          </a:xfrm>
          <a:prstGeom prst="rect">
            <a:avLst/>
          </a:prstGeom>
          <a:noFill/>
        </p:spPr>
        <p:txBody>
          <a:bodyPr wrap="none" rtlCol="0">
            <a:spAutoFit/>
          </a:bodyPr>
          <a:lstStyle/>
          <a:p>
            <a:r>
              <a:rPr lang="en-GB" dirty="0">
                <a:solidFill>
                  <a:srgbClr val="003399"/>
                </a:solidFill>
              </a:rPr>
              <a:t>?</a:t>
            </a:r>
          </a:p>
        </p:txBody>
      </p:sp>
      <p:sp>
        <p:nvSpPr>
          <p:cNvPr id="62" name="文本框 61">
            <a:extLst>
              <a:ext uri="{FF2B5EF4-FFF2-40B4-BE49-F238E27FC236}">
                <a16:creationId xmlns:a16="http://schemas.microsoft.com/office/drawing/2014/main" id="{3A070E2A-1976-3F97-FC36-8FEF9D821E13}"/>
              </a:ext>
            </a:extLst>
          </p:cNvPr>
          <p:cNvSpPr txBox="1"/>
          <p:nvPr/>
        </p:nvSpPr>
        <p:spPr>
          <a:xfrm>
            <a:off x="8171347" y="1510371"/>
            <a:ext cx="292068" cy="369332"/>
          </a:xfrm>
          <a:prstGeom prst="rect">
            <a:avLst/>
          </a:prstGeom>
          <a:noFill/>
        </p:spPr>
        <p:txBody>
          <a:bodyPr wrap="none" rtlCol="0">
            <a:spAutoFit/>
          </a:bodyPr>
          <a:lstStyle/>
          <a:p>
            <a:r>
              <a:rPr lang="en-GB" dirty="0">
                <a:solidFill>
                  <a:srgbClr val="003399"/>
                </a:solidFill>
              </a:rPr>
              <a:t>?</a:t>
            </a:r>
          </a:p>
        </p:txBody>
      </p:sp>
      <p:sp>
        <p:nvSpPr>
          <p:cNvPr id="63" name="文本框 62">
            <a:extLst>
              <a:ext uri="{FF2B5EF4-FFF2-40B4-BE49-F238E27FC236}">
                <a16:creationId xmlns:a16="http://schemas.microsoft.com/office/drawing/2014/main" id="{A67BA615-4D0D-3FEC-BE84-8DDFAFA87377}"/>
              </a:ext>
            </a:extLst>
          </p:cNvPr>
          <p:cNvSpPr txBox="1"/>
          <p:nvPr/>
        </p:nvSpPr>
        <p:spPr>
          <a:xfrm>
            <a:off x="5426189" y="3103563"/>
            <a:ext cx="292068" cy="369332"/>
          </a:xfrm>
          <a:prstGeom prst="rect">
            <a:avLst/>
          </a:prstGeom>
          <a:noFill/>
        </p:spPr>
        <p:txBody>
          <a:bodyPr wrap="none" rtlCol="0">
            <a:spAutoFit/>
          </a:bodyPr>
          <a:lstStyle/>
          <a:p>
            <a:r>
              <a:rPr lang="en-GB" dirty="0">
                <a:solidFill>
                  <a:srgbClr val="003399"/>
                </a:solidFill>
              </a:rPr>
              <a:t>?</a:t>
            </a:r>
          </a:p>
        </p:txBody>
      </p:sp>
      <p:pic>
        <p:nvPicPr>
          <p:cNvPr id="7" name="Picture 2" descr="Pop! Wall-E (Facet) — Double Boxed Toys">
            <a:extLst>
              <a:ext uri="{FF2B5EF4-FFF2-40B4-BE49-F238E27FC236}">
                <a16:creationId xmlns:a16="http://schemas.microsoft.com/office/drawing/2014/main" id="{3F646C7A-1485-1130-5CB4-EBAC2A186B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3238475" y="3802284"/>
            <a:ext cx="289943" cy="32087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orld Landmarks PNG Image for Free Download">
            <a:extLst>
              <a:ext uri="{FF2B5EF4-FFF2-40B4-BE49-F238E27FC236}">
                <a16:creationId xmlns:a16="http://schemas.microsoft.com/office/drawing/2014/main" id="{252C53A7-F02D-1C00-0361-029FA0C28C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472" t="6250" r="40618" b="72984"/>
          <a:stretch/>
        </p:blipFill>
        <p:spPr bwMode="auto">
          <a:xfrm>
            <a:off x="3231841" y="4309971"/>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World Landmarks PNG Image for Free Download">
            <a:extLst>
              <a:ext uri="{FF2B5EF4-FFF2-40B4-BE49-F238E27FC236}">
                <a16:creationId xmlns:a16="http://schemas.microsoft.com/office/drawing/2014/main" id="{7444B1B4-FA14-16C0-97B0-54820D05F9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921" t="36148" r="66010" b="42293"/>
          <a:stretch/>
        </p:blipFill>
        <p:spPr bwMode="auto">
          <a:xfrm>
            <a:off x="2353973" y="3044074"/>
            <a:ext cx="498083" cy="48289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World Landmarks PNG Image for Free Download">
            <a:extLst>
              <a:ext uri="{FF2B5EF4-FFF2-40B4-BE49-F238E27FC236}">
                <a16:creationId xmlns:a16="http://schemas.microsoft.com/office/drawing/2014/main" id="{030609E0-F5FC-F8A9-650E-133DDD21AA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258" t="63724" r="40832" b="13953"/>
          <a:stretch/>
        </p:blipFill>
        <p:spPr bwMode="auto">
          <a:xfrm>
            <a:off x="4388633" y="4042248"/>
            <a:ext cx="389294" cy="53315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descr="World Landmarks PNG Image for Free Download">
            <a:extLst>
              <a:ext uri="{FF2B5EF4-FFF2-40B4-BE49-F238E27FC236}">
                <a16:creationId xmlns:a16="http://schemas.microsoft.com/office/drawing/2014/main" id="{486BA14D-D87C-487F-B861-C0312543F4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0476" t="37022" r="6455" b="42318"/>
          <a:stretch/>
        </p:blipFill>
        <p:spPr bwMode="auto">
          <a:xfrm>
            <a:off x="2015635" y="3833468"/>
            <a:ext cx="498083" cy="462761"/>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CE56D85F-5A1A-9BE1-B8FC-437AA6045CA3}"/>
              </a:ext>
            </a:extLst>
          </p:cNvPr>
          <p:cNvSpPr txBox="1"/>
          <p:nvPr/>
        </p:nvSpPr>
        <p:spPr>
          <a:xfrm>
            <a:off x="3126493" y="4708091"/>
            <a:ext cx="575799" cy="307777"/>
          </a:xfrm>
          <a:prstGeom prst="rect">
            <a:avLst/>
          </a:prstGeom>
          <a:noFill/>
        </p:spPr>
        <p:txBody>
          <a:bodyPr wrap="none" rtlCol="0">
            <a:spAutoFit/>
          </a:bodyPr>
          <a:lstStyle/>
          <a:p>
            <a:r>
              <a:rPr lang="en-GB" sz="1400" dirty="0">
                <a:solidFill>
                  <a:srgbClr val="003399"/>
                </a:solidFill>
              </a:rPr>
              <a:t>(-8,2)</a:t>
            </a:r>
          </a:p>
        </p:txBody>
      </p:sp>
      <p:sp>
        <p:nvSpPr>
          <p:cNvPr id="10" name="文本框 9">
            <a:extLst>
              <a:ext uri="{FF2B5EF4-FFF2-40B4-BE49-F238E27FC236}">
                <a16:creationId xmlns:a16="http://schemas.microsoft.com/office/drawing/2014/main" id="{A3A32ABD-073E-34B6-2750-CB3DAEA8470A}"/>
              </a:ext>
            </a:extLst>
          </p:cNvPr>
          <p:cNvSpPr txBox="1"/>
          <p:nvPr/>
        </p:nvSpPr>
        <p:spPr>
          <a:xfrm>
            <a:off x="4340882" y="4528722"/>
            <a:ext cx="521297" cy="307777"/>
          </a:xfrm>
          <a:prstGeom prst="rect">
            <a:avLst/>
          </a:prstGeom>
          <a:noFill/>
        </p:spPr>
        <p:txBody>
          <a:bodyPr wrap="none" rtlCol="0">
            <a:spAutoFit/>
          </a:bodyPr>
          <a:lstStyle/>
          <a:p>
            <a:r>
              <a:rPr lang="en-GB" sz="1400" dirty="0">
                <a:solidFill>
                  <a:srgbClr val="003399"/>
                </a:solidFill>
              </a:rPr>
              <a:t>(</a:t>
            </a:r>
            <a:r>
              <a:rPr lang="en-US" altLang="zh-CN" sz="1400" dirty="0">
                <a:solidFill>
                  <a:srgbClr val="003399"/>
                </a:solidFill>
              </a:rPr>
              <a:t>1</a:t>
            </a:r>
            <a:r>
              <a:rPr lang="en-GB" altLang="zh-CN" sz="1400" dirty="0">
                <a:solidFill>
                  <a:srgbClr val="003399"/>
                </a:solidFill>
              </a:rPr>
              <a:t>,4</a:t>
            </a:r>
            <a:r>
              <a:rPr lang="en-GB" sz="1400" dirty="0">
                <a:solidFill>
                  <a:srgbClr val="003399"/>
                </a:solidFill>
              </a:rPr>
              <a:t>)</a:t>
            </a:r>
          </a:p>
        </p:txBody>
      </p:sp>
      <p:sp>
        <p:nvSpPr>
          <p:cNvPr id="11" name="文本框 10">
            <a:extLst>
              <a:ext uri="{FF2B5EF4-FFF2-40B4-BE49-F238E27FC236}">
                <a16:creationId xmlns:a16="http://schemas.microsoft.com/office/drawing/2014/main" id="{779B1469-6A7A-EF5F-276F-63165B4E6518}"/>
              </a:ext>
            </a:extLst>
          </p:cNvPr>
          <p:cNvSpPr txBox="1"/>
          <p:nvPr/>
        </p:nvSpPr>
        <p:spPr>
          <a:xfrm>
            <a:off x="3095546" y="4056494"/>
            <a:ext cx="575799" cy="307777"/>
          </a:xfrm>
          <a:prstGeom prst="rect">
            <a:avLst/>
          </a:prstGeom>
          <a:noFill/>
        </p:spPr>
        <p:txBody>
          <a:bodyPr wrap="none" rtlCol="0">
            <a:spAutoFit/>
          </a:bodyPr>
          <a:lstStyle/>
          <a:p>
            <a:r>
              <a:rPr lang="en-GB" sz="1400" dirty="0">
                <a:solidFill>
                  <a:srgbClr val="003399"/>
                </a:solidFill>
              </a:rPr>
              <a:t>(-8,</a:t>
            </a:r>
            <a:r>
              <a:rPr lang="en-US" altLang="zh-CN" sz="1400" dirty="0">
                <a:solidFill>
                  <a:srgbClr val="003399"/>
                </a:solidFill>
              </a:rPr>
              <a:t>6</a:t>
            </a:r>
            <a:r>
              <a:rPr lang="en-GB" sz="1400" dirty="0">
                <a:solidFill>
                  <a:srgbClr val="003399"/>
                </a:solidFill>
              </a:rPr>
              <a:t>)</a:t>
            </a:r>
          </a:p>
        </p:txBody>
      </p:sp>
      <p:sp>
        <p:nvSpPr>
          <p:cNvPr id="12" name="文本框 11">
            <a:extLst>
              <a:ext uri="{FF2B5EF4-FFF2-40B4-BE49-F238E27FC236}">
                <a16:creationId xmlns:a16="http://schemas.microsoft.com/office/drawing/2014/main" id="{C896BDEF-349E-B0EB-5317-79C42C39085B}"/>
              </a:ext>
            </a:extLst>
          </p:cNvPr>
          <p:cNvSpPr txBox="1"/>
          <p:nvPr/>
        </p:nvSpPr>
        <p:spPr>
          <a:xfrm>
            <a:off x="1900302" y="4234765"/>
            <a:ext cx="667170" cy="307777"/>
          </a:xfrm>
          <a:prstGeom prst="rect">
            <a:avLst/>
          </a:prstGeom>
          <a:noFill/>
        </p:spPr>
        <p:txBody>
          <a:bodyPr wrap="none" rtlCol="0">
            <a:spAutoFit/>
          </a:bodyPr>
          <a:lstStyle/>
          <a:p>
            <a:r>
              <a:rPr lang="en-GB" sz="1400" dirty="0">
                <a:solidFill>
                  <a:srgbClr val="003399"/>
                </a:solidFill>
              </a:rPr>
              <a:t>(-15,</a:t>
            </a:r>
            <a:r>
              <a:rPr lang="en-US" altLang="zh-CN" sz="1400" dirty="0">
                <a:solidFill>
                  <a:srgbClr val="003399"/>
                </a:solidFill>
              </a:rPr>
              <a:t>5</a:t>
            </a:r>
            <a:r>
              <a:rPr lang="en-GB" sz="1400" dirty="0">
                <a:solidFill>
                  <a:srgbClr val="003399"/>
                </a:solidFill>
              </a:rPr>
              <a:t>)</a:t>
            </a:r>
          </a:p>
        </p:txBody>
      </p:sp>
      <p:sp>
        <p:nvSpPr>
          <p:cNvPr id="13" name="文本框 12">
            <a:extLst>
              <a:ext uri="{FF2B5EF4-FFF2-40B4-BE49-F238E27FC236}">
                <a16:creationId xmlns:a16="http://schemas.microsoft.com/office/drawing/2014/main" id="{14413875-EDE4-71DD-322F-465D322DDC76}"/>
              </a:ext>
            </a:extLst>
          </p:cNvPr>
          <p:cNvSpPr txBox="1"/>
          <p:nvPr/>
        </p:nvSpPr>
        <p:spPr>
          <a:xfrm>
            <a:off x="2261998" y="3498934"/>
            <a:ext cx="667170" cy="307777"/>
          </a:xfrm>
          <a:prstGeom prst="rect">
            <a:avLst/>
          </a:prstGeom>
          <a:noFill/>
        </p:spPr>
        <p:txBody>
          <a:bodyPr wrap="none" rtlCol="0">
            <a:spAutoFit/>
          </a:bodyPr>
          <a:lstStyle/>
          <a:p>
            <a:r>
              <a:rPr lang="en-GB" sz="1400" dirty="0">
                <a:solidFill>
                  <a:srgbClr val="003399"/>
                </a:solidFill>
              </a:rPr>
              <a:t>(-13,</a:t>
            </a:r>
            <a:r>
              <a:rPr lang="en-US" altLang="zh-CN" sz="1400" dirty="0">
                <a:solidFill>
                  <a:srgbClr val="003399"/>
                </a:solidFill>
              </a:rPr>
              <a:t>9</a:t>
            </a:r>
            <a:r>
              <a:rPr lang="en-GB" sz="1400" dirty="0">
                <a:solidFill>
                  <a:srgbClr val="003399"/>
                </a:solidFill>
              </a:rPr>
              <a:t>)</a:t>
            </a:r>
          </a:p>
        </p:txBody>
      </p:sp>
    </p:spTree>
    <p:extLst>
      <p:ext uri="{BB962C8B-B14F-4D97-AF65-F5344CB8AC3E}">
        <p14:creationId xmlns:p14="http://schemas.microsoft.com/office/powerpoint/2010/main" val="1200810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p:txBody>
          <a:bodyPr/>
          <a:lstStyle/>
          <a:p>
            <a:r>
              <a:rPr lang="en-GB" dirty="0"/>
              <a:t>As the robot continues to move, it is able to take multiple such photographs. Based on the robot's movement records and the landmarks, it can stitch these photographs together to form a map of the area it is in.</a:t>
            </a:r>
          </a:p>
        </p:txBody>
      </p:sp>
      <p:grpSp>
        <p:nvGrpSpPr>
          <p:cNvPr id="63" name="组合 62">
            <a:extLst>
              <a:ext uri="{FF2B5EF4-FFF2-40B4-BE49-F238E27FC236}">
                <a16:creationId xmlns:a16="http://schemas.microsoft.com/office/drawing/2014/main" id="{E6F565C4-577B-9F88-7F97-C5D107236388}"/>
              </a:ext>
            </a:extLst>
          </p:cNvPr>
          <p:cNvGrpSpPr/>
          <p:nvPr/>
        </p:nvGrpSpPr>
        <p:grpSpPr>
          <a:xfrm>
            <a:off x="5862995" y="2567214"/>
            <a:ext cx="1931315" cy="1411061"/>
            <a:chOff x="1140508" y="2567214"/>
            <a:chExt cx="1931315" cy="1411061"/>
          </a:xfrm>
        </p:grpSpPr>
        <p:sp>
          <p:nvSpPr>
            <p:cNvPr id="7" name="圆角矩形 6">
              <a:extLst>
                <a:ext uri="{FF2B5EF4-FFF2-40B4-BE49-F238E27FC236}">
                  <a16:creationId xmlns:a16="http://schemas.microsoft.com/office/drawing/2014/main" id="{4B717953-87C4-4342-EC1D-532CA6035C11}"/>
                </a:ext>
              </a:extLst>
            </p:cNvPr>
            <p:cNvSpPr/>
            <p:nvPr/>
          </p:nvSpPr>
          <p:spPr>
            <a:xfrm>
              <a:off x="1140508"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任意形状 7">
              <a:extLst>
                <a:ext uri="{FF2B5EF4-FFF2-40B4-BE49-F238E27FC236}">
                  <a16:creationId xmlns:a16="http://schemas.microsoft.com/office/drawing/2014/main" id="{79C4949C-32E4-0759-5644-1733EAE3DDC0}"/>
                </a:ext>
              </a:extLst>
            </p:cNvPr>
            <p:cNvSpPr/>
            <p:nvPr/>
          </p:nvSpPr>
          <p:spPr>
            <a:xfrm>
              <a:off x="1673331" y="2567214"/>
              <a:ext cx="772909" cy="1405456"/>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Lst>
              <a:ahLst/>
              <a:cxnLst>
                <a:cxn ang="0">
                  <a:pos x="connsiteX0" y="connsiteY0"/>
                </a:cxn>
                <a:cxn ang="0">
                  <a:pos x="connsiteX1" y="connsiteY1"/>
                </a:cxn>
                <a:cxn ang="0">
                  <a:pos x="connsiteX2" y="connsiteY2"/>
                </a:cxn>
                <a:cxn ang="0">
                  <a:pos x="connsiteX3" y="connsiteY3"/>
                </a:cxn>
              </a:cxnLst>
              <a:rect l="l" t="t" r="r" b="b"/>
              <a:pathLst>
                <a:path w="1588263" h="2075543">
                  <a:moveTo>
                    <a:pt x="0" y="0"/>
                  </a:moveTo>
                  <a:cubicBezTo>
                    <a:pt x="1984" y="695475"/>
                    <a:pt x="14068" y="644675"/>
                    <a:pt x="254032" y="856342"/>
                  </a:cubicBezTo>
                  <a:cubicBezTo>
                    <a:pt x="493996" y="1068009"/>
                    <a:pt x="1145758" y="1068011"/>
                    <a:pt x="1439785" y="1270000"/>
                  </a:cubicBezTo>
                  <a:cubicBezTo>
                    <a:pt x="1663125" y="1464732"/>
                    <a:pt x="1566000" y="1576009"/>
                    <a:pt x="1573874" y="2075543"/>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2" descr="Pop! Wall-E (Facet) — Double Boxed Toys">
              <a:extLst>
                <a:ext uri="{FF2B5EF4-FFF2-40B4-BE49-F238E27FC236}">
                  <a16:creationId xmlns:a16="http://schemas.microsoft.com/office/drawing/2014/main" id="{31390498-177B-EA58-C1CB-57253243161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12782" t="8914" r="12960" b="8907"/>
            <a:stretch/>
          </p:blipFill>
          <p:spPr bwMode="auto">
            <a:xfrm>
              <a:off x="2007998" y="3191004"/>
              <a:ext cx="196335" cy="2172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World Landmarks PNG Image for Free Download">
              <a:extLst>
                <a:ext uri="{FF2B5EF4-FFF2-40B4-BE49-F238E27FC236}">
                  <a16:creationId xmlns:a16="http://schemas.microsoft.com/office/drawing/2014/main" id="{FD912C74-3755-D905-B3FF-67D47B96F7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1251089" y="2858913"/>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World Landmarks PNG Image for Free Download">
              <a:extLst>
                <a:ext uri="{FF2B5EF4-FFF2-40B4-BE49-F238E27FC236}">
                  <a16:creationId xmlns:a16="http://schemas.microsoft.com/office/drawing/2014/main" id="{B8527E0B-BC2A-B649-F612-23DBD257A8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744" t="32392" r="40346" b="42668"/>
            <a:stretch/>
          </p:blipFill>
          <p:spPr bwMode="auto">
            <a:xfrm>
              <a:off x="2664020" y="3225714"/>
              <a:ext cx="247231" cy="37827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World Landmarks PNG Image for Free Download">
              <a:extLst>
                <a:ext uri="{FF2B5EF4-FFF2-40B4-BE49-F238E27FC236}">
                  <a16:creationId xmlns:a16="http://schemas.microsoft.com/office/drawing/2014/main" id="{A3F7C87F-B84C-6E84-F16B-2EBE8AD828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2014626" y="2624384"/>
              <a:ext cx="263611" cy="3610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组合 63">
            <a:extLst>
              <a:ext uri="{FF2B5EF4-FFF2-40B4-BE49-F238E27FC236}">
                <a16:creationId xmlns:a16="http://schemas.microsoft.com/office/drawing/2014/main" id="{7C5683C1-E483-6F78-3E2B-E9FFCCCF2ECA}"/>
              </a:ext>
            </a:extLst>
          </p:cNvPr>
          <p:cNvGrpSpPr/>
          <p:nvPr/>
        </p:nvGrpSpPr>
        <p:grpSpPr>
          <a:xfrm>
            <a:off x="3417775" y="2571018"/>
            <a:ext cx="1931315" cy="1407257"/>
            <a:chOff x="3529453" y="2571018"/>
            <a:chExt cx="1931315" cy="1407257"/>
          </a:xfrm>
        </p:grpSpPr>
        <p:sp>
          <p:nvSpPr>
            <p:cNvPr id="17" name="圆角矩形 16">
              <a:extLst>
                <a:ext uri="{FF2B5EF4-FFF2-40B4-BE49-F238E27FC236}">
                  <a16:creationId xmlns:a16="http://schemas.microsoft.com/office/drawing/2014/main" id="{7A3BEEDD-EF31-6447-C3AD-5861911246CF}"/>
                </a:ext>
              </a:extLst>
            </p:cNvPr>
            <p:cNvSpPr/>
            <p:nvPr/>
          </p:nvSpPr>
          <p:spPr>
            <a:xfrm>
              <a:off x="3529453"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任意形状 17">
              <a:extLst>
                <a:ext uri="{FF2B5EF4-FFF2-40B4-BE49-F238E27FC236}">
                  <a16:creationId xmlns:a16="http://schemas.microsoft.com/office/drawing/2014/main" id="{C190BBA3-139C-0A1B-E36E-1B29762B3BF6}"/>
                </a:ext>
              </a:extLst>
            </p:cNvPr>
            <p:cNvSpPr/>
            <p:nvPr/>
          </p:nvSpPr>
          <p:spPr>
            <a:xfrm>
              <a:off x="3868006" y="3254631"/>
              <a:ext cx="1265906" cy="722744"/>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31" h="1067330">
                  <a:moveTo>
                    <a:pt x="9" y="1052815"/>
                  </a:moveTo>
                  <a:cubicBezTo>
                    <a:pt x="-2707" y="850877"/>
                    <a:pt x="555305" y="170121"/>
                    <a:pt x="730992" y="116954"/>
                  </a:cubicBezTo>
                  <a:cubicBezTo>
                    <a:pt x="1088448" y="-30556"/>
                    <a:pt x="1668833" y="-36605"/>
                    <a:pt x="1912484" y="87924"/>
                  </a:cubicBezTo>
                  <a:cubicBezTo>
                    <a:pt x="2156135" y="212453"/>
                    <a:pt x="1773501" y="589619"/>
                    <a:pt x="2192901" y="864129"/>
                  </a:cubicBezTo>
                  <a:cubicBezTo>
                    <a:pt x="2369943" y="1008012"/>
                    <a:pt x="2610013" y="966941"/>
                    <a:pt x="2601090" y="1067330"/>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2" descr="Pop! Wall-E (Facet) — Double Boxed Toys">
              <a:extLst>
                <a:ext uri="{FF2B5EF4-FFF2-40B4-BE49-F238E27FC236}">
                  <a16:creationId xmlns:a16="http://schemas.microsoft.com/office/drawing/2014/main" id="{F1E89313-68F6-6EBF-4BAD-C2FF0CB40B5A}"/>
                </a:ext>
              </a:extLst>
            </p:cNvPr>
            <p:cNvPicPr>
              <a:picLocks noChangeAspect="1" noChangeArrowheads="1"/>
            </p:cNvPicPr>
            <p:nvPr/>
          </p:nvPicPr>
          <p:blipFill rotWithShape="1">
            <a:blip r:embed="rId2">
              <a:alphaModFix amt="51000"/>
              <a:extLst>
                <a:ext uri="{28A0092B-C50C-407E-A947-70E740481C1C}">
                  <a14:useLocalDpi xmlns:a14="http://schemas.microsoft.com/office/drawing/2010/main" val="0"/>
                </a:ext>
              </a:extLst>
            </a:blip>
            <a:srcRect l="12782" t="8914" r="12960" b="8907"/>
            <a:stretch/>
          </p:blipFill>
          <p:spPr bwMode="auto">
            <a:xfrm>
              <a:off x="4396942" y="3191004"/>
              <a:ext cx="196335" cy="21727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World Landmarks PNG Image for Free Download">
              <a:extLst>
                <a:ext uri="{FF2B5EF4-FFF2-40B4-BE49-F238E27FC236}">
                  <a16:creationId xmlns:a16="http://schemas.microsoft.com/office/drawing/2014/main" id="{9B061F2E-C944-42EC-E15F-EA0BE10D77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4392450" y="3534785"/>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World Landmarks PNG Image for Free Download">
              <a:extLst>
                <a:ext uri="{FF2B5EF4-FFF2-40B4-BE49-F238E27FC236}">
                  <a16:creationId xmlns:a16="http://schemas.microsoft.com/office/drawing/2014/main" id="{610CE44F-5781-C20F-481B-F95724748B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21" t="36148" r="66010" b="42293"/>
            <a:stretch/>
          </p:blipFill>
          <p:spPr bwMode="auto">
            <a:xfrm>
              <a:off x="3798001" y="2677582"/>
              <a:ext cx="337278" cy="32699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World Landmarks PNG Image for Free Download">
              <a:extLst>
                <a:ext uri="{FF2B5EF4-FFF2-40B4-BE49-F238E27FC236}">
                  <a16:creationId xmlns:a16="http://schemas.microsoft.com/office/drawing/2014/main" id="{09B1D2E4-C375-9E12-11E1-276EE58788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5175773" y="3353496"/>
              <a:ext cx="263611" cy="36102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World Landmarks PNG Image for Free Download">
              <a:extLst>
                <a:ext uri="{FF2B5EF4-FFF2-40B4-BE49-F238E27FC236}">
                  <a16:creationId xmlns:a16="http://schemas.microsoft.com/office/drawing/2014/main" id="{58B37800-A443-F44B-AA82-7C1A4E8CA4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76" t="37022" r="6455" b="42318"/>
            <a:stretch/>
          </p:blipFill>
          <p:spPr bwMode="auto">
            <a:xfrm>
              <a:off x="3568895" y="3212121"/>
              <a:ext cx="337278" cy="3133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组合 64">
            <a:extLst>
              <a:ext uri="{FF2B5EF4-FFF2-40B4-BE49-F238E27FC236}">
                <a16:creationId xmlns:a16="http://schemas.microsoft.com/office/drawing/2014/main" id="{519741A6-8A38-C3B5-2815-48588BC87D6C}"/>
              </a:ext>
            </a:extLst>
          </p:cNvPr>
          <p:cNvGrpSpPr/>
          <p:nvPr/>
        </p:nvGrpSpPr>
        <p:grpSpPr>
          <a:xfrm>
            <a:off x="972555" y="2571018"/>
            <a:ext cx="1931315" cy="1407257"/>
            <a:chOff x="5918398" y="2571018"/>
            <a:chExt cx="1931315" cy="1407257"/>
          </a:xfrm>
        </p:grpSpPr>
        <p:sp>
          <p:nvSpPr>
            <p:cNvPr id="50" name="圆角矩形 49">
              <a:extLst>
                <a:ext uri="{FF2B5EF4-FFF2-40B4-BE49-F238E27FC236}">
                  <a16:creationId xmlns:a16="http://schemas.microsoft.com/office/drawing/2014/main" id="{486AC5EF-2D66-9D7E-A80E-35BC67694C5E}"/>
                </a:ext>
              </a:extLst>
            </p:cNvPr>
            <p:cNvSpPr/>
            <p:nvPr/>
          </p:nvSpPr>
          <p:spPr>
            <a:xfrm>
              <a:off x="5918398"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任意形状 56">
              <a:extLst>
                <a:ext uri="{FF2B5EF4-FFF2-40B4-BE49-F238E27FC236}">
                  <a16:creationId xmlns:a16="http://schemas.microsoft.com/office/drawing/2014/main" id="{725E282C-BEC9-34D9-C662-D92323494A26}"/>
                </a:ext>
              </a:extLst>
            </p:cNvPr>
            <p:cNvSpPr/>
            <p:nvPr/>
          </p:nvSpPr>
          <p:spPr>
            <a:xfrm>
              <a:off x="6964813" y="2700800"/>
              <a:ext cx="880292" cy="1270723"/>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54805 w 2656127"/>
                <a:gd name="connsiteY0" fmla="*/ 1052815 h 1088446"/>
                <a:gd name="connsiteX1" fmla="*/ 53958 w 2656127"/>
                <a:gd name="connsiteY1" fmla="*/ 1007193 h 1088446"/>
                <a:gd name="connsiteX2" fmla="*/ 785788 w 2656127"/>
                <a:gd name="connsiteY2" fmla="*/ 116954 h 1088446"/>
                <a:gd name="connsiteX3" fmla="*/ 1967280 w 2656127"/>
                <a:gd name="connsiteY3" fmla="*/ 87924 h 1088446"/>
                <a:gd name="connsiteX4" fmla="*/ 2247697 w 2656127"/>
                <a:gd name="connsiteY4" fmla="*/ 864129 h 1088446"/>
                <a:gd name="connsiteX5" fmla="*/ 2655886 w 2656127"/>
                <a:gd name="connsiteY5" fmla="*/ 1067330 h 1088446"/>
                <a:gd name="connsiteX0" fmla="*/ 248766 w 2628260"/>
                <a:gd name="connsiteY0" fmla="*/ 1910857 h 1910857"/>
                <a:gd name="connsiteX1" fmla="*/ 26091 w 2628260"/>
                <a:gd name="connsiteY1" fmla="*/ 1007193 h 1910857"/>
                <a:gd name="connsiteX2" fmla="*/ 757921 w 2628260"/>
                <a:gd name="connsiteY2" fmla="*/ 116954 h 1910857"/>
                <a:gd name="connsiteX3" fmla="*/ 1939413 w 2628260"/>
                <a:gd name="connsiteY3" fmla="*/ 87924 h 1910857"/>
                <a:gd name="connsiteX4" fmla="*/ 2219830 w 2628260"/>
                <a:gd name="connsiteY4" fmla="*/ 864129 h 1910857"/>
                <a:gd name="connsiteX5" fmla="*/ 2628019 w 2628260"/>
                <a:gd name="connsiteY5" fmla="*/ 1067330 h 1910857"/>
                <a:gd name="connsiteX0" fmla="*/ 248766 w 2628020"/>
                <a:gd name="connsiteY0" fmla="*/ 1924573 h 1924573"/>
                <a:gd name="connsiteX1" fmla="*/ 26091 w 2628020"/>
                <a:gd name="connsiteY1" fmla="*/ 1020909 h 1924573"/>
                <a:gd name="connsiteX2" fmla="*/ 757921 w 2628020"/>
                <a:gd name="connsiteY2" fmla="*/ 130670 h 1924573"/>
                <a:gd name="connsiteX3" fmla="*/ 1939413 w 2628020"/>
                <a:gd name="connsiteY3" fmla="*/ 101640 h 1924573"/>
                <a:gd name="connsiteX4" fmla="*/ 2628019 w 2628020"/>
                <a:gd name="connsiteY4" fmla="*/ 1081046 h 1924573"/>
                <a:gd name="connsiteX0" fmla="*/ 248766 w 1939413"/>
                <a:gd name="connsiteY0" fmla="*/ 1924573 h 1924573"/>
                <a:gd name="connsiteX1" fmla="*/ 26091 w 1939413"/>
                <a:gd name="connsiteY1" fmla="*/ 1020909 h 1924573"/>
                <a:gd name="connsiteX2" fmla="*/ 757921 w 1939413"/>
                <a:gd name="connsiteY2" fmla="*/ 130670 h 1924573"/>
                <a:gd name="connsiteX3" fmla="*/ 1939413 w 1939413"/>
                <a:gd name="connsiteY3" fmla="*/ 101640 h 1924573"/>
                <a:gd name="connsiteX0" fmla="*/ 248766 w 1808926"/>
                <a:gd name="connsiteY0" fmla="*/ 1941856 h 1941856"/>
                <a:gd name="connsiteX1" fmla="*/ 26091 w 1808926"/>
                <a:gd name="connsiteY1" fmla="*/ 1038192 h 1941856"/>
                <a:gd name="connsiteX2" fmla="*/ 757921 w 1808926"/>
                <a:gd name="connsiteY2" fmla="*/ 147953 h 1941856"/>
                <a:gd name="connsiteX3" fmla="*/ 1808926 w 1808926"/>
                <a:gd name="connsiteY3" fmla="*/ 90791 h 1941856"/>
                <a:gd name="connsiteX0" fmla="*/ 248766 w 1808926"/>
                <a:gd name="connsiteY0" fmla="*/ 1884582 h 1884582"/>
                <a:gd name="connsiteX1" fmla="*/ 26091 w 1808926"/>
                <a:gd name="connsiteY1" fmla="*/ 980918 h 1884582"/>
                <a:gd name="connsiteX2" fmla="*/ 757921 w 1808926"/>
                <a:gd name="connsiteY2" fmla="*/ 90679 h 1884582"/>
                <a:gd name="connsiteX3" fmla="*/ 1808926 w 1808926"/>
                <a:gd name="connsiteY3" fmla="*/ 33517 h 1884582"/>
                <a:gd name="connsiteX0" fmla="*/ 248766 w 1808926"/>
                <a:gd name="connsiteY0" fmla="*/ 1876571 h 1876571"/>
                <a:gd name="connsiteX1" fmla="*/ 26091 w 1808926"/>
                <a:gd name="connsiteY1" fmla="*/ 972907 h 1876571"/>
                <a:gd name="connsiteX2" fmla="*/ 757921 w 1808926"/>
                <a:gd name="connsiteY2" fmla="*/ 82668 h 1876571"/>
                <a:gd name="connsiteX3" fmla="*/ 1808926 w 1808926"/>
                <a:gd name="connsiteY3" fmla="*/ 25506 h 1876571"/>
              </a:gdLst>
              <a:ahLst/>
              <a:cxnLst>
                <a:cxn ang="0">
                  <a:pos x="connsiteX0" y="connsiteY0"/>
                </a:cxn>
                <a:cxn ang="0">
                  <a:pos x="connsiteX1" y="connsiteY1"/>
                </a:cxn>
                <a:cxn ang="0">
                  <a:pos x="connsiteX2" y="connsiteY2"/>
                </a:cxn>
                <a:cxn ang="0">
                  <a:pos x="connsiteX3" y="connsiteY3"/>
                </a:cxn>
              </a:cxnLst>
              <a:rect l="l" t="t" r="r" b="b"/>
              <a:pathLst>
                <a:path w="1808926" h="1876571">
                  <a:moveTo>
                    <a:pt x="248766" y="1876571"/>
                  </a:moveTo>
                  <a:cubicBezTo>
                    <a:pt x="248625" y="1868967"/>
                    <a:pt x="-95740" y="1128884"/>
                    <a:pt x="26091" y="972907"/>
                  </a:cubicBezTo>
                  <a:cubicBezTo>
                    <a:pt x="147922" y="816930"/>
                    <a:pt x="439034" y="235879"/>
                    <a:pt x="757921" y="82668"/>
                  </a:cubicBezTo>
                  <a:cubicBezTo>
                    <a:pt x="1115377" y="-64842"/>
                    <a:pt x="1484194" y="31215"/>
                    <a:pt x="1808926" y="25506"/>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8" name="Picture 6" descr="World Landmarks PNG Image for Free Download">
              <a:extLst>
                <a:ext uri="{FF2B5EF4-FFF2-40B4-BE49-F238E27FC236}">
                  <a16:creationId xmlns:a16="http://schemas.microsoft.com/office/drawing/2014/main" id="{8D9B61DD-3CBC-B6D2-3E8A-14DD805778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7502362" y="2957736"/>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World Landmarks PNG Image for Free Download">
              <a:extLst>
                <a:ext uri="{FF2B5EF4-FFF2-40B4-BE49-F238E27FC236}">
                  <a16:creationId xmlns:a16="http://schemas.microsoft.com/office/drawing/2014/main" id="{463224A7-9BEB-A75E-642A-D5CBC523F4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76" t="37022" r="6455" b="42318"/>
            <a:stretch/>
          </p:blipFill>
          <p:spPr bwMode="auto">
            <a:xfrm>
              <a:off x="6678807" y="2635072"/>
              <a:ext cx="337278" cy="31335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World Landmarks PNG Image for Free Download">
              <a:extLst>
                <a:ext uri="{FF2B5EF4-FFF2-40B4-BE49-F238E27FC236}">
                  <a16:creationId xmlns:a16="http://schemas.microsoft.com/office/drawing/2014/main" id="{DACA835B-312D-17A7-C037-4461E11F5A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250" t="66848" r="7681" b="12492"/>
            <a:stretch/>
          </p:blipFill>
          <p:spPr bwMode="auto">
            <a:xfrm>
              <a:off x="6199836" y="3525480"/>
              <a:ext cx="337278" cy="3133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组合 65">
            <a:extLst>
              <a:ext uri="{FF2B5EF4-FFF2-40B4-BE49-F238E27FC236}">
                <a16:creationId xmlns:a16="http://schemas.microsoft.com/office/drawing/2014/main" id="{416D4E48-B3FC-FFCF-815B-BD06EA7628AA}"/>
              </a:ext>
            </a:extLst>
          </p:cNvPr>
          <p:cNvGrpSpPr/>
          <p:nvPr/>
        </p:nvGrpSpPr>
        <p:grpSpPr>
          <a:xfrm>
            <a:off x="8308216" y="2571018"/>
            <a:ext cx="1931315" cy="1407257"/>
            <a:chOff x="8308216" y="2571018"/>
            <a:chExt cx="1931315" cy="1407257"/>
          </a:xfrm>
        </p:grpSpPr>
        <p:sp>
          <p:nvSpPr>
            <p:cNvPr id="61" name="圆角矩形 60">
              <a:extLst>
                <a:ext uri="{FF2B5EF4-FFF2-40B4-BE49-F238E27FC236}">
                  <a16:creationId xmlns:a16="http://schemas.microsoft.com/office/drawing/2014/main" id="{0F83E620-1411-BCCC-66ED-B8A0E13379E1}"/>
                </a:ext>
              </a:extLst>
            </p:cNvPr>
            <p:cNvSpPr/>
            <p:nvPr/>
          </p:nvSpPr>
          <p:spPr>
            <a:xfrm>
              <a:off x="8308216"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文本框 61">
              <a:extLst>
                <a:ext uri="{FF2B5EF4-FFF2-40B4-BE49-F238E27FC236}">
                  <a16:creationId xmlns:a16="http://schemas.microsoft.com/office/drawing/2014/main" id="{86F91802-132F-6298-522B-9ABE9583187D}"/>
                </a:ext>
              </a:extLst>
            </p:cNvPr>
            <p:cNvSpPr txBox="1"/>
            <p:nvPr/>
          </p:nvSpPr>
          <p:spPr>
            <a:xfrm>
              <a:off x="8405854" y="2929394"/>
              <a:ext cx="433132" cy="523220"/>
            </a:xfrm>
            <a:prstGeom prst="rect">
              <a:avLst/>
            </a:prstGeom>
            <a:noFill/>
          </p:spPr>
          <p:txBody>
            <a:bodyPr wrap="none" rtlCol="0">
              <a:spAutoFit/>
            </a:bodyPr>
            <a:lstStyle/>
            <a:p>
              <a:r>
                <a:rPr lang="en-GB" sz="2800" dirty="0">
                  <a:solidFill>
                    <a:schemeClr val="bg1">
                      <a:lumMod val="75000"/>
                    </a:schemeClr>
                  </a:solidFill>
                </a:rPr>
                <a:t>…</a:t>
              </a:r>
            </a:p>
          </p:txBody>
        </p:sp>
      </p:grpSp>
    </p:spTree>
    <p:extLst>
      <p:ext uri="{BB962C8B-B14F-4D97-AF65-F5344CB8AC3E}">
        <p14:creationId xmlns:p14="http://schemas.microsoft.com/office/powerpoint/2010/main" val="285733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p:txBody>
          <a:bodyPr/>
          <a:lstStyle/>
          <a:p>
            <a:r>
              <a:rPr lang="en-GB" dirty="0"/>
              <a:t>As the robot continues to move, it is able to take multiple such photographs. Based on the robot's movement records and the landmarks, it can stitch these photographs together to form a map of the area it is in.</a:t>
            </a:r>
          </a:p>
        </p:txBody>
      </p:sp>
      <p:grpSp>
        <p:nvGrpSpPr>
          <p:cNvPr id="63" name="组合 62">
            <a:extLst>
              <a:ext uri="{FF2B5EF4-FFF2-40B4-BE49-F238E27FC236}">
                <a16:creationId xmlns:a16="http://schemas.microsoft.com/office/drawing/2014/main" id="{E6F565C4-577B-9F88-7F97-C5D107236388}"/>
              </a:ext>
            </a:extLst>
          </p:cNvPr>
          <p:cNvGrpSpPr/>
          <p:nvPr/>
        </p:nvGrpSpPr>
        <p:grpSpPr>
          <a:xfrm>
            <a:off x="4366311" y="3368800"/>
            <a:ext cx="1931315" cy="1411061"/>
            <a:chOff x="1140508" y="2567214"/>
            <a:chExt cx="1931315" cy="1411061"/>
          </a:xfrm>
        </p:grpSpPr>
        <p:sp>
          <p:nvSpPr>
            <p:cNvPr id="7" name="圆角矩形 6">
              <a:extLst>
                <a:ext uri="{FF2B5EF4-FFF2-40B4-BE49-F238E27FC236}">
                  <a16:creationId xmlns:a16="http://schemas.microsoft.com/office/drawing/2014/main" id="{4B717953-87C4-4342-EC1D-532CA6035C11}"/>
                </a:ext>
              </a:extLst>
            </p:cNvPr>
            <p:cNvSpPr/>
            <p:nvPr/>
          </p:nvSpPr>
          <p:spPr>
            <a:xfrm>
              <a:off x="1140508"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任意形状 7">
              <a:extLst>
                <a:ext uri="{FF2B5EF4-FFF2-40B4-BE49-F238E27FC236}">
                  <a16:creationId xmlns:a16="http://schemas.microsoft.com/office/drawing/2014/main" id="{79C4949C-32E4-0759-5644-1733EAE3DDC0}"/>
                </a:ext>
              </a:extLst>
            </p:cNvPr>
            <p:cNvSpPr/>
            <p:nvPr/>
          </p:nvSpPr>
          <p:spPr>
            <a:xfrm>
              <a:off x="1673331" y="2567214"/>
              <a:ext cx="772909" cy="1405456"/>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Lst>
              <a:ahLst/>
              <a:cxnLst>
                <a:cxn ang="0">
                  <a:pos x="connsiteX0" y="connsiteY0"/>
                </a:cxn>
                <a:cxn ang="0">
                  <a:pos x="connsiteX1" y="connsiteY1"/>
                </a:cxn>
                <a:cxn ang="0">
                  <a:pos x="connsiteX2" y="connsiteY2"/>
                </a:cxn>
                <a:cxn ang="0">
                  <a:pos x="connsiteX3" y="connsiteY3"/>
                </a:cxn>
              </a:cxnLst>
              <a:rect l="l" t="t" r="r" b="b"/>
              <a:pathLst>
                <a:path w="1588263" h="2075543">
                  <a:moveTo>
                    <a:pt x="0" y="0"/>
                  </a:moveTo>
                  <a:cubicBezTo>
                    <a:pt x="1984" y="695475"/>
                    <a:pt x="14068" y="644675"/>
                    <a:pt x="254032" y="856342"/>
                  </a:cubicBezTo>
                  <a:cubicBezTo>
                    <a:pt x="493996" y="1068009"/>
                    <a:pt x="1145758" y="1068011"/>
                    <a:pt x="1439785" y="1270000"/>
                  </a:cubicBezTo>
                  <a:cubicBezTo>
                    <a:pt x="1663125" y="1464732"/>
                    <a:pt x="1566000" y="1576009"/>
                    <a:pt x="1573874" y="2075543"/>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2" descr="Pop! Wall-E (Facet) — Double Boxed Toys">
              <a:extLst>
                <a:ext uri="{FF2B5EF4-FFF2-40B4-BE49-F238E27FC236}">
                  <a16:creationId xmlns:a16="http://schemas.microsoft.com/office/drawing/2014/main" id="{31390498-177B-EA58-C1CB-57253243161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12782" t="8914" r="12960" b="8907"/>
            <a:stretch/>
          </p:blipFill>
          <p:spPr bwMode="auto">
            <a:xfrm>
              <a:off x="2007998" y="3191004"/>
              <a:ext cx="196335" cy="2172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World Landmarks PNG Image for Free Download">
              <a:extLst>
                <a:ext uri="{FF2B5EF4-FFF2-40B4-BE49-F238E27FC236}">
                  <a16:creationId xmlns:a16="http://schemas.microsoft.com/office/drawing/2014/main" id="{FD912C74-3755-D905-B3FF-67D47B96F7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1251089" y="2858913"/>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World Landmarks PNG Image for Free Download">
              <a:extLst>
                <a:ext uri="{FF2B5EF4-FFF2-40B4-BE49-F238E27FC236}">
                  <a16:creationId xmlns:a16="http://schemas.microsoft.com/office/drawing/2014/main" id="{B8527E0B-BC2A-B649-F612-23DBD257A8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744" t="32392" r="40346" b="42668"/>
            <a:stretch/>
          </p:blipFill>
          <p:spPr bwMode="auto">
            <a:xfrm>
              <a:off x="2664020" y="3225714"/>
              <a:ext cx="247231" cy="37827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World Landmarks PNG Image for Free Download">
              <a:extLst>
                <a:ext uri="{FF2B5EF4-FFF2-40B4-BE49-F238E27FC236}">
                  <a16:creationId xmlns:a16="http://schemas.microsoft.com/office/drawing/2014/main" id="{A3F7C87F-B84C-6E84-F16B-2EBE8AD828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2014626" y="2624384"/>
              <a:ext cx="263611" cy="3610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组合 63">
            <a:extLst>
              <a:ext uri="{FF2B5EF4-FFF2-40B4-BE49-F238E27FC236}">
                <a16:creationId xmlns:a16="http://schemas.microsoft.com/office/drawing/2014/main" id="{7C5683C1-E483-6F78-3E2B-E9FFCCCF2ECA}"/>
              </a:ext>
            </a:extLst>
          </p:cNvPr>
          <p:cNvGrpSpPr/>
          <p:nvPr/>
        </p:nvGrpSpPr>
        <p:grpSpPr>
          <a:xfrm>
            <a:off x="3529453" y="2571018"/>
            <a:ext cx="1931315" cy="1407257"/>
            <a:chOff x="3529453" y="2571018"/>
            <a:chExt cx="1931315" cy="1407257"/>
          </a:xfrm>
        </p:grpSpPr>
        <p:sp>
          <p:nvSpPr>
            <p:cNvPr id="17" name="圆角矩形 16">
              <a:extLst>
                <a:ext uri="{FF2B5EF4-FFF2-40B4-BE49-F238E27FC236}">
                  <a16:creationId xmlns:a16="http://schemas.microsoft.com/office/drawing/2014/main" id="{7A3BEEDD-EF31-6447-C3AD-5861911246CF}"/>
                </a:ext>
              </a:extLst>
            </p:cNvPr>
            <p:cNvSpPr/>
            <p:nvPr/>
          </p:nvSpPr>
          <p:spPr>
            <a:xfrm>
              <a:off x="3529453"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任意形状 17">
              <a:extLst>
                <a:ext uri="{FF2B5EF4-FFF2-40B4-BE49-F238E27FC236}">
                  <a16:creationId xmlns:a16="http://schemas.microsoft.com/office/drawing/2014/main" id="{C190BBA3-139C-0A1B-E36E-1B29762B3BF6}"/>
                </a:ext>
              </a:extLst>
            </p:cNvPr>
            <p:cNvSpPr/>
            <p:nvPr/>
          </p:nvSpPr>
          <p:spPr>
            <a:xfrm>
              <a:off x="3868006" y="3254631"/>
              <a:ext cx="1265906" cy="722744"/>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31" h="1067330">
                  <a:moveTo>
                    <a:pt x="9" y="1052815"/>
                  </a:moveTo>
                  <a:cubicBezTo>
                    <a:pt x="-2707" y="850877"/>
                    <a:pt x="555305" y="170121"/>
                    <a:pt x="730992" y="116954"/>
                  </a:cubicBezTo>
                  <a:cubicBezTo>
                    <a:pt x="1088448" y="-30556"/>
                    <a:pt x="1668833" y="-36605"/>
                    <a:pt x="1912484" y="87924"/>
                  </a:cubicBezTo>
                  <a:cubicBezTo>
                    <a:pt x="2156135" y="212453"/>
                    <a:pt x="1773501" y="589619"/>
                    <a:pt x="2192901" y="864129"/>
                  </a:cubicBezTo>
                  <a:cubicBezTo>
                    <a:pt x="2369943" y="1008012"/>
                    <a:pt x="2610013" y="966941"/>
                    <a:pt x="2601090" y="1067330"/>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2" descr="Pop! Wall-E (Facet) — Double Boxed Toys">
              <a:extLst>
                <a:ext uri="{FF2B5EF4-FFF2-40B4-BE49-F238E27FC236}">
                  <a16:creationId xmlns:a16="http://schemas.microsoft.com/office/drawing/2014/main" id="{F1E89313-68F6-6EBF-4BAD-C2FF0CB40B5A}"/>
                </a:ext>
              </a:extLst>
            </p:cNvPr>
            <p:cNvPicPr>
              <a:picLocks noChangeAspect="1" noChangeArrowheads="1"/>
            </p:cNvPicPr>
            <p:nvPr/>
          </p:nvPicPr>
          <p:blipFill rotWithShape="1">
            <a:blip r:embed="rId2">
              <a:alphaModFix amt="51000"/>
              <a:extLst>
                <a:ext uri="{28A0092B-C50C-407E-A947-70E740481C1C}">
                  <a14:useLocalDpi xmlns:a14="http://schemas.microsoft.com/office/drawing/2010/main" val="0"/>
                </a:ext>
              </a:extLst>
            </a:blip>
            <a:srcRect l="12782" t="8914" r="12960" b="8907"/>
            <a:stretch/>
          </p:blipFill>
          <p:spPr bwMode="auto">
            <a:xfrm>
              <a:off x="4396942" y="3191004"/>
              <a:ext cx="196335" cy="21727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World Landmarks PNG Image for Free Download">
              <a:extLst>
                <a:ext uri="{FF2B5EF4-FFF2-40B4-BE49-F238E27FC236}">
                  <a16:creationId xmlns:a16="http://schemas.microsoft.com/office/drawing/2014/main" id="{9B061F2E-C944-42EC-E15F-EA0BE10D77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4392450" y="3534785"/>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World Landmarks PNG Image for Free Download">
              <a:extLst>
                <a:ext uri="{FF2B5EF4-FFF2-40B4-BE49-F238E27FC236}">
                  <a16:creationId xmlns:a16="http://schemas.microsoft.com/office/drawing/2014/main" id="{610CE44F-5781-C20F-481B-F95724748B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21" t="36148" r="66010" b="42293"/>
            <a:stretch/>
          </p:blipFill>
          <p:spPr bwMode="auto">
            <a:xfrm>
              <a:off x="3798001" y="2677582"/>
              <a:ext cx="337278" cy="32699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World Landmarks PNG Image for Free Download">
              <a:extLst>
                <a:ext uri="{FF2B5EF4-FFF2-40B4-BE49-F238E27FC236}">
                  <a16:creationId xmlns:a16="http://schemas.microsoft.com/office/drawing/2014/main" id="{09B1D2E4-C375-9E12-11E1-276EE58788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5175773" y="3353496"/>
              <a:ext cx="263611" cy="36102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World Landmarks PNG Image for Free Download">
              <a:extLst>
                <a:ext uri="{FF2B5EF4-FFF2-40B4-BE49-F238E27FC236}">
                  <a16:creationId xmlns:a16="http://schemas.microsoft.com/office/drawing/2014/main" id="{58B37800-A443-F44B-AA82-7C1A4E8CA4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76" t="37022" r="6455" b="42318"/>
            <a:stretch/>
          </p:blipFill>
          <p:spPr bwMode="auto">
            <a:xfrm>
              <a:off x="3568895" y="3212121"/>
              <a:ext cx="337278" cy="3133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组合 64">
            <a:extLst>
              <a:ext uri="{FF2B5EF4-FFF2-40B4-BE49-F238E27FC236}">
                <a16:creationId xmlns:a16="http://schemas.microsoft.com/office/drawing/2014/main" id="{519741A6-8A38-C3B5-2815-48588BC87D6C}"/>
              </a:ext>
            </a:extLst>
          </p:cNvPr>
          <p:cNvGrpSpPr/>
          <p:nvPr/>
        </p:nvGrpSpPr>
        <p:grpSpPr>
          <a:xfrm>
            <a:off x="2752793" y="3130284"/>
            <a:ext cx="1931315" cy="1407257"/>
            <a:chOff x="5918398" y="2571018"/>
            <a:chExt cx="1931315" cy="1407257"/>
          </a:xfrm>
        </p:grpSpPr>
        <p:sp>
          <p:nvSpPr>
            <p:cNvPr id="50" name="圆角矩形 49">
              <a:extLst>
                <a:ext uri="{FF2B5EF4-FFF2-40B4-BE49-F238E27FC236}">
                  <a16:creationId xmlns:a16="http://schemas.microsoft.com/office/drawing/2014/main" id="{486AC5EF-2D66-9D7E-A80E-35BC67694C5E}"/>
                </a:ext>
              </a:extLst>
            </p:cNvPr>
            <p:cNvSpPr/>
            <p:nvPr/>
          </p:nvSpPr>
          <p:spPr>
            <a:xfrm>
              <a:off x="5918398" y="2571018"/>
              <a:ext cx="1931315" cy="1407257"/>
            </a:xfrm>
            <a:prstGeom prst="roundRect">
              <a:avLst>
                <a:gd name="adj" fmla="val 3949"/>
              </a:avLst>
            </a:prstGeom>
            <a:solidFill>
              <a:schemeClr val="bg1"/>
            </a:solidFill>
            <a:ln w="50800" cmpd="sng">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任意形状 56">
              <a:extLst>
                <a:ext uri="{FF2B5EF4-FFF2-40B4-BE49-F238E27FC236}">
                  <a16:creationId xmlns:a16="http://schemas.microsoft.com/office/drawing/2014/main" id="{725E282C-BEC9-34D9-C662-D92323494A26}"/>
                </a:ext>
              </a:extLst>
            </p:cNvPr>
            <p:cNvSpPr/>
            <p:nvPr/>
          </p:nvSpPr>
          <p:spPr>
            <a:xfrm>
              <a:off x="6964813" y="2700800"/>
              <a:ext cx="880292" cy="1270723"/>
            </a:xfrm>
            <a:custGeom>
              <a:avLst/>
              <a:gdLst>
                <a:gd name="connsiteX0" fmla="*/ 98703 w 1521103"/>
                <a:gd name="connsiteY0" fmla="*/ 0 h 2104571"/>
                <a:gd name="connsiteX1" fmla="*/ 120474 w 1521103"/>
                <a:gd name="connsiteY1" fmla="*/ 892628 h 2104571"/>
                <a:gd name="connsiteX2" fmla="*/ 1296131 w 1521103"/>
                <a:gd name="connsiteY2" fmla="*/ 1103085 h 2104571"/>
                <a:gd name="connsiteX3" fmla="*/ 1521103 w 1521103"/>
                <a:gd name="connsiteY3" fmla="*/ 2104571 h 2104571"/>
                <a:gd name="connsiteX0" fmla="*/ 72455 w 1494855"/>
                <a:gd name="connsiteY0" fmla="*/ 0 h 2104571"/>
                <a:gd name="connsiteX1" fmla="*/ 94226 w 1494855"/>
                <a:gd name="connsiteY1" fmla="*/ 892628 h 2104571"/>
                <a:gd name="connsiteX2" fmla="*/ 1269883 w 1494855"/>
                <a:gd name="connsiteY2" fmla="*/ 1103085 h 2104571"/>
                <a:gd name="connsiteX3" fmla="*/ 1494855 w 1494855"/>
                <a:gd name="connsiteY3" fmla="*/ 2104571 h 2104571"/>
                <a:gd name="connsiteX0" fmla="*/ 0 w 1422400"/>
                <a:gd name="connsiteY0" fmla="*/ 0 h 2104571"/>
                <a:gd name="connsiteX1" fmla="*/ 183343 w 1422400"/>
                <a:gd name="connsiteY1" fmla="*/ 936171 h 2104571"/>
                <a:gd name="connsiteX2" fmla="*/ 1197428 w 1422400"/>
                <a:gd name="connsiteY2" fmla="*/ 1103085 h 2104571"/>
                <a:gd name="connsiteX3" fmla="*/ 1422400 w 1422400"/>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0 w 1735445"/>
                <a:gd name="connsiteY0" fmla="*/ 0 h 2104571"/>
                <a:gd name="connsiteX1" fmla="*/ 496388 w 1735445"/>
                <a:gd name="connsiteY1" fmla="*/ 936171 h 2104571"/>
                <a:gd name="connsiteX2" fmla="*/ 1510473 w 1735445"/>
                <a:gd name="connsiteY2" fmla="*/ 1103085 h 2104571"/>
                <a:gd name="connsiteX3" fmla="*/ 1735445 w 1735445"/>
                <a:gd name="connsiteY3" fmla="*/ 2104571 h 2104571"/>
                <a:gd name="connsiteX0" fmla="*/ 895 w 1736340"/>
                <a:gd name="connsiteY0" fmla="*/ 0 h 2104571"/>
                <a:gd name="connsiteX1" fmla="*/ 497283 w 1736340"/>
                <a:gd name="connsiteY1" fmla="*/ 936171 h 2104571"/>
                <a:gd name="connsiteX2" fmla="*/ 1511368 w 1736340"/>
                <a:gd name="connsiteY2" fmla="*/ 1103085 h 2104571"/>
                <a:gd name="connsiteX3" fmla="*/ 1736340 w 1736340"/>
                <a:gd name="connsiteY3" fmla="*/ 2104571 h 2104571"/>
                <a:gd name="connsiteX0" fmla="*/ 895 w 1607591"/>
                <a:gd name="connsiteY0" fmla="*/ 0 h 2075543"/>
                <a:gd name="connsiteX1" fmla="*/ 497283 w 1607591"/>
                <a:gd name="connsiteY1" fmla="*/ 936171 h 2075543"/>
                <a:gd name="connsiteX2" fmla="*/ 1511368 w 1607591"/>
                <a:gd name="connsiteY2" fmla="*/ 1103085 h 2075543"/>
                <a:gd name="connsiteX3" fmla="*/ 1574769 w 1607591"/>
                <a:gd name="connsiteY3" fmla="*/ 2075543 h 2075543"/>
                <a:gd name="connsiteX0" fmla="*/ 895 w 1629403"/>
                <a:gd name="connsiteY0" fmla="*/ 0 h 2075543"/>
                <a:gd name="connsiteX1" fmla="*/ 497283 w 1629403"/>
                <a:gd name="connsiteY1" fmla="*/ 936171 h 2075543"/>
                <a:gd name="connsiteX2" fmla="*/ 1511368 w 1629403"/>
                <a:gd name="connsiteY2" fmla="*/ 1103085 h 2075543"/>
                <a:gd name="connsiteX3" fmla="*/ 1574769 w 1629403"/>
                <a:gd name="connsiteY3" fmla="*/ 2075543 h 2075543"/>
                <a:gd name="connsiteX0" fmla="*/ 895 w 1641384"/>
                <a:gd name="connsiteY0" fmla="*/ 0 h 2075543"/>
                <a:gd name="connsiteX1" fmla="*/ 497283 w 1641384"/>
                <a:gd name="connsiteY1" fmla="*/ 936171 h 2075543"/>
                <a:gd name="connsiteX2" fmla="*/ 1511368 w 1641384"/>
                <a:gd name="connsiteY2" fmla="*/ 1103085 h 2075543"/>
                <a:gd name="connsiteX3" fmla="*/ 1574769 w 1641384"/>
                <a:gd name="connsiteY3" fmla="*/ 2075543 h 2075543"/>
                <a:gd name="connsiteX0" fmla="*/ 895 w 1632261"/>
                <a:gd name="connsiteY0" fmla="*/ 0 h 2075543"/>
                <a:gd name="connsiteX1" fmla="*/ 497283 w 1632261"/>
                <a:gd name="connsiteY1" fmla="*/ 936171 h 2075543"/>
                <a:gd name="connsiteX2" fmla="*/ 1511368 w 1632261"/>
                <a:gd name="connsiteY2" fmla="*/ 1103085 h 2075543"/>
                <a:gd name="connsiteX3" fmla="*/ 1574769 w 1632261"/>
                <a:gd name="connsiteY3" fmla="*/ 2075543 h 2075543"/>
                <a:gd name="connsiteX0" fmla="*/ 870 w 1602459"/>
                <a:gd name="connsiteY0" fmla="*/ 0 h 2075543"/>
                <a:gd name="connsiteX1" fmla="*/ 497258 w 1602459"/>
                <a:gd name="connsiteY1" fmla="*/ 936171 h 2075543"/>
                <a:gd name="connsiteX2" fmla="*/ 1460853 w 1602459"/>
                <a:gd name="connsiteY2" fmla="*/ 1103085 h 2075543"/>
                <a:gd name="connsiteX3" fmla="*/ 1574744 w 1602459"/>
                <a:gd name="connsiteY3" fmla="*/ 2075543 h 2075543"/>
                <a:gd name="connsiteX0" fmla="*/ 870 w 1574743"/>
                <a:gd name="connsiteY0" fmla="*/ 0 h 2075543"/>
                <a:gd name="connsiteX1" fmla="*/ 497258 w 1574743"/>
                <a:gd name="connsiteY1" fmla="*/ 936171 h 2075543"/>
                <a:gd name="connsiteX2" fmla="*/ 1460853 w 1574743"/>
                <a:gd name="connsiteY2" fmla="*/ 1103085 h 2075543"/>
                <a:gd name="connsiteX3" fmla="*/ 1574744 w 1574743"/>
                <a:gd name="connsiteY3" fmla="*/ 2075543 h 2075543"/>
                <a:gd name="connsiteX0" fmla="*/ 870 w 1574744"/>
                <a:gd name="connsiteY0" fmla="*/ 0 h 2075543"/>
                <a:gd name="connsiteX1" fmla="*/ 497258 w 1574744"/>
                <a:gd name="connsiteY1" fmla="*/ 936171 h 2075543"/>
                <a:gd name="connsiteX2" fmla="*/ 1460853 w 1574744"/>
                <a:gd name="connsiteY2" fmla="*/ 1103085 h 2075543"/>
                <a:gd name="connsiteX3" fmla="*/ 1574744 w 1574744"/>
                <a:gd name="connsiteY3" fmla="*/ 2075543 h 2075543"/>
                <a:gd name="connsiteX0" fmla="*/ 572 w 1574446"/>
                <a:gd name="connsiteY0" fmla="*/ 0 h 2075543"/>
                <a:gd name="connsiteX1" fmla="*/ 496960 w 1574446"/>
                <a:gd name="connsiteY1" fmla="*/ 936171 h 2075543"/>
                <a:gd name="connsiteX2" fmla="*/ 1460555 w 1574446"/>
                <a:gd name="connsiteY2" fmla="*/ 1103085 h 2075543"/>
                <a:gd name="connsiteX3" fmla="*/ 1574446 w 1574446"/>
                <a:gd name="connsiteY3" fmla="*/ 2075543 h 2075543"/>
                <a:gd name="connsiteX0" fmla="*/ 1062 w 1574936"/>
                <a:gd name="connsiteY0" fmla="*/ 0 h 2075543"/>
                <a:gd name="connsiteX1" fmla="*/ 295486 w 1574936"/>
                <a:gd name="connsiteY1" fmla="*/ 1015999 h 2075543"/>
                <a:gd name="connsiteX2" fmla="*/ 1461045 w 1574936"/>
                <a:gd name="connsiteY2" fmla="*/ 1103085 h 2075543"/>
                <a:gd name="connsiteX3" fmla="*/ 1574936 w 1574936"/>
                <a:gd name="connsiteY3" fmla="*/ 2075543 h 2075543"/>
                <a:gd name="connsiteX0" fmla="*/ 3043 w 1576917"/>
                <a:gd name="connsiteY0" fmla="*/ 0 h 2075543"/>
                <a:gd name="connsiteX1" fmla="*/ 297467 w 1576917"/>
                <a:gd name="connsiteY1" fmla="*/ 1015999 h 2075543"/>
                <a:gd name="connsiteX2" fmla="*/ 1463026 w 1576917"/>
                <a:gd name="connsiteY2" fmla="*/ 1103085 h 2075543"/>
                <a:gd name="connsiteX3" fmla="*/ 1576917 w 1576917"/>
                <a:gd name="connsiteY3" fmla="*/ 2075543 h 2075543"/>
                <a:gd name="connsiteX0" fmla="*/ 1805 w 1575679"/>
                <a:gd name="connsiteY0" fmla="*/ 0 h 2075543"/>
                <a:gd name="connsiteX1" fmla="*/ 356818 w 1575679"/>
                <a:gd name="connsiteY1" fmla="*/ 1015999 h 2075543"/>
                <a:gd name="connsiteX2" fmla="*/ 1461788 w 1575679"/>
                <a:gd name="connsiteY2" fmla="*/ 1103085 h 2075543"/>
                <a:gd name="connsiteX3" fmla="*/ 1575679 w 1575679"/>
                <a:gd name="connsiteY3" fmla="*/ 2075543 h 2075543"/>
                <a:gd name="connsiteX0" fmla="*/ 1804 w 1599536"/>
                <a:gd name="connsiteY0" fmla="*/ 0 h 2075543"/>
                <a:gd name="connsiteX1" fmla="*/ 356817 w 1599536"/>
                <a:gd name="connsiteY1" fmla="*/ 1015999 h 2075543"/>
                <a:gd name="connsiteX2" fmla="*/ 1461787 w 1599536"/>
                <a:gd name="connsiteY2" fmla="*/ 1103085 h 2075543"/>
                <a:gd name="connsiteX3" fmla="*/ 1575678 w 1599536"/>
                <a:gd name="connsiteY3" fmla="*/ 2075543 h 2075543"/>
                <a:gd name="connsiteX0" fmla="*/ 1804 w 1599537"/>
                <a:gd name="connsiteY0" fmla="*/ 0 h 2075543"/>
                <a:gd name="connsiteX1" fmla="*/ 356817 w 1599537"/>
                <a:gd name="connsiteY1" fmla="*/ 1015999 h 2075543"/>
                <a:gd name="connsiteX2" fmla="*/ 1461787 w 1599537"/>
                <a:gd name="connsiteY2" fmla="*/ 1103085 h 2075543"/>
                <a:gd name="connsiteX3" fmla="*/ 1575678 w 1599537"/>
                <a:gd name="connsiteY3" fmla="*/ 2075543 h 2075543"/>
                <a:gd name="connsiteX0" fmla="*/ 1689 w 1599422"/>
                <a:gd name="connsiteY0" fmla="*/ 0 h 2075543"/>
                <a:gd name="connsiteX1" fmla="*/ 356702 w 1599422"/>
                <a:gd name="connsiteY1" fmla="*/ 1015999 h 2075543"/>
                <a:gd name="connsiteX2" fmla="*/ 1461672 w 1599422"/>
                <a:gd name="connsiteY2" fmla="*/ 1161143 h 2075543"/>
                <a:gd name="connsiteX3" fmla="*/ 1575563 w 1599422"/>
                <a:gd name="connsiteY3" fmla="*/ 2075543 h 2075543"/>
                <a:gd name="connsiteX0" fmla="*/ 4450 w 1602183"/>
                <a:gd name="connsiteY0" fmla="*/ 0 h 2075543"/>
                <a:gd name="connsiteX1" fmla="*/ 258482 w 1602183"/>
                <a:gd name="connsiteY1" fmla="*/ 856342 h 2075543"/>
                <a:gd name="connsiteX2" fmla="*/ 1464433 w 1602183"/>
                <a:gd name="connsiteY2" fmla="*/ 1161143 h 2075543"/>
                <a:gd name="connsiteX3" fmla="*/ 1578324 w 1602183"/>
                <a:gd name="connsiteY3" fmla="*/ 2075543 h 2075543"/>
                <a:gd name="connsiteX0" fmla="*/ 0 w 1597733"/>
                <a:gd name="connsiteY0" fmla="*/ 0 h 2075543"/>
                <a:gd name="connsiteX1" fmla="*/ 254032 w 1597733"/>
                <a:gd name="connsiteY1" fmla="*/ 856342 h 2075543"/>
                <a:gd name="connsiteX2" fmla="*/ 1459983 w 1597733"/>
                <a:gd name="connsiteY2" fmla="*/ 1161143 h 2075543"/>
                <a:gd name="connsiteX3" fmla="*/ 1573874 w 1597733"/>
                <a:gd name="connsiteY3" fmla="*/ 2075543 h 2075543"/>
                <a:gd name="connsiteX0" fmla="*/ 0 w 1588263"/>
                <a:gd name="connsiteY0" fmla="*/ 0 h 2075543"/>
                <a:gd name="connsiteX1" fmla="*/ 254032 w 1588263"/>
                <a:gd name="connsiteY1" fmla="*/ 856342 h 2075543"/>
                <a:gd name="connsiteX2" fmla="*/ 1439785 w 1588263"/>
                <a:gd name="connsiteY2" fmla="*/ 1270000 h 2075543"/>
                <a:gd name="connsiteX3" fmla="*/ 1573874 w 1588263"/>
                <a:gd name="connsiteY3"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2078 w 1620340"/>
                <a:gd name="connsiteY0" fmla="*/ 0 h 2075543"/>
                <a:gd name="connsiteX1" fmla="*/ 15789 w 1620340"/>
                <a:gd name="connsiteY1" fmla="*/ 159966 h 2075543"/>
                <a:gd name="connsiteX2" fmla="*/ 286110 w 1620340"/>
                <a:gd name="connsiteY2" fmla="*/ 856342 h 2075543"/>
                <a:gd name="connsiteX3" fmla="*/ 1471863 w 1620340"/>
                <a:gd name="connsiteY3" fmla="*/ 1270000 h 2075543"/>
                <a:gd name="connsiteX4" fmla="*/ 1605952 w 1620340"/>
                <a:gd name="connsiteY4" fmla="*/ 2075543 h 2075543"/>
                <a:gd name="connsiteX0" fmla="*/ 3 w 3729092"/>
                <a:gd name="connsiteY0" fmla="*/ 798043 h 1930157"/>
                <a:gd name="connsiteX1" fmla="*/ 2124541 w 3729092"/>
                <a:gd name="connsiteY1" fmla="*/ 14580 h 1930157"/>
                <a:gd name="connsiteX2" fmla="*/ 2394862 w 3729092"/>
                <a:gd name="connsiteY2" fmla="*/ 710956 h 1930157"/>
                <a:gd name="connsiteX3" fmla="*/ 3580615 w 3729092"/>
                <a:gd name="connsiteY3" fmla="*/ 1124614 h 1930157"/>
                <a:gd name="connsiteX4" fmla="*/ 3714704 w 3729092"/>
                <a:gd name="connsiteY4" fmla="*/ 1930157 h 1930157"/>
                <a:gd name="connsiteX0" fmla="*/ 3 w 3729092"/>
                <a:gd name="connsiteY0" fmla="*/ 898353 h 2030467"/>
                <a:gd name="connsiteX1" fmla="*/ 2144737 w 3729092"/>
                <a:gd name="connsiteY1" fmla="*/ 13290 h 2030467"/>
                <a:gd name="connsiteX2" fmla="*/ 2394862 w 3729092"/>
                <a:gd name="connsiteY2" fmla="*/ 811266 h 2030467"/>
                <a:gd name="connsiteX3" fmla="*/ 3580615 w 3729092"/>
                <a:gd name="connsiteY3" fmla="*/ 1224924 h 2030467"/>
                <a:gd name="connsiteX4" fmla="*/ 3714704 w 3729092"/>
                <a:gd name="connsiteY4" fmla="*/ 2030467 h 2030467"/>
                <a:gd name="connsiteX0" fmla="*/ 0 w 3729089"/>
                <a:gd name="connsiteY0" fmla="*/ 887918 h 2020032"/>
                <a:gd name="connsiteX1" fmla="*/ 771377 w 3729089"/>
                <a:gd name="connsiteY1" fmla="*/ 547141 h 2020032"/>
                <a:gd name="connsiteX2" fmla="*/ 2144734 w 3729089"/>
                <a:gd name="connsiteY2" fmla="*/ 2855 h 2020032"/>
                <a:gd name="connsiteX3" fmla="*/ 2394859 w 3729089"/>
                <a:gd name="connsiteY3" fmla="*/ 800831 h 2020032"/>
                <a:gd name="connsiteX4" fmla="*/ 3580612 w 3729089"/>
                <a:gd name="connsiteY4" fmla="*/ 1214489 h 2020032"/>
                <a:gd name="connsiteX5" fmla="*/ 3714701 w 3729089"/>
                <a:gd name="connsiteY5" fmla="*/ 2020032 h 2020032"/>
                <a:gd name="connsiteX0" fmla="*/ 0 w 3729089"/>
                <a:gd name="connsiteY0" fmla="*/ 897352 h 2029466"/>
                <a:gd name="connsiteX1" fmla="*/ 902654 w 3729089"/>
                <a:gd name="connsiteY1" fmla="*/ 186461 h 2029466"/>
                <a:gd name="connsiteX2" fmla="*/ 2144734 w 3729089"/>
                <a:gd name="connsiteY2" fmla="*/ 12289 h 2029466"/>
                <a:gd name="connsiteX3" fmla="*/ 2394859 w 3729089"/>
                <a:gd name="connsiteY3" fmla="*/ 810265 h 2029466"/>
                <a:gd name="connsiteX4" fmla="*/ 3580612 w 3729089"/>
                <a:gd name="connsiteY4" fmla="*/ 1223923 h 2029466"/>
                <a:gd name="connsiteX5" fmla="*/ 3714701 w 372908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17129 w 3564449"/>
                <a:gd name="connsiteY0" fmla="*/ 977180 h 2029466"/>
                <a:gd name="connsiteX1" fmla="*/ 738014 w 3564449"/>
                <a:gd name="connsiteY1" fmla="*/ 186461 h 2029466"/>
                <a:gd name="connsiteX2" fmla="*/ 1980094 w 3564449"/>
                <a:gd name="connsiteY2" fmla="*/ 12289 h 2029466"/>
                <a:gd name="connsiteX3" fmla="*/ 2230219 w 3564449"/>
                <a:gd name="connsiteY3" fmla="*/ 810265 h 2029466"/>
                <a:gd name="connsiteX4" fmla="*/ 3415972 w 3564449"/>
                <a:gd name="connsiteY4" fmla="*/ 1223923 h 2029466"/>
                <a:gd name="connsiteX5" fmla="*/ 3550061 w 356444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319 w 3547639"/>
                <a:gd name="connsiteY0" fmla="*/ 977180 h 2029466"/>
                <a:gd name="connsiteX1" fmla="*/ 721204 w 3547639"/>
                <a:gd name="connsiteY1" fmla="*/ 186461 h 2029466"/>
                <a:gd name="connsiteX2" fmla="*/ 1963284 w 3547639"/>
                <a:gd name="connsiteY2" fmla="*/ 12289 h 2029466"/>
                <a:gd name="connsiteX3" fmla="*/ 2213409 w 3547639"/>
                <a:gd name="connsiteY3" fmla="*/ 810265 h 2029466"/>
                <a:gd name="connsiteX4" fmla="*/ 3399162 w 3547639"/>
                <a:gd name="connsiteY4" fmla="*/ 1223923 h 2029466"/>
                <a:gd name="connsiteX5" fmla="*/ 3533251 w 3547639"/>
                <a:gd name="connsiteY5" fmla="*/ 2029466 h 2029466"/>
                <a:gd name="connsiteX0" fmla="*/ 0 w 3547320"/>
                <a:gd name="connsiteY0" fmla="*/ 977180 h 2029466"/>
                <a:gd name="connsiteX1" fmla="*/ 720885 w 3547320"/>
                <a:gd name="connsiteY1" fmla="*/ 186461 h 2029466"/>
                <a:gd name="connsiteX2" fmla="*/ 1962965 w 3547320"/>
                <a:gd name="connsiteY2" fmla="*/ 12289 h 2029466"/>
                <a:gd name="connsiteX3" fmla="*/ 2213090 w 3547320"/>
                <a:gd name="connsiteY3" fmla="*/ 810265 h 2029466"/>
                <a:gd name="connsiteX4" fmla="*/ 3398843 w 3547320"/>
                <a:gd name="connsiteY4" fmla="*/ 1223923 h 2029466"/>
                <a:gd name="connsiteX5" fmla="*/ 3532932 w 3547320"/>
                <a:gd name="connsiteY5" fmla="*/ 2029466 h 2029466"/>
                <a:gd name="connsiteX0" fmla="*/ 0 w 3547320"/>
                <a:gd name="connsiteY0" fmla="*/ 1021945 h 2074231"/>
                <a:gd name="connsiteX1" fmla="*/ 720885 w 3547320"/>
                <a:gd name="connsiteY1" fmla="*/ 231226 h 2074231"/>
                <a:gd name="connsiteX2" fmla="*/ 1962965 w 3547320"/>
                <a:gd name="connsiteY2" fmla="*/ 57054 h 2074231"/>
                <a:gd name="connsiteX3" fmla="*/ 2213090 w 3547320"/>
                <a:gd name="connsiteY3" fmla="*/ 855030 h 2074231"/>
                <a:gd name="connsiteX4" fmla="*/ 3398843 w 3547320"/>
                <a:gd name="connsiteY4" fmla="*/ 1268688 h 2074231"/>
                <a:gd name="connsiteX5" fmla="*/ 3532932 w 3547320"/>
                <a:gd name="connsiteY5" fmla="*/ 2074231 h 2074231"/>
                <a:gd name="connsiteX0" fmla="*/ 0 w 3547320"/>
                <a:gd name="connsiteY0" fmla="*/ 1102323 h 2154609"/>
                <a:gd name="connsiteX1" fmla="*/ 761277 w 3547320"/>
                <a:gd name="connsiteY1" fmla="*/ 86632 h 2154609"/>
                <a:gd name="connsiteX2" fmla="*/ 1962965 w 3547320"/>
                <a:gd name="connsiteY2" fmla="*/ 137432 h 2154609"/>
                <a:gd name="connsiteX3" fmla="*/ 2213090 w 3547320"/>
                <a:gd name="connsiteY3" fmla="*/ 935408 h 2154609"/>
                <a:gd name="connsiteX4" fmla="*/ 3398843 w 3547320"/>
                <a:gd name="connsiteY4" fmla="*/ 1349066 h 2154609"/>
                <a:gd name="connsiteX5" fmla="*/ 3532932 w 3547320"/>
                <a:gd name="connsiteY5" fmla="*/ 2154609 h 2154609"/>
                <a:gd name="connsiteX0" fmla="*/ 0 w 3547320"/>
                <a:gd name="connsiteY0" fmla="*/ 1087899 h 2140185"/>
                <a:gd name="connsiteX1" fmla="*/ 761277 w 3547320"/>
                <a:gd name="connsiteY1" fmla="*/ 93980 h 2140185"/>
                <a:gd name="connsiteX2" fmla="*/ 1962965 w 3547320"/>
                <a:gd name="connsiteY2" fmla="*/ 123008 h 2140185"/>
                <a:gd name="connsiteX3" fmla="*/ 2213090 w 3547320"/>
                <a:gd name="connsiteY3" fmla="*/ 920984 h 2140185"/>
                <a:gd name="connsiteX4" fmla="*/ 3398843 w 3547320"/>
                <a:gd name="connsiteY4" fmla="*/ 1334642 h 2140185"/>
                <a:gd name="connsiteX5" fmla="*/ 3532932 w 3547320"/>
                <a:gd name="connsiteY5" fmla="*/ 2140185 h 2140185"/>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54262 h 2106548"/>
                <a:gd name="connsiteX1" fmla="*/ 730983 w 3547320"/>
                <a:gd name="connsiteY1" fmla="*/ 118401 h 2106548"/>
                <a:gd name="connsiteX2" fmla="*/ 1962965 w 3547320"/>
                <a:gd name="connsiteY2" fmla="*/ 89371 h 2106548"/>
                <a:gd name="connsiteX3" fmla="*/ 2213090 w 3547320"/>
                <a:gd name="connsiteY3" fmla="*/ 887347 h 2106548"/>
                <a:gd name="connsiteX4" fmla="*/ 3398843 w 3547320"/>
                <a:gd name="connsiteY4" fmla="*/ 1301005 h 2106548"/>
                <a:gd name="connsiteX5" fmla="*/ 3532932 w 3547320"/>
                <a:gd name="connsiteY5" fmla="*/ 2106548 h 2106548"/>
                <a:gd name="connsiteX0" fmla="*/ 0 w 3547320"/>
                <a:gd name="connsiteY0" fmla="*/ 1024594 h 2076880"/>
                <a:gd name="connsiteX1" fmla="*/ 730983 w 3547320"/>
                <a:gd name="connsiteY1" fmla="*/ 88733 h 2076880"/>
                <a:gd name="connsiteX2" fmla="*/ 196296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47320"/>
                <a:gd name="connsiteY0" fmla="*/ 1024594 h 2076880"/>
                <a:gd name="connsiteX1" fmla="*/ 730983 w 3547320"/>
                <a:gd name="connsiteY1" fmla="*/ 88733 h 2076880"/>
                <a:gd name="connsiteX2" fmla="*/ 1912475 w 3547320"/>
                <a:gd name="connsiteY2" fmla="*/ 59703 h 2076880"/>
                <a:gd name="connsiteX3" fmla="*/ 2213090 w 3547320"/>
                <a:gd name="connsiteY3" fmla="*/ 857679 h 2076880"/>
                <a:gd name="connsiteX4" fmla="*/ 3398843 w 3547320"/>
                <a:gd name="connsiteY4" fmla="*/ 1271337 h 2076880"/>
                <a:gd name="connsiteX5" fmla="*/ 3532932 w 3547320"/>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3532932"/>
                <a:gd name="connsiteY0" fmla="*/ 1024594 h 2076880"/>
                <a:gd name="connsiteX1" fmla="*/ 730983 w 3532932"/>
                <a:gd name="connsiteY1" fmla="*/ 88733 h 2076880"/>
                <a:gd name="connsiteX2" fmla="*/ 1912475 w 3532932"/>
                <a:gd name="connsiteY2" fmla="*/ 59703 h 2076880"/>
                <a:gd name="connsiteX3" fmla="*/ 2213090 w 3532932"/>
                <a:gd name="connsiteY3" fmla="*/ 857679 h 2076880"/>
                <a:gd name="connsiteX4" fmla="*/ 2651573 w 3532932"/>
                <a:gd name="connsiteY4" fmla="*/ 1046366 h 2076880"/>
                <a:gd name="connsiteX5" fmla="*/ 3532932 w 3532932"/>
                <a:gd name="connsiteY5" fmla="*/ 2076880 h 2076880"/>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94498"/>
                <a:gd name="connsiteY0" fmla="*/ 1024594 h 1046366"/>
                <a:gd name="connsiteX1" fmla="*/ 730983 w 2694498"/>
                <a:gd name="connsiteY1" fmla="*/ 88733 h 1046366"/>
                <a:gd name="connsiteX2" fmla="*/ 1912475 w 2694498"/>
                <a:gd name="connsiteY2" fmla="*/ 59703 h 1046366"/>
                <a:gd name="connsiteX3" fmla="*/ 2213090 w 2694498"/>
                <a:gd name="connsiteY3" fmla="*/ 857679 h 1046366"/>
                <a:gd name="connsiteX4" fmla="*/ 2651573 w 2694498"/>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0 w 2651573"/>
                <a:gd name="connsiteY0" fmla="*/ 1024594 h 1046366"/>
                <a:gd name="connsiteX1" fmla="*/ 730983 w 2651573"/>
                <a:gd name="connsiteY1" fmla="*/ 88733 h 1046366"/>
                <a:gd name="connsiteX2" fmla="*/ 1912475 w 2651573"/>
                <a:gd name="connsiteY2" fmla="*/ 59703 h 1046366"/>
                <a:gd name="connsiteX3" fmla="*/ 2213090 w 2651573"/>
                <a:gd name="connsiteY3" fmla="*/ 857679 h 1046366"/>
                <a:gd name="connsiteX4" fmla="*/ 2651573 w 2651573"/>
                <a:gd name="connsiteY4" fmla="*/ 1046366 h 1046366"/>
                <a:gd name="connsiteX0" fmla="*/ 8 w 2651581"/>
                <a:gd name="connsiteY0" fmla="*/ 1024594 h 1046366"/>
                <a:gd name="connsiteX1" fmla="*/ 730991 w 2651581"/>
                <a:gd name="connsiteY1" fmla="*/ 88733 h 1046366"/>
                <a:gd name="connsiteX2" fmla="*/ 1912483 w 2651581"/>
                <a:gd name="connsiteY2" fmla="*/ 59703 h 1046366"/>
                <a:gd name="connsiteX3" fmla="*/ 2213098 w 2651581"/>
                <a:gd name="connsiteY3" fmla="*/ 857679 h 1046366"/>
                <a:gd name="connsiteX4" fmla="*/ 2651581 w 2651581"/>
                <a:gd name="connsiteY4" fmla="*/ 1046366 h 1046366"/>
                <a:gd name="connsiteX0" fmla="*/ 9 w 2601091"/>
                <a:gd name="connsiteY0" fmla="*/ 1024594 h 1039109"/>
                <a:gd name="connsiteX1" fmla="*/ 730992 w 2601091"/>
                <a:gd name="connsiteY1" fmla="*/ 88733 h 1039109"/>
                <a:gd name="connsiteX2" fmla="*/ 1912484 w 2601091"/>
                <a:gd name="connsiteY2" fmla="*/ 59703 h 1039109"/>
                <a:gd name="connsiteX3" fmla="*/ 2213099 w 2601091"/>
                <a:gd name="connsiteY3" fmla="*/ 857679 h 1039109"/>
                <a:gd name="connsiteX4" fmla="*/ 2601090 w 2601091"/>
                <a:gd name="connsiteY4" fmla="*/ 1039109 h 1039109"/>
                <a:gd name="connsiteX0" fmla="*/ 9 w 2602922"/>
                <a:gd name="connsiteY0" fmla="*/ 1024594 h 1039109"/>
                <a:gd name="connsiteX1" fmla="*/ 730992 w 2602922"/>
                <a:gd name="connsiteY1" fmla="*/ 88733 h 1039109"/>
                <a:gd name="connsiteX2" fmla="*/ 1912484 w 2602922"/>
                <a:gd name="connsiteY2" fmla="*/ 59703 h 1039109"/>
                <a:gd name="connsiteX3" fmla="*/ 2213099 w 2602922"/>
                <a:gd name="connsiteY3" fmla="*/ 857679 h 1039109"/>
                <a:gd name="connsiteX4" fmla="*/ 2601090 w 2602922"/>
                <a:gd name="connsiteY4" fmla="*/ 1039109 h 1039109"/>
                <a:gd name="connsiteX0" fmla="*/ 9 w 2601089"/>
                <a:gd name="connsiteY0" fmla="*/ 1024594 h 1039109"/>
                <a:gd name="connsiteX1" fmla="*/ 730992 w 2601089"/>
                <a:gd name="connsiteY1" fmla="*/ 88733 h 1039109"/>
                <a:gd name="connsiteX2" fmla="*/ 1912484 w 2601089"/>
                <a:gd name="connsiteY2" fmla="*/ 59703 h 1039109"/>
                <a:gd name="connsiteX3" fmla="*/ 2213099 w 2601089"/>
                <a:gd name="connsiteY3" fmla="*/ 857679 h 1039109"/>
                <a:gd name="connsiteX4" fmla="*/ 2601090 w 2601089"/>
                <a:gd name="connsiteY4" fmla="*/ 1039109 h 1039109"/>
                <a:gd name="connsiteX0" fmla="*/ 9 w 2601555"/>
                <a:gd name="connsiteY0" fmla="*/ 1024594 h 1039109"/>
                <a:gd name="connsiteX1" fmla="*/ 730992 w 2601555"/>
                <a:gd name="connsiteY1" fmla="*/ 88733 h 1039109"/>
                <a:gd name="connsiteX2" fmla="*/ 1912484 w 2601555"/>
                <a:gd name="connsiteY2" fmla="*/ 59703 h 1039109"/>
                <a:gd name="connsiteX3" fmla="*/ 2213099 w 2601555"/>
                <a:gd name="connsiteY3" fmla="*/ 857679 h 1039109"/>
                <a:gd name="connsiteX4" fmla="*/ 2601090 w 2601555"/>
                <a:gd name="connsiteY4" fmla="*/ 1039109 h 1039109"/>
                <a:gd name="connsiteX0" fmla="*/ 9 w 2601492"/>
                <a:gd name="connsiteY0" fmla="*/ 1052815 h 1067330"/>
                <a:gd name="connsiteX1" fmla="*/ 730992 w 2601492"/>
                <a:gd name="connsiteY1" fmla="*/ 116954 h 1067330"/>
                <a:gd name="connsiteX2" fmla="*/ 1912484 w 2601492"/>
                <a:gd name="connsiteY2" fmla="*/ 87924 h 1067330"/>
                <a:gd name="connsiteX3" fmla="*/ 2192901 w 2601492"/>
                <a:gd name="connsiteY3" fmla="*/ 864129 h 1067330"/>
                <a:gd name="connsiteX4" fmla="*/ 2601090 w 2601492"/>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9 w 2601331"/>
                <a:gd name="connsiteY0" fmla="*/ 1052815 h 1067330"/>
                <a:gd name="connsiteX1" fmla="*/ 730992 w 2601331"/>
                <a:gd name="connsiteY1" fmla="*/ 116954 h 1067330"/>
                <a:gd name="connsiteX2" fmla="*/ 1912484 w 2601331"/>
                <a:gd name="connsiteY2" fmla="*/ 87924 h 1067330"/>
                <a:gd name="connsiteX3" fmla="*/ 2192901 w 2601331"/>
                <a:gd name="connsiteY3" fmla="*/ 864129 h 1067330"/>
                <a:gd name="connsiteX4" fmla="*/ 2601090 w 2601331"/>
                <a:gd name="connsiteY4" fmla="*/ 1067330 h 1067330"/>
                <a:gd name="connsiteX0" fmla="*/ 54805 w 2656127"/>
                <a:gd name="connsiteY0" fmla="*/ 1052815 h 1088446"/>
                <a:gd name="connsiteX1" fmla="*/ 53958 w 2656127"/>
                <a:gd name="connsiteY1" fmla="*/ 1007193 h 1088446"/>
                <a:gd name="connsiteX2" fmla="*/ 785788 w 2656127"/>
                <a:gd name="connsiteY2" fmla="*/ 116954 h 1088446"/>
                <a:gd name="connsiteX3" fmla="*/ 1967280 w 2656127"/>
                <a:gd name="connsiteY3" fmla="*/ 87924 h 1088446"/>
                <a:gd name="connsiteX4" fmla="*/ 2247697 w 2656127"/>
                <a:gd name="connsiteY4" fmla="*/ 864129 h 1088446"/>
                <a:gd name="connsiteX5" fmla="*/ 2655886 w 2656127"/>
                <a:gd name="connsiteY5" fmla="*/ 1067330 h 1088446"/>
                <a:gd name="connsiteX0" fmla="*/ 248766 w 2628260"/>
                <a:gd name="connsiteY0" fmla="*/ 1910857 h 1910857"/>
                <a:gd name="connsiteX1" fmla="*/ 26091 w 2628260"/>
                <a:gd name="connsiteY1" fmla="*/ 1007193 h 1910857"/>
                <a:gd name="connsiteX2" fmla="*/ 757921 w 2628260"/>
                <a:gd name="connsiteY2" fmla="*/ 116954 h 1910857"/>
                <a:gd name="connsiteX3" fmla="*/ 1939413 w 2628260"/>
                <a:gd name="connsiteY3" fmla="*/ 87924 h 1910857"/>
                <a:gd name="connsiteX4" fmla="*/ 2219830 w 2628260"/>
                <a:gd name="connsiteY4" fmla="*/ 864129 h 1910857"/>
                <a:gd name="connsiteX5" fmla="*/ 2628019 w 2628260"/>
                <a:gd name="connsiteY5" fmla="*/ 1067330 h 1910857"/>
                <a:gd name="connsiteX0" fmla="*/ 248766 w 2628020"/>
                <a:gd name="connsiteY0" fmla="*/ 1924573 h 1924573"/>
                <a:gd name="connsiteX1" fmla="*/ 26091 w 2628020"/>
                <a:gd name="connsiteY1" fmla="*/ 1020909 h 1924573"/>
                <a:gd name="connsiteX2" fmla="*/ 757921 w 2628020"/>
                <a:gd name="connsiteY2" fmla="*/ 130670 h 1924573"/>
                <a:gd name="connsiteX3" fmla="*/ 1939413 w 2628020"/>
                <a:gd name="connsiteY3" fmla="*/ 101640 h 1924573"/>
                <a:gd name="connsiteX4" fmla="*/ 2628019 w 2628020"/>
                <a:gd name="connsiteY4" fmla="*/ 1081046 h 1924573"/>
                <a:gd name="connsiteX0" fmla="*/ 248766 w 1939413"/>
                <a:gd name="connsiteY0" fmla="*/ 1924573 h 1924573"/>
                <a:gd name="connsiteX1" fmla="*/ 26091 w 1939413"/>
                <a:gd name="connsiteY1" fmla="*/ 1020909 h 1924573"/>
                <a:gd name="connsiteX2" fmla="*/ 757921 w 1939413"/>
                <a:gd name="connsiteY2" fmla="*/ 130670 h 1924573"/>
                <a:gd name="connsiteX3" fmla="*/ 1939413 w 1939413"/>
                <a:gd name="connsiteY3" fmla="*/ 101640 h 1924573"/>
                <a:gd name="connsiteX0" fmla="*/ 248766 w 1808926"/>
                <a:gd name="connsiteY0" fmla="*/ 1941856 h 1941856"/>
                <a:gd name="connsiteX1" fmla="*/ 26091 w 1808926"/>
                <a:gd name="connsiteY1" fmla="*/ 1038192 h 1941856"/>
                <a:gd name="connsiteX2" fmla="*/ 757921 w 1808926"/>
                <a:gd name="connsiteY2" fmla="*/ 147953 h 1941856"/>
                <a:gd name="connsiteX3" fmla="*/ 1808926 w 1808926"/>
                <a:gd name="connsiteY3" fmla="*/ 90791 h 1941856"/>
                <a:gd name="connsiteX0" fmla="*/ 248766 w 1808926"/>
                <a:gd name="connsiteY0" fmla="*/ 1884582 h 1884582"/>
                <a:gd name="connsiteX1" fmla="*/ 26091 w 1808926"/>
                <a:gd name="connsiteY1" fmla="*/ 980918 h 1884582"/>
                <a:gd name="connsiteX2" fmla="*/ 757921 w 1808926"/>
                <a:gd name="connsiteY2" fmla="*/ 90679 h 1884582"/>
                <a:gd name="connsiteX3" fmla="*/ 1808926 w 1808926"/>
                <a:gd name="connsiteY3" fmla="*/ 33517 h 1884582"/>
                <a:gd name="connsiteX0" fmla="*/ 248766 w 1808926"/>
                <a:gd name="connsiteY0" fmla="*/ 1876571 h 1876571"/>
                <a:gd name="connsiteX1" fmla="*/ 26091 w 1808926"/>
                <a:gd name="connsiteY1" fmla="*/ 972907 h 1876571"/>
                <a:gd name="connsiteX2" fmla="*/ 757921 w 1808926"/>
                <a:gd name="connsiteY2" fmla="*/ 82668 h 1876571"/>
                <a:gd name="connsiteX3" fmla="*/ 1808926 w 1808926"/>
                <a:gd name="connsiteY3" fmla="*/ 25506 h 1876571"/>
              </a:gdLst>
              <a:ahLst/>
              <a:cxnLst>
                <a:cxn ang="0">
                  <a:pos x="connsiteX0" y="connsiteY0"/>
                </a:cxn>
                <a:cxn ang="0">
                  <a:pos x="connsiteX1" y="connsiteY1"/>
                </a:cxn>
                <a:cxn ang="0">
                  <a:pos x="connsiteX2" y="connsiteY2"/>
                </a:cxn>
                <a:cxn ang="0">
                  <a:pos x="connsiteX3" y="connsiteY3"/>
                </a:cxn>
              </a:cxnLst>
              <a:rect l="l" t="t" r="r" b="b"/>
              <a:pathLst>
                <a:path w="1808926" h="1876571">
                  <a:moveTo>
                    <a:pt x="248766" y="1876571"/>
                  </a:moveTo>
                  <a:cubicBezTo>
                    <a:pt x="248625" y="1868967"/>
                    <a:pt x="-95740" y="1128884"/>
                    <a:pt x="26091" y="972907"/>
                  </a:cubicBezTo>
                  <a:cubicBezTo>
                    <a:pt x="147922" y="816930"/>
                    <a:pt x="439034" y="235879"/>
                    <a:pt x="757921" y="82668"/>
                  </a:cubicBezTo>
                  <a:cubicBezTo>
                    <a:pt x="1115377" y="-64842"/>
                    <a:pt x="1484194" y="31215"/>
                    <a:pt x="1808926" y="25506"/>
                  </a:cubicBezTo>
                </a:path>
              </a:pathLst>
            </a:custGeom>
            <a:noFill/>
            <a:ln w="254000">
              <a:solidFill>
                <a:srgbClr val="FFC000">
                  <a:alpha val="1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8" name="Picture 6" descr="World Landmarks PNG Image for Free Download">
              <a:extLst>
                <a:ext uri="{FF2B5EF4-FFF2-40B4-BE49-F238E27FC236}">
                  <a16:creationId xmlns:a16="http://schemas.microsoft.com/office/drawing/2014/main" id="{8D9B61DD-3CBC-B6D2-3E8A-14DD805778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7502362" y="2957736"/>
              <a:ext cx="247231" cy="31497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World Landmarks PNG Image for Free Download">
              <a:extLst>
                <a:ext uri="{FF2B5EF4-FFF2-40B4-BE49-F238E27FC236}">
                  <a16:creationId xmlns:a16="http://schemas.microsoft.com/office/drawing/2014/main" id="{463224A7-9BEB-A75E-642A-D5CBC523F4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76" t="37022" r="6455" b="42318"/>
            <a:stretch/>
          </p:blipFill>
          <p:spPr bwMode="auto">
            <a:xfrm>
              <a:off x="6678807" y="2635072"/>
              <a:ext cx="337278" cy="31335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World Landmarks PNG Image for Free Download">
              <a:extLst>
                <a:ext uri="{FF2B5EF4-FFF2-40B4-BE49-F238E27FC236}">
                  <a16:creationId xmlns:a16="http://schemas.microsoft.com/office/drawing/2014/main" id="{DACA835B-312D-17A7-C037-4461E11F5A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250" t="66848" r="7681" b="12492"/>
            <a:stretch/>
          </p:blipFill>
          <p:spPr bwMode="auto">
            <a:xfrm>
              <a:off x="6199836" y="3525480"/>
              <a:ext cx="337278" cy="31335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46605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630335"/>
          </a:xfrm>
        </p:spPr>
        <p:txBody>
          <a:bodyPr/>
          <a:lstStyle/>
          <a:p>
            <a:r>
              <a:rPr lang="en-GB" altLang="zh-CN" dirty="0"/>
              <a:t>In the absence of landmarks, such as when using LIDAR, edges or corners can be used as references for merging maps.</a:t>
            </a:r>
            <a:endParaRPr lang="en-GB" dirty="0"/>
          </a:p>
        </p:txBody>
      </p:sp>
      <p:grpSp>
        <p:nvGrpSpPr>
          <p:cNvPr id="45" name="组合 44">
            <a:extLst>
              <a:ext uri="{FF2B5EF4-FFF2-40B4-BE49-F238E27FC236}">
                <a16:creationId xmlns:a16="http://schemas.microsoft.com/office/drawing/2014/main" id="{352A4156-D821-029D-9194-70595A761055}"/>
              </a:ext>
            </a:extLst>
          </p:cNvPr>
          <p:cNvGrpSpPr/>
          <p:nvPr/>
        </p:nvGrpSpPr>
        <p:grpSpPr>
          <a:xfrm>
            <a:off x="4678270" y="2526750"/>
            <a:ext cx="4124178" cy="2163111"/>
            <a:chOff x="4678270" y="2526750"/>
            <a:chExt cx="4124178" cy="2163111"/>
          </a:xfrm>
        </p:grpSpPr>
        <p:sp>
          <p:nvSpPr>
            <p:cNvPr id="42" name="矩形 41">
              <a:extLst>
                <a:ext uri="{FF2B5EF4-FFF2-40B4-BE49-F238E27FC236}">
                  <a16:creationId xmlns:a16="http://schemas.microsoft.com/office/drawing/2014/main" id="{4AD1E277-94C0-69E5-2D32-6BFA5B03C22D}"/>
                </a:ext>
              </a:extLst>
            </p:cNvPr>
            <p:cNvSpPr/>
            <p:nvPr/>
          </p:nvSpPr>
          <p:spPr>
            <a:xfrm>
              <a:off x="4678270" y="2526750"/>
              <a:ext cx="4124178" cy="21631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矩形 1">
              <a:extLst>
                <a:ext uri="{FF2B5EF4-FFF2-40B4-BE49-F238E27FC236}">
                  <a16:creationId xmlns:a16="http://schemas.microsoft.com/office/drawing/2014/main" id="{7C1DD4FE-0141-06E6-2E53-D41878E1A2A1}"/>
                </a:ext>
              </a:extLst>
            </p:cNvPr>
            <p:cNvSpPr/>
            <p:nvPr/>
          </p:nvSpPr>
          <p:spPr>
            <a:xfrm>
              <a:off x="4678270"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A11ECA91-38A6-D969-9FD1-9CBABF9182C9}"/>
                </a:ext>
              </a:extLst>
            </p:cNvPr>
            <p:cNvSpPr/>
            <p:nvPr/>
          </p:nvSpPr>
          <p:spPr>
            <a:xfrm rot="5400000">
              <a:off x="6695359" y="2582772"/>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31424D2E-B267-D783-0AD7-90E72F359859}"/>
                </a:ext>
              </a:extLst>
            </p:cNvPr>
            <p:cNvSpPr/>
            <p:nvPr/>
          </p:nvSpPr>
          <p:spPr>
            <a:xfrm rot="5400000">
              <a:off x="6695359" y="509661"/>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A9FF09FC-BADA-822B-86F1-8BF5960C7771}"/>
                </a:ext>
              </a:extLst>
            </p:cNvPr>
            <p:cNvSpPr/>
            <p:nvPr/>
          </p:nvSpPr>
          <p:spPr>
            <a:xfrm>
              <a:off x="8712448"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C9E3D842-8166-F6A8-089A-716A3BFD5B75}"/>
                </a:ext>
              </a:extLst>
            </p:cNvPr>
            <p:cNvSpPr/>
            <p:nvPr/>
          </p:nvSpPr>
          <p:spPr>
            <a:xfrm>
              <a:off x="5855695"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53B3856C-119D-3847-1B9E-BBA4B4E68097}"/>
                </a:ext>
              </a:extLst>
            </p:cNvPr>
            <p:cNvSpPr/>
            <p:nvPr/>
          </p:nvSpPr>
          <p:spPr>
            <a:xfrm>
              <a:off x="5855695"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5F89984D-A2FE-755D-C668-F400F4E1FF8A}"/>
                </a:ext>
              </a:extLst>
            </p:cNvPr>
            <p:cNvSpPr/>
            <p:nvPr/>
          </p:nvSpPr>
          <p:spPr>
            <a:xfrm rot="5400000">
              <a:off x="6572002"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8FEA4B98-71C1-8F37-A637-4E2EEA750226}"/>
                </a:ext>
              </a:extLst>
            </p:cNvPr>
            <p:cNvSpPr/>
            <p:nvPr/>
          </p:nvSpPr>
          <p:spPr>
            <a:xfrm>
              <a:off x="7288311"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0" name="组合 39">
            <a:extLst>
              <a:ext uri="{FF2B5EF4-FFF2-40B4-BE49-F238E27FC236}">
                <a16:creationId xmlns:a16="http://schemas.microsoft.com/office/drawing/2014/main" id="{83094D47-7ABD-1982-FB86-7378D0CD1FF2}"/>
              </a:ext>
            </a:extLst>
          </p:cNvPr>
          <p:cNvGrpSpPr/>
          <p:nvPr/>
        </p:nvGrpSpPr>
        <p:grpSpPr>
          <a:xfrm>
            <a:off x="4497168" y="2351039"/>
            <a:ext cx="4486383" cy="2532423"/>
            <a:chOff x="2166092" y="2351039"/>
            <a:chExt cx="4486383" cy="2532423"/>
          </a:xfrm>
        </p:grpSpPr>
        <p:sp>
          <p:nvSpPr>
            <p:cNvPr id="26" name="椭圆 25">
              <a:extLst>
                <a:ext uri="{FF2B5EF4-FFF2-40B4-BE49-F238E27FC236}">
                  <a16:creationId xmlns:a16="http://schemas.microsoft.com/office/drawing/2014/main" id="{6F01A080-E82E-EC69-6CE3-995AC70A5A35}"/>
                </a:ext>
              </a:extLst>
            </p:cNvPr>
            <p:cNvSpPr/>
            <p:nvPr/>
          </p:nvSpPr>
          <p:spPr>
            <a:xfrm>
              <a:off x="2166092" y="2351039"/>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椭圆 28">
              <a:extLst>
                <a:ext uri="{FF2B5EF4-FFF2-40B4-BE49-F238E27FC236}">
                  <a16:creationId xmlns:a16="http://schemas.microsoft.com/office/drawing/2014/main" id="{7BBF455A-C4F1-8A6B-6CC0-CD3F2AA6FC17}"/>
                </a:ext>
              </a:extLst>
            </p:cNvPr>
            <p:cNvSpPr/>
            <p:nvPr/>
          </p:nvSpPr>
          <p:spPr>
            <a:xfrm>
              <a:off x="3348907" y="2351039"/>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椭圆 30">
              <a:extLst>
                <a:ext uri="{FF2B5EF4-FFF2-40B4-BE49-F238E27FC236}">
                  <a16:creationId xmlns:a16="http://schemas.microsoft.com/office/drawing/2014/main" id="{FDB50F6F-D441-8FD1-46D7-0191BA62639E}"/>
                </a:ext>
              </a:extLst>
            </p:cNvPr>
            <p:cNvSpPr/>
            <p:nvPr/>
          </p:nvSpPr>
          <p:spPr>
            <a:xfrm>
              <a:off x="6211051" y="2351039"/>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椭圆 31">
              <a:extLst>
                <a:ext uri="{FF2B5EF4-FFF2-40B4-BE49-F238E27FC236}">
                  <a16:creationId xmlns:a16="http://schemas.microsoft.com/office/drawing/2014/main" id="{A9D06EDE-85D7-CE73-46F8-050CC6EB7243}"/>
                </a:ext>
              </a:extLst>
            </p:cNvPr>
            <p:cNvSpPr/>
            <p:nvPr/>
          </p:nvSpPr>
          <p:spPr>
            <a:xfrm>
              <a:off x="2166092" y="4442038"/>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68E498FF-47EC-29FC-CF36-685D45EE975A}"/>
                </a:ext>
              </a:extLst>
            </p:cNvPr>
            <p:cNvSpPr/>
            <p:nvPr/>
          </p:nvSpPr>
          <p:spPr>
            <a:xfrm>
              <a:off x="3348907" y="4442038"/>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F7EF51DB-A6A2-7C1E-3193-1DB2ECCAB562}"/>
                </a:ext>
              </a:extLst>
            </p:cNvPr>
            <p:cNvSpPr/>
            <p:nvPr/>
          </p:nvSpPr>
          <p:spPr>
            <a:xfrm>
              <a:off x="6211051" y="4442038"/>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椭圆 35">
              <a:extLst>
                <a:ext uri="{FF2B5EF4-FFF2-40B4-BE49-F238E27FC236}">
                  <a16:creationId xmlns:a16="http://schemas.microsoft.com/office/drawing/2014/main" id="{2904E05C-2FD1-682F-77E9-F1D437ECA596}"/>
                </a:ext>
              </a:extLst>
            </p:cNvPr>
            <p:cNvSpPr/>
            <p:nvPr/>
          </p:nvSpPr>
          <p:spPr>
            <a:xfrm>
              <a:off x="3348907" y="3717652"/>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椭圆 36">
              <a:extLst>
                <a:ext uri="{FF2B5EF4-FFF2-40B4-BE49-F238E27FC236}">
                  <a16:creationId xmlns:a16="http://schemas.microsoft.com/office/drawing/2014/main" id="{495F00C6-A234-B4B4-F5C6-0DB038AA0445}"/>
                </a:ext>
              </a:extLst>
            </p:cNvPr>
            <p:cNvSpPr/>
            <p:nvPr/>
          </p:nvSpPr>
          <p:spPr>
            <a:xfrm>
              <a:off x="4782575" y="3717652"/>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椭圆 37">
              <a:extLst>
                <a:ext uri="{FF2B5EF4-FFF2-40B4-BE49-F238E27FC236}">
                  <a16:creationId xmlns:a16="http://schemas.microsoft.com/office/drawing/2014/main" id="{39397A6C-4023-7954-C38F-10A2F9E896E0}"/>
                </a:ext>
              </a:extLst>
            </p:cNvPr>
            <p:cNvSpPr/>
            <p:nvPr/>
          </p:nvSpPr>
          <p:spPr>
            <a:xfrm>
              <a:off x="4779176" y="3101195"/>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椭圆 40">
              <a:extLst>
                <a:ext uri="{FF2B5EF4-FFF2-40B4-BE49-F238E27FC236}">
                  <a16:creationId xmlns:a16="http://schemas.microsoft.com/office/drawing/2014/main" id="{49FD19F0-7961-0289-9074-F3F42B5B9D49}"/>
                </a:ext>
              </a:extLst>
            </p:cNvPr>
            <p:cNvSpPr/>
            <p:nvPr/>
          </p:nvSpPr>
          <p:spPr>
            <a:xfrm>
              <a:off x="3348907" y="3101195"/>
              <a:ext cx="441424" cy="441424"/>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6" name="Picture 4" descr="雷达接近方法- 免费矢量图形Pixabay - Pixabay">
            <a:extLst>
              <a:ext uri="{FF2B5EF4-FFF2-40B4-BE49-F238E27FC236}">
                <a16:creationId xmlns:a16="http://schemas.microsoft.com/office/drawing/2014/main" id="{91C25676-52E1-B1CB-8304-A8F1AA37D150}"/>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7998150" y="4252369"/>
            <a:ext cx="152323" cy="15389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Pop! Wall-E (Facet) — Double Boxed Toys">
            <a:extLst>
              <a:ext uri="{FF2B5EF4-FFF2-40B4-BE49-F238E27FC236}">
                <a16:creationId xmlns:a16="http://schemas.microsoft.com/office/drawing/2014/main" id="{9B2B7D25-0098-361C-302C-B9440F3043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7884191" y="4035944"/>
            <a:ext cx="371691" cy="411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70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630335"/>
          </a:xfrm>
        </p:spPr>
        <p:txBody>
          <a:bodyPr/>
          <a:lstStyle/>
          <a:p>
            <a:r>
              <a:rPr lang="en-GB" altLang="zh-CN" dirty="0"/>
              <a:t>When the robot initially scans its surroundings, only a partial map is obtained due to obstructions by walls.</a:t>
            </a:r>
            <a:endParaRPr lang="en-GB" dirty="0"/>
          </a:p>
        </p:txBody>
      </p:sp>
      <p:grpSp>
        <p:nvGrpSpPr>
          <p:cNvPr id="45" name="组合 44">
            <a:extLst>
              <a:ext uri="{FF2B5EF4-FFF2-40B4-BE49-F238E27FC236}">
                <a16:creationId xmlns:a16="http://schemas.microsoft.com/office/drawing/2014/main" id="{352A4156-D821-029D-9194-70595A761055}"/>
              </a:ext>
            </a:extLst>
          </p:cNvPr>
          <p:cNvGrpSpPr/>
          <p:nvPr/>
        </p:nvGrpSpPr>
        <p:grpSpPr>
          <a:xfrm>
            <a:off x="4678270" y="2526750"/>
            <a:ext cx="4124178" cy="2163111"/>
            <a:chOff x="4678270" y="2526750"/>
            <a:chExt cx="4124178" cy="2163111"/>
          </a:xfrm>
        </p:grpSpPr>
        <p:sp>
          <p:nvSpPr>
            <p:cNvPr id="42" name="矩形 41">
              <a:extLst>
                <a:ext uri="{FF2B5EF4-FFF2-40B4-BE49-F238E27FC236}">
                  <a16:creationId xmlns:a16="http://schemas.microsoft.com/office/drawing/2014/main" id="{4AD1E277-94C0-69E5-2D32-6BFA5B03C22D}"/>
                </a:ext>
              </a:extLst>
            </p:cNvPr>
            <p:cNvSpPr/>
            <p:nvPr/>
          </p:nvSpPr>
          <p:spPr>
            <a:xfrm>
              <a:off x="4678270" y="2526750"/>
              <a:ext cx="4124178" cy="21631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矩形 1">
              <a:extLst>
                <a:ext uri="{FF2B5EF4-FFF2-40B4-BE49-F238E27FC236}">
                  <a16:creationId xmlns:a16="http://schemas.microsoft.com/office/drawing/2014/main" id="{7C1DD4FE-0141-06E6-2E53-D41878E1A2A1}"/>
                </a:ext>
              </a:extLst>
            </p:cNvPr>
            <p:cNvSpPr/>
            <p:nvPr/>
          </p:nvSpPr>
          <p:spPr>
            <a:xfrm>
              <a:off x="4678270"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A11ECA91-38A6-D969-9FD1-9CBABF9182C9}"/>
                </a:ext>
              </a:extLst>
            </p:cNvPr>
            <p:cNvSpPr/>
            <p:nvPr/>
          </p:nvSpPr>
          <p:spPr>
            <a:xfrm rot="5400000">
              <a:off x="6695359" y="2582772"/>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31424D2E-B267-D783-0AD7-90E72F359859}"/>
                </a:ext>
              </a:extLst>
            </p:cNvPr>
            <p:cNvSpPr/>
            <p:nvPr/>
          </p:nvSpPr>
          <p:spPr>
            <a:xfrm rot="5400000">
              <a:off x="6695359" y="509661"/>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A9FF09FC-BADA-822B-86F1-8BF5960C7771}"/>
                </a:ext>
              </a:extLst>
            </p:cNvPr>
            <p:cNvSpPr/>
            <p:nvPr/>
          </p:nvSpPr>
          <p:spPr>
            <a:xfrm>
              <a:off x="8712448"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C9E3D842-8166-F6A8-089A-716A3BFD5B75}"/>
                </a:ext>
              </a:extLst>
            </p:cNvPr>
            <p:cNvSpPr/>
            <p:nvPr/>
          </p:nvSpPr>
          <p:spPr>
            <a:xfrm>
              <a:off x="5855695"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53B3856C-119D-3847-1B9E-BBA4B4E68097}"/>
                </a:ext>
              </a:extLst>
            </p:cNvPr>
            <p:cNvSpPr/>
            <p:nvPr/>
          </p:nvSpPr>
          <p:spPr>
            <a:xfrm>
              <a:off x="5855695"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5F89984D-A2FE-755D-C668-F400F4E1FF8A}"/>
                </a:ext>
              </a:extLst>
            </p:cNvPr>
            <p:cNvSpPr/>
            <p:nvPr/>
          </p:nvSpPr>
          <p:spPr>
            <a:xfrm rot="5400000">
              <a:off x="6572002"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8FEA4B98-71C1-8F37-A637-4E2EEA750226}"/>
                </a:ext>
              </a:extLst>
            </p:cNvPr>
            <p:cNvSpPr/>
            <p:nvPr/>
          </p:nvSpPr>
          <p:spPr>
            <a:xfrm>
              <a:off x="7288311"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组合 38">
            <a:extLst>
              <a:ext uri="{FF2B5EF4-FFF2-40B4-BE49-F238E27FC236}">
                <a16:creationId xmlns:a16="http://schemas.microsoft.com/office/drawing/2014/main" id="{1779887E-53D7-2D82-2EB5-0180BC3FA5CF}"/>
              </a:ext>
            </a:extLst>
          </p:cNvPr>
          <p:cNvGrpSpPr/>
          <p:nvPr/>
        </p:nvGrpSpPr>
        <p:grpSpPr>
          <a:xfrm>
            <a:off x="1279424" y="2781938"/>
            <a:ext cx="2113709" cy="1551601"/>
            <a:chOff x="1230423" y="2677334"/>
            <a:chExt cx="2113709" cy="1551601"/>
          </a:xfrm>
        </p:grpSpPr>
        <p:sp>
          <p:nvSpPr>
            <p:cNvPr id="25" name="任意形状 24">
              <a:extLst>
                <a:ext uri="{FF2B5EF4-FFF2-40B4-BE49-F238E27FC236}">
                  <a16:creationId xmlns:a16="http://schemas.microsoft.com/office/drawing/2014/main" id="{42F74CEA-676F-7915-B153-45394FC237E3}"/>
                </a:ext>
              </a:extLst>
            </p:cNvPr>
            <p:cNvSpPr/>
            <p:nvPr/>
          </p:nvSpPr>
          <p:spPr>
            <a:xfrm>
              <a:off x="1264944" y="2677334"/>
              <a:ext cx="2079188" cy="1551601"/>
            </a:xfrm>
            <a:custGeom>
              <a:avLst/>
              <a:gdLst>
                <a:gd name="connsiteX0" fmla="*/ 857209 w 2898629"/>
                <a:gd name="connsiteY0" fmla="*/ 0 h 2163111"/>
                <a:gd name="connsiteX1" fmla="*/ 2898629 w 2898629"/>
                <a:gd name="connsiteY1" fmla="*/ 0 h 2163111"/>
                <a:gd name="connsiteX2" fmla="*/ 2898629 w 2898629"/>
                <a:gd name="connsiteY2" fmla="*/ 2163111 h 2163111"/>
                <a:gd name="connsiteX3" fmla="*/ 11640 w 2898629"/>
                <a:gd name="connsiteY3" fmla="*/ 2163111 h 2163111"/>
                <a:gd name="connsiteX4" fmla="*/ 0 w 2898629"/>
                <a:gd name="connsiteY4" fmla="*/ 1435650 h 2163111"/>
                <a:gd name="connsiteX5" fmla="*/ 1425575 w 2898629"/>
                <a:gd name="connsiteY5" fmla="*/ 1422950 h 2163111"/>
                <a:gd name="connsiteX6" fmla="*/ 1431925 w 2898629"/>
                <a:gd name="connsiteY6" fmla="*/ 800650 h 2163111"/>
                <a:gd name="connsiteX7" fmla="*/ 1470025 w 2898629"/>
                <a:gd name="connsiteY7" fmla="*/ 781600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8629" h="2163111">
                  <a:moveTo>
                    <a:pt x="857209" y="0"/>
                  </a:moveTo>
                  <a:lnTo>
                    <a:pt x="2898629" y="0"/>
                  </a:lnTo>
                  <a:lnTo>
                    <a:pt x="2898629" y="2163111"/>
                  </a:lnTo>
                  <a:lnTo>
                    <a:pt x="11640" y="2163111"/>
                  </a:lnTo>
                  <a:lnTo>
                    <a:pt x="0" y="1435650"/>
                  </a:lnTo>
                  <a:lnTo>
                    <a:pt x="1425575" y="1422950"/>
                  </a:lnTo>
                  <a:cubicBezTo>
                    <a:pt x="1427692" y="1215517"/>
                    <a:pt x="1429808" y="1008083"/>
                    <a:pt x="1431925" y="800650"/>
                  </a:cubicBezTo>
                  <a:lnTo>
                    <a:pt x="1470025" y="7816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 name="矩形 9">
              <a:extLst>
                <a:ext uri="{FF2B5EF4-FFF2-40B4-BE49-F238E27FC236}">
                  <a16:creationId xmlns:a16="http://schemas.microsoft.com/office/drawing/2014/main" id="{C4757E5D-0688-0971-7C16-211CC01F2914}"/>
                </a:ext>
              </a:extLst>
            </p:cNvPr>
            <p:cNvSpPr/>
            <p:nvPr/>
          </p:nvSpPr>
          <p:spPr>
            <a:xfrm rot="5400000">
              <a:off x="2254999" y="3139802"/>
              <a:ext cx="64557" cy="211370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任意形状 27">
              <a:extLst>
                <a:ext uri="{FF2B5EF4-FFF2-40B4-BE49-F238E27FC236}">
                  <a16:creationId xmlns:a16="http://schemas.microsoft.com/office/drawing/2014/main" id="{413792DC-70AA-5527-0D38-2AF3C80C8097}"/>
                </a:ext>
              </a:extLst>
            </p:cNvPr>
            <p:cNvSpPr/>
            <p:nvPr/>
          </p:nvSpPr>
          <p:spPr>
            <a:xfrm rot="5400000">
              <a:off x="2579697" y="1977457"/>
              <a:ext cx="64557" cy="1464312"/>
            </a:xfrm>
            <a:custGeom>
              <a:avLst/>
              <a:gdLst>
                <a:gd name="connsiteX0" fmla="*/ 0 w 90000"/>
                <a:gd name="connsiteY0" fmla="*/ 2041420 h 2041420"/>
                <a:gd name="connsiteX1" fmla="*/ 0 w 90000"/>
                <a:gd name="connsiteY1" fmla="*/ 0 h 2041420"/>
                <a:gd name="connsiteX2" fmla="*/ 90000 w 90000"/>
                <a:gd name="connsiteY2" fmla="*/ 0 h 2041420"/>
                <a:gd name="connsiteX3" fmla="*/ 90000 w 90000"/>
                <a:gd name="connsiteY3" fmla="*/ 1970855 h 2041420"/>
              </a:gdLst>
              <a:ahLst/>
              <a:cxnLst>
                <a:cxn ang="0">
                  <a:pos x="connsiteX0" y="connsiteY0"/>
                </a:cxn>
                <a:cxn ang="0">
                  <a:pos x="connsiteX1" y="connsiteY1"/>
                </a:cxn>
                <a:cxn ang="0">
                  <a:pos x="connsiteX2" y="connsiteY2"/>
                </a:cxn>
                <a:cxn ang="0">
                  <a:pos x="connsiteX3" y="connsiteY3"/>
                </a:cxn>
              </a:cxnLst>
              <a:rect l="l" t="t" r="r" b="b"/>
              <a:pathLst>
                <a:path w="90000" h="2041420">
                  <a:moveTo>
                    <a:pt x="0" y="2041420"/>
                  </a:moveTo>
                  <a:lnTo>
                    <a:pt x="0" y="0"/>
                  </a:lnTo>
                  <a:lnTo>
                    <a:pt x="90000" y="0"/>
                  </a:lnTo>
                  <a:lnTo>
                    <a:pt x="90000" y="1970855"/>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矩形 11">
              <a:extLst>
                <a:ext uri="{FF2B5EF4-FFF2-40B4-BE49-F238E27FC236}">
                  <a16:creationId xmlns:a16="http://schemas.microsoft.com/office/drawing/2014/main" id="{FD4FF480-615B-0CBE-7F06-C385F6D1A457}"/>
                </a:ext>
              </a:extLst>
            </p:cNvPr>
            <p:cNvSpPr/>
            <p:nvPr/>
          </p:nvSpPr>
          <p:spPr>
            <a:xfrm>
              <a:off x="3279574" y="2741891"/>
              <a:ext cx="64557" cy="14719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3107E27-150E-58AA-604F-FAB4C66B6EAB}"/>
                </a:ext>
              </a:extLst>
            </p:cNvPr>
            <p:cNvSpPr/>
            <p:nvPr/>
          </p:nvSpPr>
          <p:spPr>
            <a:xfrm>
              <a:off x="1230424" y="3732899"/>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16BB7990-A143-2AB9-3809-0256B62EDC7C}"/>
                </a:ext>
              </a:extLst>
            </p:cNvPr>
            <p:cNvSpPr/>
            <p:nvPr/>
          </p:nvSpPr>
          <p:spPr>
            <a:xfrm rot="5400000">
              <a:off x="1744231" y="3154533"/>
              <a:ext cx="64557" cy="109217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FB930F37-61D4-E4E5-E875-BE2351F496C1}"/>
                </a:ext>
              </a:extLst>
            </p:cNvPr>
            <p:cNvSpPr/>
            <p:nvPr/>
          </p:nvSpPr>
          <p:spPr>
            <a:xfrm>
              <a:off x="2258040" y="3237395"/>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文本框 33">
              <a:extLst>
                <a:ext uri="{FF2B5EF4-FFF2-40B4-BE49-F238E27FC236}">
                  <a16:creationId xmlns:a16="http://schemas.microsoft.com/office/drawing/2014/main" id="{7279FA8F-E519-9AF3-C800-B616774BC60D}"/>
                </a:ext>
              </a:extLst>
            </p:cNvPr>
            <p:cNvSpPr txBox="1"/>
            <p:nvPr/>
          </p:nvSpPr>
          <p:spPr>
            <a:xfrm>
              <a:off x="1529938" y="3020450"/>
              <a:ext cx="415498" cy="369332"/>
            </a:xfrm>
            <a:prstGeom prst="rect">
              <a:avLst/>
            </a:prstGeom>
            <a:noFill/>
          </p:spPr>
          <p:txBody>
            <a:bodyPr wrap="none" rtlCol="0">
              <a:spAutoFit/>
            </a:bodyPr>
            <a:lstStyle/>
            <a:p>
              <a:r>
                <a:rPr lang="zh-CN" altLang="en-US" dirty="0">
                  <a:solidFill>
                    <a:schemeClr val="bg1">
                      <a:lumMod val="75000"/>
                    </a:schemeClr>
                  </a:solidFill>
                </a:rPr>
                <a:t>？</a:t>
              </a:r>
              <a:endParaRPr lang="en-GB" dirty="0">
                <a:solidFill>
                  <a:schemeClr val="bg1">
                    <a:lumMod val="75000"/>
                  </a:schemeClr>
                </a:solidFill>
              </a:endParaRPr>
            </a:p>
          </p:txBody>
        </p:sp>
      </p:grpSp>
      <p:pic>
        <p:nvPicPr>
          <p:cNvPr id="18" name="Picture 4" descr="雷达接近方法- 免费矢量图形Pixabay - Pixabay">
            <a:extLst>
              <a:ext uri="{FF2B5EF4-FFF2-40B4-BE49-F238E27FC236}">
                <a16:creationId xmlns:a16="http://schemas.microsoft.com/office/drawing/2014/main" id="{CE84227D-6CD8-D85B-30CA-45BCCB0C14BE}"/>
              </a:ext>
            </a:extLst>
          </p:cNvPr>
          <p:cNvPicPr>
            <a:picLocks noChangeAspect="1" noChangeArrowheads="1"/>
          </p:cNvPicPr>
          <p:nvPr/>
        </p:nvPicPr>
        <p:blipFill>
          <a:blip r:embed="rId3">
            <a:alphaModFix amt="0"/>
            <a:extLst>
              <a:ext uri="{28A0092B-C50C-407E-A947-70E740481C1C}">
                <a14:useLocalDpi xmlns:a14="http://schemas.microsoft.com/office/drawing/2010/main" val="0"/>
              </a:ext>
            </a:extLst>
          </a:blip>
          <a:srcRect/>
          <a:stretch>
            <a:fillRect/>
          </a:stretch>
        </p:blipFill>
        <p:spPr bwMode="auto">
          <a:xfrm>
            <a:off x="5470395" y="1698594"/>
            <a:ext cx="5207834" cy="52614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雷达接近方法- 免费矢量图形Pixabay - Pixabay">
            <a:extLst>
              <a:ext uri="{FF2B5EF4-FFF2-40B4-BE49-F238E27FC236}">
                <a16:creationId xmlns:a16="http://schemas.microsoft.com/office/drawing/2014/main" id="{AEA0F7B2-D198-E371-F19D-F63D014BB021}"/>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7495683" y="2957823"/>
            <a:ext cx="152323" cy="15389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Pop! Wall-E (Facet) — Double Boxed Toys">
            <a:extLst>
              <a:ext uri="{FF2B5EF4-FFF2-40B4-BE49-F238E27FC236}">
                <a16:creationId xmlns:a16="http://schemas.microsoft.com/office/drawing/2014/main" id="{9B2B7D25-0098-361C-302C-B9440F3043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7884191" y="4035944"/>
            <a:ext cx="371691" cy="411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5280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72222E-6 -2.71605E-6 L -0.05521 -0.24907 " pathEditMode="relative" rAng="0" ptsTypes="AA">
                                      <p:cBhvr>
                                        <p:cTn id="11" dur="1000" fill="hold"/>
                                        <p:tgtEl>
                                          <p:spTgt spid="43"/>
                                        </p:tgtEl>
                                        <p:attrNameLst>
                                          <p:attrName>ppt_x</p:attrName>
                                          <p:attrName>ppt_y</p:attrName>
                                        </p:attrNameLst>
                                      </p:cBhvr>
                                      <p:rCtr x="-2760" y="-12469"/>
                                    </p:animMotion>
                                  </p:childTnLst>
                                </p:cTn>
                              </p:par>
                            </p:childTnLst>
                          </p:cTn>
                        </p:par>
                        <p:par>
                          <p:cTn id="12" fill="hold">
                            <p:stCondLst>
                              <p:cond delay="1000"/>
                            </p:stCondLst>
                            <p:childTnLst>
                              <p:par>
                                <p:cTn id="13" presetID="1" presetClass="exit" presetSubtype="0" fill="hold" nodeType="after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630335"/>
          </a:xfrm>
        </p:spPr>
        <p:txBody>
          <a:bodyPr/>
          <a:lstStyle/>
          <a:p>
            <a:r>
              <a:rPr lang="en-GB" altLang="zh-CN" dirty="0"/>
              <a:t>When the robot initially scans its surroundings, only a partial map is obtained due to obstructions by walls.</a:t>
            </a:r>
            <a:endParaRPr lang="en-GB" dirty="0"/>
          </a:p>
        </p:txBody>
      </p:sp>
      <p:grpSp>
        <p:nvGrpSpPr>
          <p:cNvPr id="45" name="组合 44">
            <a:extLst>
              <a:ext uri="{FF2B5EF4-FFF2-40B4-BE49-F238E27FC236}">
                <a16:creationId xmlns:a16="http://schemas.microsoft.com/office/drawing/2014/main" id="{352A4156-D821-029D-9194-70595A761055}"/>
              </a:ext>
            </a:extLst>
          </p:cNvPr>
          <p:cNvGrpSpPr/>
          <p:nvPr/>
        </p:nvGrpSpPr>
        <p:grpSpPr>
          <a:xfrm>
            <a:off x="4678270" y="2526750"/>
            <a:ext cx="4124178" cy="2163111"/>
            <a:chOff x="4678270" y="2526750"/>
            <a:chExt cx="4124178" cy="2163111"/>
          </a:xfrm>
        </p:grpSpPr>
        <p:sp>
          <p:nvSpPr>
            <p:cNvPr id="42" name="矩形 41">
              <a:extLst>
                <a:ext uri="{FF2B5EF4-FFF2-40B4-BE49-F238E27FC236}">
                  <a16:creationId xmlns:a16="http://schemas.microsoft.com/office/drawing/2014/main" id="{4AD1E277-94C0-69E5-2D32-6BFA5B03C22D}"/>
                </a:ext>
              </a:extLst>
            </p:cNvPr>
            <p:cNvSpPr/>
            <p:nvPr/>
          </p:nvSpPr>
          <p:spPr>
            <a:xfrm>
              <a:off x="4678270" y="2526750"/>
              <a:ext cx="4124178" cy="21631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矩形 1">
              <a:extLst>
                <a:ext uri="{FF2B5EF4-FFF2-40B4-BE49-F238E27FC236}">
                  <a16:creationId xmlns:a16="http://schemas.microsoft.com/office/drawing/2014/main" id="{7C1DD4FE-0141-06E6-2E53-D41878E1A2A1}"/>
                </a:ext>
              </a:extLst>
            </p:cNvPr>
            <p:cNvSpPr/>
            <p:nvPr/>
          </p:nvSpPr>
          <p:spPr>
            <a:xfrm>
              <a:off x="4678270"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A11ECA91-38A6-D969-9FD1-9CBABF9182C9}"/>
                </a:ext>
              </a:extLst>
            </p:cNvPr>
            <p:cNvSpPr/>
            <p:nvPr/>
          </p:nvSpPr>
          <p:spPr>
            <a:xfrm rot="5400000">
              <a:off x="6695359" y="2582772"/>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31424D2E-B267-D783-0AD7-90E72F359859}"/>
                </a:ext>
              </a:extLst>
            </p:cNvPr>
            <p:cNvSpPr/>
            <p:nvPr/>
          </p:nvSpPr>
          <p:spPr>
            <a:xfrm rot="5400000">
              <a:off x="6695359" y="509661"/>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A9FF09FC-BADA-822B-86F1-8BF5960C7771}"/>
                </a:ext>
              </a:extLst>
            </p:cNvPr>
            <p:cNvSpPr/>
            <p:nvPr/>
          </p:nvSpPr>
          <p:spPr>
            <a:xfrm>
              <a:off x="8712448"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C9E3D842-8166-F6A8-089A-716A3BFD5B75}"/>
                </a:ext>
              </a:extLst>
            </p:cNvPr>
            <p:cNvSpPr/>
            <p:nvPr/>
          </p:nvSpPr>
          <p:spPr>
            <a:xfrm>
              <a:off x="5855695"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53B3856C-119D-3847-1B9E-BBA4B4E68097}"/>
                </a:ext>
              </a:extLst>
            </p:cNvPr>
            <p:cNvSpPr/>
            <p:nvPr/>
          </p:nvSpPr>
          <p:spPr>
            <a:xfrm>
              <a:off x="5855695"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5F89984D-A2FE-755D-C668-F400F4E1FF8A}"/>
                </a:ext>
              </a:extLst>
            </p:cNvPr>
            <p:cNvSpPr/>
            <p:nvPr/>
          </p:nvSpPr>
          <p:spPr>
            <a:xfrm rot="5400000">
              <a:off x="6572002"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8FEA4B98-71C1-8F37-A637-4E2EEA750226}"/>
                </a:ext>
              </a:extLst>
            </p:cNvPr>
            <p:cNvSpPr/>
            <p:nvPr/>
          </p:nvSpPr>
          <p:spPr>
            <a:xfrm>
              <a:off x="7288311"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 name="组合 53">
            <a:extLst>
              <a:ext uri="{FF2B5EF4-FFF2-40B4-BE49-F238E27FC236}">
                <a16:creationId xmlns:a16="http://schemas.microsoft.com/office/drawing/2014/main" id="{5E9E8246-B87D-B83B-ACC1-155A3539DBC3}"/>
              </a:ext>
            </a:extLst>
          </p:cNvPr>
          <p:cNvGrpSpPr/>
          <p:nvPr/>
        </p:nvGrpSpPr>
        <p:grpSpPr>
          <a:xfrm>
            <a:off x="873795" y="2792299"/>
            <a:ext cx="2568867" cy="1347358"/>
            <a:chOff x="272524" y="2526750"/>
            <a:chExt cx="4124178" cy="2163111"/>
          </a:xfrm>
        </p:grpSpPr>
        <p:sp>
          <p:nvSpPr>
            <p:cNvPr id="51" name="任意形状 50">
              <a:extLst>
                <a:ext uri="{FF2B5EF4-FFF2-40B4-BE49-F238E27FC236}">
                  <a16:creationId xmlns:a16="http://schemas.microsoft.com/office/drawing/2014/main" id="{36FBE510-EB3A-79FD-314D-33645223E73B}"/>
                </a:ext>
              </a:extLst>
            </p:cNvPr>
            <p:cNvSpPr/>
            <p:nvPr/>
          </p:nvSpPr>
          <p:spPr>
            <a:xfrm>
              <a:off x="272524" y="2526750"/>
              <a:ext cx="4124178" cy="2163111"/>
            </a:xfrm>
            <a:custGeom>
              <a:avLst/>
              <a:gdLst>
                <a:gd name="connsiteX0" fmla="*/ 1247553 w 4124178"/>
                <a:gd name="connsiteY0" fmla="*/ 0 h 2163111"/>
                <a:gd name="connsiteX1" fmla="*/ 4124178 w 4124178"/>
                <a:gd name="connsiteY1" fmla="*/ 0 h 2163111"/>
                <a:gd name="connsiteX2" fmla="*/ 4124178 w 4124178"/>
                <a:gd name="connsiteY2" fmla="*/ 2163111 h 2163111"/>
                <a:gd name="connsiteX3" fmla="*/ 2564926 w 4124178"/>
                <a:gd name="connsiteY3" fmla="*/ 2163111 h 2163111"/>
                <a:gd name="connsiteX4" fmla="*/ 2641913 w 4124178"/>
                <a:gd name="connsiteY4" fmla="*/ 1444561 h 2163111"/>
                <a:gd name="connsiteX5" fmla="*/ 2661869 w 4124178"/>
                <a:gd name="connsiteY5" fmla="*/ 1438421 h 2163111"/>
                <a:gd name="connsiteX6" fmla="*/ 2661869 w 4124178"/>
                <a:gd name="connsiteY6" fmla="*/ 790028 h 2163111"/>
                <a:gd name="connsiteX7" fmla="*/ 2611992 w 4124178"/>
                <a:gd name="connsiteY7" fmla="*/ 781715 h 2163111"/>
                <a:gd name="connsiteX8" fmla="*/ 2235484 w 4124178"/>
                <a:gd name="connsiteY8" fmla="*/ 1413483 h 2163111"/>
                <a:gd name="connsiteX9" fmla="*/ 1215454 w 4124178"/>
                <a:gd name="connsiteY9" fmla="*/ 1413483 h 2163111"/>
                <a:gd name="connsiteX10" fmla="*/ 0 w 4124178"/>
                <a:gd name="connsiteY10" fmla="*/ 2024985 h 2163111"/>
                <a:gd name="connsiteX11" fmla="*/ 0 w 4124178"/>
                <a:gd name="connsiteY11" fmla="*/ 906306 h 2163111"/>
                <a:gd name="connsiteX12" fmla="*/ 1215454 w 4124178"/>
                <a:gd name="connsiteY12" fmla="*/ 731839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24178" h="2163111">
                  <a:moveTo>
                    <a:pt x="1247553" y="0"/>
                  </a:moveTo>
                  <a:lnTo>
                    <a:pt x="4124178" y="0"/>
                  </a:lnTo>
                  <a:lnTo>
                    <a:pt x="4124178" y="2163111"/>
                  </a:lnTo>
                  <a:lnTo>
                    <a:pt x="2564926" y="2163111"/>
                  </a:lnTo>
                  <a:lnTo>
                    <a:pt x="2641913" y="1444561"/>
                  </a:lnTo>
                  <a:lnTo>
                    <a:pt x="2661869" y="1438421"/>
                  </a:lnTo>
                  <a:lnTo>
                    <a:pt x="2661869" y="790028"/>
                  </a:lnTo>
                  <a:lnTo>
                    <a:pt x="2611992" y="781715"/>
                  </a:lnTo>
                  <a:lnTo>
                    <a:pt x="2235484" y="1413483"/>
                  </a:lnTo>
                  <a:lnTo>
                    <a:pt x="1215454" y="1413483"/>
                  </a:lnTo>
                  <a:lnTo>
                    <a:pt x="0" y="2024985"/>
                  </a:lnTo>
                  <a:lnTo>
                    <a:pt x="0" y="906306"/>
                  </a:lnTo>
                  <a:lnTo>
                    <a:pt x="1215454" y="731839"/>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任意形状 46">
              <a:extLst>
                <a:ext uri="{FF2B5EF4-FFF2-40B4-BE49-F238E27FC236}">
                  <a16:creationId xmlns:a16="http://schemas.microsoft.com/office/drawing/2014/main" id="{D5AC4180-1B0F-0980-63A5-7DCCFD29A21C}"/>
                </a:ext>
              </a:extLst>
            </p:cNvPr>
            <p:cNvSpPr/>
            <p:nvPr/>
          </p:nvSpPr>
          <p:spPr>
            <a:xfrm>
              <a:off x="272524" y="3420139"/>
              <a:ext cx="90000" cy="1131597"/>
            </a:xfrm>
            <a:custGeom>
              <a:avLst/>
              <a:gdLst>
                <a:gd name="connsiteX0" fmla="*/ 90000 w 90000"/>
                <a:gd name="connsiteY0" fmla="*/ 0 h 1131597"/>
                <a:gd name="connsiteX1" fmla="*/ 90000 w 90000"/>
                <a:gd name="connsiteY1" fmla="*/ 1086318 h 1131597"/>
                <a:gd name="connsiteX2" fmla="*/ 0 w 90000"/>
                <a:gd name="connsiteY2" fmla="*/ 1131597 h 1131597"/>
                <a:gd name="connsiteX3" fmla="*/ 0 w 90000"/>
                <a:gd name="connsiteY3" fmla="*/ 12918 h 1131597"/>
              </a:gdLst>
              <a:ahLst/>
              <a:cxnLst>
                <a:cxn ang="0">
                  <a:pos x="connsiteX0" y="connsiteY0"/>
                </a:cxn>
                <a:cxn ang="0">
                  <a:pos x="connsiteX1" y="connsiteY1"/>
                </a:cxn>
                <a:cxn ang="0">
                  <a:pos x="connsiteX2" y="connsiteY2"/>
                </a:cxn>
                <a:cxn ang="0">
                  <a:pos x="connsiteX3" y="connsiteY3"/>
                </a:cxn>
              </a:cxnLst>
              <a:rect l="l" t="t" r="r" b="b"/>
              <a:pathLst>
                <a:path w="90000" h="1131597">
                  <a:moveTo>
                    <a:pt x="90000" y="0"/>
                  </a:moveTo>
                  <a:lnTo>
                    <a:pt x="90000" y="1086318"/>
                  </a:lnTo>
                  <a:lnTo>
                    <a:pt x="0" y="1131597"/>
                  </a:lnTo>
                  <a:lnTo>
                    <a:pt x="0" y="1291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1" name="矩形 20">
              <a:extLst>
                <a:ext uri="{FF2B5EF4-FFF2-40B4-BE49-F238E27FC236}">
                  <a16:creationId xmlns:a16="http://schemas.microsoft.com/office/drawing/2014/main" id="{D0A3A36E-1276-E651-3E77-E8F8EF8F9808}"/>
                </a:ext>
              </a:extLst>
            </p:cNvPr>
            <p:cNvSpPr/>
            <p:nvPr/>
          </p:nvSpPr>
          <p:spPr>
            <a:xfrm rot="5400000">
              <a:off x="3575751" y="3868910"/>
              <a:ext cx="90000" cy="155190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642546B2-844A-2D19-07DD-50AB7F576603}"/>
                </a:ext>
              </a:extLst>
            </p:cNvPr>
            <p:cNvSpPr/>
            <p:nvPr/>
          </p:nvSpPr>
          <p:spPr>
            <a:xfrm rot="5400000">
              <a:off x="2878325" y="1098373"/>
              <a:ext cx="90000" cy="294675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EF2C6AFF-5600-BD5B-C139-8D57E4A47D71}"/>
                </a:ext>
              </a:extLst>
            </p:cNvPr>
            <p:cNvSpPr/>
            <p:nvPr/>
          </p:nvSpPr>
          <p:spPr>
            <a:xfrm>
              <a:off x="4306702"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77460410-EEB2-103D-DEED-791D68E6C750}"/>
                </a:ext>
              </a:extLst>
            </p:cNvPr>
            <p:cNvSpPr/>
            <p:nvPr/>
          </p:nvSpPr>
          <p:spPr>
            <a:xfrm>
              <a:off x="1449949"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7CFC253F-236E-0B1A-699A-A2BB79A05595}"/>
                </a:ext>
              </a:extLst>
            </p:cNvPr>
            <p:cNvSpPr/>
            <p:nvPr/>
          </p:nvSpPr>
          <p:spPr>
            <a:xfrm rot="5400000">
              <a:off x="1943624" y="3414653"/>
              <a:ext cx="90000" cy="107735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C6E4CB3B-146A-FAA3-5424-09F56E005269}"/>
                </a:ext>
              </a:extLst>
            </p:cNvPr>
            <p:cNvSpPr/>
            <p:nvPr/>
          </p:nvSpPr>
          <p:spPr>
            <a:xfrm>
              <a:off x="2882565"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文本框 51">
              <a:extLst>
                <a:ext uri="{FF2B5EF4-FFF2-40B4-BE49-F238E27FC236}">
                  <a16:creationId xmlns:a16="http://schemas.microsoft.com/office/drawing/2014/main" id="{729C6DC1-3511-538B-85B7-83F13629F8FD}"/>
                </a:ext>
              </a:extLst>
            </p:cNvPr>
            <p:cNvSpPr txBox="1"/>
            <p:nvPr/>
          </p:nvSpPr>
          <p:spPr>
            <a:xfrm>
              <a:off x="590939" y="2615534"/>
              <a:ext cx="415498" cy="369332"/>
            </a:xfrm>
            <a:prstGeom prst="rect">
              <a:avLst/>
            </a:prstGeom>
            <a:noFill/>
          </p:spPr>
          <p:txBody>
            <a:bodyPr wrap="none" rtlCol="0">
              <a:spAutoFit/>
            </a:bodyPr>
            <a:lstStyle/>
            <a:p>
              <a:r>
                <a:rPr lang="zh-CN" altLang="en-US" dirty="0">
                  <a:solidFill>
                    <a:schemeClr val="bg1">
                      <a:lumMod val="75000"/>
                    </a:schemeClr>
                  </a:solidFill>
                </a:rPr>
                <a:t>？</a:t>
              </a:r>
              <a:endParaRPr lang="en-GB" dirty="0">
                <a:solidFill>
                  <a:schemeClr val="bg1">
                    <a:lumMod val="75000"/>
                  </a:schemeClr>
                </a:solidFill>
              </a:endParaRPr>
            </a:p>
          </p:txBody>
        </p:sp>
        <p:sp>
          <p:nvSpPr>
            <p:cNvPr id="53" name="文本框 52">
              <a:extLst>
                <a:ext uri="{FF2B5EF4-FFF2-40B4-BE49-F238E27FC236}">
                  <a16:creationId xmlns:a16="http://schemas.microsoft.com/office/drawing/2014/main" id="{5EC82F29-8A9B-9BDE-2A89-C105A3957841}"/>
                </a:ext>
              </a:extLst>
            </p:cNvPr>
            <p:cNvSpPr txBox="1"/>
            <p:nvPr/>
          </p:nvSpPr>
          <p:spPr>
            <a:xfrm>
              <a:off x="1781103" y="4182404"/>
              <a:ext cx="415498" cy="369332"/>
            </a:xfrm>
            <a:prstGeom prst="rect">
              <a:avLst/>
            </a:prstGeom>
            <a:noFill/>
          </p:spPr>
          <p:txBody>
            <a:bodyPr wrap="none" rtlCol="0">
              <a:spAutoFit/>
            </a:bodyPr>
            <a:lstStyle/>
            <a:p>
              <a:r>
                <a:rPr lang="zh-CN" altLang="en-US" dirty="0">
                  <a:solidFill>
                    <a:schemeClr val="bg1">
                      <a:lumMod val="75000"/>
                    </a:schemeClr>
                  </a:solidFill>
                </a:rPr>
                <a:t>？</a:t>
              </a:r>
              <a:endParaRPr lang="en-GB" dirty="0">
                <a:solidFill>
                  <a:schemeClr val="bg1">
                    <a:lumMod val="75000"/>
                  </a:schemeClr>
                </a:solidFill>
              </a:endParaRPr>
            </a:p>
          </p:txBody>
        </p:sp>
      </p:grpSp>
      <p:pic>
        <p:nvPicPr>
          <p:cNvPr id="55" name="Picture 4" descr="雷达接近方法- 免费矢量图形Pixabay - Pixabay">
            <a:extLst>
              <a:ext uri="{FF2B5EF4-FFF2-40B4-BE49-F238E27FC236}">
                <a16:creationId xmlns:a16="http://schemas.microsoft.com/office/drawing/2014/main" id="{88A92BC5-6EED-86D2-BFC5-365FBF3E21D8}"/>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5518499" y="3680886"/>
            <a:ext cx="152323" cy="15389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雷达接近方法- 免费矢量图形Pixabay - Pixabay">
            <a:extLst>
              <a:ext uri="{FF2B5EF4-FFF2-40B4-BE49-F238E27FC236}">
                <a16:creationId xmlns:a16="http://schemas.microsoft.com/office/drawing/2014/main" id="{A2D23C61-A534-B043-7D68-02154BB6A78F}"/>
              </a:ext>
            </a:extLst>
          </p:cNvPr>
          <p:cNvPicPr>
            <a:picLocks noChangeAspect="1" noChangeArrowheads="1"/>
          </p:cNvPicPr>
          <p:nvPr/>
        </p:nvPicPr>
        <p:blipFill>
          <a:blip r:embed="rId3">
            <a:alphaModFix amt="0"/>
            <a:extLst>
              <a:ext uri="{28A0092B-C50C-407E-A947-70E740481C1C}">
                <a14:useLocalDpi xmlns:a14="http://schemas.microsoft.com/office/drawing/2010/main" val="0"/>
              </a:ext>
            </a:extLst>
          </a:blip>
          <a:srcRect/>
          <a:stretch>
            <a:fillRect/>
          </a:stretch>
        </p:blipFill>
        <p:spPr bwMode="auto">
          <a:xfrm>
            <a:off x="3729031" y="-847602"/>
            <a:ext cx="7685628" cy="77647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op! Wall-E (Facet) — Double Boxed Toys">
            <a:extLst>
              <a:ext uri="{FF2B5EF4-FFF2-40B4-BE49-F238E27FC236}">
                <a16:creationId xmlns:a16="http://schemas.microsoft.com/office/drawing/2014/main" id="{F28035E5-7B91-C8D7-F56F-CAE7C4260A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7377658" y="2752765"/>
            <a:ext cx="371691" cy="411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7797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0 L -0.21666 0.13519 " pathEditMode="relative" rAng="0" ptsTypes="AA">
                                      <p:cBhvr>
                                        <p:cTn id="6" dur="2000" fill="hold"/>
                                        <p:tgtEl>
                                          <p:spTgt spid="7"/>
                                        </p:tgtEl>
                                        <p:attrNameLst>
                                          <p:attrName>ppt_x</p:attrName>
                                          <p:attrName>ppt_y</p:attrName>
                                        </p:attrNameLst>
                                      </p:cBhvr>
                                      <p:rCtr x="-10833" y="6759"/>
                                    </p:animMotion>
                                  </p:childTnLst>
                                </p:cTn>
                              </p:par>
                            </p:childTnLst>
                          </p:cTn>
                        </p:par>
                        <p:par>
                          <p:cTn id="7" fill="hold">
                            <p:stCondLst>
                              <p:cond delay="2000"/>
                            </p:stCondLst>
                            <p:childTnLst>
                              <p:par>
                                <p:cTn id="8" presetID="1" presetClass="exit" presetSubtype="0" fill="hold" nodeType="afterEffect">
                                  <p:stCondLst>
                                    <p:cond delay="0"/>
                                  </p:stCondLst>
                                  <p:childTnLst>
                                    <p:set>
                                      <p:cBhvr>
                                        <p:cTn id="9" dur="1" fill="hold">
                                          <p:stCondLst>
                                            <p:cond delay="0"/>
                                          </p:stCondLst>
                                        </p:cTn>
                                        <p:tgtEl>
                                          <p:spTgt spid="56"/>
                                        </p:tgtEl>
                                        <p:attrNameLst>
                                          <p:attrName>style.visibility</p:attrName>
                                        </p:attrNameLst>
                                      </p:cBhvr>
                                      <p:to>
                                        <p:strVal val="hidden"/>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630335"/>
          </a:xfrm>
        </p:spPr>
        <p:txBody>
          <a:bodyPr/>
          <a:lstStyle/>
          <a:p>
            <a:r>
              <a:rPr lang="en-GB" altLang="zh-CN" dirty="0"/>
              <a:t>When the robot initially scans its surroundings, only a partial map is obtained due to obstructions by walls.</a:t>
            </a:r>
            <a:endParaRPr lang="en-GB" dirty="0"/>
          </a:p>
        </p:txBody>
      </p:sp>
      <p:grpSp>
        <p:nvGrpSpPr>
          <p:cNvPr id="45" name="组合 44">
            <a:extLst>
              <a:ext uri="{FF2B5EF4-FFF2-40B4-BE49-F238E27FC236}">
                <a16:creationId xmlns:a16="http://schemas.microsoft.com/office/drawing/2014/main" id="{352A4156-D821-029D-9194-70595A761055}"/>
              </a:ext>
            </a:extLst>
          </p:cNvPr>
          <p:cNvGrpSpPr/>
          <p:nvPr/>
        </p:nvGrpSpPr>
        <p:grpSpPr>
          <a:xfrm>
            <a:off x="4678270" y="2526750"/>
            <a:ext cx="4124178" cy="2163111"/>
            <a:chOff x="4678270" y="2526750"/>
            <a:chExt cx="4124178" cy="2163111"/>
          </a:xfrm>
        </p:grpSpPr>
        <p:sp>
          <p:nvSpPr>
            <p:cNvPr id="42" name="矩形 41">
              <a:extLst>
                <a:ext uri="{FF2B5EF4-FFF2-40B4-BE49-F238E27FC236}">
                  <a16:creationId xmlns:a16="http://schemas.microsoft.com/office/drawing/2014/main" id="{4AD1E277-94C0-69E5-2D32-6BFA5B03C22D}"/>
                </a:ext>
              </a:extLst>
            </p:cNvPr>
            <p:cNvSpPr/>
            <p:nvPr/>
          </p:nvSpPr>
          <p:spPr>
            <a:xfrm>
              <a:off x="4678270" y="2526750"/>
              <a:ext cx="4124178" cy="21631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矩形 1">
              <a:extLst>
                <a:ext uri="{FF2B5EF4-FFF2-40B4-BE49-F238E27FC236}">
                  <a16:creationId xmlns:a16="http://schemas.microsoft.com/office/drawing/2014/main" id="{7C1DD4FE-0141-06E6-2E53-D41878E1A2A1}"/>
                </a:ext>
              </a:extLst>
            </p:cNvPr>
            <p:cNvSpPr/>
            <p:nvPr/>
          </p:nvSpPr>
          <p:spPr>
            <a:xfrm>
              <a:off x="4678270"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A11ECA91-38A6-D969-9FD1-9CBABF9182C9}"/>
                </a:ext>
              </a:extLst>
            </p:cNvPr>
            <p:cNvSpPr/>
            <p:nvPr/>
          </p:nvSpPr>
          <p:spPr>
            <a:xfrm rot="5400000">
              <a:off x="6695359" y="2582772"/>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31424D2E-B267-D783-0AD7-90E72F359859}"/>
                </a:ext>
              </a:extLst>
            </p:cNvPr>
            <p:cNvSpPr/>
            <p:nvPr/>
          </p:nvSpPr>
          <p:spPr>
            <a:xfrm rot="5400000">
              <a:off x="6695359" y="509661"/>
              <a:ext cx="90000" cy="412417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A9FF09FC-BADA-822B-86F1-8BF5960C7771}"/>
                </a:ext>
              </a:extLst>
            </p:cNvPr>
            <p:cNvSpPr/>
            <p:nvPr/>
          </p:nvSpPr>
          <p:spPr>
            <a:xfrm>
              <a:off x="8712448"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C9E3D842-8166-F6A8-089A-716A3BFD5B75}"/>
                </a:ext>
              </a:extLst>
            </p:cNvPr>
            <p:cNvSpPr/>
            <p:nvPr/>
          </p:nvSpPr>
          <p:spPr>
            <a:xfrm>
              <a:off x="5855695"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53B3856C-119D-3847-1B9E-BBA4B4E68097}"/>
                </a:ext>
              </a:extLst>
            </p:cNvPr>
            <p:cNvSpPr/>
            <p:nvPr/>
          </p:nvSpPr>
          <p:spPr>
            <a:xfrm>
              <a:off x="5855695"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5F89984D-A2FE-755D-C668-F400F4E1FF8A}"/>
                </a:ext>
              </a:extLst>
            </p:cNvPr>
            <p:cNvSpPr/>
            <p:nvPr/>
          </p:nvSpPr>
          <p:spPr>
            <a:xfrm rot="5400000">
              <a:off x="6572002"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8FEA4B98-71C1-8F37-A637-4E2EEA750226}"/>
                </a:ext>
              </a:extLst>
            </p:cNvPr>
            <p:cNvSpPr/>
            <p:nvPr/>
          </p:nvSpPr>
          <p:spPr>
            <a:xfrm>
              <a:off x="7288311"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0" name="Picture 4" descr="雷达接近方法- 免费矢量图形Pixabay - Pixabay">
            <a:extLst>
              <a:ext uri="{FF2B5EF4-FFF2-40B4-BE49-F238E27FC236}">
                <a16:creationId xmlns:a16="http://schemas.microsoft.com/office/drawing/2014/main" id="{8BB6F177-A8FF-BFC2-6CE9-45897B1F02F4}"/>
              </a:ext>
            </a:extLst>
          </p:cNvPr>
          <p:cNvPicPr>
            <a:picLocks noChangeAspect="1" noChangeArrowheads="1"/>
          </p:cNvPicPr>
          <p:nvPr/>
        </p:nvPicPr>
        <p:blipFill>
          <a:blip r:embed="rId3">
            <a:alphaModFix amt="0"/>
            <a:extLst>
              <a:ext uri="{28A0092B-C50C-407E-A947-70E740481C1C}">
                <a14:useLocalDpi xmlns:a14="http://schemas.microsoft.com/office/drawing/2010/main" val="0"/>
              </a:ext>
            </a:extLst>
          </a:blip>
          <a:srcRect/>
          <a:stretch>
            <a:fillRect/>
          </a:stretch>
        </p:blipFill>
        <p:spPr bwMode="auto">
          <a:xfrm>
            <a:off x="1585053" y="-293050"/>
            <a:ext cx="8019216" cy="81017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op! Wall-E (Facet) — Double Boxed Toys">
            <a:extLst>
              <a:ext uri="{FF2B5EF4-FFF2-40B4-BE49-F238E27FC236}">
                <a16:creationId xmlns:a16="http://schemas.microsoft.com/office/drawing/2014/main" id="{03B5E6F4-AEB5-8CE3-0F07-EFDD4DBC4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82" t="8914" r="12960" b="8907"/>
          <a:stretch/>
        </p:blipFill>
        <p:spPr bwMode="auto">
          <a:xfrm>
            <a:off x="5396541" y="3447187"/>
            <a:ext cx="371691" cy="411340"/>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D76324A8-1D1E-1E45-180D-7922D3C786CA}"/>
              </a:ext>
            </a:extLst>
          </p:cNvPr>
          <p:cNvGrpSpPr/>
          <p:nvPr/>
        </p:nvGrpSpPr>
        <p:grpSpPr>
          <a:xfrm>
            <a:off x="819431" y="2709381"/>
            <a:ext cx="3096613" cy="1624158"/>
            <a:chOff x="247519" y="2526750"/>
            <a:chExt cx="4124178" cy="2163111"/>
          </a:xfrm>
        </p:grpSpPr>
        <p:sp>
          <p:nvSpPr>
            <p:cNvPr id="38" name="任意形状 37">
              <a:extLst>
                <a:ext uri="{FF2B5EF4-FFF2-40B4-BE49-F238E27FC236}">
                  <a16:creationId xmlns:a16="http://schemas.microsoft.com/office/drawing/2014/main" id="{8414B1E7-9C43-1B60-D203-9372717AE188}"/>
                </a:ext>
              </a:extLst>
            </p:cNvPr>
            <p:cNvSpPr/>
            <p:nvPr/>
          </p:nvSpPr>
          <p:spPr>
            <a:xfrm>
              <a:off x="247519" y="2526750"/>
              <a:ext cx="4124178" cy="2163111"/>
            </a:xfrm>
            <a:custGeom>
              <a:avLst/>
              <a:gdLst>
                <a:gd name="connsiteX0" fmla="*/ 0 w 4124178"/>
                <a:gd name="connsiteY0" fmla="*/ 0 h 2163111"/>
                <a:gd name="connsiteX1" fmla="*/ 1222995 w 4124178"/>
                <a:gd name="connsiteY1" fmla="*/ 0 h 2163111"/>
                <a:gd name="connsiteX2" fmla="*/ 1269047 w 4124178"/>
                <a:gd name="connsiteY2" fmla="*/ 736840 h 2163111"/>
                <a:gd name="connsiteX3" fmla="*/ 1930463 w 4124178"/>
                <a:gd name="connsiteY3" fmla="*/ 0 h 2163111"/>
                <a:gd name="connsiteX4" fmla="*/ 4124178 w 4124178"/>
                <a:gd name="connsiteY4" fmla="*/ 0 h 2163111"/>
                <a:gd name="connsiteX5" fmla="*/ 4124178 w 4124178"/>
                <a:gd name="connsiteY5" fmla="*/ 313131 h 2163111"/>
                <a:gd name="connsiteX6" fmla="*/ 2614627 w 4124178"/>
                <a:gd name="connsiteY6" fmla="*/ 774011 h 2163111"/>
                <a:gd name="connsiteX7" fmla="*/ 2666666 w 4124178"/>
                <a:gd name="connsiteY7" fmla="*/ 1428216 h 2163111"/>
                <a:gd name="connsiteX8" fmla="*/ 1231876 w 4124178"/>
                <a:gd name="connsiteY8" fmla="*/ 1443084 h 2163111"/>
                <a:gd name="connsiteX9" fmla="*/ 1238192 w 4124178"/>
                <a:gd name="connsiteY9" fmla="*/ 2163111 h 2163111"/>
                <a:gd name="connsiteX10" fmla="*/ 0 w 4124178"/>
                <a:gd name="connsiteY10" fmla="*/ 2163111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4178" h="2163111">
                  <a:moveTo>
                    <a:pt x="0" y="0"/>
                  </a:moveTo>
                  <a:lnTo>
                    <a:pt x="1222995" y="0"/>
                  </a:lnTo>
                  <a:lnTo>
                    <a:pt x="1269047" y="736840"/>
                  </a:lnTo>
                  <a:lnTo>
                    <a:pt x="1930463" y="0"/>
                  </a:lnTo>
                  <a:lnTo>
                    <a:pt x="4124178" y="0"/>
                  </a:lnTo>
                  <a:lnTo>
                    <a:pt x="4124178" y="313131"/>
                  </a:lnTo>
                  <a:lnTo>
                    <a:pt x="2614627" y="774011"/>
                  </a:lnTo>
                  <a:lnTo>
                    <a:pt x="2666666" y="1428216"/>
                  </a:lnTo>
                  <a:lnTo>
                    <a:pt x="1231876" y="1443084"/>
                  </a:lnTo>
                  <a:lnTo>
                    <a:pt x="1238192" y="2163111"/>
                  </a:lnTo>
                  <a:lnTo>
                    <a:pt x="0" y="216311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矩形 16">
              <a:extLst>
                <a:ext uri="{FF2B5EF4-FFF2-40B4-BE49-F238E27FC236}">
                  <a16:creationId xmlns:a16="http://schemas.microsoft.com/office/drawing/2014/main" id="{4C25C9AC-BF1B-5194-7510-369968989161}"/>
                </a:ext>
              </a:extLst>
            </p:cNvPr>
            <p:cNvSpPr/>
            <p:nvPr/>
          </p:nvSpPr>
          <p:spPr>
            <a:xfrm>
              <a:off x="247519"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BAFB5C0D-58FA-D53E-87C5-297422C108F7}"/>
                </a:ext>
              </a:extLst>
            </p:cNvPr>
            <p:cNvSpPr/>
            <p:nvPr/>
          </p:nvSpPr>
          <p:spPr>
            <a:xfrm rot="5400000">
              <a:off x="836232" y="4011148"/>
              <a:ext cx="90000" cy="126742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任意形状 39">
              <a:extLst>
                <a:ext uri="{FF2B5EF4-FFF2-40B4-BE49-F238E27FC236}">
                  <a16:creationId xmlns:a16="http://schemas.microsoft.com/office/drawing/2014/main" id="{78A0545F-3C11-8451-4FF0-2E26ABCC0E68}"/>
                </a:ext>
              </a:extLst>
            </p:cNvPr>
            <p:cNvSpPr/>
            <p:nvPr/>
          </p:nvSpPr>
          <p:spPr>
            <a:xfrm rot="5400000">
              <a:off x="2264608" y="509661"/>
              <a:ext cx="90000" cy="4124178"/>
            </a:xfrm>
            <a:custGeom>
              <a:avLst/>
              <a:gdLst>
                <a:gd name="connsiteX0" fmla="*/ 0 w 90000"/>
                <a:gd name="connsiteY0" fmla="*/ 2193715 h 4124178"/>
                <a:gd name="connsiteX1" fmla="*/ 0 w 90000"/>
                <a:gd name="connsiteY1" fmla="*/ 0 h 4124178"/>
                <a:gd name="connsiteX2" fmla="*/ 90000 w 90000"/>
                <a:gd name="connsiteY2" fmla="*/ 0 h 4124178"/>
                <a:gd name="connsiteX3" fmla="*/ 90000 w 90000"/>
                <a:gd name="connsiteY3" fmla="*/ 2274503 h 4124178"/>
                <a:gd name="connsiteX4" fmla="*/ 0 w 90000"/>
                <a:gd name="connsiteY4" fmla="*/ 4124178 h 4124178"/>
                <a:gd name="connsiteX5" fmla="*/ 0 w 90000"/>
                <a:gd name="connsiteY5" fmla="*/ 2901184 h 4124178"/>
                <a:gd name="connsiteX6" fmla="*/ 90000 w 90000"/>
                <a:gd name="connsiteY6" fmla="*/ 2895559 h 4124178"/>
                <a:gd name="connsiteX7" fmla="*/ 90000 w 90000"/>
                <a:gd name="connsiteY7" fmla="*/ 4124178 h 412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00" h="4124178">
                  <a:moveTo>
                    <a:pt x="0" y="2193715"/>
                  </a:moveTo>
                  <a:lnTo>
                    <a:pt x="0" y="0"/>
                  </a:lnTo>
                  <a:lnTo>
                    <a:pt x="90000" y="0"/>
                  </a:lnTo>
                  <a:lnTo>
                    <a:pt x="90000" y="2274503"/>
                  </a:lnTo>
                  <a:close/>
                  <a:moveTo>
                    <a:pt x="0" y="4124178"/>
                  </a:moveTo>
                  <a:lnTo>
                    <a:pt x="0" y="2901184"/>
                  </a:lnTo>
                  <a:lnTo>
                    <a:pt x="90000" y="2895559"/>
                  </a:lnTo>
                  <a:lnTo>
                    <a:pt x="90000" y="412417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7" name="任意形状 36">
              <a:extLst>
                <a:ext uri="{FF2B5EF4-FFF2-40B4-BE49-F238E27FC236}">
                  <a16:creationId xmlns:a16="http://schemas.microsoft.com/office/drawing/2014/main" id="{AD935903-B2CB-F871-9D0A-9B7F59325A16}"/>
                </a:ext>
              </a:extLst>
            </p:cNvPr>
            <p:cNvSpPr/>
            <p:nvPr/>
          </p:nvSpPr>
          <p:spPr>
            <a:xfrm>
              <a:off x="4281697" y="2616750"/>
              <a:ext cx="90000" cy="250608"/>
            </a:xfrm>
            <a:custGeom>
              <a:avLst/>
              <a:gdLst>
                <a:gd name="connsiteX0" fmla="*/ 0 w 90000"/>
                <a:gd name="connsiteY0" fmla="*/ 0 h 250608"/>
                <a:gd name="connsiteX1" fmla="*/ 90000 w 90000"/>
                <a:gd name="connsiteY1" fmla="*/ 0 h 250608"/>
                <a:gd name="connsiteX2" fmla="*/ 90000 w 90000"/>
                <a:gd name="connsiteY2" fmla="*/ 223131 h 250608"/>
                <a:gd name="connsiteX3" fmla="*/ 0 w 90000"/>
                <a:gd name="connsiteY3" fmla="*/ 250608 h 250608"/>
              </a:gdLst>
              <a:ahLst/>
              <a:cxnLst>
                <a:cxn ang="0">
                  <a:pos x="connsiteX0" y="connsiteY0"/>
                </a:cxn>
                <a:cxn ang="0">
                  <a:pos x="connsiteX1" y="connsiteY1"/>
                </a:cxn>
                <a:cxn ang="0">
                  <a:pos x="connsiteX2" y="connsiteY2"/>
                </a:cxn>
                <a:cxn ang="0">
                  <a:pos x="connsiteX3" y="connsiteY3"/>
                </a:cxn>
              </a:cxnLst>
              <a:rect l="l" t="t" r="r" b="b"/>
              <a:pathLst>
                <a:path w="90000" h="250608">
                  <a:moveTo>
                    <a:pt x="0" y="0"/>
                  </a:moveTo>
                  <a:lnTo>
                    <a:pt x="90000" y="0"/>
                  </a:lnTo>
                  <a:lnTo>
                    <a:pt x="90000" y="223131"/>
                  </a:lnTo>
                  <a:lnTo>
                    <a:pt x="0" y="25060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矩形 24">
              <a:extLst>
                <a:ext uri="{FF2B5EF4-FFF2-40B4-BE49-F238E27FC236}">
                  <a16:creationId xmlns:a16="http://schemas.microsoft.com/office/drawing/2014/main" id="{B18D415A-76D0-2005-833F-C5E1A709898B}"/>
                </a:ext>
              </a:extLst>
            </p:cNvPr>
            <p:cNvSpPr/>
            <p:nvPr/>
          </p:nvSpPr>
          <p:spPr>
            <a:xfrm>
              <a:off x="1424944"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1553AABB-FF57-020A-2192-E67680D5DFB1}"/>
                </a:ext>
              </a:extLst>
            </p:cNvPr>
            <p:cNvSpPr/>
            <p:nvPr/>
          </p:nvSpPr>
          <p:spPr>
            <a:xfrm>
              <a:off x="1424944" y="2526750"/>
              <a:ext cx="90000" cy="75011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94FA12A-60BC-6DED-3604-9E1079FBF39C}"/>
                </a:ext>
              </a:extLst>
            </p:cNvPr>
            <p:cNvSpPr/>
            <p:nvPr/>
          </p:nvSpPr>
          <p:spPr>
            <a:xfrm rot="5400000">
              <a:off x="2141251"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EA2EB066-8198-7013-0F9A-D8CFEEF3D1B2}"/>
                </a:ext>
              </a:extLst>
            </p:cNvPr>
            <p:cNvSpPr/>
            <p:nvPr/>
          </p:nvSpPr>
          <p:spPr>
            <a:xfrm>
              <a:off x="2857560"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文本框 40">
              <a:extLst>
                <a:ext uri="{FF2B5EF4-FFF2-40B4-BE49-F238E27FC236}">
                  <a16:creationId xmlns:a16="http://schemas.microsoft.com/office/drawing/2014/main" id="{03D938C3-AB25-7D0C-1D09-E9DFF75BFC20}"/>
                </a:ext>
              </a:extLst>
            </p:cNvPr>
            <p:cNvSpPr txBox="1"/>
            <p:nvPr/>
          </p:nvSpPr>
          <p:spPr>
            <a:xfrm>
              <a:off x="1502851" y="2613107"/>
              <a:ext cx="376360" cy="369332"/>
            </a:xfrm>
            <a:prstGeom prst="rect">
              <a:avLst/>
            </a:prstGeom>
            <a:noFill/>
          </p:spPr>
          <p:txBody>
            <a:bodyPr wrap="square" rtlCol="0">
              <a:spAutoFit/>
            </a:bodyPr>
            <a:lstStyle/>
            <a:p>
              <a:r>
                <a:rPr lang="zh-CN" altLang="en-US" dirty="0">
                  <a:solidFill>
                    <a:schemeClr val="bg1">
                      <a:lumMod val="75000"/>
                    </a:schemeClr>
                  </a:solidFill>
                </a:rPr>
                <a:t>？</a:t>
              </a:r>
              <a:endParaRPr lang="en-GB" dirty="0">
                <a:solidFill>
                  <a:schemeClr val="bg1">
                    <a:lumMod val="75000"/>
                  </a:schemeClr>
                </a:solidFill>
              </a:endParaRPr>
            </a:p>
          </p:txBody>
        </p:sp>
        <p:sp>
          <p:nvSpPr>
            <p:cNvPr id="43" name="文本框 42">
              <a:extLst>
                <a:ext uri="{FF2B5EF4-FFF2-40B4-BE49-F238E27FC236}">
                  <a16:creationId xmlns:a16="http://schemas.microsoft.com/office/drawing/2014/main" id="{A5468B9A-7649-1FCD-37C9-D0C939DF81EA}"/>
                </a:ext>
              </a:extLst>
            </p:cNvPr>
            <p:cNvSpPr txBox="1"/>
            <p:nvPr/>
          </p:nvSpPr>
          <p:spPr>
            <a:xfrm>
              <a:off x="3332040" y="4218514"/>
              <a:ext cx="376360" cy="369332"/>
            </a:xfrm>
            <a:prstGeom prst="rect">
              <a:avLst/>
            </a:prstGeom>
            <a:noFill/>
          </p:spPr>
          <p:txBody>
            <a:bodyPr wrap="square" rtlCol="0">
              <a:spAutoFit/>
            </a:bodyPr>
            <a:lstStyle/>
            <a:p>
              <a:r>
                <a:rPr lang="zh-CN" altLang="en-US" dirty="0">
                  <a:solidFill>
                    <a:schemeClr val="bg1">
                      <a:lumMod val="75000"/>
                    </a:schemeClr>
                  </a:solidFill>
                </a:rPr>
                <a:t>？</a:t>
              </a:r>
              <a:endParaRPr lang="en-GB" dirty="0">
                <a:solidFill>
                  <a:schemeClr val="bg1">
                    <a:lumMod val="75000"/>
                  </a:schemeClr>
                </a:solidFill>
              </a:endParaRPr>
            </a:p>
          </p:txBody>
        </p:sp>
      </p:grpSp>
    </p:spTree>
    <p:extLst>
      <p:ext uri="{BB962C8B-B14F-4D97-AF65-F5344CB8AC3E}">
        <p14:creationId xmlns:p14="http://schemas.microsoft.com/office/powerpoint/2010/main" val="31687879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781678"/>
          </a:xfrm>
        </p:spPr>
        <p:txBody>
          <a:bodyPr/>
          <a:lstStyle/>
          <a:p>
            <a:r>
              <a:rPr lang="en-GB" dirty="0"/>
              <a:t>Upon acquiring segments of the map, we compare the edges and corners of the map, looking for similar geometric structures, and use them as landmarks to merge different map segments.</a:t>
            </a:r>
          </a:p>
        </p:txBody>
      </p:sp>
      <p:grpSp>
        <p:nvGrpSpPr>
          <p:cNvPr id="7" name="组合 6">
            <a:extLst>
              <a:ext uri="{FF2B5EF4-FFF2-40B4-BE49-F238E27FC236}">
                <a16:creationId xmlns:a16="http://schemas.microsoft.com/office/drawing/2014/main" id="{784C3474-3978-1CA9-6A59-C3063E740D02}"/>
              </a:ext>
            </a:extLst>
          </p:cNvPr>
          <p:cNvGrpSpPr/>
          <p:nvPr/>
        </p:nvGrpSpPr>
        <p:grpSpPr>
          <a:xfrm rot="1536257">
            <a:off x="6609932" y="3171903"/>
            <a:ext cx="1906880" cy="1399775"/>
            <a:chOff x="1230423" y="2677334"/>
            <a:chExt cx="2113709" cy="1551601"/>
          </a:xfrm>
        </p:grpSpPr>
        <p:sp>
          <p:nvSpPr>
            <p:cNvPr id="8" name="任意形状 7">
              <a:extLst>
                <a:ext uri="{FF2B5EF4-FFF2-40B4-BE49-F238E27FC236}">
                  <a16:creationId xmlns:a16="http://schemas.microsoft.com/office/drawing/2014/main" id="{61C614B2-756F-67ED-6B99-C93CF5AC42CD}"/>
                </a:ext>
              </a:extLst>
            </p:cNvPr>
            <p:cNvSpPr/>
            <p:nvPr/>
          </p:nvSpPr>
          <p:spPr>
            <a:xfrm>
              <a:off x="1264944" y="2677334"/>
              <a:ext cx="2079188" cy="1551601"/>
            </a:xfrm>
            <a:custGeom>
              <a:avLst/>
              <a:gdLst>
                <a:gd name="connsiteX0" fmla="*/ 857209 w 2898629"/>
                <a:gd name="connsiteY0" fmla="*/ 0 h 2163111"/>
                <a:gd name="connsiteX1" fmla="*/ 2898629 w 2898629"/>
                <a:gd name="connsiteY1" fmla="*/ 0 h 2163111"/>
                <a:gd name="connsiteX2" fmla="*/ 2898629 w 2898629"/>
                <a:gd name="connsiteY2" fmla="*/ 2163111 h 2163111"/>
                <a:gd name="connsiteX3" fmla="*/ 11640 w 2898629"/>
                <a:gd name="connsiteY3" fmla="*/ 2163111 h 2163111"/>
                <a:gd name="connsiteX4" fmla="*/ 0 w 2898629"/>
                <a:gd name="connsiteY4" fmla="*/ 1435650 h 2163111"/>
                <a:gd name="connsiteX5" fmla="*/ 1425575 w 2898629"/>
                <a:gd name="connsiteY5" fmla="*/ 1422950 h 2163111"/>
                <a:gd name="connsiteX6" fmla="*/ 1431925 w 2898629"/>
                <a:gd name="connsiteY6" fmla="*/ 800650 h 2163111"/>
                <a:gd name="connsiteX7" fmla="*/ 1470025 w 2898629"/>
                <a:gd name="connsiteY7" fmla="*/ 781600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8629" h="2163111">
                  <a:moveTo>
                    <a:pt x="857209" y="0"/>
                  </a:moveTo>
                  <a:lnTo>
                    <a:pt x="2898629" y="0"/>
                  </a:lnTo>
                  <a:lnTo>
                    <a:pt x="2898629" y="2163111"/>
                  </a:lnTo>
                  <a:lnTo>
                    <a:pt x="11640" y="2163111"/>
                  </a:lnTo>
                  <a:lnTo>
                    <a:pt x="0" y="1435650"/>
                  </a:lnTo>
                  <a:lnTo>
                    <a:pt x="1425575" y="1422950"/>
                  </a:lnTo>
                  <a:cubicBezTo>
                    <a:pt x="1427692" y="1215517"/>
                    <a:pt x="1429808" y="1008083"/>
                    <a:pt x="1431925" y="800650"/>
                  </a:cubicBezTo>
                  <a:lnTo>
                    <a:pt x="1470025" y="7816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 name="矩形 10">
              <a:extLst>
                <a:ext uri="{FF2B5EF4-FFF2-40B4-BE49-F238E27FC236}">
                  <a16:creationId xmlns:a16="http://schemas.microsoft.com/office/drawing/2014/main" id="{E62DF3EB-0EE0-D980-81C7-A0B7070C6BF3}"/>
                </a:ext>
              </a:extLst>
            </p:cNvPr>
            <p:cNvSpPr/>
            <p:nvPr/>
          </p:nvSpPr>
          <p:spPr>
            <a:xfrm rot="5400000">
              <a:off x="2254999" y="3139802"/>
              <a:ext cx="64557" cy="211370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任意形状 11">
              <a:extLst>
                <a:ext uri="{FF2B5EF4-FFF2-40B4-BE49-F238E27FC236}">
                  <a16:creationId xmlns:a16="http://schemas.microsoft.com/office/drawing/2014/main" id="{B705F5E3-30AC-E84E-4F7D-4C3342B6A3BE}"/>
                </a:ext>
              </a:extLst>
            </p:cNvPr>
            <p:cNvSpPr/>
            <p:nvPr/>
          </p:nvSpPr>
          <p:spPr>
            <a:xfrm rot="5400000">
              <a:off x="2579697" y="1977457"/>
              <a:ext cx="64557" cy="1464312"/>
            </a:xfrm>
            <a:custGeom>
              <a:avLst/>
              <a:gdLst>
                <a:gd name="connsiteX0" fmla="*/ 0 w 90000"/>
                <a:gd name="connsiteY0" fmla="*/ 2041420 h 2041420"/>
                <a:gd name="connsiteX1" fmla="*/ 0 w 90000"/>
                <a:gd name="connsiteY1" fmla="*/ 0 h 2041420"/>
                <a:gd name="connsiteX2" fmla="*/ 90000 w 90000"/>
                <a:gd name="connsiteY2" fmla="*/ 0 h 2041420"/>
                <a:gd name="connsiteX3" fmla="*/ 90000 w 90000"/>
                <a:gd name="connsiteY3" fmla="*/ 1970855 h 2041420"/>
              </a:gdLst>
              <a:ahLst/>
              <a:cxnLst>
                <a:cxn ang="0">
                  <a:pos x="connsiteX0" y="connsiteY0"/>
                </a:cxn>
                <a:cxn ang="0">
                  <a:pos x="connsiteX1" y="connsiteY1"/>
                </a:cxn>
                <a:cxn ang="0">
                  <a:pos x="connsiteX2" y="connsiteY2"/>
                </a:cxn>
                <a:cxn ang="0">
                  <a:pos x="connsiteX3" y="connsiteY3"/>
                </a:cxn>
              </a:cxnLst>
              <a:rect l="l" t="t" r="r" b="b"/>
              <a:pathLst>
                <a:path w="90000" h="2041420">
                  <a:moveTo>
                    <a:pt x="0" y="2041420"/>
                  </a:moveTo>
                  <a:lnTo>
                    <a:pt x="0" y="0"/>
                  </a:lnTo>
                  <a:lnTo>
                    <a:pt x="90000" y="0"/>
                  </a:lnTo>
                  <a:lnTo>
                    <a:pt x="90000" y="1970855"/>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矩形 19">
              <a:extLst>
                <a:ext uri="{FF2B5EF4-FFF2-40B4-BE49-F238E27FC236}">
                  <a16:creationId xmlns:a16="http://schemas.microsoft.com/office/drawing/2014/main" id="{23511B16-2E70-3C8E-DFE1-1DD4D7B35C98}"/>
                </a:ext>
              </a:extLst>
            </p:cNvPr>
            <p:cNvSpPr/>
            <p:nvPr/>
          </p:nvSpPr>
          <p:spPr>
            <a:xfrm>
              <a:off x="1230424" y="3732899"/>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76EBA901-BB20-625D-55DF-9FFF2D09F0CB}"/>
                </a:ext>
              </a:extLst>
            </p:cNvPr>
            <p:cNvSpPr/>
            <p:nvPr/>
          </p:nvSpPr>
          <p:spPr>
            <a:xfrm rot="5400000">
              <a:off x="1744231" y="3154533"/>
              <a:ext cx="64557" cy="109217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6F6BF5E8-C6B5-9083-CD94-C9C4C4FB0ADF}"/>
                </a:ext>
              </a:extLst>
            </p:cNvPr>
            <p:cNvSpPr/>
            <p:nvPr/>
          </p:nvSpPr>
          <p:spPr>
            <a:xfrm>
              <a:off x="2258040" y="3237395"/>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48FF68F-B23E-9FF6-C81B-BCDECAB7B501}"/>
                </a:ext>
              </a:extLst>
            </p:cNvPr>
            <p:cNvSpPr/>
            <p:nvPr/>
          </p:nvSpPr>
          <p:spPr>
            <a:xfrm>
              <a:off x="3279574" y="2741891"/>
              <a:ext cx="64557" cy="14719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组合 26">
            <a:extLst>
              <a:ext uri="{FF2B5EF4-FFF2-40B4-BE49-F238E27FC236}">
                <a16:creationId xmlns:a16="http://schemas.microsoft.com/office/drawing/2014/main" id="{1FCED7C3-6162-C06C-FDF7-06AA88E0FC04}"/>
              </a:ext>
            </a:extLst>
          </p:cNvPr>
          <p:cNvGrpSpPr/>
          <p:nvPr/>
        </p:nvGrpSpPr>
        <p:grpSpPr>
          <a:xfrm>
            <a:off x="3385693" y="2638622"/>
            <a:ext cx="2668803" cy="1399774"/>
            <a:chOff x="272524" y="2526750"/>
            <a:chExt cx="4124178" cy="2163111"/>
          </a:xfrm>
        </p:grpSpPr>
        <p:sp>
          <p:nvSpPr>
            <p:cNvPr id="29" name="任意形状 28">
              <a:extLst>
                <a:ext uri="{FF2B5EF4-FFF2-40B4-BE49-F238E27FC236}">
                  <a16:creationId xmlns:a16="http://schemas.microsoft.com/office/drawing/2014/main" id="{0ECAF916-B587-CE5A-9D9A-EACD725351A8}"/>
                </a:ext>
              </a:extLst>
            </p:cNvPr>
            <p:cNvSpPr/>
            <p:nvPr/>
          </p:nvSpPr>
          <p:spPr>
            <a:xfrm>
              <a:off x="272524" y="2526750"/>
              <a:ext cx="4124178" cy="2163111"/>
            </a:xfrm>
            <a:custGeom>
              <a:avLst/>
              <a:gdLst>
                <a:gd name="connsiteX0" fmla="*/ 1247553 w 4124178"/>
                <a:gd name="connsiteY0" fmla="*/ 0 h 2163111"/>
                <a:gd name="connsiteX1" fmla="*/ 4124178 w 4124178"/>
                <a:gd name="connsiteY1" fmla="*/ 0 h 2163111"/>
                <a:gd name="connsiteX2" fmla="*/ 4124178 w 4124178"/>
                <a:gd name="connsiteY2" fmla="*/ 2163111 h 2163111"/>
                <a:gd name="connsiteX3" fmla="*/ 2564926 w 4124178"/>
                <a:gd name="connsiteY3" fmla="*/ 2163111 h 2163111"/>
                <a:gd name="connsiteX4" fmla="*/ 2641913 w 4124178"/>
                <a:gd name="connsiteY4" fmla="*/ 1444561 h 2163111"/>
                <a:gd name="connsiteX5" fmla="*/ 2661869 w 4124178"/>
                <a:gd name="connsiteY5" fmla="*/ 1438421 h 2163111"/>
                <a:gd name="connsiteX6" fmla="*/ 2661869 w 4124178"/>
                <a:gd name="connsiteY6" fmla="*/ 790028 h 2163111"/>
                <a:gd name="connsiteX7" fmla="*/ 2611992 w 4124178"/>
                <a:gd name="connsiteY7" fmla="*/ 781715 h 2163111"/>
                <a:gd name="connsiteX8" fmla="*/ 2235484 w 4124178"/>
                <a:gd name="connsiteY8" fmla="*/ 1413483 h 2163111"/>
                <a:gd name="connsiteX9" fmla="*/ 1215454 w 4124178"/>
                <a:gd name="connsiteY9" fmla="*/ 1413483 h 2163111"/>
                <a:gd name="connsiteX10" fmla="*/ 0 w 4124178"/>
                <a:gd name="connsiteY10" fmla="*/ 2024985 h 2163111"/>
                <a:gd name="connsiteX11" fmla="*/ 0 w 4124178"/>
                <a:gd name="connsiteY11" fmla="*/ 906306 h 2163111"/>
                <a:gd name="connsiteX12" fmla="*/ 1215454 w 4124178"/>
                <a:gd name="connsiteY12" fmla="*/ 731839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24178" h="2163111">
                  <a:moveTo>
                    <a:pt x="1247553" y="0"/>
                  </a:moveTo>
                  <a:lnTo>
                    <a:pt x="4124178" y="0"/>
                  </a:lnTo>
                  <a:lnTo>
                    <a:pt x="4124178" y="2163111"/>
                  </a:lnTo>
                  <a:lnTo>
                    <a:pt x="2564926" y="2163111"/>
                  </a:lnTo>
                  <a:lnTo>
                    <a:pt x="2641913" y="1444561"/>
                  </a:lnTo>
                  <a:lnTo>
                    <a:pt x="2661869" y="1438421"/>
                  </a:lnTo>
                  <a:lnTo>
                    <a:pt x="2661869" y="790028"/>
                  </a:lnTo>
                  <a:lnTo>
                    <a:pt x="2611992" y="781715"/>
                  </a:lnTo>
                  <a:lnTo>
                    <a:pt x="2235484" y="1413483"/>
                  </a:lnTo>
                  <a:lnTo>
                    <a:pt x="1215454" y="1413483"/>
                  </a:lnTo>
                  <a:lnTo>
                    <a:pt x="0" y="2024985"/>
                  </a:lnTo>
                  <a:lnTo>
                    <a:pt x="0" y="906306"/>
                  </a:lnTo>
                  <a:lnTo>
                    <a:pt x="1215454" y="731839"/>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0" name="任意形状 29">
              <a:extLst>
                <a:ext uri="{FF2B5EF4-FFF2-40B4-BE49-F238E27FC236}">
                  <a16:creationId xmlns:a16="http://schemas.microsoft.com/office/drawing/2014/main" id="{303B3EC0-A0B7-99D0-F96A-7334924434B5}"/>
                </a:ext>
              </a:extLst>
            </p:cNvPr>
            <p:cNvSpPr/>
            <p:nvPr/>
          </p:nvSpPr>
          <p:spPr>
            <a:xfrm>
              <a:off x="272524" y="3420139"/>
              <a:ext cx="90000" cy="1131597"/>
            </a:xfrm>
            <a:custGeom>
              <a:avLst/>
              <a:gdLst>
                <a:gd name="connsiteX0" fmla="*/ 90000 w 90000"/>
                <a:gd name="connsiteY0" fmla="*/ 0 h 1131597"/>
                <a:gd name="connsiteX1" fmla="*/ 90000 w 90000"/>
                <a:gd name="connsiteY1" fmla="*/ 1086318 h 1131597"/>
                <a:gd name="connsiteX2" fmla="*/ 0 w 90000"/>
                <a:gd name="connsiteY2" fmla="*/ 1131597 h 1131597"/>
                <a:gd name="connsiteX3" fmla="*/ 0 w 90000"/>
                <a:gd name="connsiteY3" fmla="*/ 12918 h 1131597"/>
              </a:gdLst>
              <a:ahLst/>
              <a:cxnLst>
                <a:cxn ang="0">
                  <a:pos x="connsiteX0" y="connsiteY0"/>
                </a:cxn>
                <a:cxn ang="0">
                  <a:pos x="connsiteX1" y="connsiteY1"/>
                </a:cxn>
                <a:cxn ang="0">
                  <a:pos x="connsiteX2" y="connsiteY2"/>
                </a:cxn>
                <a:cxn ang="0">
                  <a:pos x="connsiteX3" y="connsiteY3"/>
                </a:cxn>
              </a:cxnLst>
              <a:rect l="l" t="t" r="r" b="b"/>
              <a:pathLst>
                <a:path w="90000" h="1131597">
                  <a:moveTo>
                    <a:pt x="90000" y="0"/>
                  </a:moveTo>
                  <a:lnTo>
                    <a:pt x="90000" y="1086318"/>
                  </a:lnTo>
                  <a:lnTo>
                    <a:pt x="0" y="1131597"/>
                  </a:lnTo>
                  <a:lnTo>
                    <a:pt x="0" y="1291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2" name="矩形 31">
              <a:extLst>
                <a:ext uri="{FF2B5EF4-FFF2-40B4-BE49-F238E27FC236}">
                  <a16:creationId xmlns:a16="http://schemas.microsoft.com/office/drawing/2014/main" id="{FD76ACEE-1923-C7F1-9CF4-48380EF6E62B}"/>
                </a:ext>
              </a:extLst>
            </p:cNvPr>
            <p:cNvSpPr/>
            <p:nvPr/>
          </p:nvSpPr>
          <p:spPr>
            <a:xfrm rot="5400000">
              <a:off x="3575751" y="3868910"/>
              <a:ext cx="90000" cy="155190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B1DDF82D-D3D5-E6A0-673E-9B7F8528E731}"/>
                </a:ext>
              </a:extLst>
            </p:cNvPr>
            <p:cNvSpPr/>
            <p:nvPr/>
          </p:nvSpPr>
          <p:spPr>
            <a:xfrm rot="5400000">
              <a:off x="2878325" y="1098373"/>
              <a:ext cx="90000" cy="294675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60DC5187-6EC3-E64C-87FB-095F415A191E}"/>
                </a:ext>
              </a:extLst>
            </p:cNvPr>
            <p:cNvSpPr/>
            <p:nvPr/>
          </p:nvSpPr>
          <p:spPr>
            <a:xfrm>
              <a:off x="4306702"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AB41B070-A8EA-7A8A-2CE5-90869A10390D}"/>
                </a:ext>
              </a:extLst>
            </p:cNvPr>
            <p:cNvSpPr/>
            <p:nvPr/>
          </p:nvSpPr>
          <p:spPr>
            <a:xfrm>
              <a:off x="1449949"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15AB6200-916D-690B-BA37-D45773970106}"/>
                </a:ext>
              </a:extLst>
            </p:cNvPr>
            <p:cNvSpPr/>
            <p:nvPr/>
          </p:nvSpPr>
          <p:spPr>
            <a:xfrm rot="5400000">
              <a:off x="1943624" y="3414653"/>
              <a:ext cx="90000" cy="107735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BC659B2-19C5-284F-0F80-1486A1613B38}"/>
                </a:ext>
              </a:extLst>
            </p:cNvPr>
            <p:cNvSpPr/>
            <p:nvPr/>
          </p:nvSpPr>
          <p:spPr>
            <a:xfrm>
              <a:off x="2882565"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组合 47">
            <a:extLst>
              <a:ext uri="{FF2B5EF4-FFF2-40B4-BE49-F238E27FC236}">
                <a16:creationId xmlns:a16="http://schemas.microsoft.com/office/drawing/2014/main" id="{7B3F1A6D-2075-1178-3031-373A9B7008D3}"/>
              </a:ext>
            </a:extLst>
          </p:cNvPr>
          <p:cNvGrpSpPr/>
          <p:nvPr/>
        </p:nvGrpSpPr>
        <p:grpSpPr>
          <a:xfrm rot="19823161">
            <a:off x="848239" y="2875947"/>
            <a:ext cx="2668805" cy="1399775"/>
            <a:chOff x="247519" y="2526750"/>
            <a:chExt cx="4124178" cy="2163111"/>
          </a:xfrm>
        </p:grpSpPr>
        <p:sp>
          <p:nvSpPr>
            <p:cNvPr id="49" name="任意形状 48">
              <a:extLst>
                <a:ext uri="{FF2B5EF4-FFF2-40B4-BE49-F238E27FC236}">
                  <a16:creationId xmlns:a16="http://schemas.microsoft.com/office/drawing/2014/main" id="{D42A5CBD-2B3F-CB21-F8BA-59442391FF23}"/>
                </a:ext>
              </a:extLst>
            </p:cNvPr>
            <p:cNvSpPr/>
            <p:nvPr/>
          </p:nvSpPr>
          <p:spPr>
            <a:xfrm>
              <a:off x="247519" y="2526750"/>
              <a:ext cx="4124178" cy="2163111"/>
            </a:xfrm>
            <a:custGeom>
              <a:avLst/>
              <a:gdLst>
                <a:gd name="connsiteX0" fmla="*/ 0 w 4124178"/>
                <a:gd name="connsiteY0" fmla="*/ 0 h 2163111"/>
                <a:gd name="connsiteX1" fmla="*/ 1222995 w 4124178"/>
                <a:gd name="connsiteY1" fmla="*/ 0 h 2163111"/>
                <a:gd name="connsiteX2" fmla="*/ 1269047 w 4124178"/>
                <a:gd name="connsiteY2" fmla="*/ 736840 h 2163111"/>
                <a:gd name="connsiteX3" fmla="*/ 1930463 w 4124178"/>
                <a:gd name="connsiteY3" fmla="*/ 0 h 2163111"/>
                <a:gd name="connsiteX4" fmla="*/ 4124178 w 4124178"/>
                <a:gd name="connsiteY4" fmla="*/ 0 h 2163111"/>
                <a:gd name="connsiteX5" fmla="*/ 4124178 w 4124178"/>
                <a:gd name="connsiteY5" fmla="*/ 313131 h 2163111"/>
                <a:gd name="connsiteX6" fmla="*/ 2614627 w 4124178"/>
                <a:gd name="connsiteY6" fmla="*/ 774011 h 2163111"/>
                <a:gd name="connsiteX7" fmla="*/ 2666666 w 4124178"/>
                <a:gd name="connsiteY7" fmla="*/ 1428216 h 2163111"/>
                <a:gd name="connsiteX8" fmla="*/ 1231876 w 4124178"/>
                <a:gd name="connsiteY8" fmla="*/ 1443084 h 2163111"/>
                <a:gd name="connsiteX9" fmla="*/ 1238192 w 4124178"/>
                <a:gd name="connsiteY9" fmla="*/ 2163111 h 2163111"/>
                <a:gd name="connsiteX10" fmla="*/ 0 w 4124178"/>
                <a:gd name="connsiteY10" fmla="*/ 2163111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4178" h="2163111">
                  <a:moveTo>
                    <a:pt x="0" y="0"/>
                  </a:moveTo>
                  <a:lnTo>
                    <a:pt x="1222995" y="0"/>
                  </a:lnTo>
                  <a:lnTo>
                    <a:pt x="1269047" y="736840"/>
                  </a:lnTo>
                  <a:lnTo>
                    <a:pt x="1930463" y="0"/>
                  </a:lnTo>
                  <a:lnTo>
                    <a:pt x="4124178" y="0"/>
                  </a:lnTo>
                  <a:lnTo>
                    <a:pt x="4124178" y="313131"/>
                  </a:lnTo>
                  <a:lnTo>
                    <a:pt x="2614627" y="774011"/>
                  </a:lnTo>
                  <a:lnTo>
                    <a:pt x="2666666" y="1428216"/>
                  </a:lnTo>
                  <a:lnTo>
                    <a:pt x="1231876" y="1443084"/>
                  </a:lnTo>
                  <a:lnTo>
                    <a:pt x="1238192" y="2163111"/>
                  </a:lnTo>
                  <a:lnTo>
                    <a:pt x="0" y="216311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0" name="矩形 49">
              <a:extLst>
                <a:ext uri="{FF2B5EF4-FFF2-40B4-BE49-F238E27FC236}">
                  <a16:creationId xmlns:a16="http://schemas.microsoft.com/office/drawing/2014/main" id="{D9126C87-68E5-DC15-3365-43C43A948C4C}"/>
                </a:ext>
              </a:extLst>
            </p:cNvPr>
            <p:cNvSpPr/>
            <p:nvPr/>
          </p:nvSpPr>
          <p:spPr>
            <a:xfrm>
              <a:off x="247519"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FB1E72F7-85CE-04C6-690B-3C9BCB57DC3F}"/>
                </a:ext>
              </a:extLst>
            </p:cNvPr>
            <p:cNvSpPr/>
            <p:nvPr/>
          </p:nvSpPr>
          <p:spPr>
            <a:xfrm rot="5400000">
              <a:off x="836232" y="4011148"/>
              <a:ext cx="90000" cy="126742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任意形状 51">
              <a:extLst>
                <a:ext uri="{FF2B5EF4-FFF2-40B4-BE49-F238E27FC236}">
                  <a16:creationId xmlns:a16="http://schemas.microsoft.com/office/drawing/2014/main" id="{686C1EBE-5131-7188-03C9-4C56001A393E}"/>
                </a:ext>
              </a:extLst>
            </p:cNvPr>
            <p:cNvSpPr/>
            <p:nvPr/>
          </p:nvSpPr>
          <p:spPr>
            <a:xfrm rot="5400000">
              <a:off x="2264608" y="509661"/>
              <a:ext cx="90000" cy="4124178"/>
            </a:xfrm>
            <a:custGeom>
              <a:avLst/>
              <a:gdLst>
                <a:gd name="connsiteX0" fmla="*/ 0 w 90000"/>
                <a:gd name="connsiteY0" fmla="*/ 2193715 h 4124178"/>
                <a:gd name="connsiteX1" fmla="*/ 0 w 90000"/>
                <a:gd name="connsiteY1" fmla="*/ 0 h 4124178"/>
                <a:gd name="connsiteX2" fmla="*/ 90000 w 90000"/>
                <a:gd name="connsiteY2" fmla="*/ 0 h 4124178"/>
                <a:gd name="connsiteX3" fmla="*/ 90000 w 90000"/>
                <a:gd name="connsiteY3" fmla="*/ 2274503 h 4124178"/>
                <a:gd name="connsiteX4" fmla="*/ 0 w 90000"/>
                <a:gd name="connsiteY4" fmla="*/ 4124178 h 4124178"/>
                <a:gd name="connsiteX5" fmla="*/ 0 w 90000"/>
                <a:gd name="connsiteY5" fmla="*/ 2901184 h 4124178"/>
                <a:gd name="connsiteX6" fmla="*/ 90000 w 90000"/>
                <a:gd name="connsiteY6" fmla="*/ 2895559 h 4124178"/>
                <a:gd name="connsiteX7" fmla="*/ 90000 w 90000"/>
                <a:gd name="connsiteY7" fmla="*/ 4124178 h 412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00" h="4124178">
                  <a:moveTo>
                    <a:pt x="0" y="2193715"/>
                  </a:moveTo>
                  <a:lnTo>
                    <a:pt x="0" y="0"/>
                  </a:lnTo>
                  <a:lnTo>
                    <a:pt x="90000" y="0"/>
                  </a:lnTo>
                  <a:lnTo>
                    <a:pt x="90000" y="2274503"/>
                  </a:lnTo>
                  <a:close/>
                  <a:moveTo>
                    <a:pt x="0" y="4124178"/>
                  </a:moveTo>
                  <a:lnTo>
                    <a:pt x="0" y="2901184"/>
                  </a:lnTo>
                  <a:lnTo>
                    <a:pt x="90000" y="2895559"/>
                  </a:lnTo>
                  <a:lnTo>
                    <a:pt x="90000" y="412417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3" name="任意形状 52">
              <a:extLst>
                <a:ext uri="{FF2B5EF4-FFF2-40B4-BE49-F238E27FC236}">
                  <a16:creationId xmlns:a16="http://schemas.microsoft.com/office/drawing/2014/main" id="{0D6B9A1D-A6ED-5E3F-36F9-92DA08C1E785}"/>
                </a:ext>
              </a:extLst>
            </p:cNvPr>
            <p:cNvSpPr/>
            <p:nvPr/>
          </p:nvSpPr>
          <p:spPr>
            <a:xfrm>
              <a:off x="4281697" y="2616750"/>
              <a:ext cx="90000" cy="250608"/>
            </a:xfrm>
            <a:custGeom>
              <a:avLst/>
              <a:gdLst>
                <a:gd name="connsiteX0" fmla="*/ 0 w 90000"/>
                <a:gd name="connsiteY0" fmla="*/ 0 h 250608"/>
                <a:gd name="connsiteX1" fmla="*/ 90000 w 90000"/>
                <a:gd name="connsiteY1" fmla="*/ 0 h 250608"/>
                <a:gd name="connsiteX2" fmla="*/ 90000 w 90000"/>
                <a:gd name="connsiteY2" fmla="*/ 223131 h 250608"/>
                <a:gd name="connsiteX3" fmla="*/ 0 w 90000"/>
                <a:gd name="connsiteY3" fmla="*/ 250608 h 250608"/>
              </a:gdLst>
              <a:ahLst/>
              <a:cxnLst>
                <a:cxn ang="0">
                  <a:pos x="connsiteX0" y="connsiteY0"/>
                </a:cxn>
                <a:cxn ang="0">
                  <a:pos x="connsiteX1" y="connsiteY1"/>
                </a:cxn>
                <a:cxn ang="0">
                  <a:pos x="connsiteX2" y="connsiteY2"/>
                </a:cxn>
                <a:cxn ang="0">
                  <a:pos x="connsiteX3" y="connsiteY3"/>
                </a:cxn>
              </a:cxnLst>
              <a:rect l="l" t="t" r="r" b="b"/>
              <a:pathLst>
                <a:path w="90000" h="250608">
                  <a:moveTo>
                    <a:pt x="0" y="0"/>
                  </a:moveTo>
                  <a:lnTo>
                    <a:pt x="90000" y="0"/>
                  </a:lnTo>
                  <a:lnTo>
                    <a:pt x="90000" y="223131"/>
                  </a:lnTo>
                  <a:lnTo>
                    <a:pt x="0" y="25060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矩形 53">
              <a:extLst>
                <a:ext uri="{FF2B5EF4-FFF2-40B4-BE49-F238E27FC236}">
                  <a16:creationId xmlns:a16="http://schemas.microsoft.com/office/drawing/2014/main" id="{1EE8B5C9-8459-B3DD-48B9-11B06CF7327F}"/>
                </a:ext>
              </a:extLst>
            </p:cNvPr>
            <p:cNvSpPr/>
            <p:nvPr/>
          </p:nvSpPr>
          <p:spPr>
            <a:xfrm>
              <a:off x="1424944"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354319D3-F04E-139B-2331-ADD2F696EC62}"/>
                </a:ext>
              </a:extLst>
            </p:cNvPr>
            <p:cNvSpPr/>
            <p:nvPr/>
          </p:nvSpPr>
          <p:spPr>
            <a:xfrm>
              <a:off x="1424944" y="2526750"/>
              <a:ext cx="90000" cy="75011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3BB325EB-0ED7-59C1-1878-D7BC16D6D6D0}"/>
                </a:ext>
              </a:extLst>
            </p:cNvPr>
            <p:cNvSpPr/>
            <p:nvPr/>
          </p:nvSpPr>
          <p:spPr>
            <a:xfrm rot="5400000">
              <a:off x="2141251"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50C9D25C-6789-6BE7-3708-CF3A26DD425D}"/>
                </a:ext>
              </a:extLst>
            </p:cNvPr>
            <p:cNvSpPr/>
            <p:nvPr/>
          </p:nvSpPr>
          <p:spPr>
            <a:xfrm>
              <a:off x="2857560"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78" name="直线箭头连接符 77">
            <a:extLst>
              <a:ext uri="{FF2B5EF4-FFF2-40B4-BE49-F238E27FC236}">
                <a16:creationId xmlns:a16="http://schemas.microsoft.com/office/drawing/2014/main" id="{F1D99CC9-0BEC-AE0A-98C8-7FA31D51C883}"/>
              </a:ext>
            </a:extLst>
          </p:cNvPr>
          <p:cNvCxnSpPr>
            <a:stCxn id="66" idx="6"/>
            <a:endCxn id="65" idx="2"/>
          </p:cNvCxnSpPr>
          <p:nvPr/>
        </p:nvCxnSpPr>
        <p:spPr>
          <a:xfrm>
            <a:off x="2717194" y="3293662"/>
            <a:ext cx="2159194" cy="61326"/>
          </a:xfrm>
          <a:prstGeom prst="straightConnector1">
            <a:avLst/>
          </a:prstGeom>
          <a:ln w="25400">
            <a:solidFill>
              <a:schemeClr val="accent4"/>
            </a:solidFill>
            <a:headEnd type="triangle"/>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9" name="直线箭头连接符 78">
            <a:extLst>
              <a:ext uri="{FF2B5EF4-FFF2-40B4-BE49-F238E27FC236}">
                <a16:creationId xmlns:a16="http://schemas.microsoft.com/office/drawing/2014/main" id="{5946CD69-4267-4646-926A-874B42DCEDC6}"/>
              </a:ext>
            </a:extLst>
          </p:cNvPr>
          <p:cNvCxnSpPr>
            <a:cxnSpLocks/>
            <a:stCxn id="75" idx="6"/>
            <a:endCxn id="68" idx="2"/>
          </p:cNvCxnSpPr>
          <p:nvPr/>
        </p:nvCxnSpPr>
        <p:spPr>
          <a:xfrm flipV="1">
            <a:off x="1789041" y="3124030"/>
            <a:ext cx="2160168" cy="412382"/>
          </a:xfrm>
          <a:prstGeom prst="straightConnector1">
            <a:avLst/>
          </a:prstGeom>
          <a:ln w="25400">
            <a:solidFill>
              <a:schemeClr val="accent4"/>
            </a:solidFill>
            <a:headEnd type="triangle"/>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2" name="直线箭头连接符 81">
            <a:extLst>
              <a:ext uri="{FF2B5EF4-FFF2-40B4-BE49-F238E27FC236}">
                <a16:creationId xmlns:a16="http://schemas.microsoft.com/office/drawing/2014/main" id="{CC6FAAD7-4089-3D01-0B3F-EF55B23A717C}"/>
              </a:ext>
            </a:extLst>
          </p:cNvPr>
          <p:cNvCxnSpPr>
            <a:cxnSpLocks/>
            <a:stCxn id="76" idx="6"/>
            <a:endCxn id="70" idx="2"/>
          </p:cNvCxnSpPr>
          <p:nvPr/>
        </p:nvCxnSpPr>
        <p:spPr>
          <a:xfrm flipV="1">
            <a:off x="1985429" y="3532657"/>
            <a:ext cx="1956892" cy="362162"/>
          </a:xfrm>
          <a:prstGeom prst="straightConnector1">
            <a:avLst/>
          </a:prstGeom>
          <a:ln w="25400">
            <a:solidFill>
              <a:schemeClr val="accent4"/>
            </a:solidFill>
            <a:headEnd type="triangle"/>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5" name="直线箭头连接符 84">
            <a:extLst>
              <a:ext uri="{FF2B5EF4-FFF2-40B4-BE49-F238E27FC236}">
                <a16:creationId xmlns:a16="http://schemas.microsoft.com/office/drawing/2014/main" id="{0CE6DAA4-7256-DE09-EBD4-4399F1CF6589}"/>
              </a:ext>
            </a:extLst>
          </p:cNvPr>
          <p:cNvCxnSpPr>
            <a:cxnSpLocks/>
            <a:stCxn id="65" idx="6"/>
            <a:endCxn id="67" idx="2"/>
          </p:cNvCxnSpPr>
          <p:nvPr/>
        </p:nvCxnSpPr>
        <p:spPr>
          <a:xfrm>
            <a:off x="5331445" y="3354988"/>
            <a:ext cx="2045452" cy="410759"/>
          </a:xfrm>
          <a:prstGeom prst="straightConnector1">
            <a:avLst/>
          </a:prstGeom>
          <a:ln w="25400">
            <a:solidFill>
              <a:schemeClr val="accent4"/>
            </a:solidFill>
            <a:headEnd type="triangle"/>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8" name="直线箭头连接符 87">
            <a:extLst>
              <a:ext uri="{FF2B5EF4-FFF2-40B4-BE49-F238E27FC236}">
                <a16:creationId xmlns:a16="http://schemas.microsoft.com/office/drawing/2014/main" id="{53324EF2-2027-0937-3E3F-AA7EA03B87AB}"/>
              </a:ext>
            </a:extLst>
          </p:cNvPr>
          <p:cNvCxnSpPr>
            <a:cxnSpLocks/>
            <a:stCxn id="60" idx="6"/>
            <a:endCxn id="61" idx="2"/>
          </p:cNvCxnSpPr>
          <p:nvPr/>
        </p:nvCxnSpPr>
        <p:spPr>
          <a:xfrm>
            <a:off x="6401101" y="2734372"/>
            <a:ext cx="1695734" cy="747990"/>
          </a:xfrm>
          <a:prstGeom prst="straightConnector1">
            <a:avLst/>
          </a:prstGeom>
          <a:ln w="25400">
            <a:solidFill>
              <a:schemeClr val="accent4"/>
            </a:solidFill>
            <a:headEnd type="triangle"/>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4A1FC368-3CA2-F366-FADD-A65C9902CB84}"/>
              </a:ext>
            </a:extLst>
          </p:cNvPr>
          <p:cNvSpPr/>
          <p:nvPr/>
        </p:nvSpPr>
        <p:spPr>
          <a:xfrm>
            <a:off x="5439636" y="2384174"/>
            <a:ext cx="961465" cy="700395"/>
          </a:xfrm>
          <a:prstGeom prst="ellipse">
            <a:avLst/>
          </a:prstGeom>
          <a:solidFill>
            <a:schemeClr val="accent1">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椭圆 60">
            <a:extLst>
              <a:ext uri="{FF2B5EF4-FFF2-40B4-BE49-F238E27FC236}">
                <a16:creationId xmlns:a16="http://schemas.microsoft.com/office/drawing/2014/main" id="{4003A7E9-A6B5-A178-8488-670385CE4B1F}"/>
              </a:ext>
            </a:extLst>
          </p:cNvPr>
          <p:cNvSpPr/>
          <p:nvPr/>
        </p:nvSpPr>
        <p:spPr>
          <a:xfrm rot="1061299">
            <a:off x="8074108" y="3278229"/>
            <a:ext cx="961465" cy="700395"/>
          </a:xfrm>
          <a:prstGeom prst="ellipse">
            <a:avLst/>
          </a:prstGeom>
          <a:solidFill>
            <a:schemeClr val="accent1">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椭圆 64">
            <a:extLst>
              <a:ext uri="{FF2B5EF4-FFF2-40B4-BE49-F238E27FC236}">
                <a16:creationId xmlns:a16="http://schemas.microsoft.com/office/drawing/2014/main" id="{EFEED582-A073-DCCF-8CFE-4A3814C8E064}"/>
              </a:ext>
            </a:extLst>
          </p:cNvPr>
          <p:cNvSpPr/>
          <p:nvPr/>
        </p:nvSpPr>
        <p:spPr>
          <a:xfrm>
            <a:off x="4876388" y="3004790"/>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椭圆 65">
            <a:extLst>
              <a:ext uri="{FF2B5EF4-FFF2-40B4-BE49-F238E27FC236}">
                <a16:creationId xmlns:a16="http://schemas.microsoft.com/office/drawing/2014/main" id="{4373797C-6CC9-07C0-6515-FAD2CDE42B9E}"/>
              </a:ext>
            </a:extLst>
          </p:cNvPr>
          <p:cNvSpPr/>
          <p:nvPr/>
        </p:nvSpPr>
        <p:spPr>
          <a:xfrm rot="19672599">
            <a:off x="2296970" y="3064451"/>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椭圆 66">
            <a:extLst>
              <a:ext uri="{FF2B5EF4-FFF2-40B4-BE49-F238E27FC236}">
                <a16:creationId xmlns:a16="http://schemas.microsoft.com/office/drawing/2014/main" id="{DB736A12-437E-8B23-A964-BA021BAEF8A7}"/>
              </a:ext>
            </a:extLst>
          </p:cNvPr>
          <p:cNvSpPr/>
          <p:nvPr/>
        </p:nvSpPr>
        <p:spPr>
          <a:xfrm rot="1692187">
            <a:off x="7349885" y="3523079"/>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3" name="组合 72">
            <a:extLst>
              <a:ext uri="{FF2B5EF4-FFF2-40B4-BE49-F238E27FC236}">
                <a16:creationId xmlns:a16="http://schemas.microsoft.com/office/drawing/2014/main" id="{06C25C9B-D05F-2A88-4440-74BFA564EC80}"/>
              </a:ext>
            </a:extLst>
          </p:cNvPr>
          <p:cNvGrpSpPr/>
          <p:nvPr/>
        </p:nvGrpSpPr>
        <p:grpSpPr>
          <a:xfrm>
            <a:off x="3942321" y="2890541"/>
            <a:ext cx="461945" cy="875605"/>
            <a:chOff x="3942321" y="2890541"/>
            <a:chExt cx="461945" cy="875605"/>
          </a:xfrm>
        </p:grpSpPr>
        <p:sp>
          <p:nvSpPr>
            <p:cNvPr id="68" name="椭圆 67">
              <a:extLst>
                <a:ext uri="{FF2B5EF4-FFF2-40B4-BE49-F238E27FC236}">
                  <a16:creationId xmlns:a16="http://schemas.microsoft.com/office/drawing/2014/main" id="{79A62262-FAA2-4DFC-D781-E8DB8475B6A3}"/>
                </a:ext>
              </a:extLst>
            </p:cNvPr>
            <p:cNvSpPr/>
            <p:nvPr/>
          </p:nvSpPr>
          <p:spPr>
            <a:xfrm>
              <a:off x="3949209" y="2890541"/>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椭圆 69">
              <a:extLst>
                <a:ext uri="{FF2B5EF4-FFF2-40B4-BE49-F238E27FC236}">
                  <a16:creationId xmlns:a16="http://schemas.microsoft.com/office/drawing/2014/main" id="{795AD0F0-3255-3075-B53E-87BF915DDF7D}"/>
                </a:ext>
              </a:extLst>
            </p:cNvPr>
            <p:cNvSpPr/>
            <p:nvPr/>
          </p:nvSpPr>
          <p:spPr>
            <a:xfrm>
              <a:off x="3942321" y="3299168"/>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4" name="组合 73">
            <a:extLst>
              <a:ext uri="{FF2B5EF4-FFF2-40B4-BE49-F238E27FC236}">
                <a16:creationId xmlns:a16="http://schemas.microsoft.com/office/drawing/2014/main" id="{DCA175F0-060E-64A7-FEC0-D0407AB7BA38}"/>
              </a:ext>
            </a:extLst>
          </p:cNvPr>
          <p:cNvGrpSpPr/>
          <p:nvPr/>
        </p:nvGrpSpPr>
        <p:grpSpPr>
          <a:xfrm rot="19818828">
            <a:off x="1458597" y="3390496"/>
            <a:ext cx="461945" cy="875605"/>
            <a:chOff x="3942321" y="2890541"/>
            <a:chExt cx="461945" cy="875605"/>
          </a:xfrm>
        </p:grpSpPr>
        <p:sp>
          <p:nvSpPr>
            <p:cNvPr id="75" name="椭圆 74">
              <a:extLst>
                <a:ext uri="{FF2B5EF4-FFF2-40B4-BE49-F238E27FC236}">
                  <a16:creationId xmlns:a16="http://schemas.microsoft.com/office/drawing/2014/main" id="{4AC93CDA-2DC4-E4B6-6DB6-54AD5F4F5A99}"/>
                </a:ext>
              </a:extLst>
            </p:cNvPr>
            <p:cNvSpPr/>
            <p:nvPr/>
          </p:nvSpPr>
          <p:spPr>
            <a:xfrm>
              <a:off x="3949209" y="2890541"/>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椭圆 75">
              <a:extLst>
                <a:ext uri="{FF2B5EF4-FFF2-40B4-BE49-F238E27FC236}">
                  <a16:creationId xmlns:a16="http://schemas.microsoft.com/office/drawing/2014/main" id="{031EEB0C-5FEE-D779-89D6-4F7B92CE147C}"/>
                </a:ext>
              </a:extLst>
            </p:cNvPr>
            <p:cNvSpPr/>
            <p:nvPr/>
          </p:nvSpPr>
          <p:spPr>
            <a:xfrm>
              <a:off x="3942321" y="3299168"/>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20739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5" grpId="0" animBg="1"/>
      <p:bldP spid="66" grpId="0" animBg="1"/>
      <p:bldP spid="6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Simplified SLAM Process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9"/>
            <a:ext cx="7732924" cy="922250"/>
          </a:xfrm>
        </p:spPr>
        <p:txBody>
          <a:bodyPr/>
          <a:lstStyle/>
          <a:p>
            <a:r>
              <a:rPr lang="en-GB" altLang="zh-CN" dirty="0"/>
              <a:t>Upon acquiring segments of the map, we compare the edges and corners of the map, looking for similar geometric structures, and use them as landmarks to merge different map segments.</a:t>
            </a:r>
          </a:p>
        </p:txBody>
      </p:sp>
      <p:grpSp>
        <p:nvGrpSpPr>
          <p:cNvPr id="16" name="组合 15">
            <a:extLst>
              <a:ext uri="{FF2B5EF4-FFF2-40B4-BE49-F238E27FC236}">
                <a16:creationId xmlns:a16="http://schemas.microsoft.com/office/drawing/2014/main" id="{B4FE0019-DB75-6AC5-C179-6E2757AD2F2E}"/>
              </a:ext>
            </a:extLst>
          </p:cNvPr>
          <p:cNvGrpSpPr/>
          <p:nvPr/>
        </p:nvGrpSpPr>
        <p:grpSpPr>
          <a:xfrm>
            <a:off x="3917872" y="3005298"/>
            <a:ext cx="1906880" cy="1399775"/>
            <a:chOff x="1230423" y="2677334"/>
            <a:chExt cx="2113709" cy="1551601"/>
          </a:xfrm>
        </p:grpSpPr>
        <p:sp>
          <p:nvSpPr>
            <p:cNvPr id="17" name="任意形状 16">
              <a:extLst>
                <a:ext uri="{FF2B5EF4-FFF2-40B4-BE49-F238E27FC236}">
                  <a16:creationId xmlns:a16="http://schemas.microsoft.com/office/drawing/2014/main" id="{8C2CD791-AF34-B5C4-1182-622EA6C30F2D}"/>
                </a:ext>
              </a:extLst>
            </p:cNvPr>
            <p:cNvSpPr/>
            <p:nvPr/>
          </p:nvSpPr>
          <p:spPr>
            <a:xfrm>
              <a:off x="1264944" y="2677334"/>
              <a:ext cx="2079188" cy="1551601"/>
            </a:xfrm>
            <a:custGeom>
              <a:avLst/>
              <a:gdLst>
                <a:gd name="connsiteX0" fmla="*/ 857209 w 2898629"/>
                <a:gd name="connsiteY0" fmla="*/ 0 h 2163111"/>
                <a:gd name="connsiteX1" fmla="*/ 2898629 w 2898629"/>
                <a:gd name="connsiteY1" fmla="*/ 0 h 2163111"/>
                <a:gd name="connsiteX2" fmla="*/ 2898629 w 2898629"/>
                <a:gd name="connsiteY2" fmla="*/ 2163111 h 2163111"/>
                <a:gd name="connsiteX3" fmla="*/ 11640 w 2898629"/>
                <a:gd name="connsiteY3" fmla="*/ 2163111 h 2163111"/>
                <a:gd name="connsiteX4" fmla="*/ 0 w 2898629"/>
                <a:gd name="connsiteY4" fmla="*/ 1435650 h 2163111"/>
                <a:gd name="connsiteX5" fmla="*/ 1425575 w 2898629"/>
                <a:gd name="connsiteY5" fmla="*/ 1422950 h 2163111"/>
                <a:gd name="connsiteX6" fmla="*/ 1431925 w 2898629"/>
                <a:gd name="connsiteY6" fmla="*/ 800650 h 2163111"/>
                <a:gd name="connsiteX7" fmla="*/ 1470025 w 2898629"/>
                <a:gd name="connsiteY7" fmla="*/ 781600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8629" h="2163111">
                  <a:moveTo>
                    <a:pt x="857209" y="0"/>
                  </a:moveTo>
                  <a:lnTo>
                    <a:pt x="2898629" y="0"/>
                  </a:lnTo>
                  <a:lnTo>
                    <a:pt x="2898629" y="2163111"/>
                  </a:lnTo>
                  <a:lnTo>
                    <a:pt x="11640" y="2163111"/>
                  </a:lnTo>
                  <a:lnTo>
                    <a:pt x="0" y="1435650"/>
                  </a:lnTo>
                  <a:lnTo>
                    <a:pt x="1425575" y="1422950"/>
                  </a:lnTo>
                  <a:cubicBezTo>
                    <a:pt x="1427692" y="1215517"/>
                    <a:pt x="1429808" y="1008083"/>
                    <a:pt x="1431925" y="800650"/>
                  </a:cubicBezTo>
                  <a:lnTo>
                    <a:pt x="1470025" y="7816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矩形 17">
              <a:extLst>
                <a:ext uri="{FF2B5EF4-FFF2-40B4-BE49-F238E27FC236}">
                  <a16:creationId xmlns:a16="http://schemas.microsoft.com/office/drawing/2014/main" id="{AB917631-E074-5143-12F2-AA08092A101D}"/>
                </a:ext>
              </a:extLst>
            </p:cNvPr>
            <p:cNvSpPr/>
            <p:nvPr/>
          </p:nvSpPr>
          <p:spPr>
            <a:xfrm rot="5400000">
              <a:off x="2254999" y="3139802"/>
              <a:ext cx="64557" cy="211370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任意形状 22">
              <a:extLst>
                <a:ext uri="{FF2B5EF4-FFF2-40B4-BE49-F238E27FC236}">
                  <a16:creationId xmlns:a16="http://schemas.microsoft.com/office/drawing/2014/main" id="{9EFCE3D5-0F96-1AC0-32E4-ED3FD44CD0F8}"/>
                </a:ext>
              </a:extLst>
            </p:cNvPr>
            <p:cNvSpPr/>
            <p:nvPr/>
          </p:nvSpPr>
          <p:spPr>
            <a:xfrm rot="5400000">
              <a:off x="2579697" y="1977457"/>
              <a:ext cx="64557" cy="1464312"/>
            </a:xfrm>
            <a:custGeom>
              <a:avLst/>
              <a:gdLst>
                <a:gd name="connsiteX0" fmla="*/ 0 w 90000"/>
                <a:gd name="connsiteY0" fmla="*/ 2041420 h 2041420"/>
                <a:gd name="connsiteX1" fmla="*/ 0 w 90000"/>
                <a:gd name="connsiteY1" fmla="*/ 0 h 2041420"/>
                <a:gd name="connsiteX2" fmla="*/ 90000 w 90000"/>
                <a:gd name="connsiteY2" fmla="*/ 0 h 2041420"/>
                <a:gd name="connsiteX3" fmla="*/ 90000 w 90000"/>
                <a:gd name="connsiteY3" fmla="*/ 1970855 h 2041420"/>
              </a:gdLst>
              <a:ahLst/>
              <a:cxnLst>
                <a:cxn ang="0">
                  <a:pos x="connsiteX0" y="connsiteY0"/>
                </a:cxn>
                <a:cxn ang="0">
                  <a:pos x="connsiteX1" y="connsiteY1"/>
                </a:cxn>
                <a:cxn ang="0">
                  <a:pos x="connsiteX2" y="connsiteY2"/>
                </a:cxn>
                <a:cxn ang="0">
                  <a:pos x="connsiteX3" y="connsiteY3"/>
                </a:cxn>
              </a:cxnLst>
              <a:rect l="l" t="t" r="r" b="b"/>
              <a:pathLst>
                <a:path w="90000" h="2041420">
                  <a:moveTo>
                    <a:pt x="0" y="2041420"/>
                  </a:moveTo>
                  <a:lnTo>
                    <a:pt x="0" y="0"/>
                  </a:lnTo>
                  <a:lnTo>
                    <a:pt x="90000" y="0"/>
                  </a:lnTo>
                  <a:lnTo>
                    <a:pt x="90000" y="1970855"/>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4" name="矩形 23">
              <a:extLst>
                <a:ext uri="{FF2B5EF4-FFF2-40B4-BE49-F238E27FC236}">
                  <a16:creationId xmlns:a16="http://schemas.microsoft.com/office/drawing/2014/main" id="{9DBAB6D4-07DF-484C-EB00-ECE1CA017C01}"/>
                </a:ext>
              </a:extLst>
            </p:cNvPr>
            <p:cNvSpPr/>
            <p:nvPr/>
          </p:nvSpPr>
          <p:spPr>
            <a:xfrm>
              <a:off x="1230424" y="3732899"/>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2DA25312-B18D-F724-3F06-E7CD74E666BE}"/>
                </a:ext>
              </a:extLst>
            </p:cNvPr>
            <p:cNvSpPr/>
            <p:nvPr/>
          </p:nvSpPr>
          <p:spPr>
            <a:xfrm rot="5400000">
              <a:off x="1744231" y="3154533"/>
              <a:ext cx="64557" cy="109217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EC311C78-15F0-A54E-D6D6-42C38B23B4FF}"/>
                </a:ext>
              </a:extLst>
            </p:cNvPr>
            <p:cNvSpPr/>
            <p:nvPr/>
          </p:nvSpPr>
          <p:spPr>
            <a:xfrm>
              <a:off x="2258040" y="3237395"/>
              <a:ext cx="64557" cy="48089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0ED15609-9750-3C73-A9EB-BF2097EF901F}"/>
                </a:ext>
              </a:extLst>
            </p:cNvPr>
            <p:cNvSpPr/>
            <p:nvPr/>
          </p:nvSpPr>
          <p:spPr>
            <a:xfrm>
              <a:off x="3279574" y="2741891"/>
              <a:ext cx="64557" cy="14719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878A8DC6-E847-B93E-2AA1-479187E75689}"/>
              </a:ext>
            </a:extLst>
          </p:cNvPr>
          <p:cNvGrpSpPr/>
          <p:nvPr/>
        </p:nvGrpSpPr>
        <p:grpSpPr>
          <a:xfrm>
            <a:off x="3155948" y="3005298"/>
            <a:ext cx="2668803" cy="1399774"/>
            <a:chOff x="272524" y="2526750"/>
            <a:chExt cx="4124178" cy="2163111"/>
          </a:xfrm>
        </p:grpSpPr>
        <p:sp>
          <p:nvSpPr>
            <p:cNvPr id="37" name="任意形状 36">
              <a:extLst>
                <a:ext uri="{FF2B5EF4-FFF2-40B4-BE49-F238E27FC236}">
                  <a16:creationId xmlns:a16="http://schemas.microsoft.com/office/drawing/2014/main" id="{F0DA45C8-2C09-6F32-2F08-EA18AD9FCC4E}"/>
                </a:ext>
              </a:extLst>
            </p:cNvPr>
            <p:cNvSpPr/>
            <p:nvPr/>
          </p:nvSpPr>
          <p:spPr>
            <a:xfrm>
              <a:off x="272524" y="2526750"/>
              <a:ext cx="4124178" cy="2163111"/>
            </a:xfrm>
            <a:custGeom>
              <a:avLst/>
              <a:gdLst>
                <a:gd name="connsiteX0" fmla="*/ 1247553 w 4124178"/>
                <a:gd name="connsiteY0" fmla="*/ 0 h 2163111"/>
                <a:gd name="connsiteX1" fmla="*/ 4124178 w 4124178"/>
                <a:gd name="connsiteY1" fmla="*/ 0 h 2163111"/>
                <a:gd name="connsiteX2" fmla="*/ 4124178 w 4124178"/>
                <a:gd name="connsiteY2" fmla="*/ 2163111 h 2163111"/>
                <a:gd name="connsiteX3" fmla="*/ 2564926 w 4124178"/>
                <a:gd name="connsiteY3" fmla="*/ 2163111 h 2163111"/>
                <a:gd name="connsiteX4" fmla="*/ 2641913 w 4124178"/>
                <a:gd name="connsiteY4" fmla="*/ 1444561 h 2163111"/>
                <a:gd name="connsiteX5" fmla="*/ 2661869 w 4124178"/>
                <a:gd name="connsiteY5" fmla="*/ 1438421 h 2163111"/>
                <a:gd name="connsiteX6" fmla="*/ 2661869 w 4124178"/>
                <a:gd name="connsiteY6" fmla="*/ 790028 h 2163111"/>
                <a:gd name="connsiteX7" fmla="*/ 2611992 w 4124178"/>
                <a:gd name="connsiteY7" fmla="*/ 781715 h 2163111"/>
                <a:gd name="connsiteX8" fmla="*/ 2235484 w 4124178"/>
                <a:gd name="connsiteY8" fmla="*/ 1413483 h 2163111"/>
                <a:gd name="connsiteX9" fmla="*/ 1215454 w 4124178"/>
                <a:gd name="connsiteY9" fmla="*/ 1413483 h 2163111"/>
                <a:gd name="connsiteX10" fmla="*/ 0 w 4124178"/>
                <a:gd name="connsiteY10" fmla="*/ 2024985 h 2163111"/>
                <a:gd name="connsiteX11" fmla="*/ 0 w 4124178"/>
                <a:gd name="connsiteY11" fmla="*/ 906306 h 2163111"/>
                <a:gd name="connsiteX12" fmla="*/ 1215454 w 4124178"/>
                <a:gd name="connsiteY12" fmla="*/ 731839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24178" h="2163111">
                  <a:moveTo>
                    <a:pt x="1247553" y="0"/>
                  </a:moveTo>
                  <a:lnTo>
                    <a:pt x="4124178" y="0"/>
                  </a:lnTo>
                  <a:lnTo>
                    <a:pt x="4124178" y="2163111"/>
                  </a:lnTo>
                  <a:lnTo>
                    <a:pt x="2564926" y="2163111"/>
                  </a:lnTo>
                  <a:lnTo>
                    <a:pt x="2641913" y="1444561"/>
                  </a:lnTo>
                  <a:lnTo>
                    <a:pt x="2661869" y="1438421"/>
                  </a:lnTo>
                  <a:lnTo>
                    <a:pt x="2661869" y="790028"/>
                  </a:lnTo>
                  <a:lnTo>
                    <a:pt x="2611992" y="781715"/>
                  </a:lnTo>
                  <a:lnTo>
                    <a:pt x="2235484" y="1413483"/>
                  </a:lnTo>
                  <a:lnTo>
                    <a:pt x="1215454" y="1413483"/>
                  </a:lnTo>
                  <a:lnTo>
                    <a:pt x="0" y="2024985"/>
                  </a:lnTo>
                  <a:lnTo>
                    <a:pt x="0" y="906306"/>
                  </a:lnTo>
                  <a:lnTo>
                    <a:pt x="1215454" y="731839"/>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任意形状 37">
              <a:extLst>
                <a:ext uri="{FF2B5EF4-FFF2-40B4-BE49-F238E27FC236}">
                  <a16:creationId xmlns:a16="http://schemas.microsoft.com/office/drawing/2014/main" id="{69574BAC-2819-1717-F406-F3A898019908}"/>
                </a:ext>
              </a:extLst>
            </p:cNvPr>
            <p:cNvSpPr/>
            <p:nvPr/>
          </p:nvSpPr>
          <p:spPr>
            <a:xfrm>
              <a:off x="272524" y="3420139"/>
              <a:ext cx="90000" cy="1131597"/>
            </a:xfrm>
            <a:custGeom>
              <a:avLst/>
              <a:gdLst>
                <a:gd name="connsiteX0" fmla="*/ 90000 w 90000"/>
                <a:gd name="connsiteY0" fmla="*/ 0 h 1131597"/>
                <a:gd name="connsiteX1" fmla="*/ 90000 w 90000"/>
                <a:gd name="connsiteY1" fmla="*/ 1086318 h 1131597"/>
                <a:gd name="connsiteX2" fmla="*/ 0 w 90000"/>
                <a:gd name="connsiteY2" fmla="*/ 1131597 h 1131597"/>
                <a:gd name="connsiteX3" fmla="*/ 0 w 90000"/>
                <a:gd name="connsiteY3" fmla="*/ 12918 h 1131597"/>
              </a:gdLst>
              <a:ahLst/>
              <a:cxnLst>
                <a:cxn ang="0">
                  <a:pos x="connsiteX0" y="connsiteY0"/>
                </a:cxn>
                <a:cxn ang="0">
                  <a:pos x="connsiteX1" y="connsiteY1"/>
                </a:cxn>
                <a:cxn ang="0">
                  <a:pos x="connsiteX2" y="connsiteY2"/>
                </a:cxn>
                <a:cxn ang="0">
                  <a:pos x="connsiteX3" y="connsiteY3"/>
                </a:cxn>
              </a:cxnLst>
              <a:rect l="l" t="t" r="r" b="b"/>
              <a:pathLst>
                <a:path w="90000" h="1131597">
                  <a:moveTo>
                    <a:pt x="90000" y="0"/>
                  </a:moveTo>
                  <a:lnTo>
                    <a:pt x="90000" y="1086318"/>
                  </a:lnTo>
                  <a:lnTo>
                    <a:pt x="0" y="1131597"/>
                  </a:lnTo>
                  <a:lnTo>
                    <a:pt x="0" y="1291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0" name="矩形 39">
              <a:extLst>
                <a:ext uri="{FF2B5EF4-FFF2-40B4-BE49-F238E27FC236}">
                  <a16:creationId xmlns:a16="http://schemas.microsoft.com/office/drawing/2014/main" id="{0B5A8400-B91E-8BDF-9A33-A994687E7641}"/>
                </a:ext>
              </a:extLst>
            </p:cNvPr>
            <p:cNvSpPr/>
            <p:nvPr/>
          </p:nvSpPr>
          <p:spPr>
            <a:xfrm rot="5400000">
              <a:off x="3575751" y="3868910"/>
              <a:ext cx="90000" cy="155190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1CD46DD3-33CD-7CF8-EED7-04F69A8968C8}"/>
                </a:ext>
              </a:extLst>
            </p:cNvPr>
            <p:cNvSpPr/>
            <p:nvPr/>
          </p:nvSpPr>
          <p:spPr>
            <a:xfrm rot="5400000">
              <a:off x="2878325" y="1098373"/>
              <a:ext cx="90000" cy="294675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053CE02B-458C-1AE4-94D1-E05A329A279A}"/>
                </a:ext>
              </a:extLst>
            </p:cNvPr>
            <p:cNvSpPr/>
            <p:nvPr/>
          </p:nvSpPr>
          <p:spPr>
            <a:xfrm>
              <a:off x="4306702"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960F1222-4F2B-2A8C-C401-8B79CF02C18A}"/>
                </a:ext>
              </a:extLst>
            </p:cNvPr>
            <p:cNvSpPr/>
            <p:nvPr/>
          </p:nvSpPr>
          <p:spPr>
            <a:xfrm>
              <a:off x="1449949" y="2606446"/>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1796B7A6-8A9E-ED84-FDCE-252714D1CE7D}"/>
                </a:ext>
              </a:extLst>
            </p:cNvPr>
            <p:cNvSpPr/>
            <p:nvPr/>
          </p:nvSpPr>
          <p:spPr>
            <a:xfrm rot="5400000">
              <a:off x="1943624" y="3414653"/>
              <a:ext cx="90000" cy="107735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63F24A95-6199-D3D3-A78C-FC5D37971556}"/>
                </a:ext>
              </a:extLst>
            </p:cNvPr>
            <p:cNvSpPr/>
            <p:nvPr/>
          </p:nvSpPr>
          <p:spPr>
            <a:xfrm>
              <a:off x="2882565"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组合 45">
            <a:extLst>
              <a:ext uri="{FF2B5EF4-FFF2-40B4-BE49-F238E27FC236}">
                <a16:creationId xmlns:a16="http://schemas.microsoft.com/office/drawing/2014/main" id="{9B91D0AA-610E-3CE7-6B73-F359450A6C2C}"/>
              </a:ext>
            </a:extLst>
          </p:cNvPr>
          <p:cNvGrpSpPr/>
          <p:nvPr/>
        </p:nvGrpSpPr>
        <p:grpSpPr>
          <a:xfrm>
            <a:off x="3153631" y="3005297"/>
            <a:ext cx="2668805" cy="1399775"/>
            <a:chOff x="247519" y="2526750"/>
            <a:chExt cx="4124178" cy="2163111"/>
          </a:xfrm>
        </p:grpSpPr>
        <p:sp>
          <p:nvSpPr>
            <p:cNvPr id="47" name="任意形状 46">
              <a:extLst>
                <a:ext uri="{FF2B5EF4-FFF2-40B4-BE49-F238E27FC236}">
                  <a16:creationId xmlns:a16="http://schemas.microsoft.com/office/drawing/2014/main" id="{E9819261-1BAD-C17F-95C9-E8AC84513F0B}"/>
                </a:ext>
              </a:extLst>
            </p:cNvPr>
            <p:cNvSpPr/>
            <p:nvPr/>
          </p:nvSpPr>
          <p:spPr>
            <a:xfrm>
              <a:off x="247519" y="2526750"/>
              <a:ext cx="4124178" cy="2163111"/>
            </a:xfrm>
            <a:custGeom>
              <a:avLst/>
              <a:gdLst>
                <a:gd name="connsiteX0" fmla="*/ 0 w 4124178"/>
                <a:gd name="connsiteY0" fmla="*/ 0 h 2163111"/>
                <a:gd name="connsiteX1" fmla="*/ 1222995 w 4124178"/>
                <a:gd name="connsiteY1" fmla="*/ 0 h 2163111"/>
                <a:gd name="connsiteX2" fmla="*/ 1269047 w 4124178"/>
                <a:gd name="connsiteY2" fmla="*/ 736840 h 2163111"/>
                <a:gd name="connsiteX3" fmla="*/ 1930463 w 4124178"/>
                <a:gd name="connsiteY3" fmla="*/ 0 h 2163111"/>
                <a:gd name="connsiteX4" fmla="*/ 4124178 w 4124178"/>
                <a:gd name="connsiteY4" fmla="*/ 0 h 2163111"/>
                <a:gd name="connsiteX5" fmla="*/ 4124178 w 4124178"/>
                <a:gd name="connsiteY5" fmla="*/ 313131 h 2163111"/>
                <a:gd name="connsiteX6" fmla="*/ 2614627 w 4124178"/>
                <a:gd name="connsiteY6" fmla="*/ 774011 h 2163111"/>
                <a:gd name="connsiteX7" fmla="*/ 2666666 w 4124178"/>
                <a:gd name="connsiteY7" fmla="*/ 1428216 h 2163111"/>
                <a:gd name="connsiteX8" fmla="*/ 1231876 w 4124178"/>
                <a:gd name="connsiteY8" fmla="*/ 1443084 h 2163111"/>
                <a:gd name="connsiteX9" fmla="*/ 1238192 w 4124178"/>
                <a:gd name="connsiteY9" fmla="*/ 2163111 h 2163111"/>
                <a:gd name="connsiteX10" fmla="*/ 0 w 4124178"/>
                <a:gd name="connsiteY10" fmla="*/ 2163111 h 216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4178" h="2163111">
                  <a:moveTo>
                    <a:pt x="0" y="0"/>
                  </a:moveTo>
                  <a:lnTo>
                    <a:pt x="1222995" y="0"/>
                  </a:lnTo>
                  <a:lnTo>
                    <a:pt x="1269047" y="736840"/>
                  </a:lnTo>
                  <a:lnTo>
                    <a:pt x="1930463" y="0"/>
                  </a:lnTo>
                  <a:lnTo>
                    <a:pt x="4124178" y="0"/>
                  </a:lnTo>
                  <a:lnTo>
                    <a:pt x="4124178" y="313131"/>
                  </a:lnTo>
                  <a:lnTo>
                    <a:pt x="2614627" y="774011"/>
                  </a:lnTo>
                  <a:lnTo>
                    <a:pt x="2666666" y="1428216"/>
                  </a:lnTo>
                  <a:lnTo>
                    <a:pt x="1231876" y="1443084"/>
                  </a:lnTo>
                  <a:lnTo>
                    <a:pt x="1238192" y="2163111"/>
                  </a:lnTo>
                  <a:lnTo>
                    <a:pt x="0" y="216311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8" name="矩形 57">
              <a:extLst>
                <a:ext uri="{FF2B5EF4-FFF2-40B4-BE49-F238E27FC236}">
                  <a16:creationId xmlns:a16="http://schemas.microsoft.com/office/drawing/2014/main" id="{91EA7A08-7D41-AC64-4F6C-2000FA0E7CE6}"/>
                </a:ext>
              </a:extLst>
            </p:cNvPr>
            <p:cNvSpPr/>
            <p:nvPr/>
          </p:nvSpPr>
          <p:spPr>
            <a:xfrm>
              <a:off x="247519" y="2616750"/>
              <a:ext cx="90000" cy="2052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4122DD69-56C5-D07C-4682-C95AAB8244F4}"/>
                </a:ext>
              </a:extLst>
            </p:cNvPr>
            <p:cNvSpPr/>
            <p:nvPr/>
          </p:nvSpPr>
          <p:spPr>
            <a:xfrm rot="5400000">
              <a:off x="836232" y="4011148"/>
              <a:ext cx="90000" cy="126742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任意形状 59">
              <a:extLst>
                <a:ext uri="{FF2B5EF4-FFF2-40B4-BE49-F238E27FC236}">
                  <a16:creationId xmlns:a16="http://schemas.microsoft.com/office/drawing/2014/main" id="{CF54C978-9EC5-2EEF-C0B2-FFBBD9DD318F}"/>
                </a:ext>
              </a:extLst>
            </p:cNvPr>
            <p:cNvSpPr/>
            <p:nvPr/>
          </p:nvSpPr>
          <p:spPr>
            <a:xfrm rot="5400000">
              <a:off x="2264608" y="509661"/>
              <a:ext cx="90000" cy="4124178"/>
            </a:xfrm>
            <a:custGeom>
              <a:avLst/>
              <a:gdLst>
                <a:gd name="connsiteX0" fmla="*/ 0 w 90000"/>
                <a:gd name="connsiteY0" fmla="*/ 2193715 h 4124178"/>
                <a:gd name="connsiteX1" fmla="*/ 0 w 90000"/>
                <a:gd name="connsiteY1" fmla="*/ 0 h 4124178"/>
                <a:gd name="connsiteX2" fmla="*/ 90000 w 90000"/>
                <a:gd name="connsiteY2" fmla="*/ 0 h 4124178"/>
                <a:gd name="connsiteX3" fmla="*/ 90000 w 90000"/>
                <a:gd name="connsiteY3" fmla="*/ 2274503 h 4124178"/>
                <a:gd name="connsiteX4" fmla="*/ 0 w 90000"/>
                <a:gd name="connsiteY4" fmla="*/ 4124178 h 4124178"/>
                <a:gd name="connsiteX5" fmla="*/ 0 w 90000"/>
                <a:gd name="connsiteY5" fmla="*/ 2901184 h 4124178"/>
                <a:gd name="connsiteX6" fmla="*/ 90000 w 90000"/>
                <a:gd name="connsiteY6" fmla="*/ 2895559 h 4124178"/>
                <a:gd name="connsiteX7" fmla="*/ 90000 w 90000"/>
                <a:gd name="connsiteY7" fmla="*/ 4124178 h 412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00" h="4124178">
                  <a:moveTo>
                    <a:pt x="0" y="2193715"/>
                  </a:moveTo>
                  <a:lnTo>
                    <a:pt x="0" y="0"/>
                  </a:lnTo>
                  <a:lnTo>
                    <a:pt x="90000" y="0"/>
                  </a:lnTo>
                  <a:lnTo>
                    <a:pt x="90000" y="2274503"/>
                  </a:lnTo>
                  <a:close/>
                  <a:moveTo>
                    <a:pt x="0" y="4124178"/>
                  </a:moveTo>
                  <a:lnTo>
                    <a:pt x="0" y="2901184"/>
                  </a:lnTo>
                  <a:lnTo>
                    <a:pt x="90000" y="2895559"/>
                  </a:lnTo>
                  <a:lnTo>
                    <a:pt x="90000" y="412417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1" name="任意形状 60">
              <a:extLst>
                <a:ext uri="{FF2B5EF4-FFF2-40B4-BE49-F238E27FC236}">
                  <a16:creationId xmlns:a16="http://schemas.microsoft.com/office/drawing/2014/main" id="{BD76C1DE-A302-D417-2047-F5A94DEA5385}"/>
                </a:ext>
              </a:extLst>
            </p:cNvPr>
            <p:cNvSpPr/>
            <p:nvPr/>
          </p:nvSpPr>
          <p:spPr>
            <a:xfrm>
              <a:off x="4281697" y="2616750"/>
              <a:ext cx="90000" cy="250608"/>
            </a:xfrm>
            <a:custGeom>
              <a:avLst/>
              <a:gdLst>
                <a:gd name="connsiteX0" fmla="*/ 0 w 90000"/>
                <a:gd name="connsiteY0" fmla="*/ 0 h 250608"/>
                <a:gd name="connsiteX1" fmla="*/ 90000 w 90000"/>
                <a:gd name="connsiteY1" fmla="*/ 0 h 250608"/>
                <a:gd name="connsiteX2" fmla="*/ 90000 w 90000"/>
                <a:gd name="connsiteY2" fmla="*/ 223131 h 250608"/>
                <a:gd name="connsiteX3" fmla="*/ 0 w 90000"/>
                <a:gd name="connsiteY3" fmla="*/ 250608 h 250608"/>
              </a:gdLst>
              <a:ahLst/>
              <a:cxnLst>
                <a:cxn ang="0">
                  <a:pos x="connsiteX0" y="connsiteY0"/>
                </a:cxn>
                <a:cxn ang="0">
                  <a:pos x="connsiteX1" y="connsiteY1"/>
                </a:cxn>
                <a:cxn ang="0">
                  <a:pos x="connsiteX2" y="connsiteY2"/>
                </a:cxn>
                <a:cxn ang="0">
                  <a:pos x="connsiteX3" y="connsiteY3"/>
                </a:cxn>
              </a:cxnLst>
              <a:rect l="l" t="t" r="r" b="b"/>
              <a:pathLst>
                <a:path w="90000" h="250608">
                  <a:moveTo>
                    <a:pt x="0" y="0"/>
                  </a:moveTo>
                  <a:lnTo>
                    <a:pt x="90000" y="0"/>
                  </a:lnTo>
                  <a:lnTo>
                    <a:pt x="90000" y="223131"/>
                  </a:lnTo>
                  <a:lnTo>
                    <a:pt x="0" y="250608"/>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2" name="矩形 61">
              <a:extLst>
                <a:ext uri="{FF2B5EF4-FFF2-40B4-BE49-F238E27FC236}">
                  <a16:creationId xmlns:a16="http://schemas.microsoft.com/office/drawing/2014/main" id="{D0F7733B-4F05-4CC8-AADB-D7A0DA78E8F2}"/>
                </a:ext>
              </a:extLst>
            </p:cNvPr>
            <p:cNvSpPr/>
            <p:nvPr/>
          </p:nvSpPr>
          <p:spPr>
            <a:xfrm>
              <a:off x="1424944" y="399833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9CE9B0E7-E7B9-573E-047F-5F4DFC7CE87D}"/>
                </a:ext>
              </a:extLst>
            </p:cNvPr>
            <p:cNvSpPr/>
            <p:nvPr/>
          </p:nvSpPr>
          <p:spPr>
            <a:xfrm>
              <a:off x="1424944" y="2526750"/>
              <a:ext cx="90000" cy="75011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6B177E73-6161-81A9-F911-78CD080281CC}"/>
                </a:ext>
              </a:extLst>
            </p:cNvPr>
            <p:cNvSpPr/>
            <p:nvPr/>
          </p:nvSpPr>
          <p:spPr>
            <a:xfrm rot="5400000">
              <a:off x="2141251" y="3192021"/>
              <a:ext cx="90000" cy="152261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26B2646E-C0DE-2478-BACE-53C7AEF95E23}"/>
                </a:ext>
              </a:extLst>
            </p:cNvPr>
            <p:cNvSpPr/>
            <p:nvPr/>
          </p:nvSpPr>
          <p:spPr>
            <a:xfrm>
              <a:off x="2857560" y="3307540"/>
              <a:ext cx="90000" cy="67041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6" name="椭圆 65">
            <a:extLst>
              <a:ext uri="{FF2B5EF4-FFF2-40B4-BE49-F238E27FC236}">
                <a16:creationId xmlns:a16="http://schemas.microsoft.com/office/drawing/2014/main" id="{9F6A7FCA-4248-770B-19E7-F8DCBE196918}"/>
              </a:ext>
            </a:extLst>
          </p:cNvPr>
          <p:cNvSpPr/>
          <p:nvPr/>
        </p:nvSpPr>
        <p:spPr>
          <a:xfrm>
            <a:off x="5209891" y="2750850"/>
            <a:ext cx="961465" cy="700395"/>
          </a:xfrm>
          <a:prstGeom prst="ellipse">
            <a:avLst/>
          </a:prstGeom>
          <a:solidFill>
            <a:schemeClr val="accent1">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椭圆 66">
            <a:extLst>
              <a:ext uri="{FF2B5EF4-FFF2-40B4-BE49-F238E27FC236}">
                <a16:creationId xmlns:a16="http://schemas.microsoft.com/office/drawing/2014/main" id="{B62235F9-19CC-D64E-D7CB-0BA877A44775}"/>
              </a:ext>
            </a:extLst>
          </p:cNvPr>
          <p:cNvSpPr/>
          <p:nvPr/>
        </p:nvSpPr>
        <p:spPr>
          <a:xfrm>
            <a:off x="5209891" y="2755521"/>
            <a:ext cx="961465" cy="700395"/>
          </a:xfrm>
          <a:prstGeom prst="ellipse">
            <a:avLst/>
          </a:prstGeom>
          <a:solidFill>
            <a:schemeClr val="accent1">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椭圆 67">
            <a:extLst>
              <a:ext uri="{FF2B5EF4-FFF2-40B4-BE49-F238E27FC236}">
                <a16:creationId xmlns:a16="http://schemas.microsoft.com/office/drawing/2014/main" id="{96D6C37C-4593-F58C-575C-11C41543E4C4}"/>
              </a:ext>
            </a:extLst>
          </p:cNvPr>
          <p:cNvSpPr/>
          <p:nvPr/>
        </p:nvSpPr>
        <p:spPr>
          <a:xfrm>
            <a:off x="4646643" y="3371466"/>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椭圆 69">
            <a:extLst>
              <a:ext uri="{FF2B5EF4-FFF2-40B4-BE49-F238E27FC236}">
                <a16:creationId xmlns:a16="http://schemas.microsoft.com/office/drawing/2014/main" id="{8D7A35F0-9522-E009-E579-91A9EADDC8D7}"/>
              </a:ext>
            </a:extLst>
          </p:cNvPr>
          <p:cNvSpPr/>
          <p:nvPr/>
        </p:nvSpPr>
        <p:spPr>
          <a:xfrm>
            <a:off x="4646527" y="3376185"/>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1" name="组合 70">
            <a:extLst>
              <a:ext uri="{FF2B5EF4-FFF2-40B4-BE49-F238E27FC236}">
                <a16:creationId xmlns:a16="http://schemas.microsoft.com/office/drawing/2014/main" id="{7A967C98-C857-9957-8B9B-350AC97B031E}"/>
              </a:ext>
            </a:extLst>
          </p:cNvPr>
          <p:cNvGrpSpPr/>
          <p:nvPr/>
        </p:nvGrpSpPr>
        <p:grpSpPr>
          <a:xfrm>
            <a:off x="3712576" y="3257217"/>
            <a:ext cx="461945" cy="875605"/>
            <a:chOff x="3942321" y="2890541"/>
            <a:chExt cx="461945" cy="875605"/>
          </a:xfrm>
        </p:grpSpPr>
        <p:sp>
          <p:nvSpPr>
            <p:cNvPr id="72" name="椭圆 71">
              <a:extLst>
                <a:ext uri="{FF2B5EF4-FFF2-40B4-BE49-F238E27FC236}">
                  <a16:creationId xmlns:a16="http://schemas.microsoft.com/office/drawing/2014/main" id="{A5CB34E7-B0A4-547F-CED5-A578BAECDB02}"/>
                </a:ext>
              </a:extLst>
            </p:cNvPr>
            <p:cNvSpPr/>
            <p:nvPr/>
          </p:nvSpPr>
          <p:spPr>
            <a:xfrm>
              <a:off x="3949209" y="2890541"/>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椭圆 72">
              <a:extLst>
                <a:ext uri="{FF2B5EF4-FFF2-40B4-BE49-F238E27FC236}">
                  <a16:creationId xmlns:a16="http://schemas.microsoft.com/office/drawing/2014/main" id="{B7BE94EE-9CC0-A149-4E14-CE72CF01025C}"/>
                </a:ext>
              </a:extLst>
            </p:cNvPr>
            <p:cNvSpPr/>
            <p:nvPr/>
          </p:nvSpPr>
          <p:spPr>
            <a:xfrm>
              <a:off x="3942321" y="3299168"/>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9" name="椭圆 68">
            <a:extLst>
              <a:ext uri="{FF2B5EF4-FFF2-40B4-BE49-F238E27FC236}">
                <a16:creationId xmlns:a16="http://schemas.microsoft.com/office/drawing/2014/main" id="{399DA805-3469-6E64-19D9-C35F628C2338}"/>
              </a:ext>
            </a:extLst>
          </p:cNvPr>
          <p:cNvSpPr/>
          <p:nvPr/>
        </p:nvSpPr>
        <p:spPr>
          <a:xfrm>
            <a:off x="4650678" y="3374353"/>
            <a:ext cx="455057" cy="700395"/>
          </a:xfrm>
          <a:prstGeom prst="ellipse">
            <a:avLst/>
          </a:prstGeom>
          <a:solidFill>
            <a:schemeClr val="accent3">
              <a:alpha val="1087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4" name="组合 73">
            <a:extLst>
              <a:ext uri="{FF2B5EF4-FFF2-40B4-BE49-F238E27FC236}">
                <a16:creationId xmlns:a16="http://schemas.microsoft.com/office/drawing/2014/main" id="{5670CA8A-9FC6-4896-F84C-9093C1A249F0}"/>
              </a:ext>
            </a:extLst>
          </p:cNvPr>
          <p:cNvGrpSpPr/>
          <p:nvPr/>
        </p:nvGrpSpPr>
        <p:grpSpPr>
          <a:xfrm>
            <a:off x="3711896" y="3257217"/>
            <a:ext cx="461945" cy="875605"/>
            <a:chOff x="3942321" y="2890541"/>
            <a:chExt cx="461945" cy="875605"/>
          </a:xfrm>
        </p:grpSpPr>
        <p:sp>
          <p:nvSpPr>
            <p:cNvPr id="75" name="椭圆 74">
              <a:extLst>
                <a:ext uri="{FF2B5EF4-FFF2-40B4-BE49-F238E27FC236}">
                  <a16:creationId xmlns:a16="http://schemas.microsoft.com/office/drawing/2014/main" id="{47C332D1-E368-0099-0C59-F2E6866AEB20}"/>
                </a:ext>
              </a:extLst>
            </p:cNvPr>
            <p:cNvSpPr/>
            <p:nvPr/>
          </p:nvSpPr>
          <p:spPr>
            <a:xfrm>
              <a:off x="3949209" y="2890541"/>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椭圆 75">
              <a:extLst>
                <a:ext uri="{FF2B5EF4-FFF2-40B4-BE49-F238E27FC236}">
                  <a16:creationId xmlns:a16="http://schemas.microsoft.com/office/drawing/2014/main" id="{92678F12-E487-AEDE-2902-7D370938E4B7}"/>
                </a:ext>
              </a:extLst>
            </p:cNvPr>
            <p:cNvSpPr/>
            <p:nvPr/>
          </p:nvSpPr>
          <p:spPr>
            <a:xfrm>
              <a:off x="3942321" y="3299168"/>
              <a:ext cx="455057" cy="466978"/>
            </a:xfrm>
            <a:prstGeom prst="ellipse">
              <a:avLst/>
            </a:prstGeom>
            <a:solidFill>
              <a:srgbClr val="00B050">
                <a:alpha val="10870"/>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455746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66"/>
                                        </p:tgtEl>
                                      </p:cBhvr>
                                    </p:animEffect>
                                    <p:set>
                                      <p:cBhvr>
                                        <p:cTn id="7" dur="1" fill="hold">
                                          <p:stCondLst>
                                            <p:cond delay="499"/>
                                          </p:stCondLst>
                                        </p:cTn>
                                        <p:tgtEl>
                                          <p:spTgt spid="6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7"/>
                                        </p:tgtEl>
                                      </p:cBhvr>
                                    </p:animEffect>
                                    <p:set>
                                      <p:cBhvr>
                                        <p:cTn id="10" dur="1" fill="hold">
                                          <p:stCondLst>
                                            <p:cond delay="499"/>
                                          </p:stCondLst>
                                        </p:cTn>
                                        <p:tgtEl>
                                          <p:spTgt spid="67"/>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68"/>
                                        </p:tgtEl>
                                      </p:cBhvr>
                                    </p:animEffect>
                                    <p:set>
                                      <p:cBhvr>
                                        <p:cTn id="13" dur="1" fill="hold">
                                          <p:stCondLst>
                                            <p:cond delay="499"/>
                                          </p:stCondLst>
                                        </p:cTn>
                                        <p:tgtEl>
                                          <p:spTgt spid="68"/>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70"/>
                                        </p:tgtEl>
                                      </p:cBhvr>
                                    </p:animEffect>
                                    <p:set>
                                      <p:cBhvr>
                                        <p:cTn id="16" dur="1" fill="hold">
                                          <p:stCondLst>
                                            <p:cond delay="499"/>
                                          </p:stCondLst>
                                        </p:cTn>
                                        <p:tgtEl>
                                          <p:spTgt spid="7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71"/>
                                        </p:tgtEl>
                                      </p:cBhvr>
                                    </p:animEffect>
                                    <p:set>
                                      <p:cBhvr>
                                        <p:cTn id="19" dur="1" fill="hold">
                                          <p:stCondLst>
                                            <p:cond delay="499"/>
                                          </p:stCondLst>
                                        </p:cTn>
                                        <p:tgtEl>
                                          <p:spTgt spid="7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69"/>
                                        </p:tgtEl>
                                      </p:cBhvr>
                                    </p:animEffect>
                                    <p:set>
                                      <p:cBhvr>
                                        <p:cTn id="22" dur="1" fill="hold">
                                          <p:stCondLst>
                                            <p:cond delay="499"/>
                                          </p:stCondLst>
                                        </p:cTn>
                                        <p:tgtEl>
                                          <p:spTgt spid="69"/>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74"/>
                                        </p:tgtEl>
                                      </p:cBhvr>
                                    </p:animEffect>
                                    <p:set>
                                      <p:cBhvr>
                                        <p:cTn id="25" dur="1" fill="hold">
                                          <p:stCondLst>
                                            <p:cond delay="499"/>
                                          </p:stCondLst>
                                        </p:cTn>
                                        <p:tgtEl>
                                          <p:spTgt spid="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70" grpId="0" animBg="1"/>
      <p:bldP spid="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p:txBody>
          <a:bodyPr/>
          <a:lstStyle/>
          <a:p>
            <a:r>
              <a:rPr lang="en-GB" altLang="zh-CN" b="0" dirty="0"/>
              <a:t>SLAM Principal Challenges</a:t>
            </a:r>
            <a:endParaRPr lang="en-GB" b="0" dirty="0"/>
          </a:p>
        </p:txBody>
      </p:sp>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728"/>
            <a:ext cx="7732924" cy="3118351"/>
          </a:xfrm>
        </p:spPr>
        <p:txBody>
          <a:bodyPr/>
          <a:lstStyle/>
          <a:p>
            <a:r>
              <a:rPr lang="en-GB" altLang="zh-CN" dirty="0"/>
              <a:t>From the simplified SLAM process, we can summarise its principal challenges.</a:t>
            </a:r>
          </a:p>
          <a:p>
            <a:pPr marL="285750" indent="-285750">
              <a:buFont typeface="Arial" panose="020B0604020202020204" pitchFamily="34" charset="0"/>
              <a:buChar char="•"/>
            </a:pPr>
            <a:r>
              <a:rPr lang="en-GB" altLang="zh-CN" b="1" dirty="0"/>
              <a:t>Data Association and Feature Extraction</a:t>
            </a:r>
            <a:r>
              <a:rPr lang="en-GB" altLang="zh-CN" dirty="0"/>
              <a:t>: One of the challenges in SLAM is accurately identifying and matching features in the environment across different points in time. </a:t>
            </a:r>
          </a:p>
          <a:p>
            <a:pPr marL="285750" indent="-285750">
              <a:buFont typeface="Arial" panose="020B0604020202020204" pitchFamily="34" charset="0"/>
              <a:buChar char="•"/>
            </a:pPr>
            <a:r>
              <a:rPr lang="en-GB" altLang="zh-CN" b="1" dirty="0">
                <a:solidFill>
                  <a:srgbClr val="003399"/>
                </a:solidFill>
              </a:rPr>
              <a:t>Sensor Noise and Uncertainty</a:t>
            </a:r>
            <a:r>
              <a:rPr lang="en-GB" altLang="zh-CN" dirty="0"/>
              <a:t>: All sensors have inherent limitations and are prone to noise and errors.</a:t>
            </a:r>
          </a:p>
          <a:p>
            <a:pPr marL="285750" indent="-285750">
              <a:buFont typeface="Arial" panose="020B0604020202020204" pitchFamily="34" charset="0"/>
              <a:buChar char="•"/>
            </a:pPr>
            <a:r>
              <a:rPr lang="en-GB" altLang="zh-CN" b="1" dirty="0"/>
              <a:t>Dynamic and Changing Environments</a:t>
            </a:r>
            <a:r>
              <a:rPr lang="en-GB" altLang="zh-CN" dirty="0"/>
              <a:t>: Many environments are not static but change over time, with objects moving, appearing, or disappearing.</a:t>
            </a:r>
          </a:p>
          <a:p>
            <a:pPr marL="285750" indent="-285750">
              <a:buFont typeface="Arial" panose="020B0604020202020204" pitchFamily="34" charset="0"/>
              <a:buChar char="•"/>
            </a:pPr>
            <a:r>
              <a:rPr lang="en-GB" altLang="zh-CN" b="1" dirty="0">
                <a:solidFill>
                  <a:srgbClr val="003399"/>
                </a:solidFill>
              </a:rPr>
              <a:t>Loop Closure Detection</a:t>
            </a:r>
            <a:r>
              <a:rPr lang="en-GB" altLang="zh-CN" dirty="0"/>
              <a:t>: Detecting when a device has returned to a previously visited location (loop closure) can significantly improve the accuracy of the map and the location estimate by correcting cumulative errors.</a:t>
            </a:r>
          </a:p>
        </p:txBody>
      </p:sp>
    </p:spTree>
    <p:extLst>
      <p:ext uri="{BB962C8B-B14F-4D97-AF65-F5344CB8AC3E}">
        <p14:creationId xmlns:p14="http://schemas.microsoft.com/office/powerpoint/2010/main" val="3088115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F936E13-F009-417E-B9EB-F4F2C576F0CA}"/>
              </a:ext>
            </a:extLst>
          </p:cNvPr>
          <p:cNvSpPr>
            <a:spLocks noGrp="1"/>
          </p:cNvSpPr>
          <p:nvPr>
            <p:ph type="title"/>
          </p:nvPr>
        </p:nvSpPr>
        <p:spPr/>
        <p:txBody>
          <a:bodyPr/>
          <a:lstStyle/>
          <a:p>
            <a:r>
              <a:rPr lang="en-GB" dirty="0"/>
              <a:t>SLAM Algorithms</a:t>
            </a:r>
          </a:p>
        </p:txBody>
      </p:sp>
      <p:sp>
        <p:nvSpPr>
          <p:cNvPr id="9" name="文本占位符 8">
            <a:extLst>
              <a:ext uri="{FF2B5EF4-FFF2-40B4-BE49-F238E27FC236}">
                <a16:creationId xmlns:a16="http://schemas.microsoft.com/office/drawing/2014/main" id="{EFC54EC9-92CE-49FD-D730-627A939FBF60}"/>
              </a:ext>
            </a:extLst>
          </p:cNvPr>
          <p:cNvSpPr>
            <a:spLocks noGrp="1"/>
          </p:cNvSpPr>
          <p:nvPr>
            <p:ph type="body" sz="quarter" idx="12"/>
          </p:nvPr>
        </p:nvSpPr>
        <p:spPr/>
        <p:txBody>
          <a:bodyPr/>
          <a:lstStyle/>
          <a:p>
            <a:endParaRPr lang="en-GB"/>
          </a:p>
        </p:txBody>
      </p:sp>
      <p:sp>
        <p:nvSpPr>
          <p:cNvPr id="10" name="文本占位符 9">
            <a:extLst>
              <a:ext uri="{FF2B5EF4-FFF2-40B4-BE49-F238E27FC236}">
                <a16:creationId xmlns:a16="http://schemas.microsoft.com/office/drawing/2014/main" id="{AD86A1E9-38A2-AF8C-00D5-9E42D7584762}"/>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3952813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a:xfrm>
            <a:off x="628649" y="559420"/>
            <a:ext cx="7732925" cy="630335"/>
          </a:xfrm>
        </p:spPr>
        <p:txBody>
          <a:bodyPr/>
          <a:lstStyle/>
          <a:p>
            <a:r>
              <a:rPr lang="en-GB" altLang="zh-CN" b="0" dirty="0"/>
              <a:t>EKF SLAM </a:t>
            </a:r>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0" y="1465263"/>
                <a:ext cx="7732713" cy="3173972"/>
              </a:xfrm>
            </p:spPr>
            <p:txBody>
              <a:bodyPr/>
              <a:lstStyle/>
              <a:p>
                <a:r>
                  <a:rPr lang="en-GB" altLang="zh-CN" dirty="0"/>
                  <a:t>EKF SLAM (Extended Kalman Filter Simultaneous Localisation and Mapping) is a sophisticated technique that utilises the Extended Kalman Filter to concurrently estimate a robot's location and map its environment in real-time, despite the inherent non-linearity of the task.</a:t>
                </a:r>
              </a:p>
              <a:p>
                <a:r>
                  <a:rPr lang="en-GB" altLang="zh-CN" dirty="0"/>
                  <a:t>The key idea in EKF SLAM is to extend the state vector </a:t>
                </a:r>
                <a:r>
                  <a:rPr lang="en-GB" altLang="zh-CN" dirty="0">
                    <a:solidFill>
                      <a:srgbClr val="003399"/>
                    </a:solidFill>
                  </a:rPr>
                  <a:t>from the robot’s position </a:t>
                </a:r>
                <a:r>
                  <a:rPr lang="en-GB" altLang="zh-CN" dirty="0"/>
                  <a:t>(and potentially pose) </a:t>
                </a:r>
                <a:r>
                  <a:rPr lang="en-GB" altLang="zh-CN" dirty="0">
                    <a:solidFill>
                      <a:srgbClr val="003399"/>
                    </a:solidFill>
                  </a:rPr>
                  <a:t>to contain the position of all landmarks</a:t>
                </a:r>
                <a:r>
                  <a:rPr lang="en-GB" altLang="zh-CN" dirty="0"/>
                  <a:t>. </a:t>
                </a:r>
              </a:p>
              <a:p>
                <a:r>
                  <a:rPr lang="en-GB" altLang="zh-CN" dirty="0"/>
                  <a:t>That is, in Kalman Filter: </a:t>
                </a:r>
                <a14:m>
                  <m:oMath xmlns:m="http://schemas.openxmlformats.org/officeDocument/2006/math">
                    <m:sSub>
                      <m:sSubPr>
                        <m:ctrlPr>
                          <a:rPr lang="en-GB" altLang="zh-CN" sz="1600" i="1" smtClean="0">
                            <a:solidFill>
                              <a:srgbClr val="003399"/>
                            </a:solidFill>
                            <a:latin typeface="Cambria Math" panose="02040503050406030204" pitchFamily="18" charset="0"/>
                          </a:rPr>
                        </m:ctrlPr>
                      </m:sSubPr>
                      <m:e>
                        <m:acc>
                          <m:accPr>
                            <m:chr m:val="̂"/>
                            <m:ctrlPr>
                              <a:rPr lang="en-GB" altLang="zh-CN" sz="1600" i="1">
                                <a:solidFill>
                                  <a:srgbClr val="003399"/>
                                </a:solidFill>
                                <a:latin typeface="Cambria Math" panose="02040503050406030204" pitchFamily="18" charset="0"/>
                              </a:rPr>
                            </m:ctrlPr>
                          </m:accPr>
                          <m:e>
                            <m:r>
                              <a:rPr lang="en-GB" altLang="zh-CN" sz="1600" i="1">
                                <a:solidFill>
                                  <a:srgbClr val="003399"/>
                                </a:solidFill>
                                <a:latin typeface="Cambria Math" panose="02040503050406030204" pitchFamily="18" charset="0"/>
                              </a:rPr>
                              <m:t>𝑥</m:t>
                            </m:r>
                          </m:e>
                        </m:acc>
                      </m:e>
                      <m:sub>
                        <m:r>
                          <a:rPr lang="en-GB" altLang="zh-CN" sz="1600" i="1">
                            <a:solidFill>
                              <a:srgbClr val="003399"/>
                            </a:solidFill>
                            <a:latin typeface="Cambria Math" panose="02040503050406030204" pitchFamily="18" charset="0"/>
                          </a:rPr>
                          <m:t>𝑘</m:t>
                        </m:r>
                      </m:sub>
                    </m:sSub>
                    <m:r>
                      <a:rPr lang="en-GB" altLang="zh-CN" sz="1600" b="0" i="1" smtClean="0">
                        <a:solidFill>
                          <a:srgbClr val="003399"/>
                        </a:solidFill>
                        <a:latin typeface="Cambria Math" panose="02040503050406030204" pitchFamily="18" charset="0"/>
                      </a:rPr>
                      <m:t>=</m:t>
                    </m:r>
                    <m:sSup>
                      <m:sSupPr>
                        <m:ctrlPr>
                          <a:rPr lang="en-GB" altLang="zh-CN" sz="1600" b="0" i="1" smtClean="0">
                            <a:solidFill>
                              <a:srgbClr val="003399"/>
                            </a:solidFill>
                            <a:latin typeface="Cambria Math" panose="02040503050406030204" pitchFamily="18" charset="0"/>
                          </a:rPr>
                        </m:ctrlPr>
                      </m:sSupPr>
                      <m:e>
                        <m:d>
                          <m:dPr>
                            <m:begChr m:val="["/>
                            <m:endChr m:val="]"/>
                            <m:ctrlPr>
                              <a:rPr lang="en-GB" altLang="zh-CN" sz="1600" b="0" i="1" smtClean="0">
                                <a:solidFill>
                                  <a:srgbClr val="003399"/>
                                </a:solidFill>
                                <a:latin typeface="Cambria Math" panose="02040503050406030204" pitchFamily="18" charset="0"/>
                              </a:rPr>
                            </m:ctrlPr>
                          </m:dPr>
                          <m:e>
                            <m:r>
                              <a:rPr lang="en-GB" altLang="zh-CN" sz="1600" b="0" i="1" smtClean="0">
                                <a:solidFill>
                                  <a:srgbClr val="003399"/>
                                </a:solidFill>
                                <a:latin typeface="Cambria Math" panose="02040503050406030204" pitchFamily="18" charset="0"/>
                              </a:rPr>
                              <m:t>𝑥</m:t>
                            </m:r>
                            <m:r>
                              <a:rPr lang="en-GB" altLang="zh-CN" sz="1600" b="0" i="1" smtClean="0">
                                <a:solidFill>
                                  <a:srgbClr val="003399"/>
                                </a:solidFill>
                                <a:latin typeface="Cambria Math" panose="02040503050406030204" pitchFamily="18" charset="0"/>
                              </a:rPr>
                              <m:t>,</m:t>
                            </m:r>
                            <m:r>
                              <a:rPr lang="en-GB" altLang="zh-CN" sz="1600" b="0" i="1" smtClean="0">
                                <a:solidFill>
                                  <a:srgbClr val="003399"/>
                                </a:solidFill>
                                <a:latin typeface="Cambria Math" panose="02040503050406030204" pitchFamily="18" charset="0"/>
                              </a:rPr>
                              <m:t>𝑦</m:t>
                            </m:r>
                            <m:r>
                              <a:rPr lang="en-GB" altLang="zh-CN" sz="1600" b="0" i="1" smtClean="0">
                                <a:solidFill>
                                  <a:srgbClr val="003399"/>
                                </a:solidFill>
                                <a:latin typeface="Cambria Math" panose="02040503050406030204" pitchFamily="18" charset="0"/>
                              </a:rPr>
                              <m:t>,</m:t>
                            </m:r>
                            <m:r>
                              <a:rPr lang="en-GB" altLang="zh-CN" sz="1600" b="0" i="1" smtClean="0">
                                <a:solidFill>
                                  <a:srgbClr val="003399"/>
                                </a:solidFill>
                                <a:latin typeface="Cambria Math" panose="02040503050406030204" pitchFamily="18" charset="0"/>
                              </a:rPr>
                              <m:t>𝜃</m:t>
                            </m:r>
                          </m:e>
                        </m:d>
                      </m:e>
                      <m:sup>
                        <m:r>
                          <a:rPr lang="en-GB" altLang="zh-CN" sz="1600" b="0" i="1" smtClean="0">
                            <a:solidFill>
                              <a:srgbClr val="003399"/>
                            </a:solidFill>
                            <a:latin typeface="Cambria Math" panose="02040503050406030204" pitchFamily="18" charset="0"/>
                          </a:rPr>
                          <m:t>𝑇</m:t>
                        </m:r>
                      </m:sup>
                    </m:sSup>
                  </m:oMath>
                </a14:m>
                <a:r>
                  <a:rPr lang="en-GB" altLang="zh-CN" dirty="0"/>
                  <a:t>, where </a:t>
                </a:r>
                <a14:m>
                  <m:oMath xmlns:m="http://schemas.openxmlformats.org/officeDocument/2006/math">
                    <m:r>
                      <m:rPr>
                        <m:brk m:alnAt="7"/>
                      </m:rPr>
                      <a:rPr lang="en-GB" altLang="zh-CN" i="1">
                        <a:latin typeface="Cambria Math" panose="02040503050406030204" pitchFamily="18" charset="0"/>
                      </a:rPr>
                      <m:t>𝑥</m:t>
                    </m:r>
                  </m:oMath>
                </a14:m>
                <a:r>
                  <a:rPr lang="en-GB" altLang="zh-CN" dirty="0"/>
                  <a:t>, </a:t>
                </a:r>
                <a14:m>
                  <m:oMath xmlns:m="http://schemas.openxmlformats.org/officeDocument/2006/math">
                    <m:r>
                      <a:rPr lang="en-GB" altLang="zh-CN" b="0" i="1" smtClean="0">
                        <a:latin typeface="Cambria Math" panose="02040503050406030204" pitchFamily="18" charset="0"/>
                      </a:rPr>
                      <m:t>𝑦</m:t>
                    </m:r>
                  </m:oMath>
                </a14:m>
                <a:r>
                  <a:rPr lang="en-GB" altLang="zh-CN" dirty="0"/>
                  <a:t> denote the robot position, and </a:t>
                </a:r>
                <a14:m>
                  <m:oMath xmlns:m="http://schemas.openxmlformats.org/officeDocument/2006/math">
                    <m:r>
                      <a:rPr lang="en-GB" altLang="zh-CN" b="0" i="1" smtClean="0">
                        <a:solidFill>
                          <a:srgbClr val="003399"/>
                        </a:solidFill>
                        <a:latin typeface="Cambria Math" panose="02040503050406030204" pitchFamily="18" charset="0"/>
                      </a:rPr>
                      <m:t>𝜃</m:t>
                    </m:r>
                  </m:oMath>
                </a14:m>
                <a:r>
                  <a:rPr lang="en-GB" altLang="zh-CN" dirty="0"/>
                  <a:t> denotes the robot orientation. </a:t>
                </a:r>
              </a:p>
              <a:p>
                <a:r>
                  <a:rPr lang="en-GB" altLang="zh-CN" dirty="0"/>
                  <a:t>In EKF SLAM, </a:t>
                </a:r>
              </a:p>
              <a:p>
                <a:pPr/>
                <a14:m>
                  <m:oMathPara xmlns:m="http://schemas.openxmlformats.org/officeDocument/2006/math">
                    <m:oMathParaPr>
                      <m:jc m:val="centerGroup"/>
                    </m:oMathParaPr>
                    <m:oMath xmlns:m="http://schemas.openxmlformats.org/officeDocument/2006/math">
                      <m:sSub>
                        <m:sSubPr>
                          <m:ctrlPr>
                            <a:rPr lang="en-GB" altLang="zh-CN" sz="1600" i="1" smtClean="0">
                              <a:solidFill>
                                <a:srgbClr val="003399"/>
                              </a:solidFill>
                              <a:latin typeface="Cambria Math" panose="02040503050406030204" pitchFamily="18" charset="0"/>
                            </a:rPr>
                          </m:ctrlPr>
                        </m:sSubPr>
                        <m:e>
                          <m:acc>
                            <m:accPr>
                              <m:chr m:val="̂"/>
                              <m:ctrlPr>
                                <a:rPr lang="en-GB" altLang="zh-CN" sz="1600" i="1">
                                  <a:solidFill>
                                    <a:srgbClr val="003399"/>
                                  </a:solidFill>
                                  <a:latin typeface="Cambria Math" panose="02040503050406030204" pitchFamily="18" charset="0"/>
                                </a:rPr>
                              </m:ctrlPr>
                            </m:accPr>
                            <m:e>
                              <m:r>
                                <a:rPr lang="en-GB" altLang="zh-CN" sz="1600" i="1">
                                  <a:solidFill>
                                    <a:srgbClr val="003399"/>
                                  </a:solidFill>
                                  <a:latin typeface="Cambria Math" panose="02040503050406030204" pitchFamily="18" charset="0"/>
                                </a:rPr>
                                <m:t>𝑥</m:t>
                              </m:r>
                            </m:e>
                          </m:acc>
                        </m:e>
                        <m:sub>
                          <m:r>
                            <a:rPr lang="en-GB" altLang="zh-CN" sz="1600" i="1">
                              <a:solidFill>
                                <a:srgbClr val="003399"/>
                              </a:solidFill>
                              <a:latin typeface="Cambria Math" panose="02040503050406030204" pitchFamily="18" charset="0"/>
                            </a:rPr>
                            <m:t>𝑘</m:t>
                          </m:r>
                        </m:sub>
                      </m:sSub>
                      <m:r>
                        <a:rPr lang="en-GB" altLang="zh-CN" sz="1600" b="0" i="1" smtClean="0">
                          <a:solidFill>
                            <a:srgbClr val="003399"/>
                          </a:solidFill>
                          <a:latin typeface="Cambria Math" panose="02040503050406030204" pitchFamily="18" charset="0"/>
                        </a:rPr>
                        <m:t>=</m:t>
                      </m:r>
                      <m:sSup>
                        <m:sSupPr>
                          <m:ctrlPr>
                            <a:rPr lang="en-GB" altLang="zh-CN" sz="1600" b="0" i="1" smtClean="0">
                              <a:solidFill>
                                <a:srgbClr val="003399"/>
                              </a:solidFill>
                              <a:latin typeface="Cambria Math" panose="02040503050406030204" pitchFamily="18" charset="0"/>
                            </a:rPr>
                          </m:ctrlPr>
                        </m:sSupPr>
                        <m:e>
                          <m:d>
                            <m:dPr>
                              <m:begChr m:val="["/>
                              <m:endChr m:val="]"/>
                              <m:ctrlPr>
                                <a:rPr lang="en-GB" altLang="zh-CN" i="1">
                                  <a:solidFill>
                                    <a:srgbClr val="003399"/>
                                  </a:solidFill>
                                  <a:latin typeface="Cambria Math" panose="02040503050406030204" pitchFamily="18" charset="0"/>
                                </a:rPr>
                              </m:ctrlPr>
                            </m:dPr>
                            <m:e>
                              <m:r>
                                <a:rPr lang="en-GB" altLang="zh-CN" i="1">
                                  <a:solidFill>
                                    <a:srgbClr val="003399"/>
                                  </a:solidFill>
                                  <a:latin typeface="Cambria Math" panose="02040503050406030204" pitchFamily="18" charset="0"/>
                                </a:rPr>
                                <m:t>𝑥</m:t>
                              </m:r>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𝑦</m:t>
                              </m:r>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𝜃</m:t>
                              </m:r>
                              <m:r>
                                <a:rPr lang="en-GB" altLang="zh-CN" b="0" i="1" smtClean="0">
                                  <a:solidFill>
                                    <a:srgbClr val="003399"/>
                                  </a:solidFill>
                                  <a:latin typeface="Cambria Math" panose="02040503050406030204" pitchFamily="18" charset="0"/>
                                </a:rPr>
                                <m:t>,</m:t>
                              </m:r>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𝛼</m:t>
                                  </m:r>
                                </m:e>
                                <m:sub>
                                  <m:r>
                                    <a:rPr lang="en-GB" altLang="zh-CN" b="0" i="1" smtClean="0">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𝛽</m:t>
                                  </m:r>
                                </m:e>
                                <m:sub>
                                  <m:r>
                                    <a:rPr lang="en-GB" altLang="zh-CN" b="0" i="1" smtClean="0">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𝛼</m:t>
                                  </m:r>
                                </m:e>
                                <m:sub>
                                  <m:r>
                                    <a:rPr lang="en-GB" altLang="zh-CN" b="0" i="1" smtClean="0">
                                      <a:solidFill>
                                        <a:srgbClr val="003399"/>
                                      </a:solidFill>
                                      <a:latin typeface="Cambria Math" panose="02040503050406030204" pitchFamily="18" charset="0"/>
                                    </a:rPr>
                                    <m:t>2</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𝛽</m:t>
                                  </m:r>
                                </m:e>
                                <m:sub>
                                  <m:r>
                                    <a:rPr lang="en-GB" altLang="zh-CN" b="0" i="1" smtClean="0">
                                      <a:solidFill>
                                        <a:srgbClr val="003399"/>
                                      </a:solidFill>
                                      <a:latin typeface="Cambria Math" panose="02040503050406030204" pitchFamily="18" charset="0"/>
                                    </a:rPr>
                                    <m:t>2</m:t>
                                  </m:r>
                                </m:sub>
                              </m:sSub>
                              <m:r>
                                <a:rPr lang="en-GB" altLang="zh-CN" b="0" i="1" smtClean="0">
                                  <a:solidFill>
                                    <a:srgbClr val="003399"/>
                                  </a:solidFill>
                                  <a:latin typeface="Cambria Math" panose="02040503050406030204" pitchFamily="18" charset="0"/>
                                </a:rPr>
                                <m:t>,…</m:t>
                              </m:r>
                            </m:e>
                          </m:d>
                        </m:e>
                        <m:sup>
                          <m:r>
                            <a:rPr lang="en-GB" altLang="zh-CN" sz="1600" b="0" i="1" smtClean="0">
                              <a:solidFill>
                                <a:srgbClr val="003399"/>
                              </a:solidFill>
                              <a:latin typeface="Cambria Math" panose="02040503050406030204" pitchFamily="18" charset="0"/>
                            </a:rPr>
                            <m:t>𝑇</m:t>
                          </m:r>
                        </m:sup>
                      </m:sSup>
                    </m:oMath>
                  </m:oMathPara>
                </a14:m>
                <a:endParaRPr lang="en-GB" altLang="zh-CN" dirty="0"/>
              </a:p>
              <a:p>
                <a:r>
                  <a:rPr lang="en-GB" altLang="zh-CN" dirty="0"/>
                  <a:t>where </a:t>
                </a:r>
                <a14:m>
                  <m:oMath xmlns:m="http://schemas.openxmlformats.org/officeDocument/2006/math">
                    <m:sSub>
                      <m:sSubPr>
                        <m:ctrlPr>
                          <a:rPr lang="en-GB" altLang="zh-CN" b="0"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𝛼</m:t>
                        </m:r>
                      </m:e>
                      <m:sub>
                        <m:r>
                          <a:rPr lang="en-GB" altLang="zh-CN" b="0" i="1" smtClean="0">
                            <a:solidFill>
                              <a:srgbClr val="003399"/>
                            </a:solidFill>
                            <a:latin typeface="Cambria Math" panose="02040503050406030204" pitchFamily="18" charset="0"/>
                          </a:rPr>
                          <m:t>𝑖</m:t>
                        </m:r>
                      </m:sub>
                    </m:sSub>
                  </m:oMath>
                </a14:m>
                <a:r>
                  <a:rPr lang="en-GB" altLang="zh-CN" dirty="0"/>
                  <a:t>, </a:t>
                </a:r>
                <a14:m>
                  <m:oMath xmlns:m="http://schemas.openxmlformats.org/officeDocument/2006/math">
                    <m:sSub>
                      <m:sSubPr>
                        <m:ctrlPr>
                          <a:rPr lang="en-GB" altLang="zh-CN" b="0"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𝛽</m:t>
                        </m:r>
                      </m:e>
                      <m:sub>
                        <m:r>
                          <a:rPr lang="en-GB" altLang="zh-CN" b="0" i="1" smtClean="0">
                            <a:solidFill>
                              <a:srgbClr val="003399"/>
                            </a:solidFill>
                            <a:latin typeface="Cambria Math" panose="02040503050406030204" pitchFamily="18" charset="0"/>
                          </a:rPr>
                          <m:t>𝑖</m:t>
                        </m:r>
                      </m:sub>
                    </m:sSub>
                  </m:oMath>
                </a14:m>
                <a:r>
                  <a:rPr lang="en-GB" altLang="zh-CN" dirty="0"/>
                  <a:t> denote the position of the landmark </a:t>
                </a:r>
                <a14:m>
                  <m:oMath xmlns:m="http://schemas.openxmlformats.org/officeDocument/2006/math">
                    <m:r>
                      <a:rPr lang="en-GB" altLang="zh-CN" b="0" i="1" smtClean="0">
                        <a:solidFill>
                          <a:srgbClr val="003399"/>
                        </a:solidFill>
                        <a:latin typeface="Cambria Math" panose="02040503050406030204" pitchFamily="18" charset="0"/>
                      </a:rPr>
                      <m:t>𝑖</m:t>
                    </m:r>
                  </m:oMath>
                </a14:m>
                <a:r>
                  <a:rPr lang="en-GB" altLang="zh-CN" dirty="0"/>
                  <a:t>. </a:t>
                </a:r>
              </a:p>
            </p:txBody>
          </p:sp>
        </mc:Choice>
        <mc:Fallback xmlns="">
          <p:sp>
            <p:nvSpPr>
              <p:cNvPr id="6" name="文本占位符 5">
                <a:extLst>
                  <a:ext uri="{FF2B5EF4-FFF2-40B4-BE49-F238E27FC236}">
                    <a16:creationId xmlns:a16="http://schemas.microsoft.com/office/drawing/2014/main" id="{E293570C-42D9-947C-EC74-1CA945AD64BF}"/>
                  </a:ext>
                </a:extLst>
              </p:cNvPr>
              <p:cNvSpPr>
                <a:spLocks noGrp="1" noRot="1" noChangeAspect="1" noMove="1" noResize="1" noEditPoints="1" noAdjustHandles="1" noChangeArrowheads="1" noChangeShapeType="1" noTextEdit="1"/>
              </p:cNvSpPr>
              <p:nvPr>
                <p:ph type="body" sz="quarter" idx="10"/>
              </p:nvPr>
            </p:nvSpPr>
            <p:spPr>
              <a:xfrm>
                <a:off x="628650" y="1465263"/>
                <a:ext cx="7732713" cy="3173972"/>
              </a:xfrm>
              <a:blipFill>
                <a:blip r:embed="rId3"/>
                <a:stretch>
                  <a:fillRect l="-328" t="-1594" r="-3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0779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F0A1F7-E3AB-2039-35A4-C0E21BF330FE}"/>
              </a:ext>
            </a:extLst>
          </p:cNvPr>
          <p:cNvSpPr>
            <a:spLocks noGrp="1"/>
          </p:cNvSpPr>
          <p:nvPr>
            <p:ph type="title"/>
          </p:nvPr>
        </p:nvSpPr>
        <p:spPr>
          <a:xfrm>
            <a:off x="628649" y="559420"/>
            <a:ext cx="7732925" cy="630335"/>
          </a:xfrm>
        </p:spPr>
        <p:txBody>
          <a:bodyPr/>
          <a:lstStyle/>
          <a:p>
            <a:r>
              <a:rPr lang="en-GB" altLang="zh-CN" b="0" dirty="0"/>
              <a:t>EKF SLAM </a:t>
            </a:r>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E293570C-42D9-947C-EC74-1CA945AD64BF}"/>
                  </a:ext>
                </a:extLst>
              </p:cNvPr>
              <p:cNvSpPr>
                <a:spLocks noGrp="1"/>
              </p:cNvSpPr>
              <p:nvPr>
                <p:ph type="body" sz="quarter" idx="10"/>
              </p:nvPr>
            </p:nvSpPr>
            <p:spPr>
              <a:xfrm>
                <a:off x="628651" y="1465263"/>
                <a:ext cx="4938432" cy="2841625"/>
              </a:xfrm>
            </p:spPr>
            <p:txBody>
              <a:bodyPr/>
              <a:lstStyle/>
              <a:p>
                <a:r>
                  <a:rPr lang="en-GB" altLang="zh-CN" dirty="0"/>
                  <a:t>Just like Kalman Filter, EKF SLAM also has two phases: </a:t>
                </a:r>
                <a:r>
                  <a:rPr lang="en-GB" altLang="zh-CN" dirty="0">
                    <a:solidFill>
                      <a:srgbClr val="003399"/>
                    </a:solidFill>
                  </a:rPr>
                  <a:t>Prediction</a:t>
                </a:r>
                <a:r>
                  <a:rPr lang="en-GB" altLang="zh-CN" dirty="0"/>
                  <a:t> and </a:t>
                </a:r>
                <a:r>
                  <a:rPr lang="en-GB" altLang="zh-CN" dirty="0">
                    <a:solidFill>
                      <a:srgbClr val="003399"/>
                    </a:solidFill>
                  </a:rPr>
                  <a:t>Updating</a:t>
                </a:r>
                <a:r>
                  <a:rPr lang="en-GB" altLang="zh-CN" dirty="0"/>
                  <a:t>.</a:t>
                </a:r>
              </a:p>
              <a:p>
                <a:r>
                  <a:rPr lang="en-GB" altLang="zh-CN" dirty="0"/>
                  <a:t>The </a:t>
                </a:r>
                <a:r>
                  <a:rPr lang="en-GB" altLang="zh-CN" dirty="0">
                    <a:solidFill>
                      <a:srgbClr val="003399"/>
                    </a:solidFill>
                  </a:rPr>
                  <a:t>prediction</a:t>
                </a:r>
                <a:r>
                  <a:rPr lang="en-GB" altLang="zh-CN" dirty="0"/>
                  <a:t> phase is the same as of Kalman Filter. Since the landmarks do not move </a:t>
                </a:r>
                <a14:m>
                  <m:oMath xmlns:m="http://schemas.openxmlformats.org/officeDocument/2006/math">
                    <m:r>
                      <a:rPr lang="en-GB" altLang="zh-CN" sz="1600" i="1" smtClean="0">
                        <a:solidFill>
                          <a:schemeClr val="tx1"/>
                        </a:solidFill>
                        <a:latin typeface="Cambria Math" panose="02040503050406030204" pitchFamily="18" charset="0"/>
                      </a:rPr>
                      <m:t>𝐹</m:t>
                    </m:r>
                  </m:oMath>
                </a14:m>
                <a:r>
                  <a:rPr lang="en-GB" altLang="zh-CN" dirty="0"/>
                  <a:t> and </a:t>
                </a:r>
                <a14:m>
                  <m:oMath xmlns:m="http://schemas.openxmlformats.org/officeDocument/2006/math">
                    <m:r>
                      <a:rPr lang="en-GB" altLang="zh-CN" i="1">
                        <a:latin typeface="Cambria Math" panose="02040503050406030204" pitchFamily="18" charset="0"/>
                      </a:rPr>
                      <m:t>𝐵</m:t>
                    </m:r>
                  </m:oMath>
                </a14:m>
                <a:r>
                  <a:rPr lang="en-GB" altLang="zh-CN" dirty="0"/>
                  <a:t>, and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𝑘</m:t>
                        </m:r>
                      </m:sub>
                    </m:sSub>
                  </m:oMath>
                </a14:m>
                <a:r>
                  <a:rPr lang="en-GB" altLang="zh-CN" dirty="0"/>
                  <a:t> do not involve any operations </a:t>
                </a:r>
                <a:r>
                  <a:rPr lang="en-GB" altLang="zh-CN" dirty="0">
                    <a:solidFill>
                      <a:schemeClr val="tx1"/>
                    </a:solidFill>
                  </a:rPr>
                  <a:t>on </a:t>
                </a: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𝛼</m:t>
                        </m:r>
                      </m:e>
                      <m:sub>
                        <m:r>
                          <a:rPr lang="en-GB" altLang="zh-CN" i="1">
                            <a:solidFill>
                              <a:schemeClr val="tx1"/>
                            </a:solidFill>
                            <a:latin typeface="Cambria Math" panose="02040503050406030204" pitchFamily="18" charset="0"/>
                          </a:rPr>
                          <m:t>𝑖</m:t>
                        </m:r>
                      </m:sub>
                    </m:sSub>
                  </m:oMath>
                </a14:m>
                <a:r>
                  <a:rPr lang="en-GB" altLang="zh-CN" dirty="0">
                    <a:solidFill>
                      <a:schemeClr val="tx1"/>
                    </a:solidFill>
                  </a:rPr>
                  <a:t> and </a:t>
                </a: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𝛽</m:t>
                        </m:r>
                      </m:e>
                      <m:sub>
                        <m:r>
                          <a:rPr lang="en-GB" altLang="zh-CN" i="1">
                            <a:solidFill>
                              <a:schemeClr val="tx1"/>
                            </a:solidFill>
                            <a:latin typeface="Cambria Math" panose="02040503050406030204" pitchFamily="18" charset="0"/>
                          </a:rPr>
                          <m:t>𝑖</m:t>
                        </m:r>
                      </m:sub>
                    </m:sSub>
                  </m:oMath>
                </a14:m>
                <a:r>
                  <a:rPr lang="en-GB" altLang="zh-CN" dirty="0">
                    <a:solidFill>
                      <a:schemeClr val="tx1"/>
                    </a:solidFill>
                  </a:rPr>
                  <a:t>.</a:t>
                </a:r>
              </a:p>
              <a:p>
                <a:r>
                  <a:rPr lang="en-GB" altLang="zh-CN" dirty="0"/>
                  <a:t>The </a:t>
                </a:r>
                <a:r>
                  <a:rPr lang="en-GB" altLang="zh-CN" sz="1600" dirty="0">
                    <a:solidFill>
                      <a:srgbClr val="003399"/>
                    </a:solidFill>
                  </a:rPr>
                  <a:t>updating </a:t>
                </a:r>
                <a:r>
                  <a:rPr lang="en-GB" altLang="zh-CN" dirty="0"/>
                  <a:t>phase considers the observations of the landmarks, which is reflected in </a:t>
                </a:r>
                <a14:m>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𝑧</m:t>
                        </m:r>
                      </m:e>
                      <m:sub>
                        <m:r>
                          <a:rPr lang="en-GB" altLang="zh-CN" sz="1600" i="1">
                            <a:solidFill>
                              <a:schemeClr val="tx1"/>
                            </a:solidFill>
                            <a:latin typeface="Cambria Math" panose="02040503050406030204" pitchFamily="18" charset="0"/>
                          </a:rPr>
                          <m:t>𝑘</m:t>
                        </m:r>
                      </m:sub>
                    </m:sSub>
                  </m:oMath>
                </a14:m>
                <a:r>
                  <a:rPr lang="en-GB" altLang="zh-CN" dirty="0"/>
                  <a:t>. So,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oMath>
                </a14:m>
                <a:r>
                  <a:rPr lang="en-GB" altLang="zh-CN" dirty="0"/>
                  <a:t> and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𝐾</m:t>
                        </m:r>
                      </m:e>
                      <m:sub>
                        <m:r>
                          <a:rPr lang="en-GB" altLang="zh-CN" i="1">
                            <a:latin typeface="Cambria Math" panose="02040503050406030204" pitchFamily="18" charset="0"/>
                          </a:rPr>
                          <m:t>𝑘</m:t>
                        </m:r>
                      </m:sub>
                    </m:sSub>
                  </m:oMath>
                </a14:m>
                <a:r>
                  <a:rPr lang="en-GB" altLang="zh-CN" dirty="0"/>
                  <a:t> also involve the corresponding changes.</a:t>
                </a:r>
              </a:p>
            </p:txBody>
          </p:sp>
        </mc:Choice>
        <mc:Fallback xmlns="">
          <p:sp>
            <p:nvSpPr>
              <p:cNvPr id="6" name="文本占位符 5">
                <a:extLst>
                  <a:ext uri="{FF2B5EF4-FFF2-40B4-BE49-F238E27FC236}">
                    <a16:creationId xmlns:a16="http://schemas.microsoft.com/office/drawing/2014/main" id="{E293570C-42D9-947C-EC74-1CA945AD64BF}"/>
                  </a:ext>
                </a:extLst>
              </p:cNvPr>
              <p:cNvSpPr>
                <a:spLocks noGrp="1" noRot="1" noChangeAspect="1" noMove="1" noResize="1" noEditPoints="1" noAdjustHandles="1" noChangeArrowheads="1" noChangeShapeType="1" noTextEdit="1"/>
              </p:cNvSpPr>
              <p:nvPr>
                <p:ph type="body" sz="quarter" idx="10"/>
              </p:nvPr>
            </p:nvSpPr>
            <p:spPr>
              <a:xfrm>
                <a:off x="628651" y="1465263"/>
                <a:ext cx="4938432" cy="2841625"/>
              </a:xfrm>
              <a:blipFill>
                <a:blip r:embed="rId3"/>
                <a:stretch>
                  <a:fillRect l="-513" t="-1778" r="-1026"/>
                </a:stretch>
              </a:blipFill>
            </p:spPr>
            <p:txBody>
              <a:bodyPr/>
              <a:lstStyle/>
              <a:p>
                <a:r>
                  <a:rPr lang="en-GB">
                    <a:noFill/>
                  </a:rPr>
                  <a:t> </a:t>
                </a:r>
              </a:p>
            </p:txBody>
          </p:sp>
        </mc:Fallback>
      </mc:AlternateContent>
      <p:sp>
        <p:nvSpPr>
          <p:cNvPr id="2" name="圆角矩形 1">
            <a:extLst>
              <a:ext uri="{FF2B5EF4-FFF2-40B4-BE49-F238E27FC236}">
                <a16:creationId xmlns:a16="http://schemas.microsoft.com/office/drawing/2014/main" id="{DEEADAE4-1D03-2D6C-E9E9-0DEA38706F14}"/>
              </a:ext>
            </a:extLst>
          </p:cNvPr>
          <p:cNvSpPr/>
          <p:nvPr/>
        </p:nvSpPr>
        <p:spPr>
          <a:xfrm>
            <a:off x="5708060" y="1520912"/>
            <a:ext cx="2732919" cy="2282027"/>
          </a:xfrm>
          <a:prstGeom prst="roundRect">
            <a:avLst>
              <a:gd name="adj" fmla="val 2292"/>
            </a:avLst>
          </a:prstGeom>
          <a:solidFill>
            <a:schemeClr val="accent4">
              <a:alpha val="482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8F92EB8-7681-C2DA-9928-D15D7A870590}"/>
                  </a:ext>
                </a:extLst>
              </p:cNvPr>
              <p:cNvSpPr txBox="1"/>
              <p:nvPr/>
            </p:nvSpPr>
            <p:spPr>
              <a:xfrm>
                <a:off x="5708058" y="1546637"/>
                <a:ext cx="2732921" cy="2244332"/>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Kalman Filter </a:t>
                </a:r>
              </a:p>
              <a:p>
                <a:pPr>
                  <a:lnSpc>
                    <a:spcPct val="120000"/>
                  </a:lnSpc>
                </a:pPr>
                <a:r>
                  <a:rPr lang="en-GB" altLang="zh-CN" sz="1400" dirty="0">
                    <a:solidFill>
                      <a:srgbClr val="003399"/>
                    </a:solidFill>
                    <a:latin typeface="Cambria Math" panose="02040503050406030204" pitchFamily="18" charset="0"/>
                  </a:rPr>
                  <a:t>Prediction</a:t>
                </a: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𝐵</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sSup>
                        <m:sSupPr>
                          <m:ctrlPr>
                            <a:rPr lang="en-GB" altLang="zh-CN" sz="1400" i="1">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𝐹</m:t>
                          </m:r>
                        </m:e>
                        <m:sup>
                          <m:r>
                            <a:rPr lang="en-GB" altLang="zh-CN" sz="1400" i="1">
                              <a:solidFill>
                                <a:schemeClr val="tx1"/>
                              </a:solidFill>
                              <a:latin typeface="Cambria Math" panose="02040503050406030204" pitchFamily="18" charset="0"/>
                            </a:rPr>
                            <m:t>𝑇</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𝑄</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nSpc>
                    <a:spcPct val="120000"/>
                  </a:lnSpc>
                </a:pPr>
                <a:r>
                  <a:rPr lang="en-GB" altLang="zh-CN"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r>
                        <a:rPr lang="en-GB" altLang="zh-CN" sz="1400" b="0" i="1" smtClean="0">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 </m:t>
                      </m:r>
                      <m:sSubSup>
                        <m:sSubSupPr>
                          <m:ctrlPr>
                            <a:rPr lang="en-GB" altLang="zh-CN" sz="1400" i="1">
                              <a:solidFill>
                                <a:schemeClr val="tx1"/>
                              </a:solidFill>
                              <a:latin typeface="Cambria Math" panose="02040503050406030204" pitchFamily="18" charset="0"/>
                            </a:rPr>
                          </m:ctrlPr>
                        </m:sSubSup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up>
                          <m:r>
                            <a:rPr lang="en-GB" altLang="zh-CN" sz="1400" i="1">
                              <a:solidFill>
                                <a:schemeClr val="tx1"/>
                              </a:solidFill>
                              <a:latin typeface="Cambria Math" panose="02040503050406030204" pitchFamily="18" charset="0"/>
                            </a:rPr>
                            <m:t>𝑇</m:t>
                          </m:r>
                        </m:sup>
                      </m:sSubSup>
                      <m:sSup>
                        <m:sSupPr>
                          <m:ctrlPr>
                            <a:rPr lang="en-GB" altLang="zh-CN" sz="1400" i="1">
                              <a:solidFill>
                                <a:schemeClr val="tx1"/>
                              </a:solidFill>
                              <a:latin typeface="Cambria Math" panose="02040503050406030204" pitchFamily="18" charset="0"/>
                            </a:rPr>
                          </m:ctrlPr>
                        </m:sSupPr>
                        <m:e>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 </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 </m:t>
                              </m:r>
                              <m:sSubSup>
                                <m:sSubSupPr>
                                  <m:ctrlPr>
                                    <a:rPr lang="en-GB" altLang="zh-CN" sz="1400" i="1">
                                      <a:solidFill>
                                        <a:schemeClr val="tx1"/>
                                      </a:solidFill>
                                      <a:latin typeface="Cambria Math" panose="02040503050406030204" pitchFamily="18" charset="0"/>
                                    </a:rPr>
                                  </m:ctrlPr>
                                </m:sSubSup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up>
                                  <m:r>
                                    <a:rPr lang="en-GB" altLang="zh-CN" sz="1400" i="1">
                                      <a:solidFill>
                                        <a:schemeClr val="tx1"/>
                                      </a:solidFill>
                                      <a:latin typeface="Cambria Math" panose="02040503050406030204" pitchFamily="18" charset="0"/>
                                    </a:rPr>
                                    <m:t>𝑇</m:t>
                                  </m:r>
                                </m:sup>
                              </m:sSub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𝑅</m:t>
                                  </m:r>
                                </m:e>
                                <m:sub>
                                  <m:r>
                                    <a:rPr lang="en-GB" altLang="zh-CN" sz="1400" i="1">
                                      <a:solidFill>
                                        <a:schemeClr val="tx1"/>
                                      </a:solidFill>
                                      <a:latin typeface="Cambria Math" panose="02040503050406030204" pitchFamily="18" charset="0"/>
                                    </a:rPr>
                                    <m:t>𝑘</m:t>
                                  </m:r>
                                </m:sub>
                              </m:sSub>
                            </m:e>
                          </m:d>
                        </m:e>
                        <m:sup>
                          <m:r>
                            <a:rPr lang="en-GB" altLang="zh-CN" sz="1400" i="1">
                              <a:solidFill>
                                <a:schemeClr val="tx1"/>
                              </a:solidFill>
                              <a:latin typeface="Cambria Math" panose="02040503050406030204" pitchFamily="18" charset="0"/>
                            </a:rPr>
                            <m:t>−1</m:t>
                          </m:r>
                        </m:sup>
                      </m:sSup>
                    </m:oMath>
                  </m:oMathPara>
                </a14:m>
                <a:endParaRPr lang="en-GB" altLang="zh-CN" sz="1400" dirty="0">
                  <a:solidFill>
                    <a:srgbClr val="003399"/>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𝑧</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 </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𝑃</m:t>
                          </m:r>
                        </m:e>
                        <m:sub>
                          <m:r>
                            <a:rPr lang="en-GB" altLang="zh-CN" sz="1400" i="1">
                              <a:latin typeface="Cambria Math" panose="02040503050406030204" pitchFamily="18" charset="0"/>
                            </a:rPr>
                            <m:t>𝑘</m:t>
                          </m:r>
                        </m:sub>
                      </m:sSub>
                      <m:r>
                        <a:rPr lang="en-GB" altLang="zh-CN" sz="1400" i="1">
                          <a:latin typeface="Cambria Math" panose="02040503050406030204" pitchFamily="18" charset="0"/>
                        </a:rPr>
                        <m:t>=</m:t>
                      </m:r>
                      <m:d>
                        <m:dPr>
                          <m:ctrlPr>
                            <a:rPr lang="en-GB" altLang="zh-CN" sz="1400" i="1">
                              <a:latin typeface="Cambria Math" panose="02040503050406030204" pitchFamily="18" charset="0"/>
                            </a:rPr>
                          </m:ctrlPr>
                        </m:dPr>
                        <m:e>
                          <m:r>
                            <a:rPr lang="en-GB" altLang="zh-CN" sz="1400" i="1">
                              <a:latin typeface="Cambria Math" panose="02040503050406030204" pitchFamily="18" charset="0"/>
                            </a:rPr>
                            <m:t>𝐼</m:t>
                          </m:r>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𝐻</m:t>
                              </m:r>
                            </m:e>
                            <m:sub>
                              <m:r>
                                <a:rPr lang="en-GB" altLang="zh-CN" sz="1400" i="1">
                                  <a:latin typeface="Cambria Math" panose="02040503050406030204" pitchFamily="18" charset="0"/>
                                </a:rPr>
                                <m:t>𝑘</m:t>
                              </m:r>
                            </m:sub>
                          </m:sSub>
                        </m:e>
                      </m:d>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3" name="文本框 2">
                <a:extLst>
                  <a:ext uri="{FF2B5EF4-FFF2-40B4-BE49-F238E27FC236}">
                    <a16:creationId xmlns:a16="http://schemas.microsoft.com/office/drawing/2014/main" id="{E8F92EB8-7681-C2DA-9928-D15D7A870590}"/>
                  </a:ext>
                </a:extLst>
              </p:cNvPr>
              <p:cNvSpPr txBox="1">
                <a:spLocks noRot="1" noChangeAspect="1" noMove="1" noResize="1" noEditPoints="1" noAdjustHandles="1" noChangeArrowheads="1" noChangeShapeType="1" noTextEdit="1"/>
              </p:cNvSpPr>
              <p:nvPr/>
            </p:nvSpPr>
            <p:spPr>
              <a:xfrm>
                <a:off x="5708058" y="1546637"/>
                <a:ext cx="2732921" cy="2244332"/>
              </a:xfrm>
              <a:prstGeom prst="rect">
                <a:avLst/>
              </a:prstGeom>
              <a:blipFill>
                <a:blip r:embed="rId4"/>
                <a:stretch>
                  <a:fillRect l="-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54410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02FBE7-E74D-76E5-85C7-2B6187F988DA}"/>
              </a:ext>
            </a:extLst>
          </p:cNvPr>
          <p:cNvSpPr>
            <a:spLocks noGrp="1"/>
          </p:cNvSpPr>
          <p:nvPr>
            <p:ph type="title"/>
          </p:nvPr>
        </p:nvSpPr>
        <p:spPr/>
        <p:txBody>
          <a:bodyPr/>
          <a:lstStyle/>
          <a:p>
            <a:r>
              <a:rPr lang="en-GB" altLang="zh-CN" b="0" dirty="0"/>
              <a:t>EKF SLAM</a:t>
            </a:r>
            <a:r>
              <a:rPr lang="zh-CN" altLang="en-US" b="0" dirty="0"/>
              <a:t> </a:t>
            </a:r>
            <a:r>
              <a:rPr lang="en-GB" altLang="zh-CN" b="0" dirty="0"/>
              <a:t>(Advantages) </a:t>
            </a:r>
            <a:endParaRPr lang="en-GB" dirty="0"/>
          </a:p>
        </p:txBody>
      </p:sp>
      <p:sp>
        <p:nvSpPr>
          <p:cNvPr id="6" name="文本占位符 5">
            <a:extLst>
              <a:ext uri="{FF2B5EF4-FFF2-40B4-BE49-F238E27FC236}">
                <a16:creationId xmlns:a16="http://schemas.microsoft.com/office/drawing/2014/main" id="{1DCA8FA2-A46B-8893-37FD-4001ECA22829}"/>
              </a:ext>
            </a:extLst>
          </p:cNvPr>
          <p:cNvSpPr>
            <a:spLocks noGrp="1"/>
          </p:cNvSpPr>
          <p:nvPr>
            <p:ph type="body" sz="quarter" idx="10"/>
          </p:nvPr>
        </p:nvSpPr>
        <p:spPr/>
        <p:txBody>
          <a:bodyPr/>
          <a:lstStyle/>
          <a:p>
            <a:r>
              <a:rPr lang="en-GB" dirty="0"/>
              <a:t>The principal advantage of Extended Kalman Filter SLAM (EKF SLAM) lies in its adeptness at providing </a:t>
            </a:r>
            <a:r>
              <a:rPr lang="en-GB" dirty="0">
                <a:solidFill>
                  <a:srgbClr val="003399"/>
                </a:solidFill>
              </a:rPr>
              <a:t>continuous state estimation and map construction</a:t>
            </a:r>
            <a:r>
              <a:rPr lang="en-GB" dirty="0"/>
              <a:t>, coupled with its robust handling of sensor noise and uncertainties. </a:t>
            </a:r>
          </a:p>
          <a:p>
            <a:r>
              <a:rPr lang="en-GB" dirty="0"/>
              <a:t>Through the </a:t>
            </a:r>
            <a:r>
              <a:rPr lang="en-GB" dirty="0">
                <a:solidFill>
                  <a:srgbClr val="003399"/>
                </a:solidFill>
              </a:rPr>
              <a:t>integration of data from various sensors</a:t>
            </a:r>
            <a:r>
              <a:rPr lang="en-GB" dirty="0"/>
              <a:t>, even when affected by noise, EKF SLAM utilises filtering to mitigate errors, offering relatively </a:t>
            </a:r>
            <a:r>
              <a:rPr lang="en-GB" dirty="0">
                <a:solidFill>
                  <a:srgbClr val="003399"/>
                </a:solidFill>
              </a:rPr>
              <a:t>precise estimations </a:t>
            </a:r>
            <a:r>
              <a:rPr lang="en-GB" dirty="0"/>
              <a:t>of both the robot's location and the environmental map. </a:t>
            </a:r>
          </a:p>
          <a:p>
            <a:r>
              <a:rPr lang="en-GB" dirty="0"/>
              <a:t>This renders EKF SLAM particularly suited to applications requiring accurate localisation and mapping, such as autonomous navigation and robotic exploration.</a:t>
            </a:r>
          </a:p>
        </p:txBody>
      </p:sp>
    </p:spTree>
    <p:extLst>
      <p:ext uri="{BB962C8B-B14F-4D97-AF65-F5344CB8AC3E}">
        <p14:creationId xmlns:p14="http://schemas.microsoft.com/office/powerpoint/2010/main" val="601335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02FBE7-E74D-76E5-85C7-2B6187F988DA}"/>
              </a:ext>
            </a:extLst>
          </p:cNvPr>
          <p:cNvSpPr>
            <a:spLocks noGrp="1"/>
          </p:cNvSpPr>
          <p:nvPr>
            <p:ph type="title"/>
          </p:nvPr>
        </p:nvSpPr>
        <p:spPr/>
        <p:txBody>
          <a:bodyPr/>
          <a:lstStyle/>
          <a:p>
            <a:r>
              <a:rPr lang="en-GB" altLang="zh-CN" b="0" dirty="0"/>
              <a:t>EKF SLAM</a:t>
            </a:r>
            <a:r>
              <a:rPr lang="zh-CN" altLang="en-US" b="0" dirty="0"/>
              <a:t> </a:t>
            </a:r>
            <a:r>
              <a:rPr lang="en-GB" altLang="zh-CN" b="0" dirty="0"/>
              <a:t>(Challenges) </a:t>
            </a:r>
            <a:endParaRPr lang="en-GB" dirty="0"/>
          </a:p>
        </p:txBody>
      </p:sp>
      <p:sp>
        <p:nvSpPr>
          <p:cNvPr id="6" name="文本占位符 5">
            <a:extLst>
              <a:ext uri="{FF2B5EF4-FFF2-40B4-BE49-F238E27FC236}">
                <a16:creationId xmlns:a16="http://schemas.microsoft.com/office/drawing/2014/main" id="{1DCA8FA2-A46B-8893-37FD-4001ECA22829}"/>
              </a:ext>
            </a:extLst>
          </p:cNvPr>
          <p:cNvSpPr>
            <a:spLocks noGrp="1"/>
          </p:cNvSpPr>
          <p:nvPr>
            <p:ph type="body" sz="quarter" idx="10"/>
          </p:nvPr>
        </p:nvSpPr>
        <p:spPr/>
        <p:txBody>
          <a:bodyPr/>
          <a:lstStyle/>
          <a:p>
            <a:r>
              <a:rPr lang="en-GB" dirty="0"/>
              <a:t>The foremost challenge facing EKF SLAM is its </a:t>
            </a:r>
            <a:r>
              <a:rPr lang="en-GB" dirty="0">
                <a:solidFill>
                  <a:srgbClr val="003399"/>
                </a:solidFill>
              </a:rPr>
              <a:t>computational complexity</a:t>
            </a:r>
            <a:r>
              <a:rPr lang="en-GB" dirty="0"/>
              <a:t>, which significantly escalates with the addition of environmental features. In EKF SLAM, the state vector encompasses the robot's position and the positions of all features in the map, with the covariance matrix's dimension being the </a:t>
            </a:r>
            <a:r>
              <a:rPr lang="en-GB" dirty="0">
                <a:solidFill>
                  <a:srgbClr val="003399"/>
                </a:solidFill>
              </a:rPr>
              <a:t>square of the state </a:t>
            </a:r>
            <a:r>
              <a:rPr lang="en-GB" dirty="0"/>
              <a:t>vector's dimension. </a:t>
            </a:r>
          </a:p>
          <a:p>
            <a:r>
              <a:rPr lang="en-GB" dirty="0"/>
              <a:t>As the map features increase, the number of states requiring estimation surges, leading to substantial </a:t>
            </a:r>
            <a:r>
              <a:rPr lang="en-GB" dirty="0">
                <a:solidFill>
                  <a:srgbClr val="003399"/>
                </a:solidFill>
              </a:rPr>
              <a:t>increases in computational and storage demands</a:t>
            </a:r>
            <a:r>
              <a:rPr lang="en-GB" dirty="0"/>
              <a:t>. This presents a considerable challenge for systems with limited computational resources, especially in large-scale or feature-rich environments. </a:t>
            </a:r>
          </a:p>
        </p:txBody>
      </p:sp>
    </p:spTree>
    <p:extLst>
      <p:ext uri="{BB962C8B-B14F-4D97-AF65-F5344CB8AC3E}">
        <p14:creationId xmlns:p14="http://schemas.microsoft.com/office/powerpoint/2010/main" val="4171838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37C725E8-701E-2295-9EC4-47DC5007B889}"/>
              </a:ext>
            </a:extLst>
          </p:cNvPr>
          <p:cNvSpPr>
            <a:spLocks noGrp="1"/>
          </p:cNvSpPr>
          <p:nvPr>
            <p:ph type="title"/>
          </p:nvPr>
        </p:nvSpPr>
        <p:spPr/>
        <p:txBody>
          <a:bodyPr/>
          <a:lstStyle/>
          <a:p>
            <a:r>
              <a:rPr lang="en-GB" altLang="zh-CN" b="0" dirty="0"/>
              <a:t>EKF SLAM</a:t>
            </a:r>
            <a:r>
              <a:rPr lang="zh-CN" altLang="en-US" b="0" dirty="0"/>
              <a:t> </a:t>
            </a:r>
            <a:r>
              <a:rPr lang="en-GB" altLang="zh-CN" b="0" dirty="0"/>
              <a:t>(Demo) </a:t>
            </a:r>
            <a:endParaRPr lang="en-GB" dirty="0"/>
          </a:p>
        </p:txBody>
      </p:sp>
      <p:sp>
        <p:nvSpPr>
          <p:cNvPr id="8" name="文本占位符 7">
            <a:extLst>
              <a:ext uri="{FF2B5EF4-FFF2-40B4-BE49-F238E27FC236}">
                <a16:creationId xmlns:a16="http://schemas.microsoft.com/office/drawing/2014/main" id="{7A5A891F-0C40-F198-D286-119FBF731EC8}"/>
              </a:ext>
            </a:extLst>
          </p:cNvPr>
          <p:cNvSpPr>
            <a:spLocks noGrp="1"/>
          </p:cNvSpPr>
          <p:nvPr>
            <p:ph type="body" sz="quarter" idx="10"/>
          </p:nvPr>
        </p:nvSpPr>
        <p:spPr/>
        <p:txBody>
          <a:bodyPr/>
          <a:lstStyle/>
          <a:p>
            <a:r>
              <a:rPr lang="en-GB" dirty="0"/>
              <a:t>&lt; Video: 13 - EKF SLAM from Scratch.mp4&gt;</a:t>
            </a:r>
          </a:p>
        </p:txBody>
      </p:sp>
    </p:spTree>
    <p:extLst>
      <p:ext uri="{BB962C8B-B14F-4D97-AF65-F5344CB8AC3E}">
        <p14:creationId xmlns:p14="http://schemas.microsoft.com/office/powerpoint/2010/main" val="1658859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3311FB4-B939-87AE-DB41-5C748ECC21F7}"/>
              </a:ext>
            </a:extLst>
          </p:cNvPr>
          <p:cNvSpPr>
            <a:spLocks noGrp="1"/>
          </p:cNvSpPr>
          <p:nvPr>
            <p:ph type="title"/>
          </p:nvPr>
        </p:nvSpPr>
        <p:spPr/>
        <p:txBody>
          <a:bodyPr/>
          <a:lstStyle/>
          <a:p>
            <a:r>
              <a:rPr lang="en-GB" b="0" dirty="0"/>
              <a:t>Graph-based SLAM</a:t>
            </a:r>
          </a:p>
        </p:txBody>
      </p:sp>
      <p:sp>
        <p:nvSpPr>
          <p:cNvPr id="6" name="文本占位符 5">
            <a:extLst>
              <a:ext uri="{FF2B5EF4-FFF2-40B4-BE49-F238E27FC236}">
                <a16:creationId xmlns:a16="http://schemas.microsoft.com/office/drawing/2014/main" id="{9AA1B468-785F-A661-A9B0-41D8B5DE1E3C}"/>
              </a:ext>
            </a:extLst>
          </p:cNvPr>
          <p:cNvSpPr>
            <a:spLocks noGrp="1"/>
          </p:cNvSpPr>
          <p:nvPr>
            <p:ph type="body" sz="quarter" idx="10"/>
          </p:nvPr>
        </p:nvSpPr>
        <p:spPr/>
        <p:txBody>
          <a:bodyPr/>
          <a:lstStyle/>
          <a:p>
            <a:r>
              <a:rPr lang="en-GB" dirty="0"/>
              <a:t>Graph-based SLAM, an advanced technique within the Simultaneous Localisation and Mapping (SLAM) sphere, operates by constructing and optimising a graph to estimate a robot's position within its environment alongside mapping said environment. </a:t>
            </a:r>
          </a:p>
          <a:p>
            <a:r>
              <a:rPr lang="en-GB" dirty="0"/>
              <a:t>This methodology's crux lies in utilising </a:t>
            </a:r>
            <a:r>
              <a:rPr lang="en-GB" dirty="0">
                <a:solidFill>
                  <a:srgbClr val="003399"/>
                </a:solidFill>
              </a:rPr>
              <a:t>a graph structure to represent the robot's movements and observations </a:t>
            </a:r>
            <a:r>
              <a:rPr lang="en-GB" dirty="0"/>
              <a:t>within the environment. In this graph, </a:t>
            </a:r>
            <a:r>
              <a:rPr lang="en-GB" dirty="0">
                <a:solidFill>
                  <a:srgbClr val="003399"/>
                </a:solidFill>
              </a:rPr>
              <a:t>nodes</a:t>
            </a:r>
            <a:r>
              <a:rPr lang="en-GB" dirty="0"/>
              <a:t> symbolise the robot's </a:t>
            </a:r>
            <a:r>
              <a:rPr lang="en-GB" dirty="0">
                <a:solidFill>
                  <a:srgbClr val="003399"/>
                </a:solidFill>
              </a:rPr>
              <a:t>positions</a:t>
            </a:r>
            <a:r>
              <a:rPr lang="en-GB" dirty="0"/>
              <a:t> (or environmental features), while </a:t>
            </a:r>
            <a:r>
              <a:rPr lang="en-GB" dirty="0">
                <a:solidFill>
                  <a:srgbClr val="003399"/>
                </a:solidFill>
              </a:rPr>
              <a:t>edges</a:t>
            </a:r>
            <a:r>
              <a:rPr lang="en-GB" dirty="0"/>
              <a:t> depict the relative relationships between these positions, such as movements or the </a:t>
            </a:r>
            <a:r>
              <a:rPr lang="en-GB" dirty="0">
                <a:solidFill>
                  <a:srgbClr val="003399"/>
                </a:solidFill>
              </a:rPr>
              <a:t>distances and directions </a:t>
            </a:r>
            <a:r>
              <a:rPr lang="en-GB" dirty="0"/>
              <a:t>derived from observations.</a:t>
            </a:r>
          </a:p>
        </p:txBody>
      </p:sp>
    </p:spTree>
    <p:extLst>
      <p:ext uri="{BB962C8B-B14F-4D97-AF65-F5344CB8AC3E}">
        <p14:creationId xmlns:p14="http://schemas.microsoft.com/office/powerpoint/2010/main" val="68018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49E1A7C7-ECD7-127F-9210-5E3A570A9482}"/>
              </a:ext>
            </a:extLst>
          </p:cNvPr>
          <p:cNvSpPr/>
          <p:nvPr/>
        </p:nvSpPr>
        <p:spPr>
          <a:xfrm>
            <a:off x="5827144" y="2677043"/>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椭圆 11">
            <a:extLst>
              <a:ext uri="{FF2B5EF4-FFF2-40B4-BE49-F238E27FC236}">
                <a16:creationId xmlns:a16="http://schemas.microsoft.com/office/drawing/2014/main" id="{F6976B3A-5088-6979-D15A-B3DF6E1324DA}"/>
              </a:ext>
            </a:extLst>
          </p:cNvPr>
          <p:cNvSpPr/>
          <p:nvPr/>
        </p:nvSpPr>
        <p:spPr>
          <a:xfrm>
            <a:off x="7644765" y="2128766"/>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a:t>
            </a:r>
            <a:endParaRPr lang="en-GB"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4266079" cy="2841951"/>
          </a:xfrm>
        </p:spPr>
        <p:txBody>
          <a:bodyPr/>
          <a:lstStyle/>
          <a:p>
            <a:r>
              <a:rPr lang="en-GB" dirty="0">
                <a:solidFill>
                  <a:srgbClr val="003399"/>
                </a:solidFill>
              </a:rPr>
              <a:t>Node Creation</a:t>
            </a:r>
          </a:p>
          <a:p>
            <a:r>
              <a:rPr lang="en-GB" dirty="0"/>
              <a:t>A new node is added to the graph whenever the robot reaches a new position or detects a new environmental feature. </a:t>
            </a:r>
          </a:p>
          <a:p>
            <a:r>
              <a:rPr lang="en-GB" dirty="0"/>
              <a:t>These nodes represent either the robot's positions or specific points within the environment.</a:t>
            </a:r>
          </a:p>
        </p:txBody>
      </p:sp>
      <p:sp>
        <p:nvSpPr>
          <p:cNvPr id="8" name="椭圆 7">
            <a:extLst>
              <a:ext uri="{FF2B5EF4-FFF2-40B4-BE49-F238E27FC236}">
                <a16:creationId xmlns:a16="http://schemas.microsoft.com/office/drawing/2014/main" id="{42B93366-DE74-E95F-646E-15078AF1BE36}"/>
              </a:ext>
            </a:extLst>
          </p:cNvPr>
          <p:cNvSpPr/>
          <p:nvPr/>
        </p:nvSpPr>
        <p:spPr>
          <a:xfrm>
            <a:off x="6946205" y="3776530"/>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2" descr="Pop! Wall-E (Facet) — Double Boxed Toys">
            <a:extLst>
              <a:ext uri="{FF2B5EF4-FFF2-40B4-BE49-F238E27FC236}">
                <a16:creationId xmlns:a16="http://schemas.microsoft.com/office/drawing/2014/main" id="{C2235346-2650-60FD-327B-90CEFAA0BC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82" t="8914" r="12960" b="8907"/>
          <a:stretch/>
        </p:blipFill>
        <p:spPr bwMode="auto">
          <a:xfrm>
            <a:off x="7093174" y="3903675"/>
            <a:ext cx="371691" cy="4113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World Landmarks PNG Image for Free Download">
            <a:extLst>
              <a:ext uri="{FF2B5EF4-FFF2-40B4-BE49-F238E27FC236}">
                <a16:creationId xmlns:a16="http://schemas.microsoft.com/office/drawing/2014/main" id="{6BDE7500-60C8-9904-C594-1B89ED4E5E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5977407" y="2777287"/>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World Landmarks PNG Image for Free Download">
            <a:extLst>
              <a:ext uri="{FF2B5EF4-FFF2-40B4-BE49-F238E27FC236}">
                <a16:creationId xmlns:a16="http://schemas.microsoft.com/office/drawing/2014/main" id="{E251D1F7-5720-3D25-F740-4B0E56ED5C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7773311" y="2181561"/>
            <a:ext cx="389294" cy="53315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线连接符 13">
            <a:extLst>
              <a:ext uri="{FF2B5EF4-FFF2-40B4-BE49-F238E27FC236}">
                <a16:creationId xmlns:a16="http://schemas.microsoft.com/office/drawing/2014/main" id="{1F77CB7C-BD37-ABDC-6DF8-B5B1257C9DEE}"/>
              </a:ext>
            </a:extLst>
          </p:cNvPr>
          <p:cNvCxnSpPr>
            <a:cxnSpLocks/>
          </p:cNvCxnSpPr>
          <p:nvPr/>
        </p:nvCxnSpPr>
        <p:spPr>
          <a:xfrm flipH="1" flipV="1">
            <a:off x="6387353" y="3287815"/>
            <a:ext cx="618565" cy="584947"/>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连接符 18">
            <a:extLst>
              <a:ext uri="{FF2B5EF4-FFF2-40B4-BE49-F238E27FC236}">
                <a16:creationId xmlns:a16="http://schemas.microsoft.com/office/drawing/2014/main" id="{C54D77C9-1643-2BAB-5AAE-325B808736BB}"/>
              </a:ext>
            </a:extLst>
          </p:cNvPr>
          <p:cNvCxnSpPr>
            <a:cxnSpLocks/>
          </p:cNvCxnSpPr>
          <p:nvPr/>
        </p:nvCxnSpPr>
        <p:spPr>
          <a:xfrm flipV="1">
            <a:off x="7436224" y="2796998"/>
            <a:ext cx="403411" cy="99508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8621C9B4-CA14-5A23-5EB5-6BB44E99A4FF}"/>
              </a:ext>
            </a:extLst>
          </p:cNvPr>
          <p:cNvSpPr txBox="1"/>
          <p:nvPr/>
        </p:nvSpPr>
        <p:spPr>
          <a:xfrm>
            <a:off x="7903455" y="3959869"/>
            <a:ext cx="558166" cy="307777"/>
          </a:xfrm>
          <a:prstGeom prst="rect">
            <a:avLst/>
          </a:prstGeom>
          <a:noFill/>
        </p:spPr>
        <p:txBody>
          <a:bodyPr wrap="none" rtlCol="0">
            <a:spAutoFit/>
          </a:bodyPr>
          <a:lstStyle/>
          <a:p>
            <a:r>
              <a:rPr lang="en-GB" sz="1400" dirty="0">
                <a:solidFill>
                  <a:schemeClr val="accent4"/>
                </a:solidFill>
              </a:rPr>
              <a:t>node</a:t>
            </a:r>
          </a:p>
        </p:txBody>
      </p:sp>
      <p:cxnSp>
        <p:nvCxnSpPr>
          <p:cNvPr id="25" name="直线箭头连接符 24">
            <a:extLst>
              <a:ext uri="{FF2B5EF4-FFF2-40B4-BE49-F238E27FC236}">
                <a16:creationId xmlns:a16="http://schemas.microsoft.com/office/drawing/2014/main" id="{4BBF8E8E-E757-4981-FF43-0574872655C5}"/>
              </a:ext>
            </a:extLst>
          </p:cNvPr>
          <p:cNvCxnSpPr>
            <a:cxnSpLocks/>
            <a:stCxn id="23" idx="1"/>
          </p:cNvCxnSpPr>
          <p:nvPr/>
        </p:nvCxnSpPr>
        <p:spPr>
          <a:xfrm flipH="1">
            <a:off x="7661130" y="4113758"/>
            <a:ext cx="242325"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EFB60A73-EEF0-716E-6F4B-96D5026E8ECF}"/>
              </a:ext>
            </a:extLst>
          </p:cNvPr>
          <p:cNvSpPr txBox="1"/>
          <p:nvPr/>
        </p:nvSpPr>
        <p:spPr>
          <a:xfrm>
            <a:off x="8589365" y="2288147"/>
            <a:ext cx="558166" cy="307777"/>
          </a:xfrm>
          <a:prstGeom prst="rect">
            <a:avLst/>
          </a:prstGeom>
          <a:noFill/>
        </p:spPr>
        <p:txBody>
          <a:bodyPr wrap="none" rtlCol="0">
            <a:spAutoFit/>
          </a:bodyPr>
          <a:lstStyle/>
          <a:p>
            <a:r>
              <a:rPr lang="en-GB" sz="1400" dirty="0">
                <a:solidFill>
                  <a:schemeClr val="accent4"/>
                </a:solidFill>
              </a:rPr>
              <a:t>node</a:t>
            </a:r>
          </a:p>
        </p:txBody>
      </p:sp>
      <p:cxnSp>
        <p:nvCxnSpPr>
          <p:cNvPr id="28" name="直线箭头连接符 27">
            <a:extLst>
              <a:ext uri="{FF2B5EF4-FFF2-40B4-BE49-F238E27FC236}">
                <a16:creationId xmlns:a16="http://schemas.microsoft.com/office/drawing/2014/main" id="{C3C9BA59-ABD6-4BA4-A287-7FBD981A27F0}"/>
              </a:ext>
            </a:extLst>
          </p:cNvPr>
          <p:cNvCxnSpPr>
            <a:cxnSpLocks/>
            <a:stCxn id="27" idx="1"/>
          </p:cNvCxnSpPr>
          <p:nvPr/>
        </p:nvCxnSpPr>
        <p:spPr>
          <a:xfrm flipH="1">
            <a:off x="8347040" y="2442036"/>
            <a:ext cx="242325"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7F02FC8F-85ED-2D82-C984-6C620517F03F}"/>
              </a:ext>
            </a:extLst>
          </p:cNvPr>
          <p:cNvSpPr txBox="1"/>
          <p:nvPr/>
        </p:nvSpPr>
        <p:spPr>
          <a:xfrm>
            <a:off x="6765913" y="2851668"/>
            <a:ext cx="558166" cy="307777"/>
          </a:xfrm>
          <a:prstGeom prst="rect">
            <a:avLst/>
          </a:prstGeom>
          <a:noFill/>
        </p:spPr>
        <p:txBody>
          <a:bodyPr wrap="none" rtlCol="0">
            <a:spAutoFit/>
          </a:bodyPr>
          <a:lstStyle/>
          <a:p>
            <a:r>
              <a:rPr lang="en-GB" sz="1400" dirty="0">
                <a:solidFill>
                  <a:schemeClr val="accent4"/>
                </a:solidFill>
              </a:rPr>
              <a:t>node</a:t>
            </a:r>
          </a:p>
        </p:txBody>
      </p:sp>
      <p:cxnSp>
        <p:nvCxnSpPr>
          <p:cNvPr id="30" name="直线箭头连接符 29">
            <a:extLst>
              <a:ext uri="{FF2B5EF4-FFF2-40B4-BE49-F238E27FC236}">
                <a16:creationId xmlns:a16="http://schemas.microsoft.com/office/drawing/2014/main" id="{31D8E535-D3D6-67FF-5FB9-EA220C7E4B44}"/>
              </a:ext>
            </a:extLst>
          </p:cNvPr>
          <p:cNvCxnSpPr>
            <a:cxnSpLocks/>
            <a:stCxn id="29" idx="1"/>
          </p:cNvCxnSpPr>
          <p:nvPr/>
        </p:nvCxnSpPr>
        <p:spPr>
          <a:xfrm flipH="1">
            <a:off x="6523588" y="3005557"/>
            <a:ext cx="242325"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2802975-B6BA-FEF7-BA28-1D15EA9441AB}"/>
              </a:ext>
            </a:extLst>
          </p:cNvPr>
          <p:cNvSpPr txBox="1"/>
          <p:nvPr/>
        </p:nvSpPr>
        <p:spPr>
          <a:xfrm>
            <a:off x="7937115" y="3146299"/>
            <a:ext cx="542264" cy="307777"/>
          </a:xfrm>
          <a:prstGeom prst="rect">
            <a:avLst/>
          </a:prstGeom>
          <a:noFill/>
        </p:spPr>
        <p:txBody>
          <a:bodyPr wrap="none" rtlCol="0">
            <a:spAutoFit/>
          </a:bodyPr>
          <a:lstStyle/>
          <a:p>
            <a:r>
              <a:rPr lang="en-GB" sz="1400" dirty="0">
                <a:solidFill>
                  <a:schemeClr val="accent4"/>
                </a:solidFill>
              </a:rPr>
              <a:t>edge</a:t>
            </a:r>
          </a:p>
        </p:txBody>
      </p:sp>
      <p:cxnSp>
        <p:nvCxnSpPr>
          <p:cNvPr id="32" name="直线箭头连接符 31">
            <a:extLst>
              <a:ext uri="{FF2B5EF4-FFF2-40B4-BE49-F238E27FC236}">
                <a16:creationId xmlns:a16="http://schemas.microsoft.com/office/drawing/2014/main" id="{1861EA5F-06FA-07DA-BDAB-4FCFB95E8F91}"/>
              </a:ext>
            </a:extLst>
          </p:cNvPr>
          <p:cNvCxnSpPr>
            <a:cxnSpLocks/>
            <a:stCxn id="31" idx="1"/>
          </p:cNvCxnSpPr>
          <p:nvPr/>
        </p:nvCxnSpPr>
        <p:spPr>
          <a:xfrm flipH="1">
            <a:off x="7694790" y="3300188"/>
            <a:ext cx="242325"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0AD8F113-DA4B-5EAF-092D-DFCBA66A5360}"/>
              </a:ext>
            </a:extLst>
          </p:cNvPr>
          <p:cNvSpPr txBox="1"/>
          <p:nvPr/>
        </p:nvSpPr>
        <p:spPr>
          <a:xfrm>
            <a:off x="5898560" y="3473374"/>
            <a:ext cx="542264" cy="307777"/>
          </a:xfrm>
          <a:prstGeom prst="rect">
            <a:avLst/>
          </a:prstGeom>
          <a:noFill/>
        </p:spPr>
        <p:txBody>
          <a:bodyPr wrap="none" rtlCol="0">
            <a:spAutoFit/>
          </a:bodyPr>
          <a:lstStyle/>
          <a:p>
            <a:r>
              <a:rPr lang="en-GB" sz="1400" dirty="0">
                <a:solidFill>
                  <a:schemeClr val="accent4"/>
                </a:solidFill>
              </a:rPr>
              <a:t>edge</a:t>
            </a:r>
          </a:p>
        </p:txBody>
      </p:sp>
      <p:cxnSp>
        <p:nvCxnSpPr>
          <p:cNvPr id="34" name="直线箭头连接符 33">
            <a:extLst>
              <a:ext uri="{FF2B5EF4-FFF2-40B4-BE49-F238E27FC236}">
                <a16:creationId xmlns:a16="http://schemas.microsoft.com/office/drawing/2014/main" id="{482FFE54-BDBB-A78E-10E8-00FDCCC88E32}"/>
              </a:ext>
            </a:extLst>
          </p:cNvPr>
          <p:cNvCxnSpPr>
            <a:cxnSpLocks/>
          </p:cNvCxnSpPr>
          <p:nvPr/>
        </p:nvCxnSpPr>
        <p:spPr>
          <a:xfrm>
            <a:off x="6431839" y="3642291"/>
            <a:ext cx="242325"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74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a:t>
            </a:r>
            <a:endParaRPr lang="en-GB"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4266079" cy="2841951"/>
          </a:xfrm>
        </p:spPr>
        <p:txBody>
          <a:bodyPr/>
          <a:lstStyle/>
          <a:p>
            <a:r>
              <a:rPr lang="en-GB" dirty="0">
                <a:solidFill>
                  <a:srgbClr val="003399"/>
                </a:solidFill>
              </a:rPr>
              <a:t>Edge Creation</a:t>
            </a:r>
          </a:p>
          <a:p>
            <a:r>
              <a:rPr lang="en-GB" dirty="0"/>
              <a:t>This edge contains </a:t>
            </a:r>
            <a:r>
              <a:rPr lang="en-GB" dirty="0">
                <a:solidFill>
                  <a:srgbClr val="003399"/>
                </a:solidFill>
              </a:rPr>
              <a:t>relative positional information </a:t>
            </a:r>
            <a:r>
              <a:rPr lang="en-GB" dirty="0"/>
              <a:t>from one node to the other, derived from the robot's motion sensors (like wheel encoders, Inertial Measurement Units (IMUs)) or environmental observation sensors (such as cameras, LiDAR).</a:t>
            </a:r>
          </a:p>
        </p:txBody>
      </p:sp>
      <p:sp>
        <p:nvSpPr>
          <p:cNvPr id="2" name="文本框 1">
            <a:extLst>
              <a:ext uri="{FF2B5EF4-FFF2-40B4-BE49-F238E27FC236}">
                <a16:creationId xmlns:a16="http://schemas.microsoft.com/office/drawing/2014/main" id="{FF227825-F0EC-CB7B-EE59-F475E65EE9AF}"/>
              </a:ext>
            </a:extLst>
          </p:cNvPr>
          <p:cNvSpPr txBox="1"/>
          <p:nvPr/>
        </p:nvSpPr>
        <p:spPr>
          <a:xfrm rot="17566005">
            <a:off x="7166617" y="3118781"/>
            <a:ext cx="700833" cy="307777"/>
          </a:xfrm>
          <a:prstGeom prst="rect">
            <a:avLst/>
          </a:prstGeom>
          <a:noFill/>
        </p:spPr>
        <p:txBody>
          <a:bodyPr wrap="none" rtlCol="0">
            <a:spAutoFit/>
          </a:bodyPr>
          <a:lstStyle/>
          <a:p>
            <a:r>
              <a:rPr lang="en-GB" sz="1400" dirty="0">
                <a:solidFill>
                  <a:schemeClr val="bg1">
                    <a:lumMod val="50000"/>
                  </a:schemeClr>
                </a:solidFill>
              </a:rPr>
              <a:t>(+2,+5)</a:t>
            </a:r>
          </a:p>
        </p:txBody>
      </p:sp>
      <p:sp>
        <p:nvSpPr>
          <p:cNvPr id="3" name="文本框 2">
            <a:extLst>
              <a:ext uri="{FF2B5EF4-FFF2-40B4-BE49-F238E27FC236}">
                <a16:creationId xmlns:a16="http://schemas.microsoft.com/office/drawing/2014/main" id="{F0E78A7B-B4DA-027E-FC07-17580BB6374C}"/>
              </a:ext>
            </a:extLst>
          </p:cNvPr>
          <p:cNvSpPr txBox="1"/>
          <p:nvPr/>
        </p:nvSpPr>
        <p:spPr>
          <a:xfrm rot="2574389">
            <a:off x="6475494" y="3332122"/>
            <a:ext cx="665567" cy="307777"/>
          </a:xfrm>
          <a:prstGeom prst="rect">
            <a:avLst/>
          </a:prstGeom>
          <a:noFill/>
        </p:spPr>
        <p:txBody>
          <a:bodyPr wrap="none" rtlCol="0">
            <a:spAutoFit/>
          </a:bodyPr>
          <a:lstStyle/>
          <a:p>
            <a:r>
              <a:rPr lang="en-GB" sz="1400" dirty="0">
                <a:solidFill>
                  <a:schemeClr val="bg1">
                    <a:lumMod val="50000"/>
                  </a:schemeClr>
                </a:solidFill>
              </a:rPr>
              <a:t>(-2,+3)</a:t>
            </a:r>
          </a:p>
        </p:txBody>
      </p:sp>
      <p:sp>
        <p:nvSpPr>
          <p:cNvPr id="4" name="椭圆 3">
            <a:extLst>
              <a:ext uri="{FF2B5EF4-FFF2-40B4-BE49-F238E27FC236}">
                <a16:creationId xmlns:a16="http://schemas.microsoft.com/office/drawing/2014/main" id="{12655805-0DF1-0A9F-9055-D1EFCC4B219E}"/>
              </a:ext>
            </a:extLst>
          </p:cNvPr>
          <p:cNvSpPr/>
          <p:nvPr/>
        </p:nvSpPr>
        <p:spPr>
          <a:xfrm>
            <a:off x="5827144" y="2677043"/>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椭圆 12">
            <a:extLst>
              <a:ext uri="{FF2B5EF4-FFF2-40B4-BE49-F238E27FC236}">
                <a16:creationId xmlns:a16="http://schemas.microsoft.com/office/drawing/2014/main" id="{C06EA94B-32B8-A77C-D694-5C388420A14B}"/>
              </a:ext>
            </a:extLst>
          </p:cNvPr>
          <p:cNvSpPr/>
          <p:nvPr/>
        </p:nvSpPr>
        <p:spPr>
          <a:xfrm>
            <a:off x="7644765" y="2128766"/>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椭圆 14">
            <a:extLst>
              <a:ext uri="{FF2B5EF4-FFF2-40B4-BE49-F238E27FC236}">
                <a16:creationId xmlns:a16="http://schemas.microsoft.com/office/drawing/2014/main" id="{164D6567-CF29-1F0A-363B-1FFD12F73D98}"/>
              </a:ext>
            </a:extLst>
          </p:cNvPr>
          <p:cNvSpPr/>
          <p:nvPr/>
        </p:nvSpPr>
        <p:spPr>
          <a:xfrm>
            <a:off x="6946205" y="3776530"/>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2" descr="Pop! Wall-E (Facet) — Double Boxed Toys">
            <a:extLst>
              <a:ext uri="{FF2B5EF4-FFF2-40B4-BE49-F238E27FC236}">
                <a16:creationId xmlns:a16="http://schemas.microsoft.com/office/drawing/2014/main" id="{2446F5F8-51FB-7EE8-9E64-A8D91F1223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82" t="8914" r="12960" b="8907"/>
          <a:stretch/>
        </p:blipFill>
        <p:spPr bwMode="auto">
          <a:xfrm>
            <a:off x="7093174" y="3903675"/>
            <a:ext cx="371691" cy="4113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World Landmarks PNG Image for Free Download">
            <a:extLst>
              <a:ext uri="{FF2B5EF4-FFF2-40B4-BE49-F238E27FC236}">
                <a16:creationId xmlns:a16="http://schemas.microsoft.com/office/drawing/2014/main" id="{29C1D5BF-683B-65CC-4D15-1B155D2C50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5977407" y="2777287"/>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World Landmarks PNG Image for Free Download">
            <a:extLst>
              <a:ext uri="{FF2B5EF4-FFF2-40B4-BE49-F238E27FC236}">
                <a16:creationId xmlns:a16="http://schemas.microsoft.com/office/drawing/2014/main" id="{27D45FB9-4C78-B561-1BB9-5431739E45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7773311" y="2181561"/>
            <a:ext cx="389294" cy="53315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线连接符 19">
            <a:extLst>
              <a:ext uri="{FF2B5EF4-FFF2-40B4-BE49-F238E27FC236}">
                <a16:creationId xmlns:a16="http://schemas.microsoft.com/office/drawing/2014/main" id="{935D4152-7C86-678D-8B1F-14F0960D01E4}"/>
              </a:ext>
            </a:extLst>
          </p:cNvPr>
          <p:cNvCxnSpPr>
            <a:cxnSpLocks/>
          </p:cNvCxnSpPr>
          <p:nvPr/>
        </p:nvCxnSpPr>
        <p:spPr>
          <a:xfrm flipH="1" flipV="1">
            <a:off x="6387353" y="3287815"/>
            <a:ext cx="618565" cy="584947"/>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C37067E1-415F-F715-0882-7F49B98B180D}"/>
              </a:ext>
            </a:extLst>
          </p:cNvPr>
          <p:cNvCxnSpPr>
            <a:cxnSpLocks/>
          </p:cNvCxnSpPr>
          <p:nvPr/>
        </p:nvCxnSpPr>
        <p:spPr>
          <a:xfrm flipV="1">
            <a:off x="7436224" y="2796998"/>
            <a:ext cx="403411" cy="99508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186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a:t>
            </a:r>
            <a:endParaRPr lang="en-GB"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4266079" cy="2841951"/>
          </a:xfrm>
        </p:spPr>
        <p:txBody>
          <a:bodyPr/>
          <a:lstStyle/>
          <a:p>
            <a:r>
              <a:rPr lang="en-GB" dirty="0">
                <a:solidFill>
                  <a:srgbClr val="003399"/>
                </a:solidFill>
              </a:rPr>
              <a:t>Edge Creation</a:t>
            </a:r>
          </a:p>
          <a:p>
            <a:r>
              <a:rPr lang="en-GB" dirty="0"/>
              <a:t>As the robot moves from one position to another or observes a feature from a certain position, an edge is established between the respective nodes in the graph. </a:t>
            </a:r>
          </a:p>
        </p:txBody>
      </p:sp>
      <p:sp>
        <p:nvSpPr>
          <p:cNvPr id="15" name="文本框 14">
            <a:extLst>
              <a:ext uri="{FF2B5EF4-FFF2-40B4-BE49-F238E27FC236}">
                <a16:creationId xmlns:a16="http://schemas.microsoft.com/office/drawing/2014/main" id="{65BBE1A1-3B0B-B678-73EF-7A99A00BC610}"/>
              </a:ext>
            </a:extLst>
          </p:cNvPr>
          <p:cNvSpPr txBox="1"/>
          <p:nvPr/>
        </p:nvSpPr>
        <p:spPr>
          <a:xfrm rot="1842905">
            <a:off x="7086689" y="1822231"/>
            <a:ext cx="665567" cy="307777"/>
          </a:xfrm>
          <a:prstGeom prst="rect">
            <a:avLst/>
          </a:prstGeom>
          <a:noFill/>
        </p:spPr>
        <p:txBody>
          <a:bodyPr wrap="none" rtlCol="0">
            <a:spAutoFit/>
          </a:bodyPr>
          <a:lstStyle/>
          <a:p>
            <a:r>
              <a:rPr lang="en-GB" sz="1400" dirty="0">
                <a:solidFill>
                  <a:schemeClr val="bg1">
                    <a:lumMod val="50000"/>
                  </a:schemeClr>
                </a:solidFill>
              </a:rPr>
              <a:t>(+2,-2)</a:t>
            </a:r>
          </a:p>
        </p:txBody>
      </p:sp>
      <p:sp>
        <p:nvSpPr>
          <p:cNvPr id="17" name="椭圆 16">
            <a:extLst>
              <a:ext uri="{FF2B5EF4-FFF2-40B4-BE49-F238E27FC236}">
                <a16:creationId xmlns:a16="http://schemas.microsoft.com/office/drawing/2014/main" id="{081F49E7-CB39-D50C-92B8-04B6F31F04C1}"/>
              </a:ext>
            </a:extLst>
          </p:cNvPr>
          <p:cNvSpPr/>
          <p:nvPr/>
        </p:nvSpPr>
        <p:spPr>
          <a:xfrm>
            <a:off x="5827144" y="2677043"/>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椭圆 17">
            <a:extLst>
              <a:ext uri="{FF2B5EF4-FFF2-40B4-BE49-F238E27FC236}">
                <a16:creationId xmlns:a16="http://schemas.microsoft.com/office/drawing/2014/main" id="{3AE53147-A6B2-A508-2341-917968FF9BA9}"/>
              </a:ext>
            </a:extLst>
          </p:cNvPr>
          <p:cNvSpPr/>
          <p:nvPr/>
        </p:nvSpPr>
        <p:spPr>
          <a:xfrm>
            <a:off x="7644765" y="2128766"/>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椭圆 19">
            <a:extLst>
              <a:ext uri="{FF2B5EF4-FFF2-40B4-BE49-F238E27FC236}">
                <a16:creationId xmlns:a16="http://schemas.microsoft.com/office/drawing/2014/main" id="{AE336A77-19B6-70BD-5C7B-02384B9DCB87}"/>
              </a:ext>
            </a:extLst>
          </p:cNvPr>
          <p:cNvSpPr/>
          <p:nvPr/>
        </p:nvSpPr>
        <p:spPr>
          <a:xfrm>
            <a:off x="6946205" y="3776530"/>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 descr="Pop! Wall-E (Facet) — Double Boxed Toys">
            <a:extLst>
              <a:ext uri="{FF2B5EF4-FFF2-40B4-BE49-F238E27FC236}">
                <a16:creationId xmlns:a16="http://schemas.microsoft.com/office/drawing/2014/main" id="{2650A9E5-DF9D-9B7B-9030-50FE3D8E56FA}"/>
              </a:ext>
            </a:extLst>
          </p:cNvPr>
          <p:cNvPicPr>
            <a:picLocks noChangeAspect="1" noChangeArrowheads="1"/>
          </p:cNvPicPr>
          <p:nvPr/>
        </p:nvPicPr>
        <p:blipFill rotWithShape="1">
          <a:blip r:embed="rId2">
            <a:alphaModFix amt="11000"/>
            <a:extLst>
              <a:ext uri="{28A0092B-C50C-407E-A947-70E740481C1C}">
                <a14:useLocalDpi xmlns:a14="http://schemas.microsoft.com/office/drawing/2010/main" val="0"/>
              </a:ext>
            </a:extLst>
          </a:blip>
          <a:srcRect l="12782" t="8914" r="12960" b="8907"/>
          <a:stretch/>
        </p:blipFill>
        <p:spPr bwMode="auto">
          <a:xfrm>
            <a:off x="7093174" y="3903675"/>
            <a:ext cx="371691" cy="4113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World Landmarks PNG Image for Free Download">
            <a:extLst>
              <a:ext uri="{FF2B5EF4-FFF2-40B4-BE49-F238E27FC236}">
                <a16:creationId xmlns:a16="http://schemas.microsoft.com/office/drawing/2014/main" id="{24C0ECD8-B9D3-92CF-2131-33723DF710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5977407" y="2777287"/>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World Landmarks PNG Image for Free Download">
            <a:extLst>
              <a:ext uri="{FF2B5EF4-FFF2-40B4-BE49-F238E27FC236}">
                <a16:creationId xmlns:a16="http://schemas.microsoft.com/office/drawing/2014/main" id="{D53CEACF-13A3-D0F8-B1FE-A5F0F99210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7773311" y="2181561"/>
            <a:ext cx="389294" cy="53315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线连接符 23">
            <a:extLst>
              <a:ext uri="{FF2B5EF4-FFF2-40B4-BE49-F238E27FC236}">
                <a16:creationId xmlns:a16="http://schemas.microsoft.com/office/drawing/2014/main" id="{C0AEC392-017A-DE2D-368D-4A08634F0909}"/>
              </a:ext>
            </a:extLst>
          </p:cNvPr>
          <p:cNvCxnSpPr>
            <a:cxnSpLocks/>
          </p:cNvCxnSpPr>
          <p:nvPr/>
        </p:nvCxnSpPr>
        <p:spPr>
          <a:xfrm flipH="1" flipV="1">
            <a:off x="6387353" y="3287815"/>
            <a:ext cx="618565" cy="584947"/>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60CE9E6-DBE8-FD61-13D6-485CF0DDA253}"/>
              </a:ext>
            </a:extLst>
          </p:cNvPr>
          <p:cNvCxnSpPr>
            <a:cxnSpLocks/>
          </p:cNvCxnSpPr>
          <p:nvPr/>
        </p:nvCxnSpPr>
        <p:spPr>
          <a:xfrm flipV="1">
            <a:off x="7436224" y="2796998"/>
            <a:ext cx="403411" cy="99508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A1583493-678A-A121-EEB2-0FFB07226728}"/>
              </a:ext>
            </a:extLst>
          </p:cNvPr>
          <p:cNvSpPr/>
          <p:nvPr/>
        </p:nvSpPr>
        <p:spPr>
          <a:xfrm>
            <a:off x="6473154" y="1453182"/>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2" descr="Pop! Wall-E (Facet) — Double Boxed Toys">
            <a:extLst>
              <a:ext uri="{FF2B5EF4-FFF2-40B4-BE49-F238E27FC236}">
                <a16:creationId xmlns:a16="http://schemas.microsoft.com/office/drawing/2014/main" id="{E90AB062-1FF3-FA70-0F5B-6D824BFC91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82" t="8914" r="12960" b="8907"/>
          <a:stretch/>
        </p:blipFill>
        <p:spPr bwMode="auto">
          <a:xfrm>
            <a:off x="6620123" y="1580327"/>
            <a:ext cx="371691" cy="411340"/>
          </a:xfrm>
          <a:prstGeom prst="rect">
            <a:avLst/>
          </a:prstGeom>
          <a:noFill/>
          <a:extLst>
            <a:ext uri="{909E8E84-426E-40DD-AFC4-6F175D3DCCD1}">
              <a14:hiddenFill xmlns:a14="http://schemas.microsoft.com/office/drawing/2010/main">
                <a:solidFill>
                  <a:srgbClr val="FFFFFF"/>
                </a:solidFill>
              </a14:hiddenFill>
            </a:ext>
          </a:extLst>
        </p:spPr>
      </p:pic>
      <p:sp>
        <p:nvSpPr>
          <p:cNvPr id="28" name="椭圆 27">
            <a:extLst>
              <a:ext uri="{FF2B5EF4-FFF2-40B4-BE49-F238E27FC236}">
                <a16:creationId xmlns:a16="http://schemas.microsoft.com/office/drawing/2014/main" id="{D9C4F95B-D6DD-4944-87D0-7E89F926C02E}"/>
              </a:ext>
            </a:extLst>
          </p:cNvPr>
          <p:cNvSpPr/>
          <p:nvPr/>
        </p:nvSpPr>
        <p:spPr>
          <a:xfrm>
            <a:off x="7644765" y="572707"/>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6" descr="World Landmarks PNG Image for Free Download">
            <a:extLst>
              <a:ext uri="{FF2B5EF4-FFF2-40B4-BE49-F238E27FC236}">
                <a16:creationId xmlns:a16="http://schemas.microsoft.com/office/drawing/2014/main" id="{41CAD74F-3E87-9593-135C-55CDCF47F6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250" t="66848" r="7681" b="12492"/>
          <a:stretch/>
        </p:blipFill>
        <p:spPr bwMode="auto">
          <a:xfrm>
            <a:off x="7808941" y="748842"/>
            <a:ext cx="337278" cy="313359"/>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直线连接符 30">
            <a:extLst>
              <a:ext uri="{FF2B5EF4-FFF2-40B4-BE49-F238E27FC236}">
                <a16:creationId xmlns:a16="http://schemas.microsoft.com/office/drawing/2014/main" id="{8DCBFC1E-4B0F-3248-116E-4C82B84851B6}"/>
              </a:ext>
            </a:extLst>
          </p:cNvPr>
          <p:cNvCxnSpPr>
            <a:cxnSpLocks/>
          </p:cNvCxnSpPr>
          <p:nvPr/>
        </p:nvCxnSpPr>
        <p:spPr>
          <a:xfrm flipH="1" flipV="1">
            <a:off x="6871447" y="2111198"/>
            <a:ext cx="322729" cy="1667435"/>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F65A5C88-C19A-4D2B-7C96-FEDD0E158D07}"/>
              </a:ext>
            </a:extLst>
          </p:cNvPr>
          <p:cNvCxnSpPr>
            <a:cxnSpLocks/>
          </p:cNvCxnSpPr>
          <p:nvPr/>
        </p:nvCxnSpPr>
        <p:spPr>
          <a:xfrm flipH="1">
            <a:off x="6313394" y="2091027"/>
            <a:ext cx="336177" cy="63201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01E057AD-F6B9-F866-091B-468967DF9BDE}"/>
              </a:ext>
            </a:extLst>
          </p:cNvPr>
          <p:cNvCxnSpPr>
            <a:cxnSpLocks/>
          </p:cNvCxnSpPr>
          <p:nvPr/>
        </p:nvCxnSpPr>
        <p:spPr>
          <a:xfrm>
            <a:off x="7106771" y="1949833"/>
            <a:ext cx="551329" cy="336176"/>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64890D65-D9D5-4551-2E80-EBA35CE41068}"/>
              </a:ext>
            </a:extLst>
          </p:cNvPr>
          <p:cNvCxnSpPr>
            <a:cxnSpLocks/>
          </p:cNvCxnSpPr>
          <p:nvPr/>
        </p:nvCxnSpPr>
        <p:spPr>
          <a:xfrm flipV="1">
            <a:off x="7100047" y="1136286"/>
            <a:ext cx="618565" cy="484094"/>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522FC91B-9E0C-EA48-626B-7E204DBBD77B}"/>
              </a:ext>
            </a:extLst>
          </p:cNvPr>
          <p:cNvSpPr txBox="1"/>
          <p:nvPr/>
        </p:nvSpPr>
        <p:spPr>
          <a:xfrm rot="17990745">
            <a:off x="6059372" y="2173515"/>
            <a:ext cx="665567" cy="307777"/>
          </a:xfrm>
          <a:prstGeom prst="rect">
            <a:avLst/>
          </a:prstGeom>
          <a:noFill/>
        </p:spPr>
        <p:txBody>
          <a:bodyPr wrap="none" rtlCol="0">
            <a:spAutoFit/>
          </a:bodyPr>
          <a:lstStyle/>
          <a:p>
            <a:r>
              <a:rPr lang="en-GB" sz="1400" dirty="0">
                <a:solidFill>
                  <a:schemeClr val="bg1">
                    <a:lumMod val="50000"/>
                  </a:schemeClr>
                </a:solidFill>
              </a:rPr>
              <a:t>(+1,-3)</a:t>
            </a:r>
          </a:p>
        </p:txBody>
      </p:sp>
      <p:sp>
        <p:nvSpPr>
          <p:cNvPr id="44" name="文本框 43">
            <a:extLst>
              <a:ext uri="{FF2B5EF4-FFF2-40B4-BE49-F238E27FC236}">
                <a16:creationId xmlns:a16="http://schemas.microsoft.com/office/drawing/2014/main" id="{D6102176-8A69-109D-B9C9-33BDEDC14DEF}"/>
              </a:ext>
            </a:extLst>
          </p:cNvPr>
          <p:cNvSpPr txBox="1"/>
          <p:nvPr/>
        </p:nvSpPr>
        <p:spPr>
          <a:xfrm rot="19240935">
            <a:off x="6926856" y="1149142"/>
            <a:ext cx="700833" cy="307777"/>
          </a:xfrm>
          <a:prstGeom prst="rect">
            <a:avLst/>
          </a:prstGeom>
          <a:noFill/>
        </p:spPr>
        <p:txBody>
          <a:bodyPr wrap="none" rtlCol="0">
            <a:spAutoFit/>
          </a:bodyPr>
          <a:lstStyle/>
          <a:p>
            <a:r>
              <a:rPr lang="en-GB" sz="1400" dirty="0">
                <a:solidFill>
                  <a:schemeClr val="bg1">
                    <a:lumMod val="50000"/>
                  </a:schemeClr>
                </a:solidFill>
              </a:rPr>
              <a:t>(+2,+2)</a:t>
            </a:r>
          </a:p>
        </p:txBody>
      </p:sp>
      <p:sp>
        <p:nvSpPr>
          <p:cNvPr id="45" name="文本框 44">
            <a:extLst>
              <a:ext uri="{FF2B5EF4-FFF2-40B4-BE49-F238E27FC236}">
                <a16:creationId xmlns:a16="http://schemas.microsoft.com/office/drawing/2014/main" id="{54638A75-C4F2-6F5B-2C6F-786E3A1248C6}"/>
              </a:ext>
            </a:extLst>
          </p:cNvPr>
          <p:cNvSpPr txBox="1"/>
          <p:nvPr/>
        </p:nvSpPr>
        <p:spPr>
          <a:xfrm>
            <a:off x="6938805" y="2627108"/>
            <a:ext cx="665567" cy="307777"/>
          </a:xfrm>
          <a:prstGeom prst="rect">
            <a:avLst/>
          </a:prstGeom>
          <a:noFill/>
        </p:spPr>
        <p:txBody>
          <a:bodyPr wrap="none" rtlCol="0">
            <a:spAutoFit/>
          </a:bodyPr>
          <a:lstStyle/>
          <a:p>
            <a:r>
              <a:rPr lang="en-GB" sz="1400" dirty="0">
                <a:solidFill>
                  <a:schemeClr val="bg1">
                    <a:lumMod val="50000"/>
                  </a:schemeClr>
                </a:solidFill>
              </a:rPr>
              <a:t>(-1,+4)</a:t>
            </a:r>
          </a:p>
        </p:txBody>
      </p:sp>
    </p:spTree>
    <p:extLst>
      <p:ext uri="{BB962C8B-B14F-4D97-AF65-F5344CB8AC3E}">
        <p14:creationId xmlns:p14="http://schemas.microsoft.com/office/powerpoint/2010/main" val="1936812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a:t>
            </a:r>
            <a:endParaRPr lang="en-GB"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5078827" cy="3118351"/>
          </a:xfrm>
        </p:spPr>
        <p:txBody>
          <a:bodyPr/>
          <a:lstStyle/>
          <a:p>
            <a:r>
              <a:rPr lang="en-GB" dirty="0">
                <a:solidFill>
                  <a:srgbClr val="003399"/>
                </a:solidFill>
              </a:rPr>
              <a:t>Graph Optimisation</a:t>
            </a:r>
          </a:p>
          <a:p>
            <a:r>
              <a:rPr lang="en-GB" dirty="0"/>
              <a:t>As new positional and environmental observation information is </a:t>
            </a:r>
            <a:r>
              <a:rPr lang="en-GB" dirty="0">
                <a:solidFill>
                  <a:srgbClr val="003399"/>
                </a:solidFill>
              </a:rPr>
              <a:t>continually gathered </a:t>
            </a:r>
            <a:r>
              <a:rPr lang="en-GB" dirty="0"/>
              <a:t>and </a:t>
            </a:r>
            <a:r>
              <a:rPr lang="en-GB" dirty="0">
                <a:solidFill>
                  <a:srgbClr val="003399"/>
                </a:solidFill>
              </a:rPr>
              <a:t>incorporated into the graph</a:t>
            </a:r>
            <a:r>
              <a:rPr lang="en-GB" dirty="0"/>
              <a:t> through new nodes and edges, discrepancies may arise due to </a:t>
            </a:r>
            <a:r>
              <a:rPr lang="en-GB" dirty="0">
                <a:solidFill>
                  <a:srgbClr val="003399"/>
                </a:solidFill>
              </a:rPr>
              <a:t>sensor inaccuracies</a:t>
            </a:r>
            <a:r>
              <a:rPr lang="en-GB" dirty="0"/>
              <a:t>. </a:t>
            </a:r>
          </a:p>
          <a:p>
            <a:r>
              <a:rPr lang="en-GB" dirty="0"/>
              <a:t>Graph-based SLAM employs graph optimisation algorithms (such as g2o, Ceres, etc.) to adjust the positions of nodes within the graph, thus minimising these discrepancies and optimising the graph's structure. The aim of graph optimisation is to </a:t>
            </a:r>
            <a:r>
              <a:rPr lang="en-GB" dirty="0">
                <a:solidFill>
                  <a:srgbClr val="003399"/>
                </a:solidFill>
              </a:rPr>
              <a:t>minimise the errors across all edges</a:t>
            </a:r>
            <a:r>
              <a:rPr lang="en-GB" dirty="0"/>
              <a:t>, typically solved as a </a:t>
            </a:r>
            <a:r>
              <a:rPr lang="en-GB" dirty="0">
                <a:solidFill>
                  <a:srgbClr val="003399"/>
                </a:solidFill>
              </a:rPr>
              <a:t>non-linear least squares problem</a:t>
            </a:r>
            <a:r>
              <a:rPr lang="en-GB" dirty="0"/>
              <a:t>.</a:t>
            </a:r>
          </a:p>
        </p:txBody>
      </p:sp>
      <p:sp>
        <p:nvSpPr>
          <p:cNvPr id="15" name="文本框 14">
            <a:extLst>
              <a:ext uri="{FF2B5EF4-FFF2-40B4-BE49-F238E27FC236}">
                <a16:creationId xmlns:a16="http://schemas.microsoft.com/office/drawing/2014/main" id="{65BBE1A1-3B0B-B678-73EF-7A99A00BC610}"/>
              </a:ext>
            </a:extLst>
          </p:cNvPr>
          <p:cNvSpPr txBox="1"/>
          <p:nvPr/>
        </p:nvSpPr>
        <p:spPr>
          <a:xfrm rot="1842905">
            <a:off x="7086689" y="1822231"/>
            <a:ext cx="665567" cy="307777"/>
          </a:xfrm>
          <a:prstGeom prst="rect">
            <a:avLst/>
          </a:prstGeom>
          <a:noFill/>
        </p:spPr>
        <p:txBody>
          <a:bodyPr wrap="none" rtlCol="0">
            <a:spAutoFit/>
          </a:bodyPr>
          <a:lstStyle/>
          <a:p>
            <a:r>
              <a:rPr lang="en-GB" sz="1400" dirty="0">
                <a:solidFill>
                  <a:schemeClr val="bg1">
                    <a:lumMod val="50000"/>
                  </a:schemeClr>
                </a:solidFill>
              </a:rPr>
              <a:t>(+2,-2)</a:t>
            </a:r>
          </a:p>
        </p:txBody>
      </p:sp>
      <p:sp>
        <p:nvSpPr>
          <p:cNvPr id="16" name="文本框 15">
            <a:extLst>
              <a:ext uri="{FF2B5EF4-FFF2-40B4-BE49-F238E27FC236}">
                <a16:creationId xmlns:a16="http://schemas.microsoft.com/office/drawing/2014/main" id="{9131F1C2-EE03-05AD-91C0-624967F5CA27}"/>
              </a:ext>
            </a:extLst>
          </p:cNvPr>
          <p:cNvSpPr txBox="1"/>
          <p:nvPr/>
        </p:nvSpPr>
        <p:spPr>
          <a:xfrm>
            <a:off x="6938805" y="2627108"/>
            <a:ext cx="665567" cy="307777"/>
          </a:xfrm>
          <a:prstGeom prst="rect">
            <a:avLst/>
          </a:prstGeom>
          <a:noFill/>
        </p:spPr>
        <p:txBody>
          <a:bodyPr wrap="none" rtlCol="0">
            <a:spAutoFit/>
          </a:bodyPr>
          <a:lstStyle/>
          <a:p>
            <a:r>
              <a:rPr lang="en-GB" sz="1400" dirty="0">
                <a:solidFill>
                  <a:schemeClr val="bg1">
                    <a:lumMod val="50000"/>
                  </a:schemeClr>
                </a:solidFill>
              </a:rPr>
              <a:t>(-1,+4)</a:t>
            </a:r>
          </a:p>
        </p:txBody>
      </p:sp>
      <p:sp>
        <p:nvSpPr>
          <p:cNvPr id="17" name="椭圆 16">
            <a:extLst>
              <a:ext uri="{FF2B5EF4-FFF2-40B4-BE49-F238E27FC236}">
                <a16:creationId xmlns:a16="http://schemas.microsoft.com/office/drawing/2014/main" id="{081F49E7-CB39-D50C-92B8-04B6F31F04C1}"/>
              </a:ext>
            </a:extLst>
          </p:cNvPr>
          <p:cNvSpPr/>
          <p:nvPr/>
        </p:nvSpPr>
        <p:spPr>
          <a:xfrm>
            <a:off x="5827144" y="2677043"/>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椭圆 17">
            <a:extLst>
              <a:ext uri="{FF2B5EF4-FFF2-40B4-BE49-F238E27FC236}">
                <a16:creationId xmlns:a16="http://schemas.microsoft.com/office/drawing/2014/main" id="{3AE53147-A6B2-A508-2341-917968FF9BA9}"/>
              </a:ext>
            </a:extLst>
          </p:cNvPr>
          <p:cNvSpPr/>
          <p:nvPr/>
        </p:nvSpPr>
        <p:spPr>
          <a:xfrm>
            <a:off x="7644765" y="2128766"/>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椭圆 19">
            <a:extLst>
              <a:ext uri="{FF2B5EF4-FFF2-40B4-BE49-F238E27FC236}">
                <a16:creationId xmlns:a16="http://schemas.microsoft.com/office/drawing/2014/main" id="{AE336A77-19B6-70BD-5C7B-02384B9DCB87}"/>
              </a:ext>
            </a:extLst>
          </p:cNvPr>
          <p:cNvSpPr/>
          <p:nvPr/>
        </p:nvSpPr>
        <p:spPr>
          <a:xfrm>
            <a:off x="6946205" y="3776530"/>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 descr="Pop! Wall-E (Facet) — Double Boxed Toys">
            <a:extLst>
              <a:ext uri="{FF2B5EF4-FFF2-40B4-BE49-F238E27FC236}">
                <a16:creationId xmlns:a16="http://schemas.microsoft.com/office/drawing/2014/main" id="{2650A9E5-DF9D-9B7B-9030-50FE3D8E56FA}"/>
              </a:ext>
            </a:extLst>
          </p:cNvPr>
          <p:cNvPicPr>
            <a:picLocks noChangeAspect="1" noChangeArrowheads="1"/>
          </p:cNvPicPr>
          <p:nvPr/>
        </p:nvPicPr>
        <p:blipFill rotWithShape="1">
          <a:blip r:embed="rId2">
            <a:alphaModFix amt="11000"/>
            <a:extLst>
              <a:ext uri="{28A0092B-C50C-407E-A947-70E740481C1C}">
                <a14:useLocalDpi xmlns:a14="http://schemas.microsoft.com/office/drawing/2010/main" val="0"/>
              </a:ext>
            </a:extLst>
          </a:blip>
          <a:srcRect l="12782" t="8914" r="12960" b="8907"/>
          <a:stretch/>
        </p:blipFill>
        <p:spPr bwMode="auto">
          <a:xfrm>
            <a:off x="7093174" y="3903675"/>
            <a:ext cx="371691" cy="4113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World Landmarks PNG Image for Free Download">
            <a:extLst>
              <a:ext uri="{FF2B5EF4-FFF2-40B4-BE49-F238E27FC236}">
                <a16:creationId xmlns:a16="http://schemas.microsoft.com/office/drawing/2014/main" id="{24C0ECD8-B9D3-92CF-2131-33723DF710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72" t="6250" r="40618" b="72984"/>
          <a:stretch/>
        </p:blipFill>
        <p:spPr bwMode="auto">
          <a:xfrm>
            <a:off x="5977407" y="2777287"/>
            <a:ext cx="365104" cy="46514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World Landmarks PNG Image for Free Download">
            <a:extLst>
              <a:ext uri="{FF2B5EF4-FFF2-40B4-BE49-F238E27FC236}">
                <a16:creationId xmlns:a16="http://schemas.microsoft.com/office/drawing/2014/main" id="{D53CEACF-13A3-D0F8-B1FE-A5F0F99210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258" t="63724" r="40832" b="13953"/>
          <a:stretch/>
        </p:blipFill>
        <p:spPr bwMode="auto">
          <a:xfrm>
            <a:off x="7773311" y="2181561"/>
            <a:ext cx="389294" cy="53315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线连接符 23">
            <a:extLst>
              <a:ext uri="{FF2B5EF4-FFF2-40B4-BE49-F238E27FC236}">
                <a16:creationId xmlns:a16="http://schemas.microsoft.com/office/drawing/2014/main" id="{C0AEC392-017A-DE2D-368D-4A08634F0909}"/>
              </a:ext>
            </a:extLst>
          </p:cNvPr>
          <p:cNvCxnSpPr>
            <a:cxnSpLocks/>
          </p:cNvCxnSpPr>
          <p:nvPr/>
        </p:nvCxnSpPr>
        <p:spPr>
          <a:xfrm flipH="1" flipV="1">
            <a:off x="6387353" y="3287815"/>
            <a:ext cx="618565" cy="584947"/>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60CE9E6-DBE8-FD61-13D6-485CF0DDA253}"/>
              </a:ext>
            </a:extLst>
          </p:cNvPr>
          <p:cNvCxnSpPr>
            <a:cxnSpLocks/>
          </p:cNvCxnSpPr>
          <p:nvPr/>
        </p:nvCxnSpPr>
        <p:spPr>
          <a:xfrm flipV="1">
            <a:off x="7436224" y="2796998"/>
            <a:ext cx="403411" cy="99508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A1583493-678A-A121-EEB2-0FFB07226728}"/>
              </a:ext>
            </a:extLst>
          </p:cNvPr>
          <p:cNvSpPr/>
          <p:nvPr/>
        </p:nvSpPr>
        <p:spPr>
          <a:xfrm>
            <a:off x="6473154" y="1453182"/>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2" descr="Pop! Wall-E (Facet) — Double Boxed Toys">
            <a:extLst>
              <a:ext uri="{FF2B5EF4-FFF2-40B4-BE49-F238E27FC236}">
                <a16:creationId xmlns:a16="http://schemas.microsoft.com/office/drawing/2014/main" id="{E90AB062-1FF3-FA70-0F5B-6D824BFC919B}"/>
              </a:ext>
            </a:extLst>
          </p:cNvPr>
          <p:cNvPicPr>
            <a:picLocks noChangeAspect="1" noChangeArrowheads="1"/>
          </p:cNvPicPr>
          <p:nvPr/>
        </p:nvPicPr>
        <p:blipFill rotWithShape="1">
          <a:blip r:embed="rId2">
            <a:alphaModFix amt="16000"/>
            <a:extLst>
              <a:ext uri="{28A0092B-C50C-407E-A947-70E740481C1C}">
                <a14:useLocalDpi xmlns:a14="http://schemas.microsoft.com/office/drawing/2010/main" val="0"/>
              </a:ext>
            </a:extLst>
          </a:blip>
          <a:srcRect l="12782" t="8914" r="12960" b="8907"/>
          <a:stretch/>
        </p:blipFill>
        <p:spPr bwMode="auto">
          <a:xfrm>
            <a:off x="6620123" y="1580327"/>
            <a:ext cx="371691" cy="411340"/>
          </a:xfrm>
          <a:prstGeom prst="rect">
            <a:avLst/>
          </a:prstGeom>
          <a:noFill/>
          <a:extLst>
            <a:ext uri="{909E8E84-426E-40DD-AFC4-6F175D3DCCD1}">
              <a14:hiddenFill xmlns:a14="http://schemas.microsoft.com/office/drawing/2010/main">
                <a:solidFill>
                  <a:srgbClr val="FFFFFF"/>
                </a:solidFill>
              </a14:hiddenFill>
            </a:ext>
          </a:extLst>
        </p:spPr>
      </p:pic>
      <p:sp>
        <p:nvSpPr>
          <p:cNvPr id="28" name="椭圆 27">
            <a:extLst>
              <a:ext uri="{FF2B5EF4-FFF2-40B4-BE49-F238E27FC236}">
                <a16:creationId xmlns:a16="http://schemas.microsoft.com/office/drawing/2014/main" id="{D9C4F95B-D6DD-4944-87D0-7E89F926C02E}"/>
              </a:ext>
            </a:extLst>
          </p:cNvPr>
          <p:cNvSpPr/>
          <p:nvPr/>
        </p:nvSpPr>
        <p:spPr>
          <a:xfrm>
            <a:off x="7644765" y="572707"/>
            <a:ext cx="665630" cy="665630"/>
          </a:xfrm>
          <a:prstGeom prst="ellips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6" descr="World Landmarks PNG Image for Free Download">
            <a:extLst>
              <a:ext uri="{FF2B5EF4-FFF2-40B4-BE49-F238E27FC236}">
                <a16:creationId xmlns:a16="http://schemas.microsoft.com/office/drawing/2014/main" id="{41CAD74F-3E87-9593-135C-55CDCF47F6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250" t="66848" r="7681" b="12492"/>
          <a:stretch/>
        </p:blipFill>
        <p:spPr bwMode="auto">
          <a:xfrm>
            <a:off x="7808941" y="748842"/>
            <a:ext cx="337278" cy="313359"/>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直线连接符 30">
            <a:extLst>
              <a:ext uri="{FF2B5EF4-FFF2-40B4-BE49-F238E27FC236}">
                <a16:creationId xmlns:a16="http://schemas.microsoft.com/office/drawing/2014/main" id="{8DCBFC1E-4B0F-3248-116E-4C82B84851B6}"/>
              </a:ext>
            </a:extLst>
          </p:cNvPr>
          <p:cNvCxnSpPr>
            <a:cxnSpLocks/>
          </p:cNvCxnSpPr>
          <p:nvPr/>
        </p:nvCxnSpPr>
        <p:spPr>
          <a:xfrm flipH="1" flipV="1">
            <a:off x="6871447" y="2111198"/>
            <a:ext cx="322729" cy="1667435"/>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F65A5C88-C19A-4D2B-7C96-FEDD0E158D07}"/>
              </a:ext>
            </a:extLst>
          </p:cNvPr>
          <p:cNvCxnSpPr>
            <a:cxnSpLocks/>
          </p:cNvCxnSpPr>
          <p:nvPr/>
        </p:nvCxnSpPr>
        <p:spPr>
          <a:xfrm flipH="1">
            <a:off x="6313394" y="2091027"/>
            <a:ext cx="336177" cy="632012"/>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01E057AD-F6B9-F866-091B-468967DF9BDE}"/>
              </a:ext>
            </a:extLst>
          </p:cNvPr>
          <p:cNvCxnSpPr>
            <a:cxnSpLocks/>
          </p:cNvCxnSpPr>
          <p:nvPr/>
        </p:nvCxnSpPr>
        <p:spPr>
          <a:xfrm>
            <a:off x="7106771" y="1949833"/>
            <a:ext cx="551329" cy="336176"/>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64890D65-D9D5-4551-2E80-EBA35CE41068}"/>
              </a:ext>
            </a:extLst>
          </p:cNvPr>
          <p:cNvCxnSpPr>
            <a:cxnSpLocks/>
          </p:cNvCxnSpPr>
          <p:nvPr/>
        </p:nvCxnSpPr>
        <p:spPr>
          <a:xfrm flipV="1">
            <a:off x="7100047" y="1136286"/>
            <a:ext cx="618565" cy="484094"/>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522FC91B-9E0C-EA48-626B-7E204DBBD77B}"/>
              </a:ext>
            </a:extLst>
          </p:cNvPr>
          <p:cNvSpPr txBox="1"/>
          <p:nvPr/>
        </p:nvSpPr>
        <p:spPr>
          <a:xfrm rot="17990745">
            <a:off x="6059372" y="2173515"/>
            <a:ext cx="665567" cy="307777"/>
          </a:xfrm>
          <a:prstGeom prst="rect">
            <a:avLst/>
          </a:prstGeom>
          <a:noFill/>
        </p:spPr>
        <p:txBody>
          <a:bodyPr wrap="none" rtlCol="0">
            <a:spAutoFit/>
          </a:bodyPr>
          <a:lstStyle/>
          <a:p>
            <a:r>
              <a:rPr lang="en-GB" sz="1400" dirty="0">
                <a:solidFill>
                  <a:schemeClr val="bg1">
                    <a:lumMod val="50000"/>
                  </a:schemeClr>
                </a:solidFill>
              </a:rPr>
              <a:t>(+1,-3)</a:t>
            </a:r>
          </a:p>
        </p:txBody>
      </p:sp>
      <p:sp>
        <p:nvSpPr>
          <p:cNvPr id="44" name="文本框 43">
            <a:extLst>
              <a:ext uri="{FF2B5EF4-FFF2-40B4-BE49-F238E27FC236}">
                <a16:creationId xmlns:a16="http://schemas.microsoft.com/office/drawing/2014/main" id="{D6102176-8A69-109D-B9C9-33BDEDC14DEF}"/>
              </a:ext>
            </a:extLst>
          </p:cNvPr>
          <p:cNvSpPr txBox="1"/>
          <p:nvPr/>
        </p:nvSpPr>
        <p:spPr>
          <a:xfrm rot="19240935">
            <a:off x="6926856" y="1149142"/>
            <a:ext cx="700833" cy="307777"/>
          </a:xfrm>
          <a:prstGeom prst="rect">
            <a:avLst/>
          </a:prstGeom>
          <a:noFill/>
        </p:spPr>
        <p:txBody>
          <a:bodyPr wrap="none" rtlCol="0">
            <a:spAutoFit/>
          </a:bodyPr>
          <a:lstStyle/>
          <a:p>
            <a:r>
              <a:rPr lang="en-GB" sz="1400" dirty="0">
                <a:solidFill>
                  <a:schemeClr val="bg1">
                    <a:lumMod val="50000"/>
                  </a:schemeClr>
                </a:solidFill>
              </a:rPr>
              <a:t>(+2,+2)</a:t>
            </a:r>
          </a:p>
        </p:txBody>
      </p:sp>
      <p:sp>
        <p:nvSpPr>
          <p:cNvPr id="2" name="文本框 1">
            <a:extLst>
              <a:ext uri="{FF2B5EF4-FFF2-40B4-BE49-F238E27FC236}">
                <a16:creationId xmlns:a16="http://schemas.microsoft.com/office/drawing/2014/main" id="{3D39D443-FDFA-A233-49BE-D965694E8842}"/>
              </a:ext>
            </a:extLst>
          </p:cNvPr>
          <p:cNvSpPr txBox="1"/>
          <p:nvPr/>
        </p:nvSpPr>
        <p:spPr>
          <a:xfrm rot="17566005">
            <a:off x="7166617" y="3118781"/>
            <a:ext cx="700833" cy="307777"/>
          </a:xfrm>
          <a:prstGeom prst="rect">
            <a:avLst/>
          </a:prstGeom>
          <a:noFill/>
        </p:spPr>
        <p:txBody>
          <a:bodyPr wrap="none" rtlCol="0">
            <a:spAutoFit/>
          </a:bodyPr>
          <a:lstStyle/>
          <a:p>
            <a:r>
              <a:rPr lang="en-GB" sz="1400" dirty="0">
                <a:solidFill>
                  <a:schemeClr val="bg1">
                    <a:lumMod val="50000"/>
                  </a:schemeClr>
                </a:solidFill>
              </a:rPr>
              <a:t>(+2,+5)</a:t>
            </a:r>
          </a:p>
        </p:txBody>
      </p:sp>
      <p:sp>
        <p:nvSpPr>
          <p:cNvPr id="3" name="文本框 2">
            <a:extLst>
              <a:ext uri="{FF2B5EF4-FFF2-40B4-BE49-F238E27FC236}">
                <a16:creationId xmlns:a16="http://schemas.microsoft.com/office/drawing/2014/main" id="{EA23C6C4-9FBE-4732-A44D-6298B8C4914B}"/>
              </a:ext>
            </a:extLst>
          </p:cNvPr>
          <p:cNvSpPr txBox="1"/>
          <p:nvPr/>
        </p:nvSpPr>
        <p:spPr>
          <a:xfrm rot="2574389">
            <a:off x="6475494" y="3332122"/>
            <a:ext cx="665567" cy="307777"/>
          </a:xfrm>
          <a:prstGeom prst="rect">
            <a:avLst/>
          </a:prstGeom>
          <a:noFill/>
        </p:spPr>
        <p:txBody>
          <a:bodyPr wrap="none" rtlCol="0">
            <a:spAutoFit/>
          </a:bodyPr>
          <a:lstStyle/>
          <a:p>
            <a:r>
              <a:rPr lang="en-GB" sz="1400" dirty="0">
                <a:solidFill>
                  <a:schemeClr val="bg1">
                    <a:lumMod val="50000"/>
                  </a:schemeClr>
                </a:solidFill>
              </a:rPr>
              <a:t>(-2,+3)</a:t>
            </a:r>
          </a:p>
        </p:txBody>
      </p:sp>
    </p:spTree>
    <p:extLst>
      <p:ext uri="{BB962C8B-B14F-4D97-AF65-F5344CB8AC3E}">
        <p14:creationId xmlns:p14="http://schemas.microsoft.com/office/powerpoint/2010/main" val="1189447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 (</a:t>
            </a:r>
            <a:r>
              <a:rPr lang="en-GB" altLang="zh-CN" b="0" dirty="0">
                <a:solidFill>
                  <a:srgbClr val="003399"/>
                </a:solidFill>
              </a:rPr>
              <a:t>Advantages</a:t>
            </a:r>
            <a:r>
              <a:rPr lang="en-GB" altLang="zh-CN" b="0" dirty="0"/>
              <a:t>)</a:t>
            </a:r>
            <a:endParaRPr lang="en-GB" b="0"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7379074" cy="3118351"/>
          </a:xfrm>
        </p:spPr>
        <p:txBody>
          <a:bodyPr/>
          <a:lstStyle/>
          <a:p>
            <a:pPr marL="285750" indent="-285750">
              <a:buFont typeface="Arial" panose="020B0604020202020204" pitchFamily="34" charset="0"/>
              <a:buChar char="•"/>
            </a:pPr>
            <a:r>
              <a:rPr lang="en-GB" dirty="0">
                <a:solidFill>
                  <a:srgbClr val="003399"/>
                </a:solidFill>
              </a:rPr>
              <a:t>High Accuracy</a:t>
            </a:r>
            <a:r>
              <a:rPr lang="en-GB" dirty="0"/>
              <a:t>: By globally optimising the graph structure, Graph-based SLAM can effectively reduce cumulative errors, offering high-accuracy localisation and mapping outcomes.</a:t>
            </a:r>
          </a:p>
          <a:p>
            <a:pPr marL="285750" indent="-285750">
              <a:buFont typeface="Arial" panose="020B0604020202020204" pitchFamily="34" charset="0"/>
              <a:buChar char="•"/>
            </a:pPr>
            <a:r>
              <a:rPr lang="en-GB" dirty="0">
                <a:solidFill>
                  <a:srgbClr val="003399"/>
                </a:solidFill>
              </a:rPr>
              <a:t>Strong Adaptability</a:t>
            </a:r>
            <a:r>
              <a:rPr lang="en-GB" dirty="0"/>
              <a:t>: This method adapts well to SLAM problems in large-scale environments, unaffected by the complexity of the environment.</a:t>
            </a:r>
          </a:p>
          <a:p>
            <a:pPr marL="285750" indent="-285750">
              <a:buFont typeface="Arial" panose="020B0604020202020204" pitchFamily="34" charset="0"/>
              <a:buChar char="•"/>
            </a:pPr>
            <a:r>
              <a:rPr lang="en-GB" dirty="0">
                <a:solidFill>
                  <a:srgbClr val="003399"/>
                </a:solidFill>
              </a:rPr>
              <a:t>Flexibility</a:t>
            </a:r>
            <a:r>
              <a:rPr lang="en-GB" dirty="0"/>
              <a:t>: Graph-based SLAM is adaptable to various types and configurations of sensors, allowing for the combined use of different sensor data.</a:t>
            </a:r>
          </a:p>
          <a:p>
            <a:pPr marL="285750" indent="-285750">
              <a:buFont typeface="Arial" panose="020B0604020202020204" pitchFamily="34" charset="0"/>
              <a:buChar char="•"/>
            </a:pPr>
            <a:r>
              <a:rPr lang="en-GB" dirty="0">
                <a:solidFill>
                  <a:srgbClr val="003399"/>
                </a:solidFill>
              </a:rPr>
              <a:t>Scalability</a:t>
            </a:r>
            <a:r>
              <a:rPr lang="en-GB" dirty="0"/>
              <a:t>: The graph structure facilitates localised data association, making it suitable for distributed computation and modular processing in large environments.</a:t>
            </a:r>
          </a:p>
        </p:txBody>
      </p:sp>
    </p:spTree>
    <p:extLst>
      <p:ext uri="{BB962C8B-B14F-4D97-AF65-F5344CB8AC3E}">
        <p14:creationId xmlns:p14="http://schemas.microsoft.com/office/powerpoint/2010/main" val="3408215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82455D-8B02-3102-42BD-CF9257C7FBD9}"/>
              </a:ext>
            </a:extLst>
          </p:cNvPr>
          <p:cNvSpPr>
            <a:spLocks noGrp="1"/>
          </p:cNvSpPr>
          <p:nvPr>
            <p:ph type="title"/>
          </p:nvPr>
        </p:nvSpPr>
        <p:spPr/>
        <p:txBody>
          <a:bodyPr/>
          <a:lstStyle/>
          <a:p>
            <a:r>
              <a:rPr lang="en-GB" altLang="zh-CN" b="0" dirty="0"/>
              <a:t>Graph-based SLAM (</a:t>
            </a:r>
            <a:r>
              <a:rPr lang="en-GB" altLang="zh-CN" b="0" dirty="0">
                <a:solidFill>
                  <a:srgbClr val="003399"/>
                </a:solidFill>
              </a:rPr>
              <a:t>Challenges</a:t>
            </a:r>
            <a:r>
              <a:rPr lang="en-GB" altLang="zh-CN" b="0" dirty="0"/>
              <a:t>)</a:t>
            </a:r>
            <a:endParaRPr lang="en-GB" b="0" dirty="0"/>
          </a:p>
        </p:txBody>
      </p:sp>
      <p:sp>
        <p:nvSpPr>
          <p:cNvPr id="6" name="文本占位符 5">
            <a:extLst>
              <a:ext uri="{FF2B5EF4-FFF2-40B4-BE49-F238E27FC236}">
                <a16:creationId xmlns:a16="http://schemas.microsoft.com/office/drawing/2014/main" id="{1050F6D1-3A48-EC74-0833-95AB3A01519A}"/>
              </a:ext>
            </a:extLst>
          </p:cNvPr>
          <p:cNvSpPr>
            <a:spLocks noGrp="1"/>
          </p:cNvSpPr>
          <p:nvPr>
            <p:ph type="body" sz="quarter" idx="10"/>
          </p:nvPr>
        </p:nvSpPr>
        <p:spPr>
          <a:xfrm>
            <a:off x="628650" y="1465729"/>
            <a:ext cx="7379074" cy="2561665"/>
          </a:xfrm>
        </p:spPr>
        <p:txBody>
          <a:bodyPr/>
          <a:lstStyle/>
          <a:p>
            <a:pPr marL="285750" indent="-285750">
              <a:buFont typeface="Arial" panose="020B0604020202020204" pitchFamily="34" charset="0"/>
              <a:buChar char="•"/>
            </a:pPr>
            <a:r>
              <a:rPr lang="en-GB" dirty="0">
                <a:solidFill>
                  <a:srgbClr val="003399"/>
                </a:solidFill>
              </a:rPr>
              <a:t>Computational Resources</a:t>
            </a:r>
            <a:r>
              <a:rPr lang="en-GB" dirty="0"/>
              <a:t>: Graph optimisation is a computationally intensive process, requiring significant computational resources, especially when dealing with large-scale environments and extensive data.</a:t>
            </a:r>
          </a:p>
          <a:p>
            <a:pPr marL="285750" indent="-285750">
              <a:buFont typeface="Arial" panose="020B0604020202020204" pitchFamily="34" charset="0"/>
              <a:buChar char="•"/>
            </a:pPr>
            <a:r>
              <a:rPr lang="en-GB" dirty="0">
                <a:solidFill>
                  <a:srgbClr val="003399"/>
                </a:solidFill>
              </a:rPr>
              <a:t>Data Association</a:t>
            </a:r>
            <a:r>
              <a:rPr lang="en-GB" dirty="0"/>
              <a:t>: Correctly associating observational data with nodes in the graph presents a challenge in large-scale or feature-sparse environments.</a:t>
            </a:r>
          </a:p>
          <a:p>
            <a:pPr marL="285750" indent="-285750">
              <a:buFont typeface="Arial" panose="020B0604020202020204" pitchFamily="34" charset="0"/>
              <a:buChar char="•"/>
            </a:pPr>
            <a:r>
              <a:rPr lang="en-GB" u="sng" dirty="0">
                <a:solidFill>
                  <a:srgbClr val="003399"/>
                </a:solidFill>
              </a:rPr>
              <a:t>Loop Closure Detection</a:t>
            </a:r>
            <a:r>
              <a:rPr lang="en-GB" dirty="0"/>
              <a:t>: To further enhance the accuracy of SLAM, detecting when the robot returns to a previously visited location (loop closure) is a complex issue in practical applications.</a:t>
            </a:r>
          </a:p>
        </p:txBody>
      </p:sp>
    </p:spTree>
    <p:extLst>
      <p:ext uri="{BB962C8B-B14F-4D97-AF65-F5344CB8AC3E}">
        <p14:creationId xmlns:p14="http://schemas.microsoft.com/office/powerpoint/2010/main" val="518894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37C725E8-701E-2295-9EC4-47DC5007B889}"/>
              </a:ext>
            </a:extLst>
          </p:cNvPr>
          <p:cNvSpPr>
            <a:spLocks noGrp="1"/>
          </p:cNvSpPr>
          <p:nvPr>
            <p:ph type="title"/>
          </p:nvPr>
        </p:nvSpPr>
        <p:spPr/>
        <p:txBody>
          <a:bodyPr/>
          <a:lstStyle/>
          <a:p>
            <a:r>
              <a:rPr lang="en-GB" altLang="zh-CN" b="0" dirty="0"/>
              <a:t>EKF SLAM</a:t>
            </a:r>
            <a:r>
              <a:rPr lang="zh-CN" altLang="en-US" b="0" dirty="0"/>
              <a:t> </a:t>
            </a:r>
            <a:r>
              <a:rPr lang="en-GB" altLang="zh-CN" b="0" dirty="0"/>
              <a:t>(Demo) </a:t>
            </a:r>
            <a:endParaRPr lang="en-GB" dirty="0"/>
          </a:p>
        </p:txBody>
      </p:sp>
      <p:sp>
        <p:nvSpPr>
          <p:cNvPr id="8" name="文本占位符 7">
            <a:extLst>
              <a:ext uri="{FF2B5EF4-FFF2-40B4-BE49-F238E27FC236}">
                <a16:creationId xmlns:a16="http://schemas.microsoft.com/office/drawing/2014/main" id="{7A5A891F-0C40-F198-D286-119FBF731EC8}"/>
              </a:ext>
            </a:extLst>
          </p:cNvPr>
          <p:cNvSpPr>
            <a:spLocks noGrp="1"/>
          </p:cNvSpPr>
          <p:nvPr>
            <p:ph type="body" sz="quarter" idx="10"/>
          </p:nvPr>
        </p:nvSpPr>
        <p:spPr/>
        <p:txBody>
          <a:bodyPr/>
          <a:lstStyle/>
          <a:p>
            <a:r>
              <a:rPr lang="en-GB" dirty="0"/>
              <a:t>&lt; Video: 13 - Graph-Based SLAM&gt;</a:t>
            </a:r>
          </a:p>
        </p:txBody>
      </p:sp>
    </p:spTree>
    <p:extLst>
      <p:ext uri="{BB962C8B-B14F-4D97-AF65-F5344CB8AC3E}">
        <p14:creationId xmlns:p14="http://schemas.microsoft.com/office/powerpoint/2010/main" val="1487491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480B4D7-6897-F640-4D41-5E9EDFD82907}"/>
              </a:ext>
            </a:extLst>
          </p:cNvPr>
          <p:cNvSpPr>
            <a:spLocks noGrp="1"/>
          </p:cNvSpPr>
          <p:nvPr>
            <p:ph type="title"/>
          </p:nvPr>
        </p:nvSpPr>
        <p:spPr/>
        <p:txBody>
          <a:bodyPr/>
          <a:lstStyle/>
          <a:p>
            <a:r>
              <a:rPr lang="en-GB" altLang="zh-CN" dirty="0"/>
              <a:t>Conclusion</a:t>
            </a:r>
            <a:endParaRPr lang="zh-CN" altLang="en-US" dirty="0"/>
          </a:p>
        </p:txBody>
      </p:sp>
      <p:sp>
        <p:nvSpPr>
          <p:cNvPr id="6" name="文本占位符 5">
            <a:extLst>
              <a:ext uri="{FF2B5EF4-FFF2-40B4-BE49-F238E27FC236}">
                <a16:creationId xmlns:a16="http://schemas.microsoft.com/office/drawing/2014/main" id="{BAD8111E-958B-3061-F88D-E05C8DC5E862}"/>
              </a:ext>
            </a:extLst>
          </p:cNvPr>
          <p:cNvSpPr>
            <a:spLocks noGrp="1"/>
          </p:cNvSpPr>
          <p:nvPr>
            <p:ph type="body" sz="quarter" idx="10"/>
          </p:nvPr>
        </p:nvSpPr>
        <p:spPr/>
        <p:txBody>
          <a:bodyPr/>
          <a:lstStyle/>
          <a:p>
            <a:r>
              <a:rPr lang="en-GB" altLang="zh-CN" dirty="0"/>
              <a:t>Simultaneous Localization and Mapping (SLAM) is a key capability for mobile robots to operate autonomously in the world.</a:t>
            </a:r>
          </a:p>
          <a:p>
            <a:r>
              <a:rPr lang="en-GB" altLang="zh-CN" dirty="0"/>
              <a:t>There exist robust implementations for environments with strong landmarks, that is landmarks that can be reliably localized and identified, that use different forms of optimization to find a collection of poses that are most likely given the available measurements.</a:t>
            </a:r>
          </a:p>
          <a:p>
            <a:r>
              <a:rPr lang="en-GB" altLang="zh-CN" dirty="0"/>
              <a:t>SLAM strongly benefits from additional sensors, that can provide additional evidence, in particular beacon-based sensors such as GPS.</a:t>
            </a:r>
          </a:p>
          <a:p>
            <a:r>
              <a:rPr lang="en-GB" altLang="zh-CN" dirty="0"/>
              <a:t>How to deal with environments with dynamical objects, that is changing maps, remains an open problem.</a:t>
            </a:r>
            <a:endParaRPr lang="zh-CN" altLang="en-US" dirty="0"/>
          </a:p>
        </p:txBody>
      </p:sp>
    </p:spTree>
    <p:extLst>
      <p:ext uri="{BB962C8B-B14F-4D97-AF65-F5344CB8AC3E}">
        <p14:creationId xmlns:p14="http://schemas.microsoft.com/office/powerpoint/2010/main" val="2698198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40FB7DA-D6D0-98F7-A753-57CF4DE2E240}"/>
              </a:ext>
            </a:extLst>
          </p:cNvPr>
          <p:cNvSpPr>
            <a:spLocks noGrp="1"/>
          </p:cNvSpPr>
          <p:nvPr>
            <p:ph type="title"/>
          </p:nvPr>
        </p:nvSpPr>
        <p:spPr/>
        <p:txBody>
          <a:bodyPr/>
          <a:lstStyle/>
          <a:p>
            <a:r>
              <a:rPr lang="en-GB" dirty="0"/>
              <a:t>Additional Source</a:t>
            </a:r>
          </a:p>
        </p:txBody>
      </p:sp>
      <p:sp>
        <p:nvSpPr>
          <p:cNvPr id="6" name="文本占位符 5">
            <a:extLst>
              <a:ext uri="{FF2B5EF4-FFF2-40B4-BE49-F238E27FC236}">
                <a16:creationId xmlns:a16="http://schemas.microsoft.com/office/drawing/2014/main" id="{7AE6421A-246D-6B7C-721C-6FD9974DD5A0}"/>
              </a:ext>
            </a:extLst>
          </p:cNvPr>
          <p:cNvSpPr>
            <a:spLocks noGrp="1"/>
          </p:cNvSpPr>
          <p:nvPr>
            <p:ph type="body" sz="quarter" idx="10"/>
          </p:nvPr>
        </p:nvSpPr>
        <p:spPr/>
        <p:txBody>
          <a:bodyPr/>
          <a:lstStyle/>
          <a:p>
            <a:r>
              <a:rPr lang="en-US" dirty="0"/>
              <a:t>&lt;Video</a:t>
            </a:r>
            <a:r>
              <a:rPr lang="en-US"/>
              <a:t>: 13 </a:t>
            </a:r>
            <a:r>
              <a:rPr lang="en-US" dirty="0"/>
              <a:t>- Understanding SLAM Using Pose Graph Optimization&gt;</a:t>
            </a:r>
            <a:endParaRPr lang="en-GB" dirty="0"/>
          </a:p>
        </p:txBody>
      </p:sp>
    </p:spTree>
    <p:extLst>
      <p:ext uri="{BB962C8B-B14F-4D97-AF65-F5344CB8AC3E}">
        <p14:creationId xmlns:p14="http://schemas.microsoft.com/office/powerpoint/2010/main" val="1306344598"/>
      </p:ext>
    </p:extLst>
  </p:cSld>
  <p:clrMapOvr>
    <a:masterClrMapping/>
  </p:clrMapOvr>
</p:sld>
</file>

<file path=ppt/theme/theme1.xml><?xml version="1.0" encoding="utf-8"?>
<a:theme xmlns:a="http://schemas.openxmlformats.org/drawingml/2006/main" name="Office Theme">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951E1219-D605-412D-92C4-259243AECCA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6E22BCD4-6E3B-486E-A238-7F692C3073B5}"/>
    </a:ext>
  </a:extLst>
</a:theme>
</file>

<file path=ppt/theme/theme3.xml><?xml version="1.0" encoding="utf-8"?>
<a:theme xmlns:a="http://schemas.openxmlformats.org/drawingml/2006/main" name="Content layouts">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4125387D-2C93-4794-91EC-C1716099D6C2}"/>
    </a:ext>
  </a:extLst>
</a:theme>
</file>

<file path=ppt/theme/theme4.xml><?xml version="1.0" encoding="utf-8"?>
<a:theme xmlns:a="http://schemas.openxmlformats.org/drawingml/2006/main" name="1_Content layouts">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4125387D-2C93-4794-91EC-C1716099D6C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0111BF46F3574E9A8F0BE88E59676B" ma:contentTypeVersion="2" ma:contentTypeDescription="Create a new document." ma:contentTypeScope="" ma:versionID="299365d1725ab9f5c9690605c878897d">
  <xsd:schema xmlns:xsd="http://www.w3.org/2001/XMLSchema" xmlns:xs="http://www.w3.org/2001/XMLSchema" xmlns:p="http://schemas.microsoft.com/office/2006/metadata/properties" xmlns:ns2="e315eb9a-1a86-4590-b9b9-657366c2faa6" targetNamespace="http://schemas.microsoft.com/office/2006/metadata/properties" ma:root="true" ma:fieldsID="dd1411bb5617dc68a620ec88108c7d5b" ns2:_="">
    <xsd:import namespace="e315eb9a-1a86-4590-b9b9-657366c2faa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15eb9a-1a86-4590-b9b9-657366c2f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03FF4A-92D1-4AC6-A3D0-2369C3973236}">
  <ds:schemaRefs>
    <ds:schemaRef ds:uri="http://schemas.microsoft.com/sharepoint/v3/contenttype/forms"/>
  </ds:schemaRefs>
</ds:datastoreItem>
</file>

<file path=customXml/itemProps2.xml><?xml version="1.0" encoding="utf-8"?>
<ds:datastoreItem xmlns:ds="http://schemas.openxmlformats.org/officeDocument/2006/customXml" ds:itemID="{8B1D4C1F-3BBE-4756-865A-AF8F400817C0}">
  <ds:schemaRefs>
    <ds:schemaRef ds:uri="e315eb9a-1a86-4590-b9b9-657366c2f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2AB92E3-26D1-4D43-9D8D-DDC63A368C19}">
  <ds:schemaRefs>
    <ds:schemaRef ds:uri="http://purl.org/dc/elements/1.1/"/>
    <ds:schemaRef ds:uri="http://schemas.openxmlformats.org/package/2006/metadata/core-properties"/>
    <ds:schemaRef ds:uri="http://purl.org/dc/dcmitype/"/>
    <ds:schemaRef ds:uri="http://purl.org/dc/terms/"/>
    <ds:schemaRef ds:uri="http://www.w3.org/XML/1998/namespace"/>
    <ds:schemaRef ds:uri="http://schemas.microsoft.com/office/2006/documentManagement/types"/>
    <ds:schemaRef ds:uri="http://schemas.microsoft.com/office/infopath/2007/PartnerControls"/>
    <ds:schemaRef ds:uri="e315eb9a-1a86-4590-b9b9-657366c2faa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525-template</Template>
  <TotalTime>16174</TotalTime>
  <Words>2087</Words>
  <Application>Microsoft Macintosh PowerPoint</Application>
  <PresentationFormat>全屏显示(16:9)</PresentationFormat>
  <Paragraphs>293</Paragraphs>
  <Slides>34</Slides>
  <Notes>13</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34</vt:i4>
      </vt:variant>
    </vt:vector>
  </HeadingPairs>
  <TitlesOfParts>
    <vt:vector size="44" baseType="lpstr">
      <vt:lpstr>Söhne</vt:lpstr>
      <vt:lpstr>Arial</vt:lpstr>
      <vt:lpstr>Calibri</vt:lpstr>
      <vt:lpstr>Calibri Light</vt:lpstr>
      <vt:lpstr>Cambria</vt:lpstr>
      <vt:lpstr>Cambria Math</vt:lpstr>
      <vt:lpstr>Office Theme</vt:lpstr>
      <vt:lpstr>1_Custom Design</vt:lpstr>
      <vt:lpstr>Content layouts</vt:lpstr>
      <vt:lpstr>1_Content layouts</vt:lpstr>
      <vt:lpstr>JC3504  Robot Technology</vt:lpstr>
      <vt:lpstr>SLAM Introduction</vt:lpstr>
      <vt:lpstr>SLAM Introduction</vt:lpstr>
      <vt:lpstr>Landmark</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Simplified SLAM Process</vt:lpstr>
      <vt:lpstr>SLAM Principal Challenges</vt:lpstr>
      <vt:lpstr>SLAM Algorithms</vt:lpstr>
      <vt:lpstr>EKF SLAM </vt:lpstr>
      <vt:lpstr>EKF SLAM </vt:lpstr>
      <vt:lpstr>EKF SLAM (Advantages) </vt:lpstr>
      <vt:lpstr>EKF SLAM (Challenges) </vt:lpstr>
      <vt:lpstr>EKF SLAM (Demo) </vt:lpstr>
      <vt:lpstr>Graph-based SLAM</vt:lpstr>
      <vt:lpstr>Graph-based SLAM</vt:lpstr>
      <vt:lpstr>Graph-based SLAM</vt:lpstr>
      <vt:lpstr>Graph-based SLAM</vt:lpstr>
      <vt:lpstr>Graph-based SLAM</vt:lpstr>
      <vt:lpstr>Graph-based SLAM (Advantages)</vt:lpstr>
      <vt:lpstr>Graph-based SLAM (Challenges)</vt:lpstr>
      <vt:lpstr>EKF SLAM (Demo) </vt:lpstr>
      <vt:lpstr>Conclusion</vt:lpstr>
      <vt:lpstr>Additional 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 about this template</dc:title>
  <dc:creator>Macdonald, Lucy J</dc:creator>
  <cp:lastModifiedBy>Li, Xiao</cp:lastModifiedBy>
  <cp:revision>252</cp:revision>
  <dcterms:created xsi:type="dcterms:W3CDTF">2021-09-17T13:50:02Z</dcterms:created>
  <dcterms:modified xsi:type="dcterms:W3CDTF">2026-02-28T11:38:26Z</dcterms:modified>
  <cp:category>525 years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0x010100580111BF46F3574E9A8F0BE88E59676B</vt:lpwstr>
  </property>
</Properties>
</file>